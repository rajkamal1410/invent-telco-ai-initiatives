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charts/chart2.xml" ContentType="application/vnd.openxmlformats-officedocument.drawingml.chart+xml"/>
  <Override PartName="/ppt/theme/themeOverride1.xml" ContentType="application/vnd.openxmlformats-officedocument.themeOverride+xml"/>
  <Override PartName="/ppt/charts/chart3.xml" ContentType="application/vnd.openxmlformats-officedocument.drawingml.chart+xml"/>
  <Override PartName="/ppt/theme/themeOverride2.xml" ContentType="application/vnd.openxmlformats-officedocument.themeOverride+xml"/>
  <Override PartName="/ppt/charts/chart4.xml" ContentType="application/vnd.openxmlformats-officedocument.drawingml.chart+xml"/>
  <Override PartName="/ppt/theme/themeOverride3.xml" ContentType="application/vnd.openxmlformats-officedocument.themeOverride+xml"/>
  <Override PartName="/ppt/charts/chart5.xml" ContentType="application/vnd.openxmlformats-officedocument.drawingml.chart+xml"/>
  <Override PartName="/ppt/theme/themeOverride4.xml" ContentType="application/vnd.openxmlformats-officedocument.themeOverride+xml"/>
  <Override PartName="/ppt/notesSlides/notesSlide9.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962" r:id="rId4"/>
  </p:sldMasterIdLst>
  <p:notesMasterIdLst>
    <p:notesMasterId r:id="rId37"/>
  </p:notesMasterIdLst>
  <p:handoutMasterIdLst>
    <p:handoutMasterId r:id="rId38"/>
  </p:handoutMasterIdLst>
  <p:sldIdLst>
    <p:sldId id="2147481119" r:id="rId5"/>
    <p:sldId id="2147481139" r:id="rId6"/>
    <p:sldId id="2147481132" r:id="rId7"/>
    <p:sldId id="2147483532" r:id="rId8"/>
    <p:sldId id="2147483533" r:id="rId9"/>
    <p:sldId id="2147483545" r:id="rId10"/>
    <p:sldId id="2147483534" r:id="rId11"/>
    <p:sldId id="2147483585" r:id="rId12"/>
    <p:sldId id="2147483621" r:id="rId13"/>
    <p:sldId id="2147483622" r:id="rId14"/>
    <p:sldId id="2147483610" r:id="rId15"/>
    <p:sldId id="2147481141" r:id="rId16"/>
    <p:sldId id="2147483572" r:id="rId17"/>
    <p:sldId id="2147483537" r:id="rId18"/>
    <p:sldId id="2147481142" r:id="rId19"/>
    <p:sldId id="2147483583" r:id="rId20"/>
    <p:sldId id="2147483587" r:id="rId21"/>
    <p:sldId id="2147483612" r:id="rId22"/>
    <p:sldId id="2147483615" r:id="rId23"/>
    <p:sldId id="2147483529" r:id="rId24"/>
    <p:sldId id="2147483591" r:id="rId25"/>
    <p:sldId id="2147483543" r:id="rId26"/>
    <p:sldId id="2147481144" r:id="rId27"/>
    <p:sldId id="2147483571" r:id="rId28"/>
    <p:sldId id="2147481146" r:id="rId29"/>
    <p:sldId id="2147483563" r:id="rId30"/>
    <p:sldId id="2147483544" r:id="rId31"/>
    <p:sldId id="2147483547" r:id="rId32"/>
    <p:sldId id="2147483552" r:id="rId33"/>
    <p:sldId id="2147483548" r:id="rId34"/>
    <p:sldId id="2147483578" r:id="rId35"/>
    <p:sldId id="2145706627" r:id="rId36"/>
  </p:sldIdLst>
  <p:sldSz cx="12192000" cy="6858000"/>
  <p:notesSz cx="6858000" cy="9144000"/>
  <p:embeddedFontLst>
    <p:embeddedFont>
      <p:font typeface="ＭＳ Ｐゴシック" panose="020B0600070205080204" pitchFamily="34" charset="-128"/>
      <p:regular r:id="rId39"/>
    </p:embeddedFont>
    <p:embeddedFont>
      <p:font typeface="Ubuntu" panose="020B0604020202020204" charset="0"/>
      <p:regular r:id="rId40"/>
      <p:bold r:id="rId41"/>
      <p:italic r:id="rId42"/>
      <p:boldItalic r:id="rId43"/>
    </p:embeddedFont>
    <p:embeddedFont>
      <p:font typeface="Ubuntu Medium" panose="020B0604020202020204" charset="0"/>
      <p:regular r:id="rId44"/>
      <p:italic r:id="rId45"/>
    </p:embeddedFont>
    <p:embeddedFont>
      <p:font typeface="Verdana" panose="020B0604030504040204" pitchFamily="34" charset="0"/>
      <p:regular r:id="rId46"/>
      <p:bold r:id="rId47"/>
      <p:italic r:id="rId48"/>
      <p:boldItalic r:id="rId49"/>
    </p:embeddedFont>
  </p:embeddedFontLst>
  <p:custDataLst>
    <p:tags r:id="rId5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orient="horz" pos="2352" userDrawn="1">
          <p15:clr>
            <a:srgbClr val="A4A3A4"/>
          </p15:clr>
        </p15:guide>
        <p15:guide id="6" pos="3840">
          <p15:clr>
            <a:srgbClr val="A4A3A4"/>
          </p15:clr>
        </p15:guide>
        <p15:guide id="7" orient="horz" pos="3072" userDrawn="1">
          <p15:clr>
            <a:srgbClr val="A4A3A4"/>
          </p15:clr>
        </p15:guide>
        <p15:guide id="8" orient="horz" pos="2904" userDrawn="1">
          <p15:clr>
            <a:srgbClr val="A4A3A4"/>
          </p15:clr>
        </p15:guide>
        <p15:guide id="9" orient="horz" pos="211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ABDB"/>
    <a:srgbClr val="C2C5D3"/>
    <a:srgbClr val="7F7F7F"/>
    <a:srgbClr val="0F878A"/>
    <a:srgbClr val="272936"/>
    <a:srgbClr val="005482"/>
    <a:srgbClr val="00BFBF"/>
    <a:srgbClr val="A6A6A6"/>
    <a:srgbClr val="D9D9D9"/>
    <a:srgbClr val="0070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B6AB1F-FDA2-4319-9117-E1FEBAAAD113}" v="7" dt="2025-04-28T10:22:19.329"/>
    <p1510:client id="{F3F3F2EE-1550-E880-DB5C-591EB6E5C99A}" v="51" dt="2025-04-29T06:40:41.6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352"/>
        <p:guide pos="3840"/>
        <p:guide orient="horz" pos="3072"/>
        <p:guide orient="horz" pos="2904"/>
        <p:guide orient="horz" pos="2112"/>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tags" Target="tags/tag1.xml"/><Relationship Id="rId55"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font" Target="fonts/font10.fntdata"/><Relationship Id="rId56"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font" Target="fonts/font3.fntdata"/><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sta, Claudio" userId="0ed7c580-1549-4216-ad1d-f96a6a667531" providerId="ADAL" clId="{6B4784C2-F4FB-4727-9332-D7838A36ECCC}"/>
    <pc:docChg chg="undo custSel addSld delSld modSld sldOrd">
      <pc:chgData name="Costa, Claudio" userId="0ed7c580-1549-4216-ad1d-f96a6a667531" providerId="ADAL" clId="{6B4784C2-F4FB-4727-9332-D7838A36ECCC}" dt="2025-01-03T18:22:53.966" v="976" actId="1037"/>
      <pc:docMkLst>
        <pc:docMk/>
      </pc:docMkLst>
      <pc:sldChg chg="modSp add mod">
        <pc:chgData name="Costa, Claudio" userId="0ed7c580-1549-4216-ad1d-f96a6a667531" providerId="ADAL" clId="{6B4784C2-F4FB-4727-9332-D7838A36ECCC}" dt="2025-01-03T17:46:07.668" v="437" actId="20577"/>
        <pc:sldMkLst>
          <pc:docMk/>
          <pc:sldMk cId="483016637" sldId="257"/>
        </pc:sldMkLst>
      </pc:sldChg>
      <pc:sldChg chg="delSp modSp add mod">
        <pc:chgData name="Costa, Claudio" userId="0ed7c580-1549-4216-ad1d-f96a6a667531" providerId="ADAL" clId="{6B4784C2-F4FB-4727-9332-D7838A36ECCC}" dt="2025-01-03T17:44:14.860" v="387" actId="478"/>
        <pc:sldMkLst>
          <pc:docMk/>
          <pc:sldMk cId="2450627761" sldId="258"/>
        </pc:sldMkLst>
      </pc:sldChg>
      <pc:sldChg chg="addSp delSp modSp mod">
        <pc:chgData name="Costa, Claudio" userId="0ed7c580-1549-4216-ad1d-f96a6a667531" providerId="ADAL" clId="{6B4784C2-F4FB-4727-9332-D7838A36ECCC}" dt="2025-01-03T17:47:39.717" v="469" actId="948"/>
        <pc:sldMkLst>
          <pc:docMk/>
          <pc:sldMk cId="21125520" sldId="2147481132"/>
        </pc:sldMkLst>
      </pc:sldChg>
      <pc:sldChg chg="modSp mod ord">
        <pc:chgData name="Costa, Claudio" userId="0ed7c580-1549-4216-ad1d-f96a6a667531" providerId="ADAL" clId="{6B4784C2-F4FB-4727-9332-D7838A36ECCC}" dt="2025-01-03T17:45:59.279" v="427" actId="6549"/>
        <pc:sldMkLst>
          <pc:docMk/>
          <pc:sldMk cId="2774191209" sldId="2147481139"/>
        </pc:sldMkLst>
      </pc:sldChg>
      <pc:sldChg chg="addSp delSp modSp mod">
        <pc:chgData name="Costa, Claudio" userId="0ed7c580-1549-4216-ad1d-f96a6a667531" providerId="ADAL" clId="{6B4784C2-F4FB-4727-9332-D7838A36ECCC}" dt="2025-01-03T17:48:08.047" v="477"/>
        <pc:sldMkLst>
          <pc:docMk/>
          <pc:sldMk cId="641329362" sldId="2147481141"/>
        </pc:sldMkLst>
      </pc:sldChg>
      <pc:sldChg chg="addSp delSp modSp mod">
        <pc:chgData name="Costa, Claudio" userId="0ed7c580-1549-4216-ad1d-f96a6a667531" providerId="ADAL" clId="{6B4784C2-F4FB-4727-9332-D7838A36ECCC}" dt="2025-01-03T17:48:13.050" v="479"/>
        <pc:sldMkLst>
          <pc:docMk/>
          <pc:sldMk cId="54532663" sldId="2147481142"/>
        </pc:sldMkLst>
      </pc:sldChg>
      <pc:sldChg chg="addSp delSp modSp mod">
        <pc:chgData name="Costa, Claudio" userId="0ed7c580-1549-4216-ad1d-f96a6a667531" providerId="ADAL" clId="{6B4784C2-F4FB-4727-9332-D7838A36ECCC}" dt="2025-01-03T17:49:40.494" v="499" actId="948"/>
        <pc:sldMkLst>
          <pc:docMk/>
          <pc:sldMk cId="1525462584" sldId="2147481144"/>
        </pc:sldMkLst>
      </pc:sldChg>
      <pc:sldChg chg="addSp delSp modSp mod">
        <pc:chgData name="Costa, Claudio" userId="0ed7c580-1549-4216-ad1d-f96a6a667531" providerId="ADAL" clId="{6B4784C2-F4FB-4727-9332-D7838A36ECCC}" dt="2025-01-03T17:50:01.488" v="506" actId="20577"/>
        <pc:sldMkLst>
          <pc:docMk/>
          <pc:sldMk cId="2039073675" sldId="2147481145"/>
        </pc:sldMkLst>
      </pc:sldChg>
      <pc:sldChg chg="addSp delSp modSp mod">
        <pc:chgData name="Costa, Claudio" userId="0ed7c580-1549-4216-ad1d-f96a6a667531" providerId="ADAL" clId="{6B4784C2-F4FB-4727-9332-D7838A36ECCC}" dt="2025-01-03T17:50:32.944" v="512" actId="948"/>
        <pc:sldMkLst>
          <pc:docMk/>
          <pc:sldMk cId="2545943174" sldId="2147481146"/>
        </pc:sldMkLst>
      </pc:sldChg>
      <pc:sldChg chg="addSp delSp modSp mod">
        <pc:chgData name="Costa, Claudio" userId="0ed7c580-1549-4216-ad1d-f96a6a667531" providerId="ADAL" clId="{6B4784C2-F4FB-4727-9332-D7838A36ECCC}" dt="2025-01-03T17:49:18.421" v="493" actId="6549"/>
        <pc:sldMkLst>
          <pc:docMk/>
          <pc:sldMk cId="936231673" sldId="2147483529"/>
        </pc:sldMkLst>
      </pc:sldChg>
      <pc:sldChg chg="addSp delSp modSp mod">
        <pc:chgData name="Costa, Claudio" userId="0ed7c580-1549-4216-ad1d-f96a6a667531" providerId="ADAL" clId="{6B4784C2-F4FB-4727-9332-D7838A36ECCC}" dt="2025-01-03T17:48:43.931" v="486" actId="948"/>
        <pc:sldMkLst>
          <pc:docMk/>
          <pc:sldMk cId="3002271408" sldId="2147483556"/>
        </pc:sldMkLst>
      </pc:sldChg>
      <pc:sldChg chg="modSp mod">
        <pc:chgData name="Costa, Claudio" userId="0ed7c580-1549-4216-ad1d-f96a6a667531" providerId="ADAL" clId="{6B4784C2-F4FB-4727-9332-D7838A36ECCC}" dt="2025-01-03T17:22:01.472" v="196" actId="20577"/>
        <pc:sldMkLst>
          <pc:docMk/>
          <pc:sldMk cId="3680665707" sldId="2147483571"/>
        </pc:sldMkLst>
      </pc:sldChg>
      <pc:sldChg chg="addSp modSp mod">
        <pc:chgData name="Costa, Claudio" userId="0ed7c580-1549-4216-ad1d-f96a6a667531" providerId="ADAL" clId="{6B4784C2-F4FB-4727-9332-D7838A36ECCC}" dt="2025-01-03T17:22:41.448" v="238" actId="20577"/>
        <pc:sldMkLst>
          <pc:docMk/>
          <pc:sldMk cId="4060943090" sldId="2147483579"/>
        </pc:sldMkLst>
      </pc:sldChg>
      <pc:sldChg chg="addSp delSp modSp mod">
        <pc:chgData name="Costa, Claudio" userId="0ed7c580-1549-4216-ad1d-f96a6a667531" providerId="ADAL" clId="{6B4784C2-F4FB-4727-9332-D7838A36ECCC}" dt="2025-01-03T18:22:53.966" v="976" actId="1037"/>
        <pc:sldMkLst>
          <pc:docMk/>
          <pc:sldMk cId="3344004228" sldId="2147483580"/>
        </pc:sldMkLst>
      </pc:sldChg>
      <pc:sldChg chg="addSp delSp modSp mod">
        <pc:chgData name="Costa, Claudio" userId="0ed7c580-1549-4216-ad1d-f96a6a667531" providerId="ADAL" clId="{6B4784C2-F4FB-4727-9332-D7838A36ECCC}" dt="2025-01-03T17:48:01.730" v="475" actId="948"/>
        <pc:sldMkLst>
          <pc:docMk/>
          <pc:sldMk cId="4016950374" sldId="2147483585"/>
        </pc:sldMkLst>
      </pc:sldChg>
      <pc:sldChg chg="modSp mod">
        <pc:chgData name="Costa, Claudio" userId="0ed7c580-1549-4216-ad1d-f96a6a667531" providerId="ADAL" clId="{6B4784C2-F4FB-4727-9332-D7838A36ECCC}" dt="2025-01-03T18:18:10.094" v="858" actId="20577"/>
        <pc:sldMkLst>
          <pc:docMk/>
          <pc:sldMk cId="3605451605" sldId="2147483587"/>
        </pc:sldMkLst>
      </pc:sldChg>
      <pc:sldChg chg="modSp mod">
        <pc:chgData name="Costa, Claudio" userId="0ed7c580-1549-4216-ad1d-f96a6a667531" providerId="ADAL" clId="{6B4784C2-F4FB-4727-9332-D7838A36ECCC}" dt="2025-01-03T17:51:39.528" v="515" actId="12788"/>
        <pc:sldMkLst>
          <pc:docMk/>
          <pc:sldMk cId="1420754209" sldId="2147483610"/>
        </pc:sldMkLst>
      </pc:sldChg>
      <pc:sldChg chg="modSp mod">
        <pc:chgData name="Costa, Claudio" userId="0ed7c580-1549-4216-ad1d-f96a6a667531" providerId="ADAL" clId="{6B4784C2-F4FB-4727-9332-D7838A36ECCC}" dt="2025-01-03T18:19:33.942" v="932" actId="20577"/>
        <pc:sldMkLst>
          <pc:docMk/>
          <pc:sldMk cId="3116364541" sldId="2147483615"/>
        </pc:sldMkLst>
      </pc:sldChg>
      <pc:sldChg chg="addSp modSp mod ord">
        <pc:chgData name="Costa, Claudio" userId="0ed7c580-1549-4216-ad1d-f96a6a667531" providerId="ADAL" clId="{6B4784C2-F4FB-4727-9332-D7838A36ECCC}" dt="2025-01-03T17:16:37.682" v="67" actId="20577"/>
        <pc:sldMkLst>
          <pc:docMk/>
          <pc:sldMk cId="1052315549" sldId="2147483624"/>
        </pc:sldMkLst>
      </pc:sldChg>
      <pc:sldChg chg="modSp mod">
        <pc:chgData name="Costa, Claudio" userId="0ed7c580-1549-4216-ad1d-f96a6a667531" providerId="ADAL" clId="{6B4784C2-F4FB-4727-9332-D7838A36ECCC}" dt="2025-01-03T17:45:28.893" v="415" actId="122"/>
        <pc:sldMkLst>
          <pc:docMk/>
          <pc:sldMk cId="1417300561" sldId="2147483626"/>
        </pc:sldMkLst>
      </pc:sldChg>
      <pc:sldChg chg="del">
        <pc:chgData name="Costa, Claudio" userId="0ed7c580-1549-4216-ad1d-f96a6a667531" providerId="ADAL" clId="{6B4784C2-F4FB-4727-9332-D7838A36ECCC}" dt="2025-01-03T17:15:34.334" v="0" actId="47"/>
        <pc:sldMkLst>
          <pc:docMk/>
          <pc:sldMk cId="129855025" sldId="2147483629"/>
        </pc:sldMkLst>
      </pc:sldChg>
      <pc:sldChg chg="del">
        <pc:chgData name="Costa, Claudio" userId="0ed7c580-1549-4216-ad1d-f96a6a667531" providerId="ADAL" clId="{6B4784C2-F4FB-4727-9332-D7838A36ECCC}" dt="2025-01-03T17:15:34.334" v="0" actId="47"/>
        <pc:sldMkLst>
          <pc:docMk/>
          <pc:sldMk cId="1948013268" sldId="2147483631"/>
        </pc:sldMkLst>
      </pc:sldChg>
      <pc:sldChg chg="del">
        <pc:chgData name="Costa, Claudio" userId="0ed7c580-1549-4216-ad1d-f96a6a667531" providerId="ADAL" clId="{6B4784C2-F4FB-4727-9332-D7838A36ECCC}" dt="2025-01-03T17:15:34.334" v="0" actId="47"/>
        <pc:sldMkLst>
          <pc:docMk/>
          <pc:sldMk cId="2607682407" sldId="2147483632"/>
        </pc:sldMkLst>
      </pc:sldChg>
      <pc:sldChg chg="del">
        <pc:chgData name="Costa, Claudio" userId="0ed7c580-1549-4216-ad1d-f96a6a667531" providerId="ADAL" clId="{6B4784C2-F4FB-4727-9332-D7838A36ECCC}" dt="2025-01-03T17:15:34.334" v="0" actId="47"/>
        <pc:sldMkLst>
          <pc:docMk/>
          <pc:sldMk cId="3971544065" sldId="2147483634"/>
        </pc:sldMkLst>
      </pc:sldChg>
      <pc:sldChg chg="del">
        <pc:chgData name="Costa, Claudio" userId="0ed7c580-1549-4216-ad1d-f96a6a667531" providerId="ADAL" clId="{6B4784C2-F4FB-4727-9332-D7838A36ECCC}" dt="2025-01-03T17:15:34.334" v="0" actId="47"/>
        <pc:sldMkLst>
          <pc:docMk/>
          <pc:sldMk cId="65910775" sldId="2147483635"/>
        </pc:sldMkLst>
      </pc:sldChg>
      <pc:sldChg chg="del">
        <pc:chgData name="Costa, Claudio" userId="0ed7c580-1549-4216-ad1d-f96a6a667531" providerId="ADAL" clId="{6B4784C2-F4FB-4727-9332-D7838A36ECCC}" dt="2025-01-03T17:15:34.334" v="0" actId="47"/>
        <pc:sldMkLst>
          <pc:docMk/>
          <pc:sldMk cId="1997646533" sldId="2147483637"/>
        </pc:sldMkLst>
      </pc:sldChg>
      <pc:sldChg chg="del">
        <pc:chgData name="Costa, Claudio" userId="0ed7c580-1549-4216-ad1d-f96a6a667531" providerId="ADAL" clId="{6B4784C2-F4FB-4727-9332-D7838A36ECCC}" dt="2025-01-03T17:15:34.334" v="0" actId="47"/>
        <pc:sldMkLst>
          <pc:docMk/>
          <pc:sldMk cId="1945803801" sldId="2147483638"/>
        </pc:sldMkLst>
      </pc:sldChg>
      <pc:sldChg chg="del">
        <pc:chgData name="Costa, Claudio" userId="0ed7c580-1549-4216-ad1d-f96a6a667531" providerId="ADAL" clId="{6B4784C2-F4FB-4727-9332-D7838A36ECCC}" dt="2025-01-03T17:15:34.334" v="0" actId="47"/>
        <pc:sldMkLst>
          <pc:docMk/>
          <pc:sldMk cId="2630105606" sldId="2147483640"/>
        </pc:sldMkLst>
      </pc:sldChg>
      <pc:sldChg chg="del">
        <pc:chgData name="Costa, Claudio" userId="0ed7c580-1549-4216-ad1d-f96a6a667531" providerId="ADAL" clId="{6B4784C2-F4FB-4727-9332-D7838A36ECCC}" dt="2025-01-03T17:15:34.334" v="0" actId="47"/>
        <pc:sldMkLst>
          <pc:docMk/>
          <pc:sldMk cId="2652237055" sldId="2147483641"/>
        </pc:sldMkLst>
      </pc:sldChg>
      <pc:sldChg chg="del">
        <pc:chgData name="Costa, Claudio" userId="0ed7c580-1549-4216-ad1d-f96a6a667531" providerId="ADAL" clId="{6B4784C2-F4FB-4727-9332-D7838A36ECCC}" dt="2025-01-03T17:16:41.392" v="68" actId="47"/>
        <pc:sldMkLst>
          <pc:docMk/>
          <pc:sldMk cId="3893024096" sldId="2147483642"/>
        </pc:sldMkLst>
      </pc:sldChg>
      <pc:sldChg chg="del">
        <pc:chgData name="Costa, Claudio" userId="0ed7c580-1549-4216-ad1d-f96a6a667531" providerId="ADAL" clId="{6B4784C2-F4FB-4727-9332-D7838A36ECCC}" dt="2025-01-03T17:15:34.334" v="0" actId="47"/>
        <pc:sldMkLst>
          <pc:docMk/>
          <pc:sldMk cId="2685724495" sldId="2147483643"/>
        </pc:sldMkLst>
      </pc:sldChg>
      <pc:sldChg chg="modSp mod">
        <pc:chgData name="Costa, Claudio" userId="0ed7c580-1549-4216-ad1d-f96a6a667531" providerId="ADAL" clId="{6B4784C2-F4FB-4727-9332-D7838A36ECCC}" dt="2025-01-03T17:20:02.557" v="128" actId="20577"/>
        <pc:sldMkLst>
          <pc:docMk/>
          <pc:sldMk cId="3581813636" sldId="2147483644"/>
        </pc:sldMkLst>
      </pc:sldChg>
    </pc:docChg>
  </pc:docChgLst>
  <pc:docChgLst>
    <pc:chgData name="Dasani, Kajal" userId="724b87a8-2479-43e9-b7e1-42f88ac2ba97" providerId="ADAL" clId="{62B6AB1F-FDA2-4319-9117-E1FEBAAAD113}"/>
    <pc:docChg chg="undo custSel addSld delSld modSld sldOrd modMainMaster">
      <pc:chgData name="Dasani, Kajal" userId="724b87a8-2479-43e9-b7e1-42f88ac2ba97" providerId="ADAL" clId="{62B6AB1F-FDA2-4319-9117-E1FEBAAAD113}" dt="2025-04-28T10:22:53.797" v="724" actId="688"/>
      <pc:docMkLst>
        <pc:docMk/>
      </pc:docMkLst>
      <pc:sldChg chg="add del">
        <pc:chgData name="Dasani, Kajal" userId="724b87a8-2479-43e9-b7e1-42f88ac2ba97" providerId="ADAL" clId="{62B6AB1F-FDA2-4319-9117-E1FEBAAAD113}" dt="2025-04-28T09:59:40.991" v="477" actId="47"/>
        <pc:sldMkLst>
          <pc:docMk/>
          <pc:sldMk cId="3004747780" sldId="256"/>
        </pc:sldMkLst>
      </pc:sldChg>
      <pc:sldChg chg="addSp delSp modSp del mod">
        <pc:chgData name="Dasani, Kajal" userId="724b87a8-2479-43e9-b7e1-42f88ac2ba97" providerId="ADAL" clId="{62B6AB1F-FDA2-4319-9117-E1FEBAAAD113}" dt="2025-04-28T09:33:01.805" v="50" actId="47"/>
        <pc:sldMkLst>
          <pc:docMk/>
          <pc:sldMk cId="483016637" sldId="257"/>
        </pc:sldMkLst>
        <pc:spChg chg="del">
          <ac:chgData name="Dasani, Kajal" userId="724b87a8-2479-43e9-b7e1-42f88ac2ba97" providerId="ADAL" clId="{62B6AB1F-FDA2-4319-9117-E1FEBAAAD113}" dt="2025-04-28T09:32:36.735" v="49" actId="478"/>
          <ac:spMkLst>
            <pc:docMk/>
            <pc:sldMk cId="483016637" sldId="257"/>
            <ac:spMk id="14" creationId="{77FFD878-4F87-F971-0475-10E0C6C7020F}"/>
          </ac:spMkLst>
        </pc:spChg>
        <pc:spChg chg="mod">
          <ac:chgData name="Dasani, Kajal" userId="724b87a8-2479-43e9-b7e1-42f88ac2ba97" providerId="ADAL" clId="{62B6AB1F-FDA2-4319-9117-E1FEBAAAD113}" dt="2025-04-28T09:32:15.896" v="45" actId="20577"/>
          <ac:spMkLst>
            <pc:docMk/>
            <pc:sldMk cId="483016637" sldId="257"/>
            <ac:spMk id="19" creationId="{B3D9664B-5CF2-00B5-C2FD-C67572D33AD4}"/>
          </ac:spMkLst>
        </pc:spChg>
        <pc:grpChg chg="del">
          <ac:chgData name="Dasani, Kajal" userId="724b87a8-2479-43e9-b7e1-42f88ac2ba97" providerId="ADAL" clId="{62B6AB1F-FDA2-4319-9117-E1FEBAAAD113}" dt="2025-04-28T09:32:31.143" v="48" actId="478"/>
          <ac:grpSpMkLst>
            <pc:docMk/>
            <pc:sldMk cId="483016637" sldId="257"/>
            <ac:grpSpMk id="49" creationId="{54F1FFB2-75E2-E3B9-8672-69A024D6F587}"/>
          </ac:grpSpMkLst>
        </pc:grpChg>
        <pc:picChg chg="add del">
          <ac:chgData name="Dasani, Kajal" userId="724b87a8-2479-43e9-b7e1-42f88ac2ba97" providerId="ADAL" clId="{62B6AB1F-FDA2-4319-9117-E1FEBAAAD113}" dt="2025-04-28T09:32:29.718" v="47" actId="478"/>
          <ac:picMkLst>
            <pc:docMk/>
            <pc:sldMk cId="483016637" sldId="257"/>
            <ac:picMk id="17" creationId="{ECBA6824-441A-C4D6-B17A-7E501F68BB33}"/>
          </ac:picMkLst>
        </pc:picChg>
      </pc:sldChg>
      <pc:sldChg chg="del">
        <pc:chgData name="Dasani, Kajal" userId="724b87a8-2479-43e9-b7e1-42f88ac2ba97" providerId="ADAL" clId="{62B6AB1F-FDA2-4319-9117-E1FEBAAAD113}" dt="2025-04-28T05:56:36.586" v="4" actId="47"/>
        <pc:sldMkLst>
          <pc:docMk/>
          <pc:sldMk cId="2450627761" sldId="258"/>
        </pc:sldMkLst>
      </pc:sldChg>
      <pc:sldChg chg="addSp delSp modSp mod">
        <pc:chgData name="Dasani, Kajal" userId="724b87a8-2479-43e9-b7e1-42f88ac2ba97" providerId="ADAL" clId="{62B6AB1F-FDA2-4319-9117-E1FEBAAAD113}" dt="2025-04-28T10:22:53.797" v="724" actId="688"/>
        <pc:sldMkLst>
          <pc:docMk/>
          <pc:sldMk cId="720737375" sldId="2147481119"/>
        </pc:sldMkLst>
        <pc:spChg chg="mod">
          <ac:chgData name="Dasani, Kajal" userId="724b87a8-2479-43e9-b7e1-42f88ac2ba97" providerId="ADAL" clId="{62B6AB1F-FDA2-4319-9117-E1FEBAAAD113}" dt="2025-04-28T10:21:05.097" v="713" actId="14100"/>
          <ac:spMkLst>
            <pc:docMk/>
            <pc:sldMk cId="720737375" sldId="2147481119"/>
            <ac:spMk id="2" creationId="{CDE0BC49-4F60-0ACD-C679-A4A5AE8BDBA2}"/>
          </ac:spMkLst>
        </pc:spChg>
        <pc:spChg chg="mod">
          <ac:chgData name="Dasani, Kajal" userId="724b87a8-2479-43e9-b7e1-42f88ac2ba97" providerId="ADAL" clId="{62B6AB1F-FDA2-4319-9117-E1FEBAAAD113}" dt="2025-04-28T10:14:59.982" v="674" actId="20577"/>
          <ac:spMkLst>
            <pc:docMk/>
            <pc:sldMk cId="720737375" sldId="2147481119"/>
            <ac:spMk id="3" creationId="{5616D856-C52C-AD13-FA68-B659B185A2D3}"/>
          </ac:spMkLst>
        </pc:spChg>
        <pc:spChg chg="del mod">
          <ac:chgData name="Dasani, Kajal" userId="724b87a8-2479-43e9-b7e1-42f88ac2ba97" providerId="ADAL" clId="{62B6AB1F-FDA2-4319-9117-E1FEBAAAD113}" dt="2025-04-28T09:30:20.767" v="29" actId="478"/>
          <ac:spMkLst>
            <pc:docMk/>
            <pc:sldMk cId="720737375" sldId="2147481119"/>
            <ac:spMk id="4" creationId="{232FE0C5-C463-52A6-C635-97AB3E5C182C}"/>
          </ac:spMkLst>
        </pc:spChg>
        <pc:spChg chg="del mod">
          <ac:chgData name="Dasani, Kajal" userId="724b87a8-2479-43e9-b7e1-42f88ac2ba97" providerId="ADAL" clId="{62B6AB1F-FDA2-4319-9117-E1FEBAAAD113}" dt="2025-04-28T09:31:20.864" v="36" actId="478"/>
          <ac:spMkLst>
            <pc:docMk/>
            <pc:sldMk cId="720737375" sldId="2147481119"/>
            <ac:spMk id="9" creationId="{C19A500D-FBE1-A5E0-AAB6-E56C52D6251D}"/>
          </ac:spMkLst>
        </pc:spChg>
        <pc:grpChg chg="del mod">
          <ac:chgData name="Dasani, Kajal" userId="724b87a8-2479-43e9-b7e1-42f88ac2ba97" providerId="ADAL" clId="{62B6AB1F-FDA2-4319-9117-E1FEBAAAD113}" dt="2025-04-28T09:30:24.494" v="31" actId="478"/>
          <ac:grpSpMkLst>
            <pc:docMk/>
            <pc:sldMk cId="720737375" sldId="2147481119"/>
            <ac:grpSpMk id="5" creationId="{5C62F4E3-933F-0BAE-E4A8-A942BEC9CA41}"/>
          </ac:grpSpMkLst>
        </pc:grpChg>
        <pc:picChg chg="add del mod">
          <ac:chgData name="Dasani, Kajal" userId="724b87a8-2479-43e9-b7e1-42f88ac2ba97" providerId="ADAL" clId="{62B6AB1F-FDA2-4319-9117-E1FEBAAAD113}" dt="2025-04-28T10:19:42.944" v="693" actId="478"/>
          <ac:picMkLst>
            <pc:docMk/>
            <pc:sldMk cId="720737375" sldId="2147481119"/>
            <ac:picMk id="7" creationId="{A2A215A2-A7A2-98FA-2785-28F4C7D56986}"/>
          </ac:picMkLst>
        </pc:picChg>
        <pc:picChg chg="add mod ord">
          <ac:chgData name="Dasani, Kajal" userId="724b87a8-2479-43e9-b7e1-42f88ac2ba97" providerId="ADAL" clId="{62B6AB1F-FDA2-4319-9117-E1FEBAAAD113}" dt="2025-04-28T10:22:24.961" v="717" actId="1076"/>
          <ac:picMkLst>
            <pc:docMk/>
            <pc:sldMk cId="720737375" sldId="2147481119"/>
            <ac:picMk id="10" creationId="{0409412D-D756-6324-4DE4-D421BDD24435}"/>
          </ac:picMkLst>
        </pc:picChg>
        <pc:picChg chg="add mod">
          <ac:chgData name="Dasani, Kajal" userId="724b87a8-2479-43e9-b7e1-42f88ac2ba97" providerId="ADAL" clId="{62B6AB1F-FDA2-4319-9117-E1FEBAAAD113}" dt="2025-04-28T10:22:53.797" v="724" actId="688"/>
          <ac:picMkLst>
            <pc:docMk/>
            <pc:sldMk cId="720737375" sldId="2147481119"/>
            <ac:picMk id="11" creationId="{E0BAEE84-703D-EC2E-6189-EDC0A3D72495}"/>
          </ac:picMkLst>
        </pc:picChg>
      </pc:sldChg>
      <pc:sldChg chg="addSp delSp modSp mod">
        <pc:chgData name="Dasani, Kajal" userId="724b87a8-2479-43e9-b7e1-42f88ac2ba97" providerId="ADAL" clId="{62B6AB1F-FDA2-4319-9117-E1FEBAAAD113}" dt="2025-04-28T09:33:32.931" v="58" actId="478"/>
        <pc:sldMkLst>
          <pc:docMk/>
          <pc:sldMk cId="21125520" sldId="2147481132"/>
        </pc:sldMkLst>
        <pc:spChg chg="del mod">
          <ac:chgData name="Dasani, Kajal" userId="724b87a8-2479-43e9-b7e1-42f88ac2ba97" providerId="ADAL" clId="{62B6AB1F-FDA2-4319-9117-E1FEBAAAD113}" dt="2025-04-28T09:33:32.931" v="58" actId="478"/>
          <ac:spMkLst>
            <pc:docMk/>
            <pc:sldMk cId="21125520" sldId="2147481132"/>
            <ac:spMk id="14" creationId="{77FFD878-4F87-F971-0475-10E0C6C7020F}"/>
          </ac:spMkLst>
        </pc:spChg>
        <pc:spChg chg="add del">
          <ac:chgData name="Dasani, Kajal" userId="724b87a8-2479-43e9-b7e1-42f88ac2ba97" providerId="ADAL" clId="{62B6AB1F-FDA2-4319-9117-E1FEBAAAD113}" dt="2025-04-28T09:33:25.777" v="56" actId="478"/>
          <ac:spMkLst>
            <pc:docMk/>
            <pc:sldMk cId="21125520" sldId="2147481132"/>
            <ac:spMk id="18" creationId="{4624EA0E-51BB-BF4E-62AE-942E5732E7FF}"/>
          </ac:spMkLst>
        </pc:spChg>
        <pc:spChg chg="mod">
          <ac:chgData name="Dasani, Kajal" userId="724b87a8-2479-43e9-b7e1-42f88ac2ba97" providerId="ADAL" clId="{62B6AB1F-FDA2-4319-9117-E1FEBAAAD113}" dt="2025-04-28T09:33:09.360" v="53" actId="20577"/>
          <ac:spMkLst>
            <pc:docMk/>
            <pc:sldMk cId="21125520" sldId="2147481132"/>
            <ac:spMk id="19" creationId="{B3D9664B-5CF2-00B5-C2FD-C67572D33AD4}"/>
          </ac:spMkLst>
        </pc:spChg>
        <pc:grpChg chg="del">
          <ac:chgData name="Dasani, Kajal" userId="724b87a8-2479-43e9-b7e1-42f88ac2ba97" providerId="ADAL" clId="{62B6AB1F-FDA2-4319-9117-E1FEBAAAD113}" dt="2025-04-28T09:33:19.830" v="54" actId="478"/>
          <ac:grpSpMkLst>
            <pc:docMk/>
            <pc:sldMk cId="21125520" sldId="2147481132"/>
            <ac:grpSpMk id="49" creationId="{54F1FFB2-75E2-E3B9-8672-69A024D6F587}"/>
          </ac:grpSpMkLst>
        </pc:grpChg>
      </pc:sldChg>
      <pc:sldChg chg="delSp modSp mod">
        <pc:chgData name="Dasani, Kajal" userId="724b87a8-2479-43e9-b7e1-42f88ac2ba97" providerId="ADAL" clId="{62B6AB1F-FDA2-4319-9117-E1FEBAAAD113}" dt="2025-04-28T09:33:05.839" v="51" actId="20577"/>
        <pc:sldMkLst>
          <pc:docMk/>
          <pc:sldMk cId="2774191209" sldId="2147481139"/>
        </pc:sldMkLst>
        <pc:spChg chg="mod">
          <ac:chgData name="Dasani, Kajal" userId="724b87a8-2479-43e9-b7e1-42f88ac2ba97" providerId="ADAL" clId="{62B6AB1F-FDA2-4319-9117-E1FEBAAAD113}" dt="2025-04-28T09:33:05.839" v="51" actId="20577"/>
          <ac:spMkLst>
            <pc:docMk/>
            <pc:sldMk cId="2774191209" sldId="2147481139"/>
            <ac:spMk id="16" creationId="{86CDD3B2-42A0-080E-BB01-977AD95BCC9B}"/>
          </ac:spMkLst>
        </pc:spChg>
        <pc:spChg chg="del">
          <ac:chgData name="Dasani, Kajal" userId="724b87a8-2479-43e9-b7e1-42f88ac2ba97" providerId="ADAL" clId="{62B6AB1F-FDA2-4319-9117-E1FEBAAAD113}" dt="2025-04-28T09:31:27.294" v="37" actId="478"/>
          <ac:spMkLst>
            <pc:docMk/>
            <pc:sldMk cId="2774191209" sldId="2147481139"/>
            <ac:spMk id="20" creationId="{85BA3C90-39FF-5D58-B2B6-42C866199EBE}"/>
          </ac:spMkLst>
        </pc:spChg>
        <pc:grpChg chg="del">
          <ac:chgData name="Dasani, Kajal" userId="724b87a8-2479-43e9-b7e1-42f88ac2ba97" providerId="ADAL" clId="{62B6AB1F-FDA2-4319-9117-E1FEBAAAD113}" dt="2025-04-28T09:30:33.981" v="33" actId="478"/>
          <ac:grpSpMkLst>
            <pc:docMk/>
            <pc:sldMk cId="2774191209" sldId="2147481139"/>
            <ac:grpSpMk id="5" creationId="{765EA21D-818E-8CDD-9BB2-632DDAF8C790}"/>
          </ac:grpSpMkLst>
        </pc:grpChg>
      </pc:sldChg>
      <pc:sldChg chg="delSp modSp mod">
        <pc:chgData name="Dasani, Kajal" userId="724b87a8-2479-43e9-b7e1-42f88ac2ba97" providerId="ADAL" clId="{62B6AB1F-FDA2-4319-9117-E1FEBAAAD113}" dt="2025-04-28T09:42:43.740" v="337" actId="478"/>
        <pc:sldMkLst>
          <pc:docMk/>
          <pc:sldMk cId="641329362" sldId="2147481141"/>
        </pc:sldMkLst>
        <pc:spChg chg="mod">
          <ac:chgData name="Dasani, Kajal" userId="724b87a8-2479-43e9-b7e1-42f88ac2ba97" providerId="ADAL" clId="{62B6AB1F-FDA2-4319-9117-E1FEBAAAD113}" dt="2025-04-28T09:42:35.986" v="335" actId="20577"/>
          <ac:spMkLst>
            <pc:docMk/>
            <pc:sldMk cId="641329362" sldId="2147481141"/>
            <ac:spMk id="2" creationId="{613F45C7-44FE-C472-B42D-1C404FC66221}"/>
          </ac:spMkLst>
        </pc:spChg>
        <pc:spChg chg="del">
          <ac:chgData name="Dasani, Kajal" userId="724b87a8-2479-43e9-b7e1-42f88ac2ba97" providerId="ADAL" clId="{62B6AB1F-FDA2-4319-9117-E1FEBAAAD113}" dt="2025-04-28T09:42:41.786" v="336" actId="478"/>
          <ac:spMkLst>
            <pc:docMk/>
            <pc:sldMk cId="641329362" sldId="2147481141"/>
            <ac:spMk id="3" creationId="{BA7ABC5F-AA33-410A-B826-C838448876CE}"/>
          </ac:spMkLst>
        </pc:spChg>
        <pc:grpChg chg="del">
          <ac:chgData name="Dasani, Kajal" userId="724b87a8-2479-43e9-b7e1-42f88ac2ba97" providerId="ADAL" clId="{62B6AB1F-FDA2-4319-9117-E1FEBAAAD113}" dt="2025-04-28T09:42:43.740" v="337" actId="478"/>
          <ac:grpSpMkLst>
            <pc:docMk/>
            <pc:sldMk cId="641329362" sldId="2147481141"/>
            <ac:grpSpMk id="49" creationId="{54F1FFB2-75E2-E3B9-8672-69A024D6F587}"/>
          </ac:grpSpMkLst>
        </pc:grpChg>
      </pc:sldChg>
      <pc:sldChg chg="delSp mod">
        <pc:chgData name="Dasani, Kajal" userId="724b87a8-2479-43e9-b7e1-42f88ac2ba97" providerId="ADAL" clId="{62B6AB1F-FDA2-4319-9117-E1FEBAAAD113}" dt="2025-04-28T09:44:01.258" v="342" actId="478"/>
        <pc:sldMkLst>
          <pc:docMk/>
          <pc:sldMk cId="54532663" sldId="2147481142"/>
        </pc:sldMkLst>
        <pc:spChg chg="del">
          <ac:chgData name="Dasani, Kajal" userId="724b87a8-2479-43e9-b7e1-42f88ac2ba97" providerId="ADAL" clId="{62B6AB1F-FDA2-4319-9117-E1FEBAAAD113}" dt="2025-04-28T09:44:01.258" v="342" actId="478"/>
          <ac:spMkLst>
            <pc:docMk/>
            <pc:sldMk cId="54532663" sldId="2147481142"/>
            <ac:spMk id="3" creationId="{7D14466E-D919-87DD-70FE-0714D74986AF}"/>
          </ac:spMkLst>
        </pc:spChg>
        <pc:grpChg chg="del">
          <ac:chgData name="Dasani, Kajal" userId="724b87a8-2479-43e9-b7e1-42f88ac2ba97" providerId="ADAL" clId="{62B6AB1F-FDA2-4319-9117-E1FEBAAAD113}" dt="2025-04-28T09:43:58.026" v="341" actId="478"/>
          <ac:grpSpMkLst>
            <pc:docMk/>
            <pc:sldMk cId="54532663" sldId="2147481142"/>
            <ac:grpSpMk id="49" creationId="{54F1FFB2-75E2-E3B9-8672-69A024D6F587}"/>
          </ac:grpSpMkLst>
        </pc:grpChg>
      </pc:sldChg>
      <pc:sldChg chg="delSp modSp mod">
        <pc:chgData name="Dasani, Kajal" userId="724b87a8-2479-43e9-b7e1-42f88ac2ba97" providerId="ADAL" clId="{62B6AB1F-FDA2-4319-9117-E1FEBAAAD113}" dt="2025-04-28T10:14:17.901" v="654" actId="20577"/>
        <pc:sldMkLst>
          <pc:docMk/>
          <pc:sldMk cId="2039073675" sldId="2147481145"/>
        </pc:sldMkLst>
        <pc:spChg chg="del">
          <ac:chgData name="Dasani, Kajal" userId="724b87a8-2479-43e9-b7e1-42f88ac2ba97" providerId="ADAL" clId="{62B6AB1F-FDA2-4319-9117-E1FEBAAAD113}" dt="2025-04-28T10:05:03.443" v="617" actId="478"/>
          <ac:spMkLst>
            <pc:docMk/>
            <pc:sldMk cId="2039073675" sldId="2147481145"/>
            <ac:spMk id="3" creationId="{58A1471E-EADB-1ADA-22B9-B50BCF7917C5}"/>
          </ac:spMkLst>
        </pc:spChg>
        <pc:spChg chg="del">
          <ac:chgData name="Dasani, Kajal" userId="724b87a8-2479-43e9-b7e1-42f88ac2ba97" providerId="ADAL" clId="{62B6AB1F-FDA2-4319-9117-E1FEBAAAD113}" dt="2025-04-28T10:04:51.002" v="614" actId="478"/>
          <ac:spMkLst>
            <pc:docMk/>
            <pc:sldMk cId="2039073675" sldId="2147481145"/>
            <ac:spMk id="4" creationId="{CB701073-C643-E47E-5C88-3B8D60DA250E}"/>
          </ac:spMkLst>
        </pc:spChg>
        <pc:spChg chg="mod">
          <ac:chgData name="Dasani, Kajal" userId="724b87a8-2479-43e9-b7e1-42f88ac2ba97" providerId="ADAL" clId="{62B6AB1F-FDA2-4319-9117-E1FEBAAAD113}" dt="2025-04-28T10:14:17.901" v="654" actId="20577"/>
          <ac:spMkLst>
            <pc:docMk/>
            <pc:sldMk cId="2039073675" sldId="2147481145"/>
            <ac:spMk id="10" creationId="{1146A0C7-C046-F56F-6F98-355C7B4BC419}"/>
          </ac:spMkLst>
        </pc:spChg>
        <pc:grpChg chg="del">
          <ac:chgData name="Dasani, Kajal" userId="724b87a8-2479-43e9-b7e1-42f88ac2ba97" providerId="ADAL" clId="{62B6AB1F-FDA2-4319-9117-E1FEBAAAD113}" dt="2025-04-28T10:04:59.093" v="616" actId="478"/>
          <ac:grpSpMkLst>
            <pc:docMk/>
            <pc:sldMk cId="2039073675" sldId="2147481145"/>
            <ac:grpSpMk id="49" creationId="{54F1FFB2-75E2-E3B9-8672-69A024D6F587}"/>
          </ac:grpSpMkLst>
        </pc:grpChg>
        <pc:picChg chg="mod">
          <ac:chgData name="Dasani, Kajal" userId="724b87a8-2479-43e9-b7e1-42f88ac2ba97" providerId="ADAL" clId="{62B6AB1F-FDA2-4319-9117-E1FEBAAAD113}" dt="2025-04-28T10:04:56.292" v="615" actId="1076"/>
          <ac:picMkLst>
            <pc:docMk/>
            <pc:sldMk cId="2039073675" sldId="2147481145"/>
            <ac:picMk id="17" creationId="{ECBA6824-441A-C4D6-B17A-7E501F68BB33}"/>
          </ac:picMkLst>
        </pc:picChg>
      </pc:sldChg>
      <pc:sldChg chg="delSp mod">
        <pc:chgData name="Dasani, Kajal" userId="724b87a8-2479-43e9-b7e1-42f88ac2ba97" providerId="ADAL" clId="{62B6AB1F-FDA2-4319-9117-E1FEBAAAD113}" dt="2025-04-28T09:37:26.654" v="105" actId="478"/>
        <pc:sldMkLst>
          <pc:docMk/>
          <pc:sldMk cId="2545943174" sldId="2147481146"/>
        </pc:sldMkLst>
        <pc:spChg chg="del">
          <ac:chgData name="Dasani, Kajal" userId="724b87a8-2479-43e9-b7e1-42f88ac2ba97" providerId="ADAL" clId="{62B6AB1F-FDA2-4319-9117-E1FEBAAAD113}" dt="2025-04-28T09:37:26.654" v="105" actId="478"/>
          <ac:spMkLst>
            <pc:docMk/>
            <pc:sldMk cId="2545943174" sldId="2147481146"/>
            <ac:spMk id="3" creationId="{5293CA89-BB65-0587-7A5D-4EE5577A0612}"/>
          </ac:spMkLst>
        </pc:spChg>
        <pc:grpChg chg="del">
          <ac:chgData name="Dasani, Kajal" userId="724b87a8-2479-43e9-b7e1-42f88ac2ba97" providerId="ADAL" clId="{62B6AB1F-FDA2-4319-9117-E1FEBAAAD113}" dt="2025-04-28T09:37:25.023" v="104" actId="478"/>
          <ac:grpSpMkLst>
            <pc:docMk/>
            <pc:sldMk cId="2545943174" sldId="2147481146"/>
            <ac:grpSpMk id="49" creationId="{54F1FFB2-75E2-E3B9-8672-69A024D6F587}"/>
          </ac:grpSpMkLst>
        </pc:grpChg>
      </pc:sldChg>
      <pc:sldChg chg="addSp delSp mod">
        <pc:chgData name="Dasani, Kajal" userId="724b87a8-2479-43e9-b7e1-42f88ac2ba97" providerId="ADAL" clId="{62B6AB1F-FDA2-4319-9117-E1FEBAAAD113}" dt="2025-04-28T09:57:42.329" v="380" actId="478"/>
        <pc:sldMkLst>
          <pc:docMk/>
          <pc:sldMk cId="936231673" sldId="2147483529"/>
        </pc:sldMkLst>
        <pc:spChg chg="del">
          <ac:chgData name="Dasani, Kajal" userId="724b87a8-2479-43e9-b7e1-42f88ac2ba97" providerId="ADAL" clId="{62B6AB1F-FDA2-4319-9117-E1FEBAAAD113}" dt="2025-04-28T09:57:36.493" v="378" actId="478"/>
          <ac:spMkLst>
            <pc:docMk/>
            <pc:sldMk cId="936231673" sldId="2147483529"/>
            <ac:spMk id="3" creationId="{EA1040B9-720F-2ADC-E2D8-EFA1ACD81ABE}"/>
          </ac:spMkLst>
        </pc:spChg>
        <pc:spChg chg="del">
          <ac:chgData name="Dasani, Kajal" userId="724b87a8-2479-43e9-b7e1-42f88ac2ba97" providerId="ADAL" clId="{62B6AB1F-FDA2-4319-9117-E1FEBAAAD113}" dt="2025-04-28T09:57:42.329" v="380" actId="478"/>
          <ac:spMkLst>
            <pc:docMk/>
            <pc:sldMk cId="936231673" sldId="2147483529"/>
            <ac:spMk id="7" creationId="{58FDD9F5-8172-0C57-4AD6-E1402AF47086}"/>
          </ac:spMkLst>
        </pc:spChg>
        <pc:grpChg chg="del">
          <ac:chgData name="Dasani, Kajal" userId="724b87a8-2479-43e9-b7e1-42f88ac2ba97" providerId="ADAL" clId="{62B6AB1F-FDA2-4319-9117-E1FEBAAAD113}" dt="2025-04-28T09:57:40.012" v="379" actId="478"/>
          <ac:grpSpMkLst>
            <pc:docMk/>
            <pc:sldMk cId="936231673" sldId="2147483529"/>
            <ac:grpSpMk id="49" creationId="{54F1FFB2-75E2-E3B9-8672-69A024D6F587}"/>
          </ac:grpSpMkLst>
        </pc:grpChg>
        <pc:picChg chg="add del">
          <ac:chgData name="Dasani, Kajal" userId="724b87a8-2479-43e9-b7e1-42f88ac2ba97" providerId="ADAL" clId="{62B6AB1F-FDA2-4319-9117-E1FEBAAAD113}" dt="2025-04-28T09:57:34.832" v="377" actId="478"/>
          <ac:picMkLst>
            <pc:docMk/>
            <pc:sldMk cId="936231673" sldId="2147483529"/>
            <ac:picMk id="17" creationId="{ECBA6824-441A-C4D6-B17A-7E501F68BB33}"/>
          </ac:picMkLst>
        </pc:picChg>
      </pc:sldChg>
      <pc:sldChg chg="delSp mod">
        <pc:chgData name="Dasani, Kajal" userId="724b87a8-2479-43e9-b7e1-42f88ac2ba97" providerId="ADAL" clId="{62B6AB1F-FDA2-4319-9117-E1FEBAAAD113}" dt="2025-04-28T09:33:58.079" v="59" actId="478"/>
        <pc:sldMkLst>
          <pc:docMk/>
          <pc:sldMk cId="542817229" sldId="2147483532"/>
        </pc:sldMkLst>
        <pc:grpChg chg="del">
          <ac:chgData name="Dasani, Kajal" userId="724b87a8-2479-43e9-b7e1-42f88ac2ba97" providerId="ADAL" clId="{62B6AB1F-FDA2-4319-9117-E1FEBAAAD113}" dt="2025-04-28T09:33:58.079" v="59" actId="478"/>
          <ac:grpSpMkLst>
            <pc:docMk/>
            <pc:sldMk cId="542817229" sldId="2147483532"/>
            <ac:grpSpMk id="2" creationId="{B5465D07-9306-8BC4-7414-CB94FA265946}"/>
          </ac:grpSpMkLst>
        </pc:grpChg>
      </pc:sldChg>
      <pc:sldChg chg="delSp mod">
        <pc:chgData name="Dasani, Kajal" userId="724b87a8-2479-43e9-b7e1-42f88ac2ba97" providerId="ADAL" clId="{62B6AB1F-FDA2-4319-9117-E1FEBAAAD113}" dt="2025-04-28T09:34:15.851" v="62" actId="478"/>
        <pc:sldMkLst>
          <pc:docMk/>
          <pc:sldMk cId="2644766329" sldId="2147483533"/>
        </pc:sldMkLst>
        <pc:spChg chg="del">
          <ac:chgData name="Dasani, Kajal" userId="724b87a8-2479-43e9-b7e1-42f88ac2ba97" providerId="ADAL" clId="{62B6AB1F-FDA2-4319-9117-E1FEBAAAD113}" dt="2025-04-28T09:34:10.747" v="60" actId="478"/>
          <ac:spMkLst>
            <pc:docMk/>
            <pc:sldMk cId="2644766329" sldId="2147483533"/>
            <ac:spMk id="4" creationId="{B9752155-FB6F-0E5A-42B4-5312667D772E}"/>
          </ac:spMkLst>
        </pc:spChg>
        <pc:spChg chg="del">
          <ac:chgData name="Dasani, Kajal" userId="724b87a8-2479-43e9-b7e1-42f88ac2ba97" providerId="ADAL" clId="{62B6AB1F-FDA2-4319-9117-E1FEBAAAD113}" dt="2025-04-28T09:34:12.974" v="61" actId="478"/>
          <ac:spMkLst>
            <pc:docMk/>
            <pc:sldMk cId="2644766329" sldId="2147483533"/>
            <ac:spMk id="10" creationId="{DC40A453-8763-384D-E31E-D1490D8604CC}"/>
          </ac:spMkLst>
        </pc:spChg>
        <pc:grpChg chg="del">
          <ac:chgData name="Dasani, Kajal" userId="724b87a8-2479-43e9-b7e1-42f88ac2ba97" providerId="ADAL" clId="{62B6AB1F-FDA2-4319-9117-E1FEBAAAD113}" dt="2025-04-28T09:34:15.851" v="62" actId="478"/>
          <ac:grpSpMkLst>
            <pc:docMk/>
            <pc:sldMk cId="2644766329" sldId="2147483533"/>
            <ac:grpSpMk id="2" creationId="{72D17DB1-C4CE-1399-22C2-20B041E0A8FA}"/>
          </ac:grpSpMkLst>
        </pc:grpChg>
      </pc:sldChg>
      <pc:sldChg chg="delSp modSp mod">
        <pc:chgData name="Dasani, Kajal" userId="724b87a8-2479-43e9-b7e1-42f88ac2ba97" providerId="ADAL" clId="{62B6AB1F-FDA2-4319-9117-E1FEBAAAD113}" dt="2025-04-28T09:34:45.443" v="65" actId="478"/>
        <pc:sldMkLst>
          <pc:docMk/>
          <pc:sldMk cId="2156848794" sldId="2147483534"/>
        </pc:sldMkLst>
        <pc:spChg chg="mod">
          <ac:chgData name="Dasani, Kajal" userId="724b87a8-2479-43e9-b7e1-42f88ac2ba97" providerId="ADAL" clId="{62B6AB1F-FDA2-4319-9117-E1FEBAAAD113}" dt="2025-04-28T05:57:36.505" v="23" actId="14100"/>
          <ac:spMkLst>
            <pc:docMk/>
            <pc:sldMk cId="2156848794" sldId="2147483534"/>
            <ac:spMk id="4" creationId="{00000000-0000-0000-0000-000000000000}"/>
          </ac:spMkLst>
        </pc:spChg>
        <pc:grpChg chg="del">
          <ac:chgData name="Dasani, Kajal" userId="724b87a8-2479-43e9-b7e1-42f88ac2ba97" providerId="ADAL" clId="{62B6AB1F-FDA2-4319-9117-E1FEBAAAD113}" dt="2025-04-28T09:34:45.443" v="65" actId="478"/>
          <ac:grpSpMkLst>
            <pc:docMk/>
            <pc:sldMk cId="2156848794" sldId="2147483534"/>
            <ac:grpSpMk id="2" creationId="{08BA1F18-91A1-FD27-438A-6612C1BC537F}"/>
          </ac:grpSpMkLst>
        </pc:grpChg>
      </pc:sldChg>
      <pc:sldChg chg="delSp mod">
        <pc:chgData name="Dasani, Kajal" userId="724b87a8-2479-43e9-b7e1-42f88ac2ba97" providerId="ADAL" clId="{62B6AB1F-FDA2-4319-9117-E1FEBAAAD113}" dt="2025-04-28T09:43:33.254" v="340" actId="478"/>
        <pc:sldMkLst>
          <pc:docMk/>
          <pc:sldMk cId="1551744214" sldId="2147483537"/>
        </pc:sldMkLst>
        <pc:grpChg chg="del">
          <ac:chgData name="Dasani, Kajal" userId="724b87a8-2479-43e9-b7e1-42f88ac2ba97" providerId="ADAL" clId="{62B6AB1F-FDA2-4319-9117-E1FEBAAAD113}" dt="2025-04-28T09:43:33.254" v="340" actId="478"/>
          <ac:grpSpMkLst>
            <pc:docMk/>
            <pc:sldMk cId="1551744214" sldId="2147483537"/>
            <ac:grpSpMk id="4" creationId="{38B5DD0C-99D5-6CD0-F88C-BD3D26D3A8BA}"/>
          </ac:grpSpMkLst>
        </pc:grpChg>
      </pc:sldChg>
      <pc:sldChg chg="delSp modSp add del mod">
        <pc:chgData name="Dasani, Kajal" userId="724b87a8-2479-43e9-b7e1-42f88ac2ba97" providerId="ADAL" clId="{62B6AB1F-FDA2-4319-9117-E1FEBAAAD113}" dt="2025-04-28T10:14:39.076" v="670" actId="20577"/>
        <pc:sldMkLst>
          <pc:docMk/>
          <pc:sldMk cId="726905261" sldId="2147483543"/>
        </pc:sldMkLst>
        <pc:spChg chg="mod">
          <ac:chgData name="Dasani, Kajal" userId="724b87a8-2479-43e9-b7e1-42f88ac2ba97" providerId="ADAL" clId="{62B6AB1F-FDA2-4319-9117-E1FEBAAAD113}" dt="2025-04-28T10:01:36.535" v="594" actId="14100"/>
          <ac:spMkLst>
            <pc:docMk/>
            <pc:sldMk cId="726905261" sldId="2147483543"/>
            <ac:spMk id="4" creationId="{00000000-0000-0000-0000-000000000000}"/>
          </ac:spMkLst>
        </pc:spChg>
        <pc:spChg chg="mod">
          <ac:chgData name="Dasani, Kajal" userId="724b87a8-2479-43e9-b7e1-42f88ac2ba97" providerId="ADAL" clId="{62B6AB1F-FDA2-4319-9117-E1FEBAAAD113}" dt="2025-04-28T10:14:02.796" v="642" actId="20577"/>
          <ac:spMkLst>
            <pc:docMk/>
            <pc:sldMk cId="726905261" sldId="2147483543"/>
            <ac:spMk id="66" creationId="{B141F33F-0670-9008-C0F0-4CA977444621}"/>
          </ac:spMkLst>
        </pc:spChg>
        <pc:spChg chg="mod">
          <ac:chgData name="Dasani, Kajal" userId="724b87a8-2479-43e9-b7e1-42f88ac2ba97" providerId="ADAL" clId="{62B6AB1F-FDA2-4319-9117-E1FEBAAAD113}" dt="2025-04-28T10:13:58.538" v="636" actId="20577"/>
          <ac:spMkLst>
            <pc:docMk/>
            <pc:sldMk cId="726905261" sldId="2147483543"/>
            <ac:spMk id="977" creationId="{BEEF3464-E133-1D19-8BEC-01081055CB4C}"/>
          </ac:spMkLst>
        </pc:spChg>
        <pc:spChg chg="mod">
          <ac:chgData name="Dasani, Kajal" userId="724b87a8-2479-43e9-b7e1-42f88ac2ba97" providerId="ADAL" clId="{62B6AB1F-FDA2-4319-9117-E1FEBAAAD113}" dt="2025-04-28T10:14:39.076" v="670" actId="20577"/>
          <ac:spMkLst>
            <pc:docMk/>
            <pc:sldMk cId="726905261" sldId="2147483543"/>
            <ac:spMk id="1002" creationId="{BFA32154-1255-4889-F7FC-784E2549ECD8}"/>
          </ac:spMkLst>
        </pc:spChg>
        <pc:spChg chg="mod">
          <ac:chgData name="Dasani, Kajal" userId="724b87a8-2479-43e9-b7e1-42f88ac2ba97" providerId="ADAL" clId="{62B6AB1F-FDA2-4319-9117-E1FEBAAAD113}" dt="2025-04-28T10:14:11.071" v="648" actId="20577"/>
          <ac:spMkLst>
            <pc:docMk/>
            <pc:sldMk cId="726905261" sldId="2147483543"/>
            <ac:spMk id="1005" creationId="{0AF85FBD-AC22-718E-3199-7DB8A5EF274C}"/>
          </ac:spMkLst>
        </pc:spChg>
        <pc:spChg chg="mod">
          <ac:chgData name="Dasani, Kajal" userId="724b87a8-2479-43e9-b7e1-42f88ac2ba97" providerId="ADAL" clId="{62B6AB1F-FDA2-4319-9117-E1FEBAAAD113}" dt="2025-04-28T10:14:32.329" v="664" actId="20577"/>
          <ac:spMkLst>
            <pc:docMk/>
            <pc:sldMk cId="726905261" sldId="2147483543"/>
            <ac:spMk id="1008" creationId="{AC8B8775-6465-5E13-3139-94B16668096F}"/>
          </ac:spMkLst>
        </pc:spChg>
        <pc:grpChg chg="del">
          <ac:chgData name="Dasani, Kajal" userId="724b87a8-2479-43e9-b7e1-42f88ac2ba97" providerId="ADAL" clId="{62B6AB1F-FDA2-4319-9117-E1FEBAAAD113}" dt="2025-04-28T10:00:42.817" v="481" actId="478"/>
          <ac:grpSpMkLst>
            <pc:docMk/>
            <pc:sldMk cId="726905261" sldId="2147483543"/>
            <ac:grpSpMk id="53" creationId="{DECA72A0-8777-0F9D-528E-50C429CC68F8}"/>
          </ac:grpSpMkLst>
        </pc:grpChg>
      </pc:sldChg>
      <pc:sldChg chg="addSp delSp mod">
        <pc:chgData name="Dasani, Kajal" userId="724b87a8-2479-43e9-b7e1-42f88ac2ba97" providerId="ADAL" clId="{62B6AB1F-FDA2-4319-9117-E1FEBAAAD113}" dt="2025-04-28T09:37:17.395" v="103" actId="478"/>
        <pc:sldMkLst>
          <pc:docMk/>
          <pc:sldMk cId="462757243" sldId="2147483544"/>
        </pc:sldMkLst>
        <pc:grpChg chg="add del">
          <ac:chgData name="Dasani, Kajal" userId="724b87a8-2479-43e9-b7e1-42f88ac2ba97" providerId="ADAL" clId="{62B6AB1F-FDA2-4319-9117-E1FEBAAAD113}" dt="2025-04-28T09:37:17.395" v="103" actId="478"/>
          <ac:grpSpMkLst>
            <pc:docMk/>
            <pc:sldMk cId="462757243" sldId="2147483544"/>
            <ac:grpSpMk id="8" creationId="{48B50646-FE8A-ABD4-549D-A18BCBB95672}"/>
          </ac:grpSpMkLst>
        </pc:grpChg>
        <pc:grpChg chg="add del">
          <ac:chgData name="Dasani, Kajal" userId="724b87a8-2479-43e9-b7e1-42f88ac2ba97" providerId="ADAL" clId="{62B6AB1F-FDA2-4319-9117-E1FEBAAAD113}" dt="2025-04-28T09:37:08.822" v="102" actId="478"/>
          <ac:grpSpMkLst>
            <pc:docMk/>
            <pc:sldMk cId="462757243" sldId="2147483544"/>
            <ac:grpSpMk id="22" creationId="{B47F119D-EA01-8BF3-2980-F43D82753A87}"/>
          </ac:grpSpMkLst>
        </pc:grpChg>
      </pc:sldChg>
      <pc:sldChg chg="delSp mod">
        <pc:chgData name="Dasani, Kajal" userId="724b87a8-2479-43e9-b7e1-42f88ac2ba97" providerId="ADAL" clId="{62B6AB1F-FDA2-4319-9117-E1FEBAAAD113}" dt="2025-04-28T09:34:31.448" v="64" actId="478"/>
        <pc:sldMkLst>
          <pc:docMk/>
          <pc:sldMk cId="3957667975" sldId="2147483545"/>
        </pc:sldMkLst>
        <pc:spChg chg="del">
          <ac:chgData name="Dasani, Kajal" userId="724b87a8-2479-43e9-b7e1-42f88ac2ba97" providerId="ADAL" clId="{62B6AB1F-FDA2-4319-9117-E1FEBAAAD113}" dt="2025-04-28T09:34:28.543" v="63" actId="478"/>
          <ac:spMkLst>
            <pc:docMk/>
            <pc:sldMk cId="3957667975" sldId="2147483545"/>
            <ac:spMk id="10" creationId="{DC40A453-8763-384D-E31E-D1490D8604CC}"/>
          </ac:spMkLst>
        </pc:spChg>
        <pc:grpChg chg="del">
          <ac:chgData name="Dasani, Kajal" userId="724b87a8-2479-43e9-b7e1-42f88ac2ba97" providerId="ADAL" clId="{62B6AB1F-FDA2-4319-9117-E1FEBAAAD113}" dt="2025-04-28T09:34:31.448" v="64" actId="478"/>
          <ac:grpSpMkLst>
            <pc:docMk/>
            <pc:sldMk cId="3957667975" sldId="2147483545"/>
            <ac:grpSpMk id="3" creationId="{AF428124-6578-C6FB-BF93-25280412A749}"/>
          </ac:grpSpMkLst>
        </pc:grpChg>
      </pc:sldChg>
      <pc:sldChg chg="delSp mod">
        <pc:chgData name="Dasani, Kajal" userId="724b87a8-2479-43e9-b7e1-42f88ac2ba97" providerId="ADAL" clId="{62B6AB1F-FDA2-4319-9117-E1FEBAAAD113}" dt="2025-04-28T09:37:04.296" v="100" actId="478"/>
        <pc:sldMkLst>
          <pc:docMk/>
          <pc:sldMk cId="3409413490" sldId="2147483547"/>
        </pc:sldMkLst>
        <pc:grpChg chg="del">
          <ac:chgData name="Dasani, Kajal" userId="724b87a8-2479-43e9-b7e1-42f88ac2ba97" providerId="ADAL" clId="{62B6AB1F-FDA2-4319-9117-E1FEBAAAD113}" dt="2025-04-28T09:37:04.296" v="100" actId="478"/>
          <ac:grpSpMkLst>
            <pc:docMk/>
            <pc:sldMk cId="3409413490" sldId="2147483547"/>
            <ac:grpSpMk id="8" creationId="{48B50646-FE8A-ABD4-549D-A18BCBB95672}"/>
          </ac:grpSpMkLst>
        </pc:grpChg>
      </pc:sldChg>
      <pc:sldChg chg="delSp mod">
        <pc:chgData name="Dasani, Kajal" userId="724b87a8-2479-43e9-b7e1-42f88ac2ba97" providerId="ADAL" clId="{62B6AB1F-FDA2-4319-9117-E1FEBAAAD113}" dt="2025-04-28T09:36:58.263" v="98" actId="478"/>
        <pc:sldMkLst>
          <pc:docMk/>
          <pc:sldMk cId="4072806119" sldId="2147483548"/>
        </pc:sldMkLst>
        <pc:grpChg chg="del">
          <ac:chgData name="Dasani, Kajal" userId="724b87a8-2479-43e9-b7e1-42f88ac2ba97" providerId="ADAL" clId="{62B6AB1F-FDA2-4319-9117-E1FEBAAAD113}" dt="2025-04-28T09:36:58.263" v="98" actId="478"/>
          <ac:grpSpMkLst>
            <pc:docMk/>
            <pc:sldMk cId="4072806119" sldId="2147483548"/>
            <ac:grpSpMk id="8" creationId="{48B50646-FE8A-ABD4-549D-A18BCBB95672}"/>
          </ac:grpSpMkLst>
        </pc:grpChg>
      </pc:sldChg>
      <pc:sldChg chg="delSp mod">
        <pc:chgData name="Dasani, Kajal" userId="724b87a8-2479-43e9-b7e1-42f88ac2ba97" providerId="ADAL" clId="{62B6AB1F-FDA2-4319-9117-E1FEBAAAD113}" dt="2025-04-28T09:37:00.875" v="99" actId="478"/>
        <pc:sldMkLst>
          <pc:docMk/>
          <pc:sldMk cId="3197409158" sldId="2147483552"/>
        </pc:sldMkLst>
        <pc:grpChg chg="del">
          <ac:chgData name="Dasani, Kajal" userId="724b87a8-2479-43e9-b7e1-42f88ac2ba97" providerId="ADAL" clId="{62B6AB1F-FDA2-4319-9117-E1FEBAAAD113}" dt="2025-04-28T09:37:00.875" v="99" actId="478"/>
          <ac:grpSpMkLst>
            <pc:docMk/>
            <pc:sldMk cId="3197409158" sldId="2147483552"/>
            <ac:grpSpMk id="8" creationId="{48B50646-FE8A-ABD4-549D-A18BCBB95672}"/>
          </ac:grpSpMkLst>
        </pc:grpChg>
      </pc:sldChg>
      <pc:sldChg chg="delSp del mod">
        <pc:chgData name="Dasani, Kajal" userId="724b87a8-2479-43e9-b7e1-42f88ac2ba97" providerId="ADAL" clId="{62B6AB1F-FDA2-4319-9117-E1FEBAAAD113}" dt="2025-04-28T09:57:20.814" v="374" actId="47"/>
        <pc:sldMkLst>
          <pc:docMk/>
          <pc:sldMk cId="3002271408" sldId="2147483556"/>
        </pc:sldMkLst>
        <pc:spChg chg="del">
          <ac:chgData name="Dasani, Kajal" userId="724b87a8-2479-43e9-b7e1-42f88ac2ba97" providerId="ADAL" clId="{62B6AB1F-FDA2-4319-9117-E1FEBAAAD113}" dt="2025-04-28T09:55:47.086" v="367" actId="478"/>
          <ac:spMkLst>
            <pc:docMk/>
            <pc:sldMk cId="3002271408" sldId="2147483556"/>
            <ac:spMk id="3" creationId="{7D14466E-D919-87DD-70FE-0714D74986AF}"/>
          </ac:spMkLst>
        </pc:spChg>
        <pc:grpChg chg="del">
          <ac:chgData name="Dasani, Kajal" userId="724b87a8-2479-43e9-b7e1-42f88ac2ba97" providerId="ADAL" clId="{62B6AB1F-FDA2-4319-9117-E1FEBAAAD113}" dt="2025-04-28T09:55:44.238" v="366" actId="478"/>
          <ac:grpSpMkLst>
            <pc:docMk/>
            <pc:sldMk cId="3002271408" sldId="2147483556"/>
            <ac:grpSpMk id="49" creationId="{54F1FFB2-75E2-E3B9-8672-69A024D6F587}"/>
          </ac:grpSpMkLst>
        </pc:grpChg>
      </pc:sldChg>
      <pc:sldChg chg="del">
        <pc:chgData name="Dasani, Kajal" userId="724b87a8-2479-43e9-b7e1-42f88ac2ba97" providerId="ADAL" clId="{62B6AB1F-FDA2-4319-9117-E1FEBAAAD113}" dt="2025-04-28T09:44:15.466" v="343" actId="47"/>
        <pc:sldMkLst>
          <pc:docMk/>
          <pc:sldMk cId="508017777" sldId="2147483560"/>
        </pc:sldMkLst>
      </pc:sldChg>
      <pc:sldChg chg="delSp mod ord">
        <pc:chgData name="Dasani, Kajal" userId="724b87a8-2479-43e9-b7e1-42f88ac2ba97" providerId="ADAL" clId="{62B6AB1F-FDA2-4319-9117-E1FEBAAAD113}" dt="2025-04-28T10:13:10.374" v="621"/>
        <pc:sldMkLst>
          <pc:docMk/>
          <pc:sldMk cId="1649703880" sldId="2147483563"/>
        </pc:sldMkLst>
        <pc:grpChg chg="del">
          <ac:chgData name="Dasani, Kajal" userId="724b87a8-2479-43e9-b7e1-42f88ac2ba97" providerId="ADAL" clId="{62B6AB1F-FDA2-4319-9117-E1FEBAAAD113}" dt="2025-04-28T09:36:44.764" v="96" actId="478"/>
          <ac:grpSpMkLst>
            <pc:docMk/>
            <pc:sldMk cId="1649703880" sldId="2147483563"/>
            <ac:grpSpMk id="8" creationId="{48B50646-FE8A-ABD4-549D-A18BCBB95672}"/>
          </ac:grpSpMkLst>
        </pc:grpChg>
      </pc:sldChg>
      <pc:sldChg chg="del">
        <pc:chgData name="Dasani, Kajal" userId="724b87a8-2479-43e9-b7e1-42f88ac2ba97" providerId="ADAL" clId="{62B6AB1F-FDA2-4319-9117-E1FEBAAAD113}" dt="2025-04-28T09:57:24.553" v="375" actId="47"/>
        <pc:sldMkLst>
          <pc:docMk/>
          <pc:sldMk cId="1649898516" sldId="2147483566"/>
        </pc:sldMkLst>
      </pc:sldChg>
      <pc:sldChg chg="add del">
        <pc:chgData name="Dasani, Kajal" userId="724b87a8-2479-43e9-b7e1-42f88ac2ba97" providerId="ADAL" clId="{62B6AB1F-FDA2-4319-9117-E1FEBAAAD113}" dt="2025-04-28T09:57:14.765" v="372" actId="47"/>
        <pc:sldMkLst>
          <pc:docMk/>
          <pc:sldMk cId="4244469956" sldId="2147483568"/>
        </pc:sldMkLst>
      </pc:sldChg>
      <pc:sldChg chg="addSp delSp modSp mod">
        <pc:chgData name="Dasani, Kajal" userId="724b87a8-2479-43e9-b7e1-42f88ac2ba97" providerId="ADAL" clId="{62B6AB1F-FDA2-4319-9117-E1FEBAAAD113}" dt="2025-04-28T10:03:11.730" v="613" actId="20577"/>
        <pc:sldMkLst>
          <pc:docMk/>
          <pc:sldMk cId="3680665707" sldId="2147483571"/>
        </pc:sldMkLst>
        <pc:spChg chg="add mod">
          <ac:chgData name="Dasani, Kajal" userId="724b87a8-2479-43e9-b7e1-42f88ac2ba97" providerId="ADAL" clId="{62B6AB1F-FDA2-4319-9117-E1FEBAAAD113}" dt="2025-04-28T10:02:44.397" v="601" actId="108"/>
          <ac:spMkLst>
            <pc:docMk/>
            <pc:sldMk cId="3680665707" sldId="2147483571"/>
            <ac:spMk id="2" creationId="{4E49E266-458A-66CA-1215-D706E98B604D}"/>
          </ac:spMkLst>
        </pc:spChg>
        <pc:spChg chg="mod">
          <ac:chgData name="Dasani, Kajal" userId="724b87a8-2479-43e9-b7e1-42f88ac2ba97" providerId="ADAL" clId="{62B6AB1F-FDA2-4319-9117-E1FEBAAAD113}" dt="2025-04-28T10:02:21.785" v="597"/>
          <ac:spMkLst>
            <pc:docMk/>
            <pc:sldMk cId="3680665707" sldId="2147483571"/>
            <ac:spMk id="4" creationId="{00000000-0000-0000-0000-000000000000}"/>
          </ac:spMkLst>
        </pc:spChg>
        <pc:spChg chg="mod">
          <ac:chgData name="Dasani, Kajal" userId="724b87a8-2479-43e9-b7e1-42f88ac2ba97" providerId="ADAL" clId="{62B6AB1F-FDA2-4319-9117-E1FEBAAAD113}" dt="2025-04-28T10:03:11.730" v="613" actId="20577"/>
          <ac:spMkLst>
            <pc:docMk/>
            <pc:sldMk cId="3680665707" sldId="2147483571"/>
            <ac:spMk id="7" creationId="{F8A137F2-11E3-113A-9159-1A2E14683DE9}"/>
          </ac:spMkLst>
        </pc:spChg>
        <pc:grpChg chg="del">
          <ac:chgData name="Dasani, Kajal" userId="724b87a8-2479-43e9-b7e1-42f88ac2ba97" providerId="ADAL" clId="{62B6AB1F-FDA2-4319-9117-E1FEBAAAD113}" dt="2025-04-28T10:02:50.801" v="602" actId="478"/>
          <ac:grpSpMkLst>
            <pc:docMk/>
            <pc:sldMk cId="3680665707" sldId="2147483571"/>
            <ac:grpSpMk id="3" creationId="{D32D8729-9AC8-BABA-4A53-F9FECDDE9399}"/>
          </ac:grpSpMkLst>
        </pc:grpChg>
      </pc:sldChg>
      <pc:sldChg chg="delSp modSp mod">
        <pc:chgData name="Dasani, Kajal" userId="724b87a8-2479-43e9-b7e1-42f88ac2ba97" providerId="ADAL" clId="{62B6AB1F-FDA2-4319-9117-E1FEBAAAD113}" dt="2025-04-28T09:43:13.018" v="339" actId="478"/>
        <pc:sldMkLst>
          <pc:docMk/>
          <pc:sldMk cId="3457854433" sldId="2147483572"/>
        </pc:sldMkLst>
        <pc:grpChg chg="del mod">
          <ac:chgData name="Dasani, Kajal" userId="724b87a8-2479-43e9-b7e1-42f88ac2ba97" providerId="ADAL" clId="{62B6AB1F-FDA2-4319-9117-E1FEBAAAD113}" dt="2025-04-28T09:43:13.018" v="339" actId="478"/>
          <ac:grpSpMkLst>
            <pc:docMk/>
            <pc:sldMk cId="3457854433" sldId="2147483572"/>
            <ac:grpSpMk id="4" creationId="{CEAA468F-4E35-8E2A-4374-C0BCB6C98721}"/>
          </ac:grpSpMkLst>
        </pc:grpChg>
      </pc:sldChg>
      <pc:sldChg chg="delSp mod">
        <pc:chgData name="Dasani, Kajal" userId="724b87a8-2479-43e9-b7e1-42f88ac2ba97" providerId="ADAL" clId="{62B6AB1F-FDA2-4319-9117-E1FEBAAAD113}" dt="2025-04-28T09:36:48.934" v="97" actId="478"/>
        <pc:sldMkLst>
          <pc:docMk/>
          <pc:sldMk cId="3730940297" sldId="2147483578"/>
        </pc:sldMkLst>
        <pc:grpChg chg="del">
          <ac:chgData name="Dasani, Kajal" userId="724b87a8-2479-43e9-b7e1-42f88ac2ba97" providerId="ADAL" clId="{62B6AB1F-FDA2-4319-9117-E1FEBAAAD113}" dt="2025-04-28T09:36:48.934" v="97" actId="478"/>
          <ac:grpSpMkLst>
            <pc:docMk/>
            <pc:sldMk cId="3730940297" sldId="2147483578"/>
            <ac:grpSpMk id="8" creationId="{48B50646-FE8A-ABD4-549D-A18BCBB95672}"/>
          </ac:grpSpMkLst>
        </pc:grpChg>
      </pc:sldChg>
      <pc:sldChg chg="del">
        <pc:chgData name="Dasani, Kajal" userId="724b87a8-2479-43e9-b7e1-42f88ac2ba97" providerId="ADAL" clId="{62B6AB1F-FDA2-4319-9117-E1FEBAAAD113}" dt="2025-04-28T10:12:49.631" v="618" actId="47"/>
        <pc:sldMkLst>
          <pc:docMk/>
          <pc:sldMk cId="4060943090" sldId="2147483579"/>
        </pc:sldMkLst>
      </pc:sldChg>
      <pc:sldChg chg="del">
        <pc:chgData name="Dasani, Kajal" userId="724b87a8-2479-43e9-b7e1-42f88ac2ba97" providerId="ADAL" clId="{62B6AB1F-FDA2-4319-9117-E1FEBAAAD113}" dt="2025-04-28T06:01:06.108" v="24" actId="47"/>
        <pc:sldMkLst>
          <pc:docMk/>
          <pc:sldMk cId="3344004228" sldId="2147483580"/>
        </pc:sldMkLst>
      </pc:sldChg>
      <pc:sldChg chg="del">
        <pc:chgData name="Dasani, Kajal" userId="724b87a8-2479-43e9-b7e1-42f88ac2ba97" providerId="ADAL" clId="{62B6AB1F-FDA2-4319-9117-E1FEBAAAD113}" dt="2025-04-28T10:12:52.851" v="619" actId="47"/>
        <pc:sldMkLst>
          <pc:docMk/>
          <pc:sldMk cId="28963623" sldId="2147483581"/>
        </pc:sldMkLst>
      </pc:sldChg>
      <pc:sldChg chg="addSp delSp modSp mod">
        <pc:chgData name="Dasani, Kajal" userId="724b87a8-2479-43e9-b7e1-42f88ac2ba97" providerId="ADAL" clId="{62B6AB1F-FDA2-4319-9117-E1FEBAAAD113}" dt="2025-04-28T10:13:47.179" v="630" actId="20577"/>
        <pc:sldMkLst>
          <pc:docMk/>
          <pc:sldMk cId="436337214" sldId="2147483583"/>
        </pc:sldMkLst>
        <pc:spChg chg="mod">
          <ac:chgData name="Dasani, Kajal" userId="724b87a8-2479-43e9-b7e1-42f88ac2ba97" providerId="ADAL" clId="{62B6AB1F-FDA2-4319-9117-E1FEBAAAD113}" dt="2025-04-28T10:13:47.179" v="630" actId="20577"/>
          <ac:spMkLst>
            <pc:docMk/>
            <pc:sldMk cId="436337214" sldId="2147483583"/>
            <ac:spMk id="219" creationId="{643112B2-CCE5-430C-7770-3BD202851590}"/>
          </ac:spMkLst>
        </pc:spChg>
        <pc:spChg chg="mod">
          <ac:chgData name="Dasani, Kajal" userId="724b87a8-2479-43e9-b7e1-42f88ac2ba97" providerId="ADAL" clId="{62B6AB1F-FDA2-4319-9117-E1FEBAAAD113}" dt="2025-04-28T09:55:09.755" v="359" actId="404"/>
          <ac:spMkLst>
            <pc:docMk/>
            <pc:sldMk cId="436337214" sldId="2147483583"/>
            <ac:spMk id="229" creationId="{DE7681D0-FBE0-00E2-3273-7046976BB3A7}"/>
          </ac:spMkLst>
        </pc:spChg>
        <pc:spChg chg="mod">
          <ac:chgData name="Dasani, Kajal" userId="724b87a8-2479-43e9-b7e1-42f88ac2ba97" providerId="ADAL" clId="{62B6AB1F-FDA2-4319-9117-E1FEBAAAD113}" dt="2025-04-28T09:55:09.755" v="359" actId="404"/>
          <ac:spMkLst>
            <pc:docMk/>
            <pc:sldMk cId="436337214" sldId="2147483583"/>
            <ac:spMk id="233" creationId="{50950937-56AC-3C0A-CE58-59415CA11D14}"/>
          </ac:spMkLst>
        </pc:spChg>
        <pc:spChg chg="mod">
          <ac:chgData name="Dasani, Kajal" userId="724b87a8-2479-43e9-b7e1-42f88ac2ba97" providerId="ADAL" clId="{62B6AB1F-FDA2-4319-9117-E1FEBAAAD113}" dt="2025-04-28T09:55:09.755" v="359" actId="404"/>
          <ac:spMkLst>
            <pc:docMk/>
            <pc:sldMk cId="436337214" sldId="2147483583"/>
            <ac:spMk id="238" creationId="{B13B2BFB-1961-3458-21C4-73E20E9CFAEB}"/>
          </ac:spMkLst>
        </pc:spChg>
        <pc:spChg chg="mod">
          <ac:chgData name="Dasani, Kajal" userId="724b87a8-2479-43e9-b7e1-42f88ac2ba97" providerId="ADAL" clId="{62B6AB1F-FDA2-4319-9117-E1FEBAAAD113}" dt="2025-04-28T09:55:09.755" v="359" actId="404"/>
          <ac:spMkLst>
            <pc:docMk/>
            <pc:sldMk cId="436337214" sldId="2147483583"/>
            <ac:spMk id="248" creationId="{49E341C1-3D6B-7613-E53A-A9EF58E5B9BE}"/>
          </ac:spMkLst>
        </pc:spChg>
        <pc:spChg chg="mod">
          <ac:chgData name="Dasani, Kajal" userId="724b87a8-2479-43e9-b7e1-42f88ac2ba97" providerId="ADAL" clId="{62B6AB1F-FDA2-4319-9117-E1FEBAAAD113}" dt="2025-04-28T09:55:09.755" v="359" actId="404"/>
          <ac:spMkLst>
            <pc:docMk/>
            <pc:sldMk cId="436337214" sldId="2147483583"/>
            <ac:spMk id="265" creationId="{C567A17E-D5CC-4ED8-C322-25388DC7C123}"/>
          </ac:spMkLst>
        </pc:spChg>
        <pc:spChg chg="mod">
          <ac:chgData name="Dasani, Kajal" userId="724b87a8-2479-43e9-b7e1-42f88ac2ba97" providerId="ADAL" clId="{62B6AB1F-FDA2-4319-9117-E1FEBAAAD113}" dt="2025-04-28T09:55:09.755" v="359" actId="404"/>
          <ac:spMkLst>
            <pc:docMk/>
            <pc:sldMk cId="436337214" sldId="2147483583"/>
            <ac:spMk id="270" creationId="{929C9E9F-4101-D0BC-0D24-C00250900616}"/>
          </ac:spMkLst>
        </pc:spChg>
        <pc:spChg chg="mod">
          <ac:chgData name="Dasani, Kajal" userId="724b87a8-2479-43e9-b7e1-42f88ac2ba97" providerId="ADAL" clId="{62B6AB1F-FDA2-4319-9117-E1FEBAAAD113}" dt="2025-04-28T09:55:09.755" v="359" actId="404"/>
          <ac:spMkLst>
            <pc:docMk/>
            <pc:sldMk cId="436337214" sldId="2147483583"/>
            <ac:spMk id="274" creationId="{243CFD9A-DAC2-611D-1450-04D6CAB80612}"/>
          </ac:spMkLst>
        </pc:spChg>
        <pc:spChg chg="mod">
          <ac:chgData name="Dasani, Kajal" userId="724b87a8-2479-43e9-b7e1-42f88ac2ba97" providerId="ADAL" clId="{62B6AB1F-FDA2-4319-9117-E1FEBAAAD113}" dt="2025-04-28T09:55:09.755" v="359" actId="404"/>
          <ac:spMkLst>
            <pc:docMk/>
            <pc:sldMk cId="436337214" sldId="2147483583"/>
            <ac:spMk id="285" creationId="{5C217078-4A1A-7399-E73A-DFFB0C66C67D}"/>
          </ac:spMkLst>
        </pc:spChg>
        <pc:spChg chg="mod">
          <ac:chgData name="Dasani, Kajal" userId="724b87a8-2479-43e9-b7e1-42f88ac2ba97" providerId="ADAL" clId="{62B6AB1F-FDA2-4319-9117-E1FEBAAAD113}" dt="2025-04-28T09:55:09.755" v="359" actId="404"/>
          <ac:spMkLst>
            <pc:docMk/>
            <pc:sldMk cId="436337214" sldId="2147483583"/>
            <ac:spMk id="287" creationId="{89E5CB1F-A3EB-8EA9-26E2-0DED4855039E}"/>
          </ac:spMkLst>
        </pc:spChg>
        <pc:spChg chg="mod">
          <ac:chgData name="Dasani, Kajal" userId="724b87a8-2479-43e9-b7e1-42f88ac2ba97" providerId="ADAL" clId="{62B6AB1F-FDA2-4319-9117-E1FEBAAAD113}" dt="2025-04-28T09:55:09.755" v="359" actId="404"/>
          <ac:spMkLst>
            <pc:docMk/>
            <pc:sldMk cId="436337214" sldId="2147483583"/>
            <ac:spMk id="299" creationId="{2BC17F60-3D5F-B9AA-0D7E-29AFBA23CA5B}"/>
          </ac:spMkLst>
        </pc:spChg>
        <pc:grpChg chg="add del">
          <ac:chgData name="Dasani, Kajal" userId="724b87a8-2479-43e9-b7e1-42f88ac2ba97" providerId="ADAL" clId="{62B6AB1F-FDA2-4319-9117-E1FEBAAAD113}" dt="2025-04-28T09:55:11.885" v="362" actId="478"/>
          <ac:grpSpMkLst>
            <pc:docMk/>
            <pc:sldMk cId="436337214" sldId="2147483583"/>
            <ac:grpSpMk id="5" creationId="{D9E9524D-682F-850D-395A-45E66D293150}"/>
          </ac:grpSpMkLst>
        </pc:grpChg>
        <pc:grpChg chg="mod">
          <ac:chgData name="Dasani, Kajal" userId="724b87a8-2479-43e9-b7e1-42f88ac2ba97" providerId="ADAL" clId="{62B6AB1F-FDA2-4319-9117-E1FEBAAAD113}" dt="2025-04-28T09:55:10.023" v="360" actId="14100"/>
          <ac:grpSpMkLst>
            <pc:docMk/>
            <pc:sldMk cId="436337214" sldId="2147483583"/>
            <ac:grpSpMk id="303" creationId="{0D2E63ED-A89B-21BB-95D2-6B45E8B6A9A6}"/>
          </ac:grpSpMkLst>
        </pc:grpChg>
      </pc:sldChg>
      <pc:sldChg chg="delSp modSp mod">
        <pc:chgData name="Dasani, Kajal" userId="724b87a8-2479-43e9-b7e1-42f88ac2ba97" providerId="ADAL" clId="{62B6AB1F-FDA2-4319-9117-E1FEBAAAD113}" dt="2025-04-28T09:35:21.579" v="89" actId="478"/>
        <pc:sldMkLst>
          <pc:docMk/>
          <pc:sldMk cId="4016950374" sldId="2147483585"/>
        </pc:sldMkLst>
        <pc:spChg chg="mod">
          <ac:chgData name="Dasani, Kajal" userId="724b87a8-2479-43e9-b7e1-42f88ac2ba97" providerId="ADAL" clId="{62B6AB1F-FDA2-4319-9117-E1FEBAAAD113}" dt="2025-04-28T09:35:13.031" v="87" actId="20577"/>
          <ac:spMkLst>
            <pc:docMk/>
            <pc:sldMk cId="4016950374" sldId="2147483585"/>
            <ac:spMk id="2" creationId="{3DA73325-D290-31DE-4109-B446D32182EC}"/>
          </ac:spMkLst>
        </pc:spChg>
        <pc:spChg chg="del">
          <ac:chgData name="Dasani, Kajal" userId="724b87a8-2479-43e9-b7e1-42f88ac2ba97" providerId="ADAL" clId="{62B6AB1F-FDA2-4319-9117-E1FEBAAAD113}" dt="2025-04-28T09:35:21.579" v="89" actId="478"/>
          <ac:spMkLst>
            <pc:docMk/>
            <pc:sldMk cId="4016950374" sldId="2147483585"/>
            <ac:spMk id="3" creationId="{CA3D965E-B7F5-55E4-F68D-ED6B1D4FFD04}"/>
          </ac:spMkLst>
        </pc:spChg>
        <pc:grpChg chg="del">
          <ac:chgData name="Dasani, Kajal" userId="724b87a8-2479-43e9-b7e1-42f88ac2ba97" providerId="ADAL" clId="{62B6AB1F-FDA2-4319-9117-E1FEBAAAD113}" dt="2025-04-28T09:35:19.196" v="88" actId="478"/>
          <ac:grpSpMkLst>
            <pc:docMk/>
            <pc:sldMk cId="4016950374" sldId="2147483585"/>
            <ac:grpSpMk id="49" creationId="{229806D6-842D-1F5F-0AEF-0B134419F1F4}"/>
          </ac:grpSpMkLst>
        </pc:grpChg>
      </pc:sldChg>
      <pc:sldChg chg="delSp mod">
        <pc:chgData name="Dasani, Kajal" userId="724b87a8-2479-43e9-b7e1-42f88ac2ba97" providerId="ADAL" clId="{62B6AB1F-FDA2-4319-9117-E1FEBAAAD113}" dt="2025-04-28T09:55:23.590" v="363" actId="478"/>
        <pc:sldMkLst>
          <pc:docMk/>
          <pc:sldMk cId="3605451605" sldId="2147483587"/>
        </pc:sldMkLst>
        <pc:grpChg chg="del">
          <ac:chgData name="Dasani, Kajal" userId="724b87a8-2479-43e9-b7e1-42f88ac2ba97" providerId="ADAL" clId="{62B6AB1F-FDA2-4319-9117-E1FEBAAAD113}" dt="2025-04-28T09:55:23.590" v="363" actId="478"/>
          <ac:grpSpMkLst>
            <pc:docMk/>
            <pc:sldMk cId="3605451605" sldId="2147483587"/>
            <ac:grpSpMk id="362" creationId="{A07D138E-365D-7AF4-AB0D-AF6E9410D374}"/>
          </ac:grpSpMkLst>
        </pc:grpChg>
      </pc:sldChg>
      <pc:sldChg chg="delSp modSp mod">
        <pc:chgData name="Dasani, Kajal" userId="724b87a8-2479-43e9-b7e1-42f88ac2ba97" providerId="ADAL" clId="{62B6AB1F-FDA2-4319-9117-E1FEBAAAD113}" dt="2025-04-28T09:59:04.480" v="472" actId="20577"/>
        <pc:sldMkLst>
          <pc:docMk/>
          <pc:sldMk cId="1187498482" sldId="2147483591"/>
        </pc:sldMkLst>
        <pc:spChg chg="mod">
          <ac:chgData name="Dasani, Kajal" userId="724b87a8-2479-43e9-b7e1-42f88ac2ba97" providerId="ADAL" clId="{62B6AB1F-FDA2-4319-9117-E1FEBAAAD113}" dt="2025-04-28T09:59:04.480" v="472" actId="20577"/>
          <ac:spMkLst>
            <pc:docMk/>
            <pc:sldMk cId="1187498482" sldId="2147483591"/>
            <ac:spMk id="4" creationId="{00000000-0000-0000-0000-000000000000}"/>
          </ac:spMkLst>
        </pc:spChg>
        <pc:grpChg chg="del">
          <ac:chgData name="Dasani, Kajal" userId="724b87a8-2479-43e9-b7e1-42f88ac2ba97" providerId="ADAL" clId="{62B6AB1F-FDA2-4319-9117-E1FEBAAAD113}" dt="2025-04-28T09:58:08.807" v="383" actId="478"/>
          <ac:grpSpMkLst>
            <pc:docMk/>
            <pc:sldMk cId="1187498482" sldId="2147483591"/>
            <ac:grpSpMk id="23" creationId="{F4AB5317-CFD4-6EAF-3F35-F37BB46FA650}"/>
          </ac:grpSpMkLst>
        </pc:grpChg>
      </pc:sldChg>
      <pc:sldChg chg="delSp modSp mod">
        <pc:chgData name="Dasani, Kajal" userId="724b87a8-2479-43e9-b7e1-42f88ac2ba97" providerId="ADAL" clId="{62B6AB1F-FDA2-4319-9117-E1FEBAAAD113}" dt="2025-04-28T09:42:18.297" v="333" actId="478"/>
        <pc:sldMkLst>
          <pc:docMk/>
          <pc:sldMk cId="1420754209" sldId="2147483610"/>
        </pc:sldMkLst>
        <pc:spChg chg="mod">
          <ac:chgData name="Dasani, Kajal" userId="724b87a8-2479-43e9-b7e1-42f88ac2ba97" providerId="ADAL" clId="{62B6AB1F-FDA2-4319-9117-E1FEBAAAD113}" dt="2025-04-28T09:42:07.044" v="332" actId="20577"/>
          <ac:spMkLst>
            <pc:docMk/>
            <pc:sldMk cId="1420754209" sldId="2147483610"/>
            <ac:spMk id="2" creationId="{87DFEDB2-7328-D164-AE88-F7158BF59065}"/>
          </ac:spMkLst>
        </pc:spChg>
        <pc:grpChg chg="del">
          <ac:chgData name="Dasani, Kajal" userId="724b87a8-2479-43e9-b7e1-42f88ac2ba97" providerId="ADAL" clId="{62B6AB1F-FDA2-4319-9117-E1FEBAAAD113}" dt="2025-04-28T09:42:18.297" v="333" actId="478"/>
          <ac:grpSpMkLst>
            <pc:docMk/>
            <pc:sldMk cId="1420754209" sldId="2147483610"/>
            <ac:grpSpMk id="4" creationId="{5BE60990-2965-2777-707E-1498F50147A2}"/>
          </ac:grpSpMkLst>
        </pc:grpChg>
      </pc:sldChg>
      <pc:sldChg chg="delSp mod">
        <pc:chgData name="Dasani, Kajal" userId="724b87a8-2479-43e9-b7e1-42f88ac2ba97" providerId="ADAL" clId="{62B6AB1F-FDA2-4319-9117-E1FEBAAAD113}" dt="2025-04-28T09:55:26.866" v="364" actId="478"/>
        <pc:sldMkLst>
          <pc:docMk/>
          <pc:sldMk cId="2514736884" sldId="2147483612"/>
        </pc:sldMkLst>
        <pc:grpChg chg="del">
          <ac:chgData name="Dasani, Kajal" userId="724b87a8-2479-43e9-b7e1-42f88ac2ba97" providerId="ADAL" clId="{62B6AB1F-FDA2-4319-9117-E1FEBAAAD113}" dt="2025-04-28T09:55:26.866" v="364" actId="478"/>
          <ac:grpSpMkLst>
            <pc:docMk/>
            <pc:sldMk cId="2514736884" sldId="2147483612"/>
            <ac:grpSpMk id="362" creationId="{A07D138E-365D-7AF4-AB0D-AF6E9410D374}"/>
          </ac:grpSpMkLst>
        </pc:grpChg>
      </pc:sldChg>
      <pc:sldChg chg="delSp mod">
        <pc:chgData name="Dasani, Kajal" userId="724b87a8-2479-43e9-b7e1-42f88ac2ba97" providerId="ADAL" clId="{62B6AB1F-FDA2-4319-9117-E1FEBAAAD113}" dt="2025-04-28T09:55:30.610" v="365" actId="478"/>
        <pc:sldMkLst>
          <pc:docMk/>
          <pc:sldMk cId="3116364541" sldId="2147483615"/>
        </pc:sldMkLst>
        <pc:grpChg chg="del">
          <ac:chgData name="Dasani, Kajal" userId="724b87a8-2479-43e9-b7e1-42f88ac2ba97" providerId="ADAL" clId="{62B6AB1F-FDA2-4319-9117-E1FEBAAAD113}" dt="2025-04-28T09:55:30.610" v="365" actId="478"/>
          <ac:grpSpMkLst>
            <pc:docMk/>
            <pc:sldMk cId="3116364541" sldId="2147483615"/>
            <ac:grpSpMk id="72" creationId="{1467B7AF-9315-C7A9-FD6D-B50174D8DEE9}"/>
          </ac:grpSpMkLst>
        </pc:grpChg>
      </pc:sldChg>
      <pc:sldChg chg="add del">
        <pc:chgData name="Dasani, Kajal" userId="724b87a8-2479-43e9-b7e1-42f88ac2ba97" providerId="ADAL" clId="{62B6AB1F-FDA2-4319-9117-E1FEBAAAD113}" dt="2025-04-28T09:57:17.665" v="373" actId="47"/>
        <pc:sldMkLst>
          <pc:docMk/>
          <pc:sldMk cId="2496703150" sldId="2147483616"/>
        </pc:sldMkLst>
      </pc:sldChg>
      <pc:sldChg chg="addSp delSp modSp mod">
        <pc:chgData name="Dasani, Kajal" userId="724b87a8-2479-43e9-b7e1-42f88ac2ba97" providerId="ADAL" clId="{62B6AB1F-FDA2-4319-9117-E1FEBAAAD113}" dt="2025-04-28T09:39:21.097" v="116" actId="1076"/>
        <pc:sldMkLst>
          <pc:docMk/>
          <pc:sldMk cId="2641531462" sldId="2147483621"/>
        </pc:sldMkLst>
        <pc:grpChg chg="del">
          <ac:chgData name="Dasani, Kajal" userId="724b87a8-2479-43e9-b7e1-42f88ac2ba97" providerId="ADAL" clId="{62B6AB1F-FDA2-4319-9117-E1FEBAAAD113}" dt="2025-04-28T09:35:28.122" v="90" actId="478"/>
          <ac:grpSpMkLst>
            <pc:docMk/>
            <pc:sldMk cId="2641531462" sldId="2147483621"/>
            <ac:grpSpMk id="4" creationId="{5BE60990-2965-2777-707E-1498F50147A2}"/>
          </ac:grpSpMkLst>
        </pc:grpChg>
        <pc:picChg chg="add del mod">
          <ac:chgData name="Dasani, Kajal" userId="724b87a8-2479-43e9-b7e1-42f88ac2ba97" providerId="ADAL" clId="{62B6AB1F-FDA2-4319-9117-E1FEBAAAD113}" dt="2025-04-28T09:36:23.871" v="95" actId="478"/>
          <ac:picMkLst>
            <pc:docMk/>
            <pc:sldMk cId="2641531462" sldId="2147483621"/>
            <ac:picMk id="10" creationId="{A508851C-3935-4D58-4819-961F54DBC413}"/>
          </ac:picMkLst>
        </pc:picChg>
        <pc:picChg chg="add mod">
          <ac:chgData name="Dasani, Kajal" userId="724b87a8-2479-43e9-b7e1-42f88ac2ba97" providerId="ADAL" clId="{62B6AB1F-FDA2-4319-9117-E1FEBAAAD113}" dt="2025-04-28T09:39:21.097" v="116" actId="1076"/>
          <ac:picMkLst>
            <pc:docMk/>
            <pc:sldMk cId="2641531462" sldId="2147483621"/>
            <ac:picMk id="12" creationId="{09F8AF0B-6531-B712-0FBB-7BBA70A7C388}"/>
          </ac:picMkLst>
        </pc:picChg>
        <pc:picChg chg="del">
          <ac:chgData name="Dasani, Kajal" userId="724b87a8-2479-43e9-b7e1-42f88ac2ba97" providerId="ADAL" clId="{62B6AB1F-FDA2-4319-9117-E1FEBAAAD113}" dt="2025-04-28T09:38:32.562" v="106" actId="478"/>
          <ac:picMkLst>
            <pc:docMk/>
            <pc:sldMk cId="2641531462" sldId="2147483621"/>
            <ac:picMk id="16" creationId="{A8BC54A3-26AD-4490-8DFF-E5C64FD86906}"/>
          </ac:picMkLst>
        </pc:picChg>
      </pc:sldChg>
      <pc:sldChg chg="delSp modSp mod ord">
        <pc:chgData name="Dasani, Kajal" userId="724b87a8-2479-43e9-b7e1-42f88ac2ba97" providerId="ADAL" clId="{62B6AB1F-FDA2-4319-9117-E1FEBAAAD113}" dt="2025-04-28T09:41:01.051" v="207" actId="20577"/>
        <pc:sldMkLst>
          <pc:docMk/>
          <pc:sldMk cId="3654037812" sldId="2147483622"/>
        </pc:sldMkLst>
        <pc:spChg chg="mod">
          <ac:chgData name="Dasani, Kajal" userId="724b87a8-2479-43e9-b7e1-42f88ac2ba97" providerId="ADAL" clId="{62B6AB1F-FDA2-4319-9117-E1FEBAAAD113}" dt="2025-04-28T09:41:01.051" v="207" actId="20577"/>
          <ac:spMkLst>
            <pc:docMk/>
            <pc:sldMk cId="3654037812" sldId="2147483622"/>
            <ac:spMk id="2" creationId="{3E47489E-06BD-97C0-E276-D11D8B5078B1}"/>
          </ac:spMkLst>
        </pc:spChg>
        <pc:grpChg chg="del">
          <ac:chgData name="Dasani, Kajal" userId="724b87a8-2479-43e9-b7e1-42f88ac2ba97" providerId="ADAL" clId="{62B6AB1F-FDA2-4319-9117-E1FEBAAAD113}" dt="2025-04-28T09:39:44.564" v="119" actId="478"/>
          <ac:grpSpMkLst>
            <pc:docMk/>
            <pc:sldMk cId="3654037812" sldId="2147483622"/>
            <ac:grpSpMk id="4" creationId="{269D91AB-C986-A9E8-2CCF-C45BA0F17449}"/>
          </ac:grpSpMkLst>
        </pc:grpChg>
      </pc:sldChg>
      <pc:sldChg chg="addSp modSp del mod">
        <pc:chgData name="Dasani, Kajal" userId="724b87a8-2479-43e9-b7e1-42f88ac2ba97" providerId="ADAL" clId="{62B6AB1F-FDA2-4319-9117-E1FEBAAAD113}" dt="2025-04-28T09:31:55.788" v="40" actId="47"/>
        <pc:sldMkLst>
          <pc:docMk/>
          <pc:sldMk cId="1052315549" sldId="2147483624"/>
        </pc:sldMkLst>
        <pc:spChg chg="add mod">
          <ac:chgData name="Dasani, Kajal" userId="724b87a8-2479-43e9-b7e1-42f88ac2ba97" providerId="ADAL" clId="{62B6AB1F-FDA2-4319-9117-E1FEBAAAD113}" dt="2025-04-28T05:56:55.826" v="10" actId="20577"/>
          <ac:spMkLst>
            <pc:docMk/>
            <pc:sldMk cId="1052315549" sldId="2147483624"/>
            <ac:spMk id="3" creationId="{115CCA1B-9D47-E4EB-D7CE-2A4D079DD52B}"/>
          </ac:spMkLst>
        </pc:spChg>
      </pc:sldChg>
      <pc:sldChg chg="del">
        <pc:chgData name="Dasani, Kajal" userId="724b87a8-2479-43e9-b7e1-42f88ac2ba97" providerId="ADAL" clId="{62B6AB1F-FDA2-4319-9117-E1FEBAAAD113}" dt="2025-04-28T09:31:57.185" v="41" actId="47"/>
        <pc:sldMkLst>
          <pc:docMk/>
          <pc:sldMk cId="1417300561" sldId="2147483626"/>
        </pc:sldMkLst>
      </pc:sldChg>
      <pc:sldChg chg="del">
        <pc:chgData name="Dasani, Kajal" userId="724b87a8-2479-43e9-b7e1-42f88ac2ba97" providerId="ADAL" clId="{62B6AB1F-FDA2-4319-9117-E1FEBAAAD113}" dt="2025-04-28T09:57:48.228" v="381" actId="47"/>
        <pc:sldMkLst>
          <pc:docMk/>
          <pc:sldMk cId="3581813636" sldId="2147483644"/>
        </pc:sldMkLst>
      </pc:sldChg>
      <pc:sldChg chg="del">
        <pc:chgData name="Dasani, Kajal" userId="724b87a8-2479-43e9-b7e1-42f88ac2ba97" providerId="ADAL" clId="{62B6AB1F-FDA2-4319-9117-E1FEBAAAD113}" dt="2025-04-28T09:59:23.207" v="473" actId="47"/>
        <pc:sldMkLst>
          <pc:docMk/>
          <pc:sldMk cId="4251316965" sldId="2147483645"/>
        </pc:sldMkLst>
      </pc:sldChg>
      <pc:sldChg chg="del">
        <pc:chgData name="Dasani, Kajal" userId="724b87a8-2479-43e9-b7e1-42f88ac2ba97" providerId="ADAL" clId="{62B6AB1F-FDA2-4319-9117-E1FEBAAAD113}" dt="2025-04-28T09:59:24.848" v="474" actId="47"/>
        <pc:sldMkLst>
          <pc:docMk/>
          <pc:sldMk cId="1949200232" sldId="2147483647"/>
        </pc:sldMkLst>
      </pc:sldChg>
      <pc:sldMasterChg chg="delSp mod modSldLayout">
        <pc:chgData name="Dasani, Kajal" userId="724b87a8-2479-43e9-b7e1-42f88ac2ba97" providerId="ADAL" clId="{62B6AB1F-FDA2-4319-9117-E1FEBAAAD113}" dt="2025-04-28T09:30:51.416" v="34" actId="478"/>
        <pc:sldMasterMkLst>
          <pc:docMk/>
          <pc:sldMasterMk cId="1901136218" sldId="2147483962"/>
        </pc:sldMasterMkLst>
        <pc:spChg chg="del">
          <ac:chgData name="Dasani, Kajal" userId="724b87a8-2479-43e9-b7e1-42f88ac2ba97" providerId="ADAL" clId="{62B6AB1F-FDA2-4319-9117-E1FEBAAAD113}" dt="2025-04-28T09:30:51.416" v="34" actId="478"/>
          <ac:spMkLst>
            <pc:docMk/>
            <pc:sldMasterMk cId="1901136218" sldId="2147483962"/>
            <ac:spMk id="98" creationId="{B1133F59-1301-4D8F-A396-71B6A669F37A}"/>
          </ac:spMkLst>
        </pc:spChg>
        <pc:sldLayoutChg chg="delSp modSp mod">
          <pc:chgData name="Dasani, Kajal" userId="724b87a8-2479-43e9-b7e1-42f88ac2ba97" providerId="ADAL" clId="{62B6AB1F-FDA2-4319-9117-E1FEBAAAD113}" dt="2025-04-28T09:29:58.548" v="26" actId="478"/>
          <pc:sldLayoutMkLst>
            <pc:docMk/>
            <pc:sldMasterMk cId="1901136218" sldId="2147483962"/>
            <pc:sldLayoutMk cId="1495769083" sldId="2147484037"/>
          </pc:sldLayoutMkLst>
          <pc:picChg chg="del mod">
            <ac:chgData name="Dasani, Kajal" userId="724b87a8-2479-43e9-b7e1-42f88ac2ba97" providerId="ADAL" clId="{62B6AB1F-FDA2-4319-9117-E1FEBAAAD113}" dt="2025-04-28T09:29:58.548" v="26" actId="478"/>
            <ac:picMkLst>
              <pc:docMk/>
              <pc:sldMasterMk cId="1901136218" sldId="2147483962"/>
              <pc:sldLayoutMk cId="1495769083" sldId="2147484037"/>
              <ac:picMk id="4" creationId="{D514E17C-03BF-571A-482F-4DC6D231CCF9}"/>
            </ac:picMkLst>
          </pc:picChg>
        </pc:sldLayoutChg>
      </pc:sldMasterChg>
    </pc:docChg>
  </pc:docChgLst>
  <pc:docChgLst>
    <pc:chgData name="Deshmukh, Mayank" userId="S::mayank.deshmukh@capgemini.com::10f36b5d-63e0-4aa7-92c1-1c523a8381a5" providerId="AD" clId="Web-{66FCBAEC-4272-E71F-D8AF-61D3E1335C3C}"/>
    <pc:docChg chg="modSld">
      <pc:chgData name="Deshmukh, Mayank" userId="S::mayank.deshmukh@capgemini.com::10f36b5d-63e0-4aa7-92c1-1c523a8381a5" providerId="AD" clId="Web-{66FCBAEC-4272-E71F-D8AF-61D3E1335C3C}" dt="2025-01-06T07:49:35.672" v="5" actId="1076"/>
      <pc:docMkLst>
        <pc:docMk/>
      </pc:docMkLst>
      <pc:sldChg chg="modSp">
        <pc:chgData name="Deshmukh, Mayank" userId="S::mayank.deshmukh@capgemini.com::10f36b5d-63e0-4aa7-92c1-1c523a8381a5" providerId="AD" clId="Web-{66FCBAEC-4272-E71F-D8AF-61D3E1335C3C}" dt="2025-01-06T07:49:13.093" v="3" actId="1076"/>
        <pc:sldMkLst>
          <pc:docMk/>
          <pc:sldMk cId="3004747780" sldId="256"/>
        </pc:sldMkLst>
      </pc:sldChg>
      <pc:sldChg chg="modSp">
        <pc:chgData name="Deshmukh, Mayank" userId="S::mayank.deshmukh@capgemini.com::10f36b5d-63e0-4aa7-92c1-1c523a8381a5" providerId="AD" clId="Web-{66FCBAEC-4272-E71F-D8AF-61D3E1335C3C}" dt="2025-01-06T07:49:35.672" v="5" actId="1076"/>
        <pc:sldMkLst>
          <pc:docMk/>
          <pc:sldMk cId="4251316965" sldId="2147483645"/>
        </pc:sldMkLst>
      </pc:sldChg>
      <pc:sldChg chg="modSp">
        <pc:chgData name="Deshmukh, Mayank" userId="S::mayank.deshmukh@capgemini.com::10f36b5d-63e0-4aa7-92c1-1c523a8381a5" providerId="AD" clId="Web-{66FCBAEC-4272-E71F-D8AF-61D3E1335C3C}" dt="2025-01-06T07:49:05.639" v="2" actId="1076"/>
        <pc:sldMkLst>
          <pc:docMk/>
          <pc:sldMk cId="1949200232" sldId="2147483647"/>
        </pc:sldMkLst>
      </pc:sldChg>
    </pc:docChg>
  </pc:docChgLst>
  <pc:docChgLst>
    <pc:chgData name="Deshmukh, Mayank" userId="10f36b5d-63e0-4aa7-92c1-1c523a8381a5" providerId="ADAL" clId="{C2D33573-6327-42A9-B6E8-CA8ADDD0F31C}"/>
    <pc:docChg chg="undo redo custSel addSld delSld modSld">
      <pc:chgData name="Deshmukh, Mayank" userId="10f36b5d-63e0-4aa7-92c1-1c523a8381a5" providerId="ADAL" clId="{C2D33573-6327-42A9-B6E8-CA8ADDD0F31C}" dt="2025-01-03T15:16:30.164" v="2952" actId="115"/>
      <pc:docMkLst>
        <pc:docMk/>
      </pc:docMkLst>
      <pc:sldChg chg="addSp delSp modSp add mod">
        <pc:chgData name="Deshmukh, Mayank" userId="10f36b5d-63e0-4aa7-92c1-1c523a8381a5" providerId="ADAL" clId="{C2D33573-6327-42A9-B6E8-CA8ADDD0F31C}" dt="2025-01-03T15:16:30.164" v="2952" actId="115"/>
        <pc:sldMkLst>
          <pc:docMk/>
          <pc:sldMk cId="3004747780" sldId="256"/>
        </pc:sldMkLst>
      </pc:sldChg>
      <pc:sldChg chg="del">
        <pc:chgData name="Deshmukh, Mayank" userId="10f36b5d-63e0-4aa7-92c1-1c523a8381a5" providerId="ADAL" clId="{C2D33573-6327-42A9-B6E8-CA8ADDD0F31C}" dt="2025-01-03T12:40:49.080" v="1" actId="47"/>
        <pc:sldMkLst>
          <pc:docMk/>
          <pc:sldMk cId="972885603" sldId="2147483620"/>
        </pc:sldMkLst>
      </pc:sldChg>
      <pc:sldChg chg="add">
        <pc:chgData name="Deshmukh, Mayank" userId="10f36b5d-63e0-4aa7-92c1-1c523a8381a5" providerId="ADAL" clId="{C2D33573-6327-42A9-B6E8-CA8ADDD0F31C}" dt="2025-01-03T12:40:41.716" v="0" actId="2890"/>
        <pc:sldMkLst>
          <pc:docMk/>
          <pc:sldMk cId="3581813636" sldId="2147483644"/>
        </pc:sldMkLst>
      </pc:sldChg>
      <pc:sldChg chg="addSp delSp modSp add mod">
        <pc:chgData name="Deshmukh, Mayank" userId="10f36b5d-63e0-4aa7-92c1-1c523a8381a5" providerId="ADAL" clId="{C2D33573-6327-42A9-B6E8-CA8ADDD0F31C}" dt="2025-01-03T13:43:08.011" v="1782" actId="167"/>
        <pc:sldMkLst>
          <pc:docMk/>
          <pc:sldMk cId="4251316965" sldId="2147483645"/>
        </pc:sldMkLst>
      </pc:sldChg>
      <pc:sldChg chg="add del">
        <pc:chgData name="Deshmukh, Mayank" userId="10f36b5d-63e0-4aa7-92c1-1c523a8381a5" providerId="ADAL" clId="{C2D33573-6327-42A9-B6E8-CA8ADDD0F31C}" dt="2025-01-03T13:37:29.279" v="1604" actId="47"/>
        <pc:sldMkLst>
          <pc:docMk/>
          <pc:sldMk cId="3262853136" sldId="2147483646"/>
        </pc:sldMkLst>
      </pc:sldChg>
      <pc:sldChg chg="addSp delSp modSp add mod">
        <pc:chgData name="Deshmukh, Mayank" userId="10f36b5d-63e0-4aa7-92c1-1c523a8381a5" providerId="ADAL" clId="{C2D33573-6327-42A9-B6E8-CA8ADDD0F31C}" dt="2025-01-03T15:10:34.796" v="2637" actId="20577"/>
        <pc:sldMkLst>
          <pc:docMk/>
          <pc:sldMk cId="1949200232" sldId="2147483647"/>
        </pc:sldMkLst>
      </pc:sldChg>
    </pc:docChg>
  </pc:docChgLst>
  <pc:docChgLst>
    <pc:chgData name="Dasani, Kajal" userId="S::kajal.dasani@capgemini.com::724b87a8-2479-43e9-b7e1-42f88ac2ba97" providerId="AD" clId="Web-{F3F3F2EE-1550-E880-DB5C-591EB6E5C99A}"/>
    <pc:docChg chg="delSld modSld">
      <pc:chgData name="Dasani, Kajal" userId="S::kajal.dasani@capgemini.com::724b87a8-2479-43e9-b7e1-42f88ac2ba97" providerId="AD" clId="Web-{F3F3F2EE-1550-E880-DB5C-591EB6E5C99A}" dt="2025-04-29T06:40:41.052" v="45" actId="20577"/>
      <pc:docMkLst>
        <pc:docMk/>
      </pc:docMkLst>
      <pc:sldChg chg="modSp">
        <pc:chgData name="Dasani, Kajal" userId="S::kajal.dasani@capgemini.com::724b87a8-2479-43e9-b7e1-42f88ac2ba97" providerId="AD" clId="Web-{F3F3F2EE-1550-E880-DB5C-591EB6E5C99A}" dt="2025-04-29T06:40:41.052" v="45" actId="20577"/>
        <pc:sldMkLst>
          <pc:docMk/>
          <pc:sldMk cId="2774191209" sldId="2147481139"/>
        </pc:sldMkLst>
        <pc:spChg chg="mod">
          <ac:chgData name="Dasani, Kajal" userId="S::kajal.dasani@capgemini.com::724b87a8-2479-43e9-b7e1-42f88ac2ba97" providerId="AD" clId="Web-{F3F3F2EE-1550-E880-DB5C-591EB6E5C99A}" dt="2025-04-29T06:40:41.052" v="45" actId="20577"/>
          <ac:spMkLst>
            <pc:docMk/>
            <pc:sldMk cId="2774191209" sldId="2147481139"/>
            <ac:spMk id="16" creationId="{86CDD3B2-42A0-080E-BB01-977AD95BCC9B}"/>
          </ac:spMkLst>
        </pc:spChg>
      </pc:sldChg>
      <pc:sldChg chg="modSp">
        <pc:chgData name="Dasani, Kajal" userId="S::kajal.dasani@capgemini.com::724b87a8-2479-43e9-b7e1-42f88ac2ba97" providerId="AD" clId="Web-{F3F3F2EE-1550-E880-DB5C-591EB6E5C99A}" dt="2025-04-29T06:39:53.535" v="6" actId="20577"/>
        <pc:sldMkLst>
          <pc:docMk/>
          <pc:sldMk cId="1525462584" sldId="2147481144"/>
        </pc:sldMkLst>
        <pc:spChg chg="mod">
          <ac:chgData name="Dasani, Kajal" userId="S::kajal.dasani@capgemini.com::724b87a8-2479-43e9-b7e1-42f88ac2ba97" providerId="AD" clId="Web-{F3F3F2EE-1550-E880-DB5C-591EB6E5C99A}" dt="2025-04-29T06:39:53.535" v="6" actId="20577"/>
          <ac:spMkLst>
            <pc:docMk/>
            <pc:sldMk cId="1525462584" sldId="2147481144"/>
            <ac:spMk id="2" creationId="{A13DFB69-8FE0-118F-3F2A-30C727774313}"/>
          </ac:spMkLst>
        </pc:spChg>
      </pc:sldChg>
      <pc:sldChg chg="del">
        <pc:chgData name="Dasani, Kajal" userId="S::kajal.dasani@capgemini.com::724b87a8-2479-43e9-b7e1-42f88ac2ba97" providerId="AD" clId="Web-{F3F3F2EE-1550-E880-DB5C-591EB6E5C99A}" dt="2025-04-29T06:39:12.299" v="0"/>
        <pc:sldMkLst>
          <pc:docMk/>
          <pc:sldMk cId="2039073675" sldId="2147481145"/>
        </pc:sldMkLst>
      </pc:sldChg>
      <pc:sldChg chg="modSp">
        <pc:chgData name="Dasani, Kajal" userId="S::kajal.dasani@capgemini.com::724b87a8-2479-43e9-b7e1-42f88ac2ba97" providerId="AD" clId="Web-{F3F3F2EE-1550-E880-DB5C-591EB6E5C99A}" dt="2025-04-29T06:40:00.816" v="9" actId="20577"/>
        <pc:sldMkLst>
          <pc:docMk/>
          <pc:sldMk cId="2545943174" sldId="2147481146"/>
        </pc:sldMkLst>
        <pc:spChg chg="mod">
          <ac:chgData name="Dasani, Kajal" userId="S::kajal.dasani@capgemini.com::724b87a8-2479-43e9-b7e1-42f88ac2ba97" providerId="AD" clId="Web-{F3F3F2EE-1550-E880-DB5C-591EB6E5C99A}" dt="2025-04-29T06:40:00.816" v="9" actId="20577"/>
          <ac:spMkLst>
            <pc:docMk/>
            <pc:sldMk cId="2545943174" sldId="2147481146"/>
            <ac:spMk id="2" creationId="{66855060-7E63-A79B-3FF6-B1E078937A20}"/>
          </ac:spMkLst>
        </pc:spChg>
      </pc:sldChg>
      <pc:sldChg chg="modSp">
        <pc:chgData name="Dasani, Kajal" userId="S::kajal.dasani@capgemini.com::724b87a8-2479-43e9-b7e1-42f88ac2ba97" providerId="AD" clId="Web-{F3F3F2EE-1550-E880-DB5C-591EB6E5C99A}" dt="2025-04-29T06:39:49.097" v="3" actId="20577"/>
        <pc:sldMkLst>
          <pc:docMk/>
          <pc:sldMk cId="936231673" sldId="2147483529"/>
        </pc:sldMkLst>
        <pc:spChg chg="mod">
          <ac:chgData name="Dasani, Kajal" userId="S::kajal.dasani@capgemini.com::724b87a8-2479-43e9-b7e1-42f88ac2ba97" providerId="AD" clId="Web-{F3F3F2EE-1550-E880-DB5C-591EB6E5C99A}" dt="2025-04-29T06:39:49.097" v="3" actId="20577"/>
          <ac:spMkLst>
            <pc:docMk/>
            <pc:sldMk cId="936231673" sldId="2147483529"/>
            <ac:spMk id="2" creationId="{0E12B424-4307-DFA6-F8E2-EB94A50612A6}"/>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_7FFFFFC3_D6E6D355.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2" Type="http://schemas.openxmlformats.org/officeDocument/2006/relationships/package" Target="../embeddings/Microsoft_Excel_Worksheet_7FFFFFDF_B9BFF2FD.xlsx"/><Relationship Id="rId1" Type="http://schemas.openxmlformats.org/officeDocument/2006/relationships/themeOverride" Target="../theme/themeOverride1.xml"/></Relationships>
</file>

<file path=ppt/charts/_rels/chart3.xml.rels><?xml version="1.0" encoding="UTF-8" standalone="yes"?>
<Relationships xmlns="http://schemas.openxmlformats.org/package/2006/relationships"><Relationship Id="rId2" Type="http://schemas.openxmlformats.org/officeDocument/2006/relationships/package" Target="../embeddings/Microsoft_Excel_Worksheet_7FFFFFDF_B9BFF2FD1.xlsx"/><Relationship Id="rId1" Type="http://schemas.openxmlformats.org/officeDocument/2006/relationships/themeOverride" Target="../theme/themeOverride2.xml"/></Relationships>
</file>

<file path=ppt/charts/_rels/chart4.xml.rels><?xml version="1.0" encoding="UTF-8" standalone="yes"?>
<Relationships xmlns="http://schemas.openxmlformats.org/package/2006/relationships"><Relationship Id="rId2" Type="http://schemas.openxmlformats.org/officeDocument/2006/relationships/package" Target="../embeddings/Microsoft_Excel_Worksheet_7FFFFFDF_B9BFF2FD2.xlsx"/><Relationship Id="rId1" Type="http://schemas.openxmlformats.org/officeDocument/2006/relationships/themeOverride" Target="../theme/themeOverride3.xml"/></Relationships>
</file>

<file path=ppt/charts/_rels/chart5.xml.rels><?xml version="1.0" encoding="UTF-8" standalone="yes"?>
<Relationships xmlns="http://schemas.openxmlformats.org/package/2006/relationships"><Relationship Id="rId2" Type="http://schemas.openxmlformats.org/officeDocument/2006/relationships/package" Target="../embeddings/Microsoft_Excel_Worksheet_7FFFFFDF_B9BFF2FD3.xlsx"/><Relationship Id="rId1" Type="http://schemas.openxmlformats.org/officeDocument/2006/relationships/themeOverride" Target="../theme/themeOverrid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manualLayout>
          <c:layoutTarget val="inner"/>
          <c:xMode val="edge"/>
          <c:yMode val="edge"/>
          <c:x val="2.4245061728395065E-2"/>
          <c:y val="4.1904004318243156E-2"/>
          <c:w val="0.94984259259259241"/>
          <c:h val="0.82738514689870235"/>
        </c:manualLayout>
      </c:layout>
      <c:barChart>
        <c:barDir val="col"/>
        <c:grouping val="stacked"/>
        <c:varyColors val="0"/>
        <c:ser>
          <c:idx val="0"/>
          <c:order val="0"/>
          <c:tx>
            <c:strRef>
              <c:f>Sheet1!$C$1</c:f>
              <c:strCache>
                <c:ptCount val="1"/>
                <c:pt idx="0">
                  <c:v>Ideas</c:v>
                </c:pt>
              </c:strCache>
            </c:strRef>
          </c:tx>
          <c:spPr>
            <a:solidFill>
              <a:schemeClr val="bg1">
                <a:lumMod val="65000"/>
              </a:schemeClr>
            </a:solidFill>
            <a:ln>
              <a:noFill/>
            </a:ln>
            <a:effectLst/>
          </c:spPr>
          <c:invertIfNegative val="0"/>
          <c:cat>
            <c:strRef>
              <c:f>Sheet1!$A$2:$A$9</c:f>
              <c:strCache>
                <c:ptCount val="8"/>
                <c:pt idx="0">
                  <c:v>Q1</c:v>
                </c:pt>
                <c:pt idx="1">
                  <c:v>Q2</c:v>
                </c:pt>
                <c:pt idx="2">
                  <c:v>Q3</c:v>
                </c:pt>
                <c:pt idx="3">
                  <c:v>Q4</c:v>
                </c:pt>
                <c:pt idx="4">
                  <c:v>Q1</c:v>
                </c:pt>
                <c:pt idx="5">
                  <c:v>Q2</c:v>
                </c:pt>
                <c:pt idx="6">
                  <c:v>Q3</c:v>
                </c:pt>
                <c:pt idx="7">
                  <c:v>Q4</c:v>
                </c:pt>
              </c:strCache>
            </c:strRef>
          </c:cat>
          <c:val>
            <c:numRef>
              <c:f>Sheet1!$C$2:$C$9</c:f>
              <c:numCache>
                <c:formatCode>"£"#,###,,"m"</c:formatCode>
                <c:ptCount val="8"/>
                <c:pt idx="0">
                  <c:v>60000000</c:v>
                </c:pt>
                <c:pt idx="1">
                  <c:v>45000000</c:v>
                </c:pt>
                <c:pt idx="2">
                  <c:v>30000000</c:v>
                </c:pt>
                <c:pt idx="3">
                  <c:v>50000000</c:v>
                </c:pt>
                <c:pt idx="4">
                  <c:v>40000000</c:v>
                </c:pt>
                <c:pt idx="5">
                  <c:v>30000000</c:v>
                </c:pt>
                <c:pt idx="6">
                  <c:v>20000000</c:v>
                </c:pt>
                <c:pt idx="7">
                  <c:v>40000000</c:v>
                </c:pt>
              </c:numCache>
            </c:numRef>
          </c:val>
          <c:extLst>
            <c:ext xmlns:c16="http://schemas.microsoft.com/office/drawing/2014/chart" uri="{C3380CC4-5D6E-409C-BE32-E72D297353CC}">
              <c16:uniqueId val="{00000000-8F0F-4338-BE29-5DBC44EB4AE0}"/>
            </c:ext>
          </c:extLst>
        </c:ser>
        <c:ser>
          <c:idx val="1"/>
          <c:order val="1"/>
          <c:tx>
            <c:strRef>
              <c:f>Sheet1!$D$1</c:f>
              <c:strCache>
                <c:ptCount val="1"/>
                <c:pt idx="0">
                  <c:v>Non underpinned</c:v>
                </c:pt>
              </c:strCache>
            </c:strRef>
          </c:tx>
          <c:spPr>
            <a:solidFill>
              <a:schemeClr val="accent5"/>
            </a:solidFill>
            <a:ln>
              <a:noFill/>
            </a:ln>
            <a:effectLst/>
          </c:spPr>
          <c:invertIfNegative val="0"/>
          <c:cat>
            <c:strRef>
              <c:f>Sheet1!$A$2:$A$9</c:f>
              <c:strCache>
                <c:ptCount val="8"/>
                <c:pt idx="0">
                  <c:v>Q1</c:v>
                </c:pt>
                <c:pt idx="1">
                  <c:v>Q2</c:v>
                </c:pt>
                <c:pt idx="2">
                  <c:v>Q3</c:v>
                </c:pt>
                <c:pt idx="3">
                  <c:v>Q4</c:v>
                </c:pt>
                <c:pt idx="4">
                  <c:v>Q1</c:v>
                </c:pt>
                <c:pt idx="5">
                  <c:v>Q2</c:v>
                </c:pt>
                <c:pt idx="6">
                  <c:v>Q3</c:v>
                </c:pt>
                <c:pt idx="7">
                  <c:v>Q4</c:v>
                </c:pt>
              </c:strCache>
            </c:strRef>
          </c:cat>
          <c:val>
            <c:numRef>
              <c:f>Sheet1!$D$2:$D$9</c:f>
              <c:numCache>
                <c:formatCode>"£"#,###,,"m"</c:formatCode>
                <c:ptCount val="8"/>
                <c:pt idx="0">
                  <c:v>10000000</c:v>
                </c:pt>
                <c:pt idx="1">
                  <c:v>20000000</c:v>
                </c:pt>
                <c:pt idx="2">
                  <c:v>30000000</c:v>
                </c:pt>
                <c:pt idx="3">
                  <c:v>5000000</c:v>
                </c:pt>
                <c:pt idx="4">
                  <c:v>25000000</c:v>
                </c:pt>
                <c:pt idx="5">
                  <c:v>30000000</c:v>
                </c:pt>
                <c:pt idx="6">
                  <c:v>30000000</c:v>
                </c:pt>
                <c:pt idx="7">
                  <c:v>5000000</c:v>
                </c:pt>
              </c:numCache>
            </c:numRef>
          </c:val>
          <c:extLst>
            <c:ext xmlns:c16="http://schemas.microsoft.com/office/drawing/2014/chart" uri="{C3380CC4-5D6E-409C-BE32-E72D297353CC}">
              <c16:uniqueId val="{00000001-8F0F-4338-BE29-5DBC44EB4AE0}"/>
            </c:ext>
          </c:extLst>
        </c:ser>
        <c:ser>
          <c:idx val="2"/>
          <c:order val="2"/>
          <c:tx>
            <c:strRef>
              <c:f>Sheet1!$E$1</c:f>
              <c:strCache>
                <c:ptCount val="1"/>
                <c:pt idx="0">
                  <c:v>Underpinned</c:v>
                </c:pt>
              </c:strCache>
            </c:strRef>
          </c:tx>
          <c:spPr>
            <a:solidFill>
              <a:schemeClr val="accent1"/>
            </a:solidFill>
            <a:ln>
              <a:noFill/>
            </a:ln>
            <a:effectLst/>
          </c:spPr>
          <c:invertIfNegative val="0"/>
          <c:cat>
            <c:strRef>
              <c:f>Sheet1!$A$2:$A$9</c:f>
              <c:strCache>
                <c:ptCount val="8"/>
                <c:pt idx="0">
                  <c:v>Q1</c:v>
                </c:pt>
                <c:pt idx="1">
                  <c:v>Q2</c:v>
                </c:pt>
                <c:pt idx="2">
                  <c:v>Q3</c:v>
                </c:pt>
                <c:pt idx="3">
                  <c:v>Q4</c:v>
                </c:pt>
                <c:pt idx="4">
                  <c:v>Q1</c:v>
                </c:pt>
                <c:pt idx="5">
                  <c:v>Q2</c:v>
                </c:pt>
                <c:pt idx="6">
                  <c:v>Q3</c:v>
                </c:pt>
                <c:pt idx="7">
                  <c:v>Q4</c:v>
                </c:pt>
              </c:strCache>
            </c:strRef>
          </c:cat>
          <c:val>
            <c:numRef>
              <c:f>Sheet1!$E$2:$E$9</c:f>
              <c:numCache>
                <c:formatCode>"£"#,###,,"m"</c:formatCode>
                <c:ptCount val="8"/>
                <c:pt idx="0">
                  <c:v>0</c:v>
                </c:pt>
                <c:pt idx="1">
                  <c:v>5000000</c:v>
                </c:pt>
                <c:pt idx="2">
                  <c:v>10000000</c:v>
                </c:pt>
                <c:pt idx="3">
                  <c:v>15000000</c:v>
                </c:pt>
                <c:pt idx="4">
                  <c:v>5000000</c:v>
                </c:pt>
                <c:pt idx="5">
                  <c:v>10000000</c:v>
                </c:pt>
                <c:pt idx="6">
                  <c:v>20000000</c:v>
                </c:pt>
                <c:pt idx="7">
                  <c:v>25000000</c:v>
                </c:pt>
              </c:numCache>
            </c:numRef>
          </c:val>
          <c:extLst>
            <c:ext xmlns:c16="http://schemas.microsoft.com/office/drawing/2014/chart" uri="{C3380CC4-5D6E-409C-BE32-E72D297353CC}">
              <c16:uniqueId val="{00000002-8F0F-4338-BE29-5DBC44EB4AE0}"/>
            </c:ext>
          </c:extLst>
        </c:ser>
        <c:dLbls>
          <c:showLegendKey val="0"/>
          <c:showVal val="0"/>
          <c:showCatName val="0"/>
          <c:showSerName val="0"/>
          <c:showPercent val="0"/>
          <c:showBubbleSize val="0"/>
        </c:dLbls>
        <c:gapWidth val="150"/>
        <c:overlap val="100"/>
        <c:axId val="758488911"/>
        <c:axId val="758477679"/>
      </c:barChart>
      <c:catAx>
        <c:axId val="7584889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mn-lt"/>
                <a:ea typeface="+mn-ea"/>
                <a:cs typeface="+mn-cs"/>
              </a:defRPr>
            </a:pPr>
            <a:endParaRPr lang="en-US"/>
          </a:p>
        </c:txPr>
        <c:crossAx val="758477679"/>
        <c:crosses val="autoZero"/>
        <c:auto val="1"/>
        <c:lblAlgn val="ctr"/>
        <c:lblOffset val="100"/>
        <c:noMultiLvlLbl val="0"/>
      </c:catAx>
      <c:valAx>
        <c:axId val="758477679"/>
        <c:scaling>
          <c:orientation val="minMax"/>
        </c:scaling>
        <c:delete val="1"/>
        <c:axPos val="l"/>
        <c:numFmt formatCode="&quot;£&quot;#,###,,&quot;m&quot;" sourceLinked="1"/>
        <c:majorTickMark val="none"/>
        <c:minorTickMark val="none"/>
        <c:tickLblPos val="nextTo"/>
        <c:crossAx val="758488911"/>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000">
          <a:solidFill>
            <a:schemeClr val="bg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Sales</c:v>
                </c:pt>
              </c:strCache>
            </c:strRef>
          </c:tx>
          <c:spPr>
            <a:solidFill>
              <a:schemeClr val="bg1"/>
            </a:solidFill>
            <a:ln>
              <a:noFill/>
            </a:ln>
          </c:spPr>
          <c:dPt>
            <c:idx val="0"/>
            <c:bubble3D val="0"/>
            <c:spPr>
              <a:solidFill>
                <a:srgbClr val="FFFFFF"/>
              </a:solidFill>
              <a:ln>
                <a:noFill/>
              </a:ln>
            </c:spPr>
            <c:extLst>
              <c:ext xmlns:c16="http://schemas.microsoft.com/office/drawing/2014/chart" uri="{C3380CC4-5D6E-409C-BE32-E72D297353CC}">
                <c16:uniqueId val="{00000001-6384-4A7F-96FA-7E3164F8FCC0}"/>
              </c:ext>
            </c:extLst>
          </c:dPt>
          <c:dPt>
            <c:idx val="1"/>
            <c:bubble3D val="0"/>
            <c:spPr>
              <a:solidFill>
                <a:srgbClr val="272936"/>
              </a:solidFill>
              <a:ln>
                <a:noFill/>
              </a:ln>
            </c:spPr>
            <c:extLst>
              <c:ext xmlns:c16="http://schemas.microsoft.com/office/drawing/2014/chart" uri="{C3380CC4-5D6E-409C-BE32-E72D297353CC}">
                <c16:uniqueId val="{00000002-6384-4A7F-96FA-7E3164F8FCC0}"/>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3-6384-4A7F-96FA-7E3164F8FCC0}"/>
            </c:ext>
          </c:extLst>
        </c:ser>
        <c:dLbls>
          <c:showLegendKey val="0"/>
          <c:showVal val="0"/>
          <c:showCatName val="0"/>
          <c:showSerName val="0"/>
          <c:showPercent val="0"/>
          <c:showBubbleSize val="0"/>
          <c:showLeaderLines val="1"/>
        </c:dLbls>
        <c:firstSliceAng val="198"/>
        <c:holeSize val="90"/>
      </c:doughnutChart>
    </c:plotArea>
    <c:plotVisOnly val="1"/>
    <c:dispBlanksAs val="gap"/>
    <c:showDLblsOverMax val="0"/>
  </c:chart>
  <c:txPr>
    <a:bodyPr/>
    <a:lstStyle/>
    <a:p>
      <a:pPr>
        <a:defRPr sz="1800"/>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Sales</c:v>
                </c:pt>
              </c:strCache>
            </c:strRef>
          </c:tx>
          <c:spPr>
            <a:solidFill>
              <a:schemeClr val="bg1"/>
            </a:solidFill>
            <a:ln>
              <a:noFill/>
            </a:ln>
          </c:spPr>
          <c:dPt>
            <c:idx val="0"/>
            <c:bubble3D val="0"/>
            <c:spPr>
              <a:solidFill>
                <a:srgbClr val="FFFFFF"/>
              </a:solidFill>
              <a:ln>
                <a:noFill/>
              </a:ln>
            </c:spPr>
            <c:extLst>
              <c:ext xmlns:c16="http://schemas.microsoft.com/office/drawing/2014/chart" uri="{C3380CC4-5D6E-409C-BE32-E72D297353CC}">
                <c16:uniqueId val="{00000001-C6D2-4EF4-A626-11916A0400B3}"/>
              </c:ext>
            </c:extLst>
          </c:dPt>
          <c:dPt>
            <c:idx val="1"/>
            <c:bubble3D val="0"/>
            <c:spPr>
              <a:solidFill>
                <a:srgbClr val="272936"/>
              </a:solidFill>
              <a:ln>
                <a:noFill/>
              </a:ln>
            </c:spPr>
            <c:extLst>
              <c:ext xmlns:c16="http://schemas.microsoft.com/office/drawing/2014/chart" uri="{C3380CC4-5D6E-409C-BE32-E72D297353CC}">
                <c16:uniqueId val="{00000002-C6D2-4EF4-A626-11916A0400B3}"/>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3-C6D2-4EF4-A626-11916A0400B3}"/>
            </c:ext>
          </c:extLst>
        </c:ser>
        <c:dLbls>
          <c:showLegendKey val="0"/>
          <c:showVal val="0"/>
          <c:showCatName val="0"/>
          <c:showSerName val="0"/>
          <c:showPercent val="0"/>
          <c:showBubbleSize val="0"/>
          <c:showLeaderLines val="1"/>
        </c:dLbls>
        <c:firstSliceAng val="198"/>
        <c:holeSize val="90"/>
      </c:doughnutChart>
    </c:plotArea>
    <c:plotVisOnly val="1"/>
    <c:dispBlanksAs val="gap"/>
    <c:showDLblsOverMax val="0"/>
  </c:chart>
  <c:txPr>
    <a:bodyPr/>
    <a:lstStyle/>
    <a:p>
      <a:pPr>
        <a:defRPr sz="1800"/>
      </a:pPr>
      <a:endParaRPr lang="en-US"/>
    </a:p>
  </c:txPr>
  <c:externalData r:id="rId2">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Sales</c:v>
                </c:pt>
              </c:strCache>
            </c:strRef>
          </c:tx>
          <c:spPr>
            <a:solidFill>
              <a:schemeClr val="bg1"/>
            </a:solidFill>
            <a:ln>
              <a:noFill/>
            </a:ln>
          </c:spPr>
          <c:dPt>
            <c:idx val="0"/>
            <c:bubble3D val="0"/>
            <c:spPr>
              <a:solidFill>
                <a:srgbClr val="FFFFFF"/>
              </a:solidFill>
              <a:ln>
                <a:noFill/>
              </a:ln>
            </c:spPr>
            <c:extLst>
              <c:ext xmlns:c16="http://schemas.microsoft.com/office/drawing/2014/chart" uri="{C3380CC4-5D6E-409C-BE32-E72D297353CC}">
                <c16:uniqueId val="{00000001-A14D-40E8-BDA8-084EFD626D4B}"/>
              </c:ext>
            </c:extLst>
          </c:dPt>
          <c:dPt>
            <c:idx val="1"/>
            <c:bubble3D val="0"/>
            <c:spPr>
              <a:solidFill>
                <a:srgbClr val="272936"/>
              </a:solidFill>
              <a:ln>
                <a:noFill/>
              </a:ln>
            </c:spPr>
            <c:extLst>
              <c:ext xmlns:c16="http://schemas.microsoft.com/office/drawing/2014/chart" uri="{C3380CC4-5D6E-409C-BE32-E72D297353CC}">
                <c16:uniqueId val="{00000002-A14D-40E8-BDA8-084EFD626D4B}"/>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3-A14D-40E8-BDA8-084EFD626D4B}"/>
            </c:ext>
          </c:extLst>
        </c:ser>
        <c:dLbls>
          <c:showLegendKey val="0"/>
          <c:showVal val="0"/>
          <c:showCatName val="0"/>
          <c:showSerName val="0"/>
          <c:showPercent val="0"/>
          <c:showBubbleSize val="0"/>
          <c:showLeaderLines val="1"/>
        </c:dLbls>
        <c:firstSliceAng val="198"/>
        <c:holeSize val="90"/>
      </c:doughnutChart>
    </c:plotArea>
    <c:plotVisOnly val="1"/>
    <c:dispBlanksAs val="gap"/>
    <c:showDLblsOverMax val="0"/>
  </c:chart>
  <c:txPr>
    <a:bodyPr/>
    <a:lstStyle/>
    <a:p>
      <a:pPr>
        <a:defRPr sz="1800"/>
      </a:pPr>
      <a:endParaRPr lang="en-US"/>
    </a:p>
  </c:txPr>
  <c:externalData r:id="rId2">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doughnutChart>
        <c:varyColors val="1"/>
        <c:ser>
          <c:idx val="0"/>
          <c:order val="0"/>
          <c:tx>
            <c:strRef>
              <c:f>Sheet1!$B$1</c:f>
              <c:strCache>
                <c:ptCount val="1"/>
                <c:pt idx="0">
                  <c:v>Sales</c:v>
                </c:pt>
              </c:strCache>
            </c:strRef>
          </c:tx>
          <c:spPr>
            <a:solidFill>
              <a:schemeClr val="bg1"/>
            </a:solidFill>
            <a:ln>
              <a:noFill/>
            </a:ln>
          </c:spPr>
          <c:dPt>
            <c:idx val="0"/>
            <c:bubble3D val="0"/>
            <c:spPr>
              <a:solidFill>
                <a:srgbClr val="FFFFFF"/>
              </a:solidFill>
              <a:ln>
                <a:noFill/>
              </a:ln>
            </c:spPr>
            <c:extLst>
              <c:ext xmlns:c16="http://schemas.microsoft.com/office/drawing/2014/chart" uri="{C3380CC4-5D6E-409C-BE32-E72D297353CC}">
                <c16:uniqueId val="{00000001-48BD-471C-9A71-9B3B9DFEBA8D}"/>
              </c:ext>
            </c:extLst>
          </c:dPt>
          <c:dPt>
            <c:idx val="1"/>
            <c:bubble3D val="0"/>
            <c:spPr>
              <a:solidFill>
                <a:srgbClr val="272936"/>
              </a:solidFill>
              <a:ln>
                <a:noFill/>
              </a:ln>
            </c:spPr>
            <c:extLst>
              <c:ext xmlns:c16="http://schemas.microsoft.com/office/drawing/2014/chart" uri="{C3380CC4-5D6E-409C-BE32-E72D297353CC}">
                <c16:uniqueId val="{00000002-48BD-471C-9A71-9B3B9DFEBA8D}"/>
              </c:ext>
            </c:extLst>
          </c:dPt>
          <c:cat>
            <c:strRef>
              <c:f>Sheet1!$A$2:$A$3</c:f>
              <c:strCache>
                <c:ptCount val="2"/>
                <c:pt idx="0">
                  <c:v>1st Qtr</c:v>
                </c:pt>
                <c:pt idx="1">
                  <c:v>2nd Qtr</c:v>
                </c:pt>
              </c:strCache>
            </c:strRef>
          </c:cat>
          <c:val>
            <c:numRef>
              <c:f>Sheet1!$B$2:$B$3</c:f>
              <c:numCache>
                <c:formatCode>General</c:formatCode>
                <c:ptCount val="2"/>
                <c:pt idx="0">
                  <c:v>80</c:v>
                </c:pt>
                <c:pt idx="1">
                  <c:v>20</c:v>
                </c:pt>
              </c:numCache>
            </c:numRef>
          </c:val>
          <c:extLst>
            <c:ext xmlns:c16="http://schemas.microsoft.com/office/drawing/2014/chart" uri="{C3380CC4-5D6E-409C-BE32-E72D297353CC}">
              <c16:uniqueId val="{00000003-48BD-471C-9A71-9B3B9DFEBA8D}"/>
            </c:ext>
          </c:extLst>
        </c:ser>
        <c:dLbls>
          <c:showLegendKey val="0"/>
          <c:showVal val="0"/>
          <c:showCatName val="0"/>
          <c:showSerName val="0"/>
          <c:showPercent val="0"/>
          <c:showBubbleSize val="0"/>
          <c:showLeaderLines val="1"/>
        </c:dLbls>
        <c:firstSliceAng val="198"/>
        <c:holeSize val="90"/>
      </c:doughnutChart>
    </c:plotArea>
    <c:plotVisOnly val="1"/>
    <c:dispBlanksAs val="gap"/>
    <c:showDLblsOverMax val="0"/>
  </c:chart>
  <c:txPr>
    <a:bodyPr/>
    <a:lstStyle/>
    <a:p>
      <a:pPr>
        <a:defRPr sz="1800"/>
      </a:pPr>
      <a:endParaRPr lang="en-US"/>
    </a:p>
  </c:txPr>
  <c:externalData r:id="rId2">
    <c:autoUpdate val="0"/>
  </c:externalData>
</c:chartSpace>
</file>

<file path=ppt/charts/colors1.xml><?xml version="1.0" encoding="utf-8"?>
<cs:colorStyle xmlns:cs="http://schemas.microsoft.com/office/drawing/2012/chartStyle" xmlns:a="http://schemas.openxmlformats.org/drawingml/2006/main" meth="withinLinear" id="16">
  <a:schemeClr val="accent3"/>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28/04/2025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28/04/2025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1826660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EC3E4-6CA9-6F76-B3EC-0463369E0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F6D13-4813-0DF7-1520-AFCFB2C40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559892-0656-40F4-4B2E-261FBB0EBE5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24DEE6-C9EF-B163-9889-30E7729FA2A1}"/>
              </a:ext>
            </a:extLst>
          </p:cNvPr>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887608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C837-65A0-DEB7-9868-75D8F21DB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9F0F9-114D-53CA-B558-1305D26D1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1C401-0C5E-896E-2EF9-C04B654F08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D379B5-F58C-C214-E5AF-C32A36528031}"/>
              </a:ext>
            </a:extLst>
          </p:cNvPr>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3095380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D07F0-3B22-372B-B0D6-B9A3998220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00D295-7374-FA4A-7BF1-9726013621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A4E65-901B-0694-371A-59C0DB6A8D0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78B63-0C8E-473E-5F99-55C7C4C7557B}"/>
              </a:ext>
            </a:extLst>
          </p:cNvPr>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1270456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5C837-65A0-DEB7-9868-75D8F21DB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9F0F9-114D-53CA-B558-1305D26D1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71C401-0C5E-896E-2EF9-C04B654F08B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D379B5-F58C-C214-E5AF-C32A36528031}"/>
              </a:ext>
            </a:extLst>
          </p:cNvPr>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9649515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37797336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11997245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3046694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10699695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60012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24</a:t>
            </a:fld>
            <a:endParaRPr lang="pt-BR"/>
          </a:p>
        </p:txBody>
      </p:sp>
    </p:spTree>
    <p:extLst>
      <p:ext uri="{BB962C8B-B14F-4D97-AF65-F5344CB8AC3E}">
        <p14:creationId xmlns:p14="http://schemas.microsoft.com/office/powerpoint/2010/main" val="41837133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27083116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35521124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31</a:t>
            </a:fld>
            <a:endParaRPr lang="pt-BR"/>
          </a:p>
        </p:txBody>
      </p:sp>
    </p:spTree>
    <p:extLst>
      <p:ext uri="{BB962C8B-B14F-4D97-AF65-F5344CB8AC3E}">
        <p14:creationId xmlns:p14="http://schemas.microsoft.com/office/powerpoint/2010/main" val="452697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32</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hyperlink" Target="http://www.twitter.com/capgemini"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GB"/>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31291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GB"/>
              <a:t>Click to edit Master title style</a:t>
            </a:r>
            <a:endParaRPr lang="de-DE"/>
          </a:p>
        </p:txBody>
      </p:sp>
    </p:spTree>
    <p:extLst>
      <p:ext uri="{BB962C8B-B14F-4D97-AF65-F5344CB8AC3E}">
        <p14:creationId xmlns:p14="http://schemas.microsoft.com/office/powerpoint/2010/main" val="175421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350019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GB"/>
              <a:t>Click to edit Master title style</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49576908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2025 Capgemini. All rights reserved.</a:t>
            </a:r>
          </a:p>
        </p:txBody>
      </p:sp>
      <p:grpSp>
        <p:nvGrpSpPr>
          <p:cNvPr id="10" name="Group 9">
            <a:extLst>
              <a:ext uri="{FF2B5EF4-FFF2-40B4-BE49-F238E27FC236}">
                <a16:creationId xmlns:a16="http://schemas.microsoft.com/office/drawing/2014/main" id="{D2BF7E9C-FD5C-450A-A1FB-17FC5765ED64}"/>
              </a:ext>
            </a:extLst>
          </p:cNvPr>
          <p:cNvGrpSpPr>
            <a:grpSpLocks noChangeAspect="1"/>
          </p:cNvGrpSpPr>
          <p:nvPr userDrawn="1"/>
        </p:nvGrpSpPr>
        <p:grpSpPr>
          <a:xfrm>
            <a:off x="411020" y="984393"/>
            <a:ext cx="2231297" cy="501650"/>
            <a:chOff x="9550400" y="612775"/>
            <a:chExt cx="2231297" cy="501650"/>
          </a:xfrm>
        </p:grpSpPr>
        <p:sp>
          <p:nvSpPr>
            <p:cNvPr id="11" name="Freeform: Shape 10">
              <a:extLst>
                <a:ext uri="{FF2B5EF4-FFF2-40B4-BE49-F238E27FC236}">
                  <a16:creationId xmlns:a16="http://schemas.microsoft.com/office/drawing/2014/main" id="{DD26A2F9-4026-4DA7-B00A-AE48A8B0CD4D}"/>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0DCE7524-34A1-429B-91AD-74BE1F944E06}"/>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68A571-28DB-453F-861D-36D50723ED4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23DB0AA-5015-4FEA-A32D-44257CF2BED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E8CD59B-E3D8-4E45-86AA-3D0BB06038CE}"/>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89736664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FF29F-9DFA-1BA9-BD34-FF671C12E4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77A0AF-E4EE-17B9-C18D-09903CD0EDA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F8B86B-5541-4082-241B-DF9795AAA691}"/>
              </a:ext>
            </a:extLst>
          </p:cNvPr>
          <p:cNvSpPr>
            <a:spLocks noGrp="1"/>
          </p:cNvSpPr>
          <p:nvPr>
            <p:ph type="dt" sz="half" idx="10"/>
          </p:nvPr>
        </p:nvSpPr>
        <p:spPr/>
        <p:txBody>
          <a:bodyPr/>
          <a:lstStyle/>
          <a:p>
            <a:fld id="{55859AC5-0EFA-4BB4-97FA-C113ECFFBC98}" type="datetimeFigureOut">
              <a:rPr lang="en-US" smtClean="0"/>
              <a:t>4/28/2025</a:t>
            </a:fld>
            <a:endParaRPr lang="en-US"/>
          </a:p>
        </p:txBody>
      </p:sp>
      <p:sp>
        <p:nvSpPr>
          <p:cNvPr id="5" name="Footer Placeholder 4">
            <a:extLst>
              <a:ext uri="{FF2B5EF4-FFF2-40B4-BE49-F238E27FC236}">
                <a16:creationId xmlns:a16="http://schemas.microsoft.com/office/drawing/2014/main" id="{34661029-10C2-0144-9A97-813946DD0F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BA2587-58AE-7056-F276-856DA0771932}"/>
              </a:ext>
            </a:extLst>
          </p:cNvPr>
          <p:cNvSpPr>
            <a:spLocks noGrp="1"/>
          </p:cNvSpPr>
          <p:nvPr>
            <p:ph type="sldNum" sz="quarter" idx="12"/>
          </p:nvPr>
        </p:nvSpPr>
        <p:spPr/>
        <p:txBody>
          <a:bodyPr/>
          <a:lstStyle/>
          <a:p>
            <a:fld id="{0D7F44A7-8591-470B-A34B-66664DB071E4}" type="slidenum">
              <a:rPr lang="en-US" smtClean="0"/>
              <a:t>‹#›</a:t>
            </a:fld>
            <a:endParaRPr lang="en-US"/>
          </a:p>
        </p:txBody>
      </p:sp>
    </p:spTree>
    <p:extLst>
      <p:ext uri="{BB962C8B-B14F-4D97-AF65-F5344CB8AC3E}">
        <p14:creationId xmlns:p14="http://schemas.microsoft.com/office/powerpoint/2010/main" val="95412101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Customer Restricted © Capgemini 2025.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901136218"/>
      </p:ext>
    </p:extLst>
  </p:cSld>
  <p:clrMap bg1="lt1" tx1="dk1" bg2="lt2" tx2="dk2" accent1="accent1" accent2="accent2" accent3="accent3" accent4="accent4" accent5="accent5" accent6="accent6" hlink="hlink" folHlink="folHlink"/>
  <p:sldLayoutIdLst>
    <p:sldLayoutId id="2147483969" r:id="rId1"/>
    <p:sldLayoutId id="2147483972" r:id="rId2"/>
    <p:sldLayoutId id="2147483973" r:id="rId3"/>
    <p:sldLayoutId id="2147484037" r:id="rId4"/>
    <p:sldLayoutId id="2147483984" r:id="rId5"/>
    <p:sldLayoutId id="2147484033" r:id="rId6"/>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userDrawn="1">
          <p15:clr>
            <a:srgbClr val="F26B43"/>
          </p15:clr>
        </p15:guide>
        <p15:guide id="11" orient="horz" pos="4071" userDrawn="1">
          <p15:clr>
            <a:srgbClr val="F26B43"/>
          </p15:clr>
        </p15:guide>
        <p15:guide id="12" pos="255" userDrawn="1">
          <p15:clr>
            <a:srgbClr val="F26B43"/>
          </p15:clr>
        </p15:guide>
        <p15:guide id="13" orient="horz" pos="836" userDrawn="1">
          <p15:clr>
            <a:srgbClr val="F26B43"/>
          </p15:clr>
        </p15:guide>
        <p15:guide id="14" orient="horz" pos="245" userDrawn="1">
          <p15:clr>
            <a:srgbClr val="F26B43"/>
          </p15:clr>
        </p15:guide>
        <p15:guide id="15" pos="3840" userDrawn="1">
          <p15:clr>
            <a:srgbClr val="F26B43"/>
          </p15:clr>
        </p15:guide>
        <p15:guide id="16" pos="3899" userDrawn="1">
          <p15:clr>
            <a:srgbClr val="F26B43"/>
          </p15:clr>
        </p15:guide>
        <p15:guide id="17" pos="3783"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 Id="rId9" Type="http://schemas.openxmlformats.org/officeDocument/2006/relationships/image" Target="../media/image27.sv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7.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1.jpeg"/><Relationship Id="rId5" Type="http://schemas.openxmlformats.org/officeDocument/2006/relationships/image" Target="../media/image40.png"/><Relationship Id="rId4" Type="http://schemas.openxmlformats.org/officeDocument/2006/relationships/image" Target="../media/image39.emf"/></Relationships>
</file>

<file path=ppt/slides/_rels/slide14.xml.rels><?xml version="1.0" encoding="UTF-8" standalone="yes"?>
<Relationships xmlns="http://schemas.openxmlformats.org/package/2006/relationships"><Relationship Id="rId8" Type="http://schemas.openxmlformats.org/officeDocument/2006/relationships/hyperlink" Target="https://capgemini-engineering.com/uk/en/industries/communications/marconi-project/" TargetMode="External"/><Relationship Id="rId3" Type="http://schemas.openxmlformats.org/officeDocument/2006/relationships/image" Target="../media/image45.png"/><Relationship Id="rId7" Type="http://schemas.openxmlformats.org/officeDocument/2006/relationships/hyperlink" Target="https://www.vodafone.com/news/press-release/vodafone-and-partners-boost-5g-capacity" TargetMode="External"/><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48.png"/><Relationship Id="rId11" Type="http://schemas.openxmlformats.org/officeDocument/2006/relationships/hyperlink" Target="https://capgemini-engineering.com/us/en/news_press_release/altran-5g-software-framework-now-supported-on-intel-flexran-reference-architecture" TargetMode="External"/><Relationship Id="rId5" Type="http://schemas.openxmlformats.org/officeDocument/2006/relationships/image" Target="../media/image47.png"/><Relationship Id="rId10" Type="http://schemas.openxmlformats.org/officeDocument/2006/relationships/hyperlink" Target="https://capgemini-engineering.com/us/en/news_press_release/altran-collaborates-with-cienas-blue-planet-division-to-address-virtualization-and-orchestration-needs-for-5g/" TargetMode="External"/><Relationship Id="rId4" Type="http://schemas.openxmlformats.org/officeDocument/2006/relationships/image" Target="../media/image46.png"/><Relationship Id="rId9" Type="http://schemas.openxmlformats.org/officeDocument/2006/relationships/hyperlink" Target="https://capgemini-engineering.com/us/en/news_press_release/altran-collaborates-with-qualcomm-to-deliver-5g-nr-software-for-enhanced-public-private-5g-network-solutions/"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3.xml"/><Relationship Id="rId13" Type="http://schemas.openxmlformats.org/officeDocument/2006/relationships/image" Target="../media/image53.png"/><Relationship Id="rId18" Type="http://schemas.openxmlformats.org/officeDocument/2006/relationships/image" Target="../media/image58.svg"/><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image" Target="../media/image52.svg"/><Relationship Id="rId17" Type="http://schemas.openxmlformats.org/officeDocument/2006/relationships/image" Target="../media/image57.png"/><Relationship Id="rId2" Type="http://schemas.openxmlformats.org/officeDocument/2006/relationships/tags" Target="../tags/tag3.xml"/><Relationship Id="rId16" Type="http://schemas.openxmlformats.org/officeDocument/2006/relationships/image" Target="../media/image56.svg"/><Relationship Id="rId20" Type="http://schemas.openxmlformats.org/officeDocument/2006/relationships/image" Target="../media/image60.sv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image" Target="../media/image51.png"/><Relationship Id="rId5" Type="http://schemas.openxmlformats.org/officeDocument/2006/relationships/tags" Target="../tags/tag6.xml"/><Relationship Id="rId15" Type="http://schemas.openxmlformats.org/officeDocument/2006/relationships/image" Target="../media/image55.png"/><Relationship Id="rId10" Type="http://schemas.openxmlformats.org/officeDocument/2006/relationships/image" Target="../media/image50.svg"/><Relationship Id="rId19" Type="http://schemas.openxmlformats.org/officeDocument/2006/relationships/image" Target="../media/image59.png"/><Relationship Id="rId4" Type="http://schemas.openxmlformats.org/officeDocument/2006/relationships/tags" Target="../tags/tag5.xml"/><Relationship Id="rId9" Type="http://schemas.openxmlformats.org/officeDocument/2006/relationships/image" Target="../media/image49.png"/><Relationship Id="rId14" Type="http://schemas.openxmlformats.org/officeDocument/2006/relationships/image" Target="../media/image54.svg"/></Relationships>
</file>

<file path=ppt/slides/_rels/slide17.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11.xml"/><Relationship Id="rId7" Type="http://schemas.openxmlformats.org/officeDocument/2006/relationships/slideLayout" Target="../slideLayouts/slideLayout3.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s>
</file>

<file path=ppt/slides/_rels/slide18.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slideLayout" Target="../slideLayouts/slideLayout3.xml"/><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tags" Target="../tags/tag2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tags" Target="../tags/tag25.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8.xml"/><Relationship Id="rId1" Type="http://schemas.openxmlformats.org/officeDocument/2006/relationships/tags" Target="../tags/tag27.xml"/></Relationships>
</file>

<file path=ppt/slides/_rels/slide22.xml.rels><?xml version="1.0" encoding="UTF-8" standalone="yes"?>
<Relationships xmlns="http://schemas.openxmlformats.org/package/2006/relationships"><Relationship Id="rId8" Type="http://schemas.openxmlformats.org/officeDocument/2006/relationships/image" Target="../media/image64.jpeg"/><Relationship Id="rId13" Type="http://schemas.openxmlformats.org/officeDocument/2006/relationships/image" Target="../media/image69.png"/><Relationship Id="rId18" Type="http://schemas.openxmlformats.org/officeDocument/2006/relationships/image" Target="../media/image74.jpeg"/><Relationship Id="rId3" Type="http://schemas.openxmlformats.org/officeDocument/2006/relationships/tags" Target="../tags/tag31.xml"/><Relationship Id="rId21" Type="http://schemas.openxmlformats.org/officeDocument/2006/relationships/image" Target="../media/image77.png"/><Relationship Id="rId7" Type="http://schemas.openxmlformats.org/officeDocument/2006/relationships/image" Target="../media/image63.png"/><Relationship Id="rId12" Type="http://schemas.openxmlformats.org/officeDocument/2006/relationships/image" Target="../media/image68.png"/><Relationship Id="rId17" Type="http://schemas.openxmlformats.org/officeDocument/2006/relationships/image" Target="../media/image73.png"/><Relationship Id="rId2" Type="http://schemas.openxmlformats.org/officeDocument/2006/relationships/tags" Target="../tags/tag30.xml"/><Relationship Id="rId16" Type="http://schemas.openxmlformats.org/officeDocument/2006/relationships/image" Target="../media/image72.png"/><Relationship Id="rId20" Type="http://schemas.openxmlformats.org/officeDocument/2006/relationships/image" Target="../media/image76.png"/><Relationship Id="rId1" Type="http://schemas.openxmlformats.org/officeDocument/2006/relationships/tags" Target="../tags/tag29.xml"/><Relationship Id="rId6" Type="http://schemas.openxmlformats.org/officeDocument/2006/relationships/image" Target="../media/image62.jpeg"/><Relationship Id="rId11" Type="http://schemas.openxmlformats.org/officeDocument/2006/relationships/image" Target="../media/image67.png"/><Relationship Id="rId24" Type="http://schemas.openxmlformats.org/officeDocument/2006/relationships/image" Target="../media/image80.jpeg"/><Relationship Id="rId5" Type="http://schemas.openxmlformats.org/officeDocument/2006/relationships/image" Target="../media/image61.png"/><Relationship Id="rId15" Type="http://schemas.openxmlformats.org/officeDocument/2006/relationships/image" Target="../media/image71.png"/><Relationship Id="rId23" Type="http://schemas.openxmlformats.org/officeDocument/2006/relationships/image" Target="../media/image79.jpeg"/><Relationship Id="rId10" Type="http://schemas.openxmlformats.org/officeDocument/2006/relationships/image" Target="../media/image66.png"/><Relationship Id="rId19" Type="http://schemas.openxmlformats.org/officeDocument/2006/relationships/image" Target="../media/image75.jpeg"/><Relationship Id="rId4" Type="http://schemas.openxmlformats.org/officeDocument/2006/relationships/slideLayout" Target="../slideLayouts/slideLayout3.xml"/><Relationship Id="rId9" Type="http://schemas.openxmlformats.org/officeDocument/2006/relationships/image" Target="../media/image65.jpeg"/><Relationship Id="rId14" Type="http://schemas.openxmlformats.org/officeDocument/2006/relationships/image" Target="../media/image70.emf"/><Relationship Id="rId22" Type="http://schemas.openxmlformats.org/officeDocument/2006/relationships/image" Target="../media/image78.jpe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82.svg"/><Relationship Id="rId4" Type="http://schemas.openxmlformats.org/officeDocument/2006/relationships/image" Target="../media/image81.png"/></Relationships>
</file>

<file path=ppt/slides/_rels/slide24.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3.png"/><Relationship Id="rId7" Type="http://schemas.microsoft.com/office/2007/relationships/hdphoto" Target="../media/hdphoto1.wdp"/><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8.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90.jpe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Person holding smartphone">
            <a:extLst>
              <a:ext uri="{FF2B5EF4-FFF2-40B4-BE49-F238E27FC236}">
                <a16:creationId xmlns:a16="http://schemas.microsoft.com/office/drawing/2014/main" id="{0409412D-D756-6324-4DE4-D421BDD244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5733" y="3181350"/>
            <a:ext cx="6536267" cy="3676650"/>
          </a:xfrm>
          <a:prstGeom prst="rect">
            <a:avLst/>
          </a:prstGeom>
        </p:spPr>
      </p:pic>
      <p:sp>
        <p:nvSpPr>
          <p:cNvPr id="2" name="Title 1">
            <a:extLst>
              <a:ext uri="{FF2B5EF4-FFF2-40B4-BE49-F238E27FC236}">
                <a16:creationId xmlns:a16="http://schemas.microsoft.com/office/drawing/2014/main" id="{CDE0BC49-4F60-0ACD-C679-A4A5AE8BDBA2}"/>
              </a:ext>
            </a:extLst>
          </p:cNvPr>
          <p:cNvSpPr>
            <a:spLocks noGrp="1"/>
          </p:cNvSpPr>
          <p:nvPr>
            <p:ph type="ctrTitle"/>
          </p:nvPr>
        </p:nvSpPr>
        <p:spPr>
          <a:xfrm>
            <a:off x="184680" y="1282053"/>
            <a:ext cx="5139795" cy="2268000"/>
          </a:xfrm>
        </p:spPr>
        <p:txBody>
          <a:bodyPr anchor="ctr" anchorCtr="0">
            <a:noAutofit/>
          </a:bodyPr>
          <a:lstStyle/>
          <a:p>
            <a:pPr>
              <a:lnSpc>
                <a:spcPct val="110000"/>
              </a:lnSpc>
            </a:pPr>
            <a:r>
              <a:rPr lang="en-US" sz="3600"/>
              <a:t>Response to Mobile Access Engineering</a:t>
            </a:r>
            <a:br>
              <a:rPr lang="en-US" sz="3600"/>
            </a:br>
            <a:r>
              <a:rPr lang="en-US" sz="3600"/>
              <a:t>Cost Transformation</a:t>
            </a:r>
            <a:br>
              <a:rPr lang="en-US" sz="3600"/>
            </a:br>
            <a:r>
              <a:rPr lang="en-US" sz="3600" err="1"/>
              <a:t>Programme</a:t>
            </a:r>
            <a:r>
              <a:rPr lang="en-US" sz="3600"/>
              <a:t> Support</a:t>
            </a:r>
            <a:endParaRPr lang="en-GB" sz="3600"/>
          </a:p>
        </p:txBody>
      </p:sp>
      <p:sp>
        <p:nvSpPr>
          <p:cNvPr id="3" name="Subtitle 2">
            <a:extLst>
              <a:ext uri="{FF2B5EF4-FFF2-40B4-BE49-F238E27FC236}">
                <a16:creationId xmlns:a16="http://schemas.microsoft.com/office/drawing/2014/main" id="{5616D856-C52C-AD13-FA68-B659B185A2D3}"/>
              </a:ext>
            </a:extLst>
          </p:cNvPr>
          <p:cNvSpPr>
            <a:spLocks noGrp="1"/>
          </p:cNvSpPr>
          <p:nvPr>
            <p:ph type="subTitle" idx="1"/>
          </p:nvPr>
        </p:nvSpPr>
        <p:spPr>
          <a:xfrm>
            <a:off x="404813" y="4537390"/>
            <a:ext cx="8640000" cy="360000"/>
          </a:xfrm>
        </p:spPr>
        <p:txBody>
          <a:bodyPr anchor="ctr" anchorCtr="0">
            <a:noAutofit/>
          </a:bodyPr>
          <a:lstStyle/>
          <a:p>
            <a:r>
              <a:rPr lang="en-GB" sz="1800"/>
              <a:t>10 January 2025</a:t>
            </a:r>
          </a:p>
        </p:txBody>
      </p:sp>
      <p:grpSp>
        <p:nvGrpSpPr>
          <p:cNvPr id="14" name="Group 13">
            <a:extLst>
              <a:ext uri="{FF2B5EF4-FFF2-40B4-BE49-F238E27FC236}">
                <a16:creationId xmlns:a16="http://schemas.microsoft.com/office/drawing/2014/main" id="{572973D3-81AC-DE1C-5977-86A55E6DAE06}"/>
              </a:ext>
            </a:extLst>
          </p:cNvPr>
          <p:cNvGrpSpPr/>
          <p:nvPr/>
        </p:nvGrpSpPr>
        <p:grpSpPr>
          <a:xfrm>
            <a:off x="7227070" y="6517658"/>
            <a:ext cx="4746321" cy="219669"/>
            <a:chOff x="7227070" y="6517658"/>
            <a:chExt cx="4746321" cy="219669"/>
          </a:xfrm>
        </p:grpSpPr>
        <p:sp>
          <p:nvSpPr>
            <p:cNvPr id="12" name="Rectangle 27">
              <a:extLst>
                <a:ext uri="{FF2B5EF4-FFF2-40B4-BE49-F238E27FC236}">
                  <a16:creationId xmlns:a16="http://schemas.microsoft.com/office/drawing/2014/main" id="{1E1926D8-44F2-6D88-C55F-CE6749E9FAD2}"/>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Customer Restricted © Capgemini 2025. All rights reserved  |</a:t>
              </a:r>
            </a:p>
          </p:txBody>
        </p:sp>
        <p:sp>
          <p:nvSpPr>
            <p:cNvPr id="13" name="Rectangle 43">
              <a:extLst>
                <a:ext uri="{FF2B5EF4-FFF2-40B4-BE49-F238E27FC236}">
                  <a16:creationId xmlns:a16="http://schemas.microsoft.com/office/drawing/2014/main" id="{A77F5863-CCFF-8C37-20CF-7A41038D0E5A}"/>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1</a:t>
              </a:fld>
              <a:endParaRPr lang="en-US" sz="800">
                <a:solidFill>
                  <a:srgbClr val="A6A6A6"/>
                </a:solidFill>
                <a:latin typeface="Ubuntu" panose="020B0504030602030204" pitchFamily="34" charset="0"/>
                <a:cs typeface="Arial" panose="020B0604020202020204" pitchFamily="34" charset="0"/>
              </a:endParaRPr>
            </a:p>
          </p:txBody>
        </p:sp>
      </p:grpSp>
      <p:pic>
        <p:nvPicPr>
          <p:cNvPr id="11" name="Image 27">
            <a:extLst>
              <a:ext uri="{FF2B5EF4-FFF2-40B4-BE49-F238E27FC236}">
                <a16:creationId xmlns:a16="http://schemas.microsoft.com/office/drawing/2014/main" id="{E0BAEE84-703D-EC2E-6189-EDC0A3D724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0427809" flipV="1">
            <a:off x="1573342" y="-331387"/>
            <a:ext cx="9813045" cy="6938208"/>
          </a:xfrm>
          <a:prstGeom prst="rect">
            <a:avLst/>
          </a:prstGeom>
        </p:spPr>
      </p:pic>
    </p:spTree>
    <p:extLst>
      <p:ext uri="{BB962C8B-B14F-4D97-AF65-F5344CB8AC3E}">
        <p14:creationId xmlns:p14="http://schemas.microsoft.com/office/powerpoint/2010/main" val="720737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4E3E385-7EF2-A8B9-D184-8162A7196F4E}"/>
              </a:ext>
            </a:extLst>
          </p:cNvPr>
          <p:cNvSpPr/>
          <p:nvPr/>
        </p:nvSpPr>
        <p:spPr>
          <a:xfrm>
            <a:off x="-7742" y="0"/>
            <a:ext cx="5400627" cy="6858000"/>
          </a:xfrm>
          <a:prstGeom prst="rect">
            <a:avLst/>
          </a:prstGeom>
          <a:blipFill>
            <a:blip r:embed="rId2"/>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Rectangle 1">
            <a:extLst>
              <a:ext uri="{FF2B5EF4-FFF2-40B4-BE49-F238E27FC236}">
                <a16:creationId xmlns:a16="http://schemas.microsoft.com/office/drawing/2014/main" id="{A8F2E4F9-B95A-2BE2-1FDF-028AEE393064}"/>
              </a:ext>
              <a:ext uri="{C183D7F6-B498-43B3-948B-1728B52AA6E4}">
                <adec:decorative xmlns:adec="http://schemas.microsoft.com/office/drawing/2017/decorative" val="1"/>
              </a:ext>
            </a:extLst>
          </p:cNvPr>
          <p:cNvSpPr/>
          <p:nvPr/>
        </p:nvSpPr>
        <p:spPr bwMode="white">
          <a:xfrm>
            <a:off x="0" y="0"/>
            <a:ext cx="5392885"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endParaRPr>
          </a:p>
        </p:txBody>
      </p:sp>
      <p:sp>
        <p:nvSpPr>
          <p:cNvPr id="15" name="Title 1">
            <a:extLst>
              <a:ext uri="{FF2B5EF4-FFF2-40B4-BE49-F238E27FC236}">
                <a16:creationId xmlns:a16="http://schemas.microsoft.com/office/drawing/2014/main" id="{8758E5FC-AF3C-F7AB-FE09-00CF686D2F75}"/>
              </a:ext>
            </a:extLst>
          </p:cNvPr>
          <p:cNvSpPr txBox="1">
            <a:spLocks/>
          </p:cNvSpPr>
          <p:nvPr/>
        </p:nvSpPr>
        <p:spPr>
          <a:xfrm>
            <a:off x="5812554" y="727361"/>
            <a:ext cx="5940000" cy="492443"/>
          </a:xfrm>
          <a:prstGeom prst="rect">
            <a:avLst/>
          </a:prstGeom>
        </p:spPr>
        <p:txBody>
          <a:bodyPr vert="horz" lIns="0" tIns="0" rIns="0" bIns="0" rtlCol="0" anchor="b" anchorCtr="0">
            <a:spAutoFit/>
          </a:bodyPr>
          <a:lstStyle>
            <a:lvl1pPr marL="0" marR="0" indent="0" algn="l" defTabSz="914400" rtl="0" eaLnBrk="1" fontAlgn="auto" latinLnBrk="0" hangingPunct="1">
              <a:lnSpc>
                <a:spcPct val="80000"/>
              </a:lnSpc>
              <a:spcBef>
                <a:spcPct val="0"/>
              </a:spcBef>
              <a:spcAft>
                <a:spcPts val="0"/>
              </a:spcAft>
              <a:buClrTx/>
              <a:buSzTx/>
              <a:buFontTx/>
              <a:buNone/>
              <a:tabLst/>
              <a:defRPr kumimoji="0" lang="en-US" sz="6000" b="0" i="0" u="none" strike="noStrike" kern="1200" cap="all" spc="0" normalizeH="0" baseline="0" noProof="0">
                <a:ln>
                  <a:noFill/>
                </a:ln>
                <a:solidFill>
                  <a:schemeClr val="bg1"/>
                </a:solidFill>
                <a:effectLst/>
                <a:uLnTx/>
                <a:uFillTx/>
                <a:latin typeface="+mj-lt"/>
                <a:ea typeface="+mj-ea"/>
                <a:cs typeface="+mj-cs"/>
              </a:defRPr>
            </a:lvl1pPr>
          </a:lstStyle>
          <a:p>
            <a:r>
              <a:rPr lang="en-GB" sz="4000"/>
              <a:t>Content</a:t>
            </a:r>
          </a:p>
        </p:txBody>
      </p:sp>
      <p:sp>
        <p:nvSpPr>
          <p:cNvPr id="16" name="Text Placeholder 3">
            <a:extLst>
              <a:ext uri="{FF2B5EF4-FFF2-40B4-BE49-F238E27FC236}">
                <a16:creationId xmlns:a16="http://schemas.microsoft.com/office/drawing/2014/main" id="{86CDD3B2-42A0-080E-BB01-977AD95BCC9B}"/>
              </a:ext>
            </a:extLst>
          </p:cNvPr>
          <p:cNvSpPr txBox="1">
            <a:spLocks/>
          </p:cNvSpPr>
          <p:nvPr/>
        </p:nvSpPr>
        <p:spPr>
          <a:xfrm>
            <a:off x="5812554" y="1337078"/>
            <a:ext cx="5940000" cy="5040000"/>
          </a:xfrm>
          <a:prstGeom prst="rect">
            <a:avLst/>
          </a:prstGeom>
        </p:spPr>
        <p:txBody>
          <a:bodyPr lIns="91440" tIns="45720" rIns="91440" bIns="45720" anchor="t"/>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600"/>
              </a:spcBef>
              <a:buFont typeface="+mj-lt"/>
              <a:buAutoNum type="arabicPeriod"/>
            </a:pPr>
            <a:r>
              <a:rPr lang="en-US" sz="1800">
                <a:solidFill>
                  <a:schemeClr val="bg1"/>
                </a:solidFill>
              </a:rPr>
              <a:t>Capgemini Overview</a:t>
            </a:r>
          </a:p>
          <a:p>
            <a:pPr marL="342900" indent="-342900">
              <a:spcBef>
                <a:spcPts val="600"/>
              </a:spcBef>
              <a:buFont typeface="+mj-lt"/>
              <a:buAutoNum type="arabicPeriod"/>
            </a:pPr>
            <a:r>
              <a:rPr lang="en-US" sz="1800">
                <a:solidFill>
                  <a:schemeClr val="bg1"/>
                </a:solidFill>
              </a:rPr>
              <a:t>Large Transformation Experience - RAN</a:t>
            </a:r>
          </a:p>
          <a:p>
            <a:pPr marL="342900" indent="-342900">
              <a:spcBef>
                <a:spcPts val="600"/>
              </a:spcBef>
              <a:buAutoNum type="arabicPeriod"/>
            </a:pPr>
            <a:r>
              <a:rPr lang="en-US" sz="1800">
                <a:solidFill>
                  <a:schemeClr val="bg1"/>
                </a:solidFill>
              </a:rPr>
              <a:t>Large Transformation Experience – Cost Transformation </a:t>
            </a:r>
          </a:p>
          <a:p>
            <a:pPr marL="342900" indent="-342900">
              <a:spcBef>
                <a:spcPts val="600"/>
              </a:spcBef>
              <a:buFont typeface="+mj-lt"/>
              <a:buAutoNum type="arabicPeriod"/>
            </a:pPr>
            <a:r>
              <a:rPr lang="en-US" sz="1800">
                <a:solidFill>
                  <a:schemeClr val="bg1"/>
                </a:solidFill>
              </a:rPr>
              <a:t>Gain-Share Models Experience</a:t>
            </a:r>
          </a:p>
          <a:p>
            <a:pPr marL="342900" indent="-342900">
              <a:spcBef>
                <a:spcPts val="600"/>
              </a:spcBef>
              <a:buFont typeface="+mj-lt"/>
              <a:buAutoNum type="arabicPeriod"/>
            </a:pPr>
            <a:r>
              <a:rPr lang="en-US" sz="1800">
                <a:solidFill>
                  <a:schemeClr val="bg1"/>
                </a:solidFill>
              </a:rPr>
              <a:t>Proposed PMO/ TMO structure</a:t>
            </a:r>
          </a:p>
          <a:p>
            <a:pPr marL="342900" indent="-342900">
              <a:spcBef>
                <a:spcPts val="600"/>
              </a:spcBef>
              <a:buFont typeface="+mj-lt"/>
              <a:buAutoNum type="arabicPeriod"/>
            </a:pPr>
            <a:r>
              <a:rPr lang="en-US" sz="1800">
                <a:solidFill>
                  <a:schemeClr val="bg1"/>
                </a:solidFill>
              </a:rPr>
              <a:t>Measurement and Reporting</a:t>
            </a:r>
          </a:p>
          <a:p>
            <a:pPr marL="342900" indent="-342900">
              <a:spcBef>
                <a:spcPts val="600"/>
              </a:spcBef>
              <a:buFont typeface="+mj-lt"/>
              <a:buAutoNum type="arabicPeriod"/>
            </a:pPr>
            <a:r>
              <a:rPr lang="en-US" sz="1800">
                <a:solidFill>
                  <a:schemeClr val="bg1"/>
                </a:solidFill>
              </a:rPr>
              <a:t>References</a:t>
            </a:r>
          </a:p>
        </p:txBody>
      </p:sp>
      <p:sp>
        <p:nvSpPr>
          <p:cNvPr id="31" name="Rectangle 30">
            <a:extLst>
              <a:ext uri="{FF2B5EF4-FFF2-40B4-BE49-F238E27FC236}">
                <a16:creationId xmlns:a16="http://schemas.microsoft.com/office/drawing/2014/main" id="{061B68ED-6373-AA07-DEA8-EFE25CAA63F9}"/>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Tree>
    <p:extLst>
      <p:ext uri="{BB962C8B-B14F-4D97-AF65-F5344CB8AC3E}">
        <p14:creationId xmlns:p14="http://schemas.microsoft.com/office/powerpoint/2010/main" val="2774191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sp>
        <p:nvSpPr>
          <p:cNvPr id="19" name="object 5">
            <a:extLst>
              <a:ext uri="{FF2B5EF4-FFF2-40B4-BE49-F238E27FC236}">
                <a16:creationId xmlns:a16="http://schemas.microsoft.com/office/drawing/2014/main" id="{B3D9664B-5CF2-00B5-C2FD-C67572D33AD4}"/>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701" marR="3081">
              <a:lnSpc>
                <a:spcPct val="120000"/>
              </a:lnSpc>
              <a:spcBef>
                <a:spcPts val="0"/>
              </a:spcBef>
            </a:pPr>
            <a:r>
              <a:rPr lang="en-GB" sz="4800" spc="-6">
                <a:solidFill>
                  <a:schemeClr val="accent1"/>
                </a:solidFill>
                <a:latin typeface="Ubuntu" panose="020B0504030602030204" pitchFamily="34" charset="0"/>
              </a:rPr>
              <a:t>1.</a:t>
            </a:r>
          </a:p>
          <a:p>
            <a:pPr marL="7701" marR="3081">
              <a:lnSpc>
                <a:spcPct val="120000"/>
              </a:lnSpc>
              <a:spcBef>
                <a:spcPts val="0"/>
              </a:spcBef>
            </a:pPr>
            <a:r>
              <a:rPr lang="en-GB" sz="2800" b="1" spc="-6">
                <a:latin typeface="Ubuntu" panose="020B0504030602030204" pitchFamily="34" charset="0"/>
              </a:rPr>
              <a:t>Capgemini Overview</a:t>
            </a:r>
          </a:p>
        </p:txBody>
      </p:sp>
      <p:grpSp>
        <p:nvGrpSpPr>
          <p:cNvPr id="24" name="Group 23">
            <a:extLst>
              <a:ext uri="{FF2B5EF4-FFF2-40B4-BE49-F238E27FC236}">
                <a16:creationId xmlns:a16="http://schemas.microsoft.com/office/drawing/2014/main" id="{340EC1D9-FAE8-6D08-44A3-5C1E1BB8B826}"/>
              </a:ext>
            </a:extLst>
          </p:cNvPr>
          <p:cNvGrpSpPr/>
          <p:nvPr/>
        </p:nvGrpSpPr>
        <p:grpSpPr>
          <a:xfrm>
            <a:off x="7227070" y="6517658"/>
            <a:ext cx="4746321" cy="219669"/>
            <a:chOff x="7227070" y="6517658"/>
            <a:chExt cx="4746321" cy="219669"/>
          </a:xfrm>
        </p:grpSpPr>
        <p:sp>
          <p:nvSpPr>
            <p:cNvPr id="25" name="Rectangle 27">
              <a:extLst>
                <a:ext uri="{FF2B5EF4-FFF2-40B4-BE49-F238E27FC236}">
                  <a16:creationId xmlns:a16="http://schemas.microsoft.com/office/drawing/2014/main" id="{0A294A59-D488-D107-C7E4-18F017AEF08D}"/>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a:t>
              </a:r>
            </a:p>
          </p:txBody>
        </p:sp>
        <p:sp>
          <p:nvSpPr>
            <p:cNvPr id="26" name="Rectangle 43">
              <a:extLst>
                <a:ext uri="{FF2B5EF4-FFF2-40B4-BE49-F238E27FC236}">
                  <a16:creationId xmlns:a16="http://schemas.microsoft.com/office/drawing/2014/main" id="{EDFB1908-B00C-1131-F3BE-1CC384718F25}"/>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GB" sz="800" smtClean="0">
                  <a:solidFill>
                    <a:srgbClr val="A6A6A6"/>
                  </a:solidFill>
                  <a:latin typeface="Ubuntu" panose="020B0504030602030204" pitchFamily="34" charset="0"/>
                  <a:cs typeface="Arial" panose="020B0604020202020204" pitchFamily="34" charset="0"/>
                </a:rPr>
                <a:pPr algn="r"/>
                <a:t>3</a:t>
              </a:fld>
              <a:endParaRPr lang="en-GB" sz="800">
                <a:solidFill>
                  <a:srgbClr val="A6A6A6"/>
                </a:solidFill>
                <a:latin typeface="Ubuntu" panose="020B050403060203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77FB7716-8652-D063-5E5A-676A69122E84}"/>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2.1</a:t>
            </a:r>
          </a:p>
          <a:p>
            <a:pPr marL="0" lvl="1" algn="ctr">
              <a:lnSpc>
                <a:spcPct val="115000"/>
              </a:lnSpc>
              <a:buClr>
                <a:srgbClr val="4472C4"/>
              </a:buClr>
            </a:pPr>
            <a:r>
              <a:rPr lang="en-GB" sz="1100" b="1">
                <a:solidFill>
                  <a:schemeClr val="bg1"/>
                </a:solidFill>
                <a:effectLst/>
                <a:ea typeface="Times New Roman" panose="02020603050405020304" pitchFamily="18" charset="0"/>
              </a:rPr>
              <a:t>Company Overview: </a:t>
            </a:r>
            <a:r>
              <a:rPr lang="en-GB" sz="1100" b="0">
                <a:solidFill>
                  <a:schemeClr val="bg1"/>
                </a:solidFill>
                <a:effectLst/>
                <a:ea typeface="Times New Roman" panose="02020603050405020304" pitchFamily="18" charset="0"/>
              </a:rPr>
              <a:t>Brief description of the company, including core competencies and areas of expertise related to cost transformation.</a:t>
            </a:r>
            <a:endParaRPr lang="en-GB" sz="1100" b="1">
              <a:solidFill>
                <a:schemeClr val="bg1"/>
              </a:solidFill>
              <a:effectLst/>
            </a:endParaRPr>
          </a:p>
        </p:txBody>
      </p:sp>
    </p:spTree>
    <p:extLst>
      <p:ext uri="{BB962C8B-B14F-4D97-AF65-F5344CB8AC3E}">
        <p14:creationId xmlns:p14="http://schemas.microsoft.com/office/powerpoint/2010/main" val="21125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0" tIns="0" rIns="0" bIns="0" rtlCol="0" anchor="b">
            <a:noAutofit/>
          </a:bodyPr>
          <a:lstStyle/>
          <a:p>
            <a:r>
              <a:rPr lang="en-GB" sz="2700"/>
              <a:t>Capgemini Group: a unique global transformation powerhouse</a:t>
            </a:r>
          </a:p>
        </p:txBody>
      </p:sp>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5" name="TextBox 4">
            <a:extLst>
              <a:ext uri="{FF2B5EF4-FFF2-40B4-BE49-F238E27FC236}">
                <a16:creationId xmlns:a16="http://schemas.microsoft.com/office/drawing/2014/main" id="{F736BBCB-ABED-3211-3851-BA0CABA9581E}"/>
              </a:ext>
            </a:extLst>
          </p:cNvPr>
          <p:cNvSpPr txBox="1"/>
          <p:nvPr/>
        </p:nvSpPr>
        <p:spPr>
          <a:xfrm>
            <a:off x="7974430" y="1443131"/>
            <a:ext cx="3850017" cy="483209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rPr>
              <a:t>WHO WE ARE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rPr>
              <a:t>Capgemini is a leading and unique E2E professional service provider, bringing together the world’s largest engineering organization, system integration and management consulting.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FFFFFF"/>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rPr>
              <a:t>Telecom is top priority industry, within our full-service consulting organization.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a:ln>
                <a:noFill/>
              </a:ln>
              <a:solidFill>
                <a:srgbClr val="FFFFFF"/>
              </a:solidFill>
              <a:effectLst/>
              <a:uLnTx/>
              <a:uFillTx/>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rPr>
              <a:t>We are a passionate and dedicated team with sharp industry knowledge and dedication to business outcomes, and we leverage our capabilities and other industry experts to bring the right expertise both from within and outside the sector to our clients.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a:solidFill>
                <a:srgbClr val="FFFFFF"/>
              </a:solidFill>
            </a:endParaRPr>
          </a:p>
          <a:p>
            <a:pPr>
              <a:defRPr/>
            </a:pPr>
            <a:r>
              <a:rPr lang="en-US" sz="1400" b="0" i="0" u="none" strike="noStrike">
                <a:solidFill>
                  <a:srgbClr val="FFFFFF"/>
                </a:solidFill>
                <a:effectLst/>
              </a:rPr>
              <a:t>With a bold strategic perspective and a unique set of capabilities, we aspire reinvent the telecom industry, supporting our clients in their pivot to innovation and growth.</a:t>
            </a:r>
            <a:r>
              <a:rPr lang="en-US" sz="1400" b="0" i="0">
                <a:solidFill>
                  <a:srgbClr val="000000"/>
                </a:solidFill>
                <a:effectLst/>
              </a:rPr>
              <a:t>​</a:t>
            </a:r>
            <a:endParaRPr kumimoji="0" lang="en-US" sz="1400" b="0" i="0" u="none" strike="noStrike" kern="1200" cap="none" spc="0" normalizeH="0" baseline="0" noProof="0">
              <a:ln>
                <a:noFill/>
              </a:ln>
              <a:solidFill>
                <a:srgbClr val="FFFFFF"/>
              </a:solidFill>
              <a:effectLst/>
              <a:uLnTx/>
              <a:uFillTx/>
            </a:endParaRPr>
          </a:p>
        </p:txBody>
      </p:sp>
      <p:grpSp>
        <p:nvGrpSpPr>
          <p:cNvPr id="6" name="Group 5">
            <a:extLst>
              <a:ext uri="{FF2B5EF4-FFF2-40B4-BE49-F238E27FC236}">
                <a16:creationId xmlns:a16="http://schemas.microsoft.com/office/drawing/2014/main" id="{7AAC9425-5B89-0BCA-DB81-B9DF23B7E716}"/>
              </a:ext>
            </a:extLst>
          </p:cNvPr>
          <p:cNvGrpSpPr/>
          <p:nvPr/>
        </p:nvGrpSpPr>
        <p:grpSpPr>
          <a:xfrm>
            <a:off x="554170" y="1443131"/>
            <a:ext cx="7575581" cy="4322819"/>
            <a:chOff x="616923" y="1645748"/>
            <a:chExt cx="7575581" cy="4322819"/>
          </a:xfrm>
        </p:grpSpPr>
        <p:grpSp>
          <p:nvGrpSpPr>
            <p:cNvPr id="7" name="Group 6">
              <a:extLst>
                <a:ext uri="{FF2B5EF4-FFF2-40B4-BE49-F238E27FC236}">
                  <a16:creationId xmlns:a16="http://schemas.microsoft.com/office/drawing/2014/main" id="{26732FC3-824A-27C1-9FCE-539DD4CE1848}"/>
                </a:ext>
              </a:extLst>
            </p:cNvPr>
            <p:cNvGrpSpPr/>
            <p:nvPr/>
          </p:nvGrpSpPr>
          <p:grpSpPr>
            <a:xfrm>
              <a:off x="798214" y="1645748"/>
              <a:ext cx="7394290" cy="3699256"/>
              <a:chOff x="127536" y="-222508"/>
              <a:chExt cx="11192288" cy="5246603"/>
            </a:xfrm>
          </p:grpSpPr>
          <p:cxnSp>
            <p:nvCxnSpPr>
              <p:cNvPr id="35" name="Straight Connector 34">
                <a:extLst>
                  <a:ext uri="{FF2B5EF4-FFF2-40B4-BE49-F238E27FC236}">
                    <a16:creationId xmlns:a16="http://schemas.microsoft.com/office/drawing/2014/main" id="{5271BF01-D915-5519-C4B0-F0BC99BD9127}"/>
                  </a:ext>
                </a:extLst>
              </p:cNvPr>
              <p:cNvCxnSpPr/>
              <p:nvPr/>
            </p:nvCxnSpPr>
            <p:spPr>
              <a:xfrm>
                <a:off x="2665681" y="1287710"/>
                <a:ext cx="2748283" cy="140497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6" name="Picture 35">
                <a:extLst>
                  <a:ext uri="{FF2B5EF4-FFF2-40B4-BE49-F238E27FC236}">
                    <a16:creationId xmlns:a16="http://schemas.microsoft.com/office/drawing/2014/main" id="{0CF3E799-2525-01F4-7C1D-D43408DF6F0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665299" y="3290617"/>
                <a:ext cx="3538410" cy="792089"/>
              </a:xfrm>
              <a:prstGeom prst="rect">
                <a:avLst/>
              </a:prstGeom>
            </p:spPr>
          </p:pic>
          <p:pic>
            <p:nvPicPr>
              <p:cNvPr id="37" name="Picture 36">
                <a:extLst>
                  <a:ext uri="{FF2B5EF4-FFF2-40B4-BE49-F238E27FC236}">
                    <a16:creationId xmlns:a16="http://schemas.microsoft.com/office/drawing/2014/main" id="{71F551AB-8A44-9D01-F2B7-7EEDA7D2B3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27536" y="-222508"/>
                <a:ext cx="3931624" cy="598086"/>
              </a:xfrm>
              <a:prstGeom prst="rect">
                <a:avLst/>
              </a:prstGeom>
            </p:spPr>
          </p:pic>
          <p:pic>
            <p:nvPicPr>
              <p:cNvPr id="38" name="Picture 37">
                <a:extLst>
                  <a:ext uri="{FF2B5EF4-FFF2-40B4-BE49-F238E27FC236}">
                    <a16:creationId xmlns:a16="http://schemas.microsoft.com/office/drawing/2014/main" id="{C446F416-0F80-12CB-960B-00D91524843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293271" y="2619687"/>
                <a:ext cx="1279655" cy="662383"/>
              </a:xfrm>
              <a:prstGeom prst="rect">
                <a:avLst/>
              </a:prstGeom>
            </p:spPr>
          </p:pic>
          <p:pic>
            <p:nvPicPr>
              <p:cNvPr id="39" name="Graphic 38">
                <a:extLst>
                  <a:ext uri="{FF2B5EF4-FFF2-40B4-BE49-F238E27FC236}">
                    <a16:creationId xmlns:a16="http://schemas.microsoft.com/office/drawing/2014/main" id="{5351231E-1AFC-D2AB-2D62-1B7DAD540919}"/>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015768" y="2296642"/>
                <a:ext cx="796393" cy="792089"/>
              </a:xfrm>
              <a:prstGeom prst="rect">
                <a:avLst/>
              </a:prstGeom>
            </p:spPr>
          </p:pic>
          <p:pic>
            <p:nvPicPr>
              <p:cNvPr id="40" name="Graphic 39">
                <a:extLst>
                  <a:ext uri="{FF2B5EF4-FFF2-40B4-BE49-F238E27FC236}">
                    <a16:creationId xmlns:a16="http://schemas.microsoft.com/office/drawing/2014/main" id="{1B676106-D4F3-CCCC-6386-8248A84ED0BB}"/>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447485" y="1070693"/>
                <a:ext cx="436393" cy="434034"/>
              </a:xfrm>
              <a:prstGeom prst="rect">
                <a:avLst/>
              </a:prstGeom>
            </p:spPr>
          </p:pic>
          <p:pic>
            <p:nvPicPr>
              <p:cNvPr id="41" name="Graphic 40">
                <a:extLst>
                  <a:ext uri="{FF2B5EF4-FFF2-40B4-BE49-F238E27FC236}">
                    <a16:creationId xmlns:a16="http://schemas.microsoft.com/office/drawing/2014/main" id="{64367C08-E941-E5A5-0002-DFB300C9F017}"/>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639421" y="2728233"/>
                <a:ext cx="436393" cy="434034"/>
              </a:xfrm>
              <a:prstGeom prst="rect">
                <a:avLst/>
              </a:prstGeom>
            </p:spPr>
          </p:pic>
          <p:cxnSp>
            <p:nvCxnSpPr>
              <p:cNvPr id="42" name="Straight Connector 41">
                <a:extLst>
                  <a:ext uri="{FF2B5EF4-FFF2-40B4-BE49-F238E27FC236}">
                    <a16:creationId xmlns:a16="http://schemas.microsoft.com/office/drawing/2014/main" id="{F38E0158-A632-C0B8-4C38-889F761F38D1}"/>
                  </a:ext>
                </a:extLst>
              </p:cNvPr>
              <p:cNvCxnSpPr>
                <a:cxnSpLocks/>
              </p:cNvCxnSpPr>
              <p:nvPr/>
            </p:nvCxnSpPr>
            <p:spPr>
              <a:xfrm>
                <a:off x="5434505" y="2706146"/>
                <a:ext cx="3423113" cy="23910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3" name="Graphic 42">
                <a:extLst>
                  <a:ext uri="{FF2B5EF4-FFF2-40B4-BE49-F238E27FC236}">
                    <a16:creationId xmlns:a16="http://schemas.microsoft.com/office/drawing/2014/main" id="{5BD56E20-4F18-FC72-5386-DACA2F94B82C}"/>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248245" y="2962752"/>
                <a:ext cx="217172" cy="216001"/>
              </a:xfrm>
              <a:prstGeom prst="rect">
                <a:avLst/>
              </a:prstGeom>
            </p:spPr>
          </p:pic>
          <p:cxnSp>
            <p:nvCxnSpPr>
              <p:cNvPr id="44" name="Straight Connector 43">
                <a:extLst>
                  <a:ext uri="{FF2B5EF4-FFF2-40B4-BE49-F238E27FC236}">
                    <a16:creationId xmlns:a16="http://schemas.microsoft.com/office/drawing/2014/main" id="{198D8C03-FD3C-726C-1774-1DD3DCA908CF}"/>
                  </a:ext>
                </a:extLst>
              </p:cNvPr>
              <p:cNvCxnSpPr>
                <a:cxnSpLocks/>
              </p:cNvCxnSpPr>
              <p:nvPr/>
            </p:nvCxnSpPr>
            <p:spPr>
              <a:xfrm>
                <a:off x="2672842" y="1287710"/>
                <a:ext cx="689469" cy="1801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71672C7-7A48-12E8-1614-D636AAD847DC}"/>
                  </a:ext>
                </a:extLst>
              </p:cNvPr>
              <p:cNvCxnSpPr>
                <a:cxnSpLocks/>
              </p:cNvCxnSpPr>
              <p:nvPr/>
            </p:nvCxnSpPr>
            <p:spPr>
              <a:xfrm flipV="1">
                <a:off x="3360286" y="2692685"/>
                <a:ext cx="2088000" cy="37806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EFBB014-4300-EA5A-CECE-3BDA6FB0BD5F}"/>
                  </a:ext>
                </a:extLst>
              </p:cNvPr>
              <p:cNvCxnSpPr>
                <a:cxnSpLocks/>
              </p:cNvCxnSpPr>
              <p:nvPr/>
            </p:nvCxnSpPr>
            <p:spPr>
              <a:xfrm>
                <a:off x="2677661" y="1287710"/>
                <a:ext cx="6179958" cy="165754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47" name="Graphic 46">
                <a:extLst>
                  <a:ext uri="{FF2B5EF4-FFF2-40B4-BE49-F238E27FC236}">
                    <a16:creationId xmlns:a16="http://schemas.microsoft.com/office/drawing/2014/main" id="{B896421D-BF09-74D3-1D34-189BCD9AC8EE}"/>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13323" y="1984811"/>
                <a:ext cx="547608" cy="544647"/>
              </a:xfrm>
              <a:prstGeom prst="rect">
                <a:avLst/>
              </a:prstGeom>
            </p:spPr>
          </p:pic>
          <p:sp>
            <p:nvSpPr>
              <p:cNvPr id="48" name="object 65">
                <a:extLst>
                  <a:ext uri="{FF2B5EF4-FFF2-40B4-BE49-F238E27FC236}">
                    <a16:creationId xmlns:a16="http://schemas.microsoft.com/office/drawing/2014/main" id="{EBB6CBEF-D315-4C28-864E-44BB55A902C1}"/>
                  </a:ext>
                </a:extLst>
              </p:cNvPr>
              <p:cNvSpPr txBox="1"/>
              <p:nvPr/>
            </p:nvSpPr>
            <p:spPr>
              <a:xfrm>
                <a:off x="3023108" y="4279265"/>
                <a:ext cx="3119290" cy="744830"/>
              </a:xfrm>
              <a:prstGeom prst="rect">
                <a:avLst/>
              </a:prstGeom>
            </p:spPr>
            <p:txBody>
              <a:bodyPr vert="horz" wrap="square" lIns="0" tIns="10749" rIns="0" bIns="0" rtlCol="0">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12" normalizeH="0" baseline="0" noProof="0">
                    <a:ln>
                      <a:noFill/>
                    </a:ln>
                    <a:solidFill>
                      <a:srgbClr val="FFFFFF"/>
                    </a:solidFill>
                    <a:effectLst/>
                    <a:uLnTx/>
                    <a:uFillTx/>
                    <a:ea typeface="+mn-ea"/>
                    <a:cs typeface="Arial"/>
                  </a:rPr>
                  <a:t>350 000+</a:t>
                </a:r>
                <a:endParaRPr kumimoji="0" lang="en-US" sz="1400" b="0" i="0" u="none" strike="noStrike" kern="1200" cap="none" spc="0" normalizeH="0" baseline="0" noProof="0">
                  <a:ln>
                    <a:noFill/>
                  </a:ln>
                  <a:solidFill>
                    <a:srgbClr val="FFFFFF"/>
                  </a:solidFill>
                  <a:effectLst/>
                  <a:uLnTx/>
                  <a:uFillTx/>
                  <a:ea typeface="+mn-ea"/>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8" normalizeH="0" baseline="0" noProof="0">
                    <a:ln>
                      <a:noFill/>
                    </a:ln>
                    <a:solidFill>
                      <a:srgbClr val="FFFFFF"/>
                    </a:solidFill>
                    <a:effectLst/>
                    <a:uLnTx/>
                    <a:uFillTx/>
                    <a:ea typeface="+mn-ea"/>
                    <a:cs typeface="Arial"/>
                  </a:rPr>
                  <a:t>employees</a:t>
                </a:r>
              </a:p>
              <a:p>
                <a:pPr marL="10236" marR="0" lvl="0" indent="0" algn="l" defTabSz="914400" rtl="0" eaLnBrk="1" fontAlgn="auto" latinLnBrk="0" hangingPunct="1">
                  <a:lnSpc>
                    <a:spcPts val="1007"/>
                  </a:lnSpc>
                  <a:spcBef>
                    <a:spcPts val="0"/>
                  </a:spcBef>
                  <a:spcAft>
                    <a:spcPts val="0"/>
                  </a:spcAft>
                  <a:buClrTx/>
                  <a:buSzTx/>
                  <a:buFontTx/>
                  <a:buNone/>
                  <a:tabLst/>
                  <a:defRPr/>
                </a:pPr>
                <a:endParaRPr kumimoji="0" lang="en-US" sz="300" b="0" i="0" u="none" strike="noStrike" kern="1200" cap="none" spc="8" normalizeH="0" baseline="0" noProof="0">
                  <a:ln>
                    <a:noFill/>
                  </a:ln>
                  <a:solidFill>
                    <a:srgbClr val="FFFFFF"/>
                  </a:solidFill>
                  <a:effectLst/>
                  <a:uLnTx/>
                  <a:uFillTx/>
                  <a:ea typeface="+mn-ea"/>
                  <a:cs typeface="Arial"/>
                </a:endParaRPr>
              </a:p>
            </p:txBody>
          </p:sp>
          <p:sp>
            <p:nvSpPr>
              <p:cNvPr id="49" name="object 66">
                <a:extLst>
                  <a:ext uri="{FF2B5EF4-FFF2-40B4-BE49-F238E27FC236}">
                    <a16:creationId xmlns:a16="http://schemas.microsoft.com/office/drawing/2014/main" id="{18AD743F-D3CC-B6E5-5936-CFA1CB66ADCF}"/>
                  </a:ext>
                </a:extLst>
              </p:cNvPr>
              <p:cNvSpPr txBox="1"/>
              <p:nvPr/>
            </p:nvSpPr>
            <p:spPr>
              <a:xfrm>
                <a:off x="5028564" y="4279262"/>
                <a:ext cx="839443" cy="597415"/>
              </a:xfrm>
              <a:prstGeom prst="rect">
                <a:avLst/>
              </a:prstGeom>
            </p:spPr>
            <p:txBody>
              <a:bodyPr vert="horz" wrap="square" lIns="0" tIns="10749" rIns="0" bIns="0" rtlCol="0">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8" normalizeH="0" baseline="0" noProof="0">
                    <a:ln>
                      <a:noFill/>
                    </a:ln>
                    <a:solidFill>
                      <a:srgbClr val="FFFFFF"/>
                    </a:solidFill>
                    <a:effectLst/>
                    <a:uLnTx/>
                    <a:uFillTx/>
                    <a:ea typeface="+mn-ea"/>
                    <a:cs typeface="Arial"/>
                  </a:rPr>
                  <a:t>50+</a:t>
                </a:r>
                <a:endParaRPr kumimoji="0" lang="en-US" sz="1400" b="0" i="0" u="none" strike="noStrike" kern="1200" cap="none" spc="0" normalizeH="0" baseline="0" noProof="0">
                  <a:ln>
                    <a:noFill/>
                  </a:ln>
                  <a:solidFill>
                    <a:srgbClr val="FFFFFF"/>
                  </a:solidFill>
                  <a:effectLst/>
                  <a:uLnTx/>
                  <a:uFillTx/>
                  <a:ea typeface="+mn-ea"/>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20" normalizeH="0" baseline="0" noProof="0">
                    <a:ln>
                      <a:noFill/>
                    </a:ln>
                    <a:solidFill>
                      <a:srgbClr val="FFFFFF"/>
                    </a:solidFill>
                    <a:effectLst/>
                    <a:uLnTx/>
                    <a:uFillTx/>
                    <a:ea typeface="+mn-ea"/>
                    <a:cs typeface="Arial"/>
                  </a:rPr>
                  <a:t>countries</a:t>
                </a:r>
                <a:endParaRPr kumimoji="0" lang="en-US" sz="700" b="0" i="0" u="none" strike="noStrike" kern="1200" cap="none" spc="0" normalizeH="0" baseline="0" noProof="0">
                  <a:ln>
                    <a:noFill/>
                  </a:ln>
                  <a:solidFill>
                    <a:srgbClr val="FFFFFF"/>
                  </a:solidFill>
                  <a:effectLst/>
                  <a:uLnTx/>
                  <a:uFillTx/>
                  <a:ea typeface="+mn-ea"/>
                  <a:cs typeface="Arial"/>
                </a:endParaRPr>
              </a:p>
            </p:txBody>
          </p:sp>
          <p:sp>
            <p:nvSpPr>
              <p:cNvPr id="50" name="object 67">
                <a:extLst>
                  <a:ext uri="{FF2B5EF4-FFF2-40B4-BE49-F238E27FC236}">
                    <a16:creationId xmlns:a16="http://schemas.microsoft.com/office/drawing/2014/main" id="{AE7D5777-3E5C-D8BA-2A88-85E51FE7E132}"/>
                  </a:ext>
                </a:extLst>
              </p:cNvPr>
              <p:cNvSpPr txBox="1"/>
              <p:nvPr/>
            </p:nvSpPr>
            <p:spPr>
              <a:xfrm>
                <a:off x="6492783" y="4304153"/>
                <a:ext cx="2364833" cy="597415"/>
              </a:xfrm>
              <a:prstGeom prst="rect">
                <a:avLst/>
              </a:prstGeom>
            </p:spPr>
            <p:txBody>
              <a:bodyPr vert="horz" wrap="square" lIns="0" tIns="10749" rIns="0" bIns="0" rtlCol="0">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12" normalizeH="0" baseline="0" noProof="0">
                    <a:ln>
                      <a:noFill/>
                    </a:ln>
                    <a:solidFill>
                      <a:srgbClr val="FFFFFF"/>
                    </a:solidFill>
                    <a:effectLst/>
                    <a:uLnTx/>
                    <a:uFillTx/>
                    <a:cs typeface="Arial"/>
                  </a:rPr>
                  <a:t>€</a:t>
                </a:r>
                <a:r>
                  <a:rPr lang="en-US" sz="1400" b="1" spc="12">
                    <a:solidFill>
                      <a:srgbClr val="FFFFFF"/>
                    </a:solidFill>
                    <a:cs typeface="Arial"/>
                  </a:rPr>
                  <a:t>22.5</a:t>
                </a:r>
                <a:r>
                  <a:rPr kumimoji="0" lang="en-US" sz="1400" b="1" i="0" u="none" strike="noStrike" kern="1200" cap="none" spc="12" normalizeH="0" baseline="0" noProof="0">
                    <a:ln>
                      <a:noFill/>
                    </a:ln>
                    <a:solidFill>
                      <a:srgbClr val="FFFFFF"/>
                    </a:solidFill>
                    <a:effectLst/>
                    <a:uLnTx/>
                    <a:uFillTx/>
                    <a:cs typeface="Arial"/>
                  </a:rPr>
                  <a:t> bn</a:t>
                </a:r>
                <a:endParaRPr kumimoji="0" lang="en-US" sz="1400" b="0" i="0" u="none" strike="noStrike" kern="1200" cap="none" spc="0" normalizeH="0" baseline="0" noProof="0">
                  <a:ln>
                    <a:noFill/>
                  </a:ln>
                  <a:solidFill>
                    <a:srgbClr val="FFFFFF"/>
                  </a:solidFill>
                  <a:effectLst/>
                  <a:uLnTx/>
                  <a:uFillTx/>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24" normalizeH="0" baseline="0" noProof="0">
                    <a:ln>
                      <a:noFill/>
                    </a:ln>
                    <a:solidFill>
                      <a:srgbClr val="FFFFFF"/>
                    </a:solidFill>
                    <a:effectLst/>
                    <a:uLnTx/>
                    <a:uFillTx/>
                    <a:cs typeface="Arial"/>
                  </a:rPr>
                  <a:t>Revenue 2024</a:t>
                </a:r>
                <a:endParaRPr kumimoji="0" lang="en-US" sz="700" b="0" i="1" u="none" strike="noStrike" kern="1200" cap="none" spc="0" normalizeH="0" baseline="0" noProof="0">
                  <a:ln>
                    <a:noFill/>
                  </a:ln>
                  <a:solidFill>
                    <a:srgbClr val="FFFFFF"/>
                  </a:solidFill>
                  <a:effectLst/>
                  <a:uLnTx/>
                  <a:uFillTx/>
                  <a:cs typeface="Arial"/>
                </a:endParaRPr>
              </a:p>
            </p:txBody>
          </p:sp>
          <p:cxnSp>
            <p:nvCxnSpPr>
              <p:cNvPr id="51" name="Straight Connector 50">
                <a:extLst>
                  <a:ext uri="{FF2B5EF4-FFF2-40B4-BE49-F238E27FC236}">
                    <a16:creationId xmlns:a16="http://schemas.microsoft.com/office/drawing/2014/main" id="{33CCDB35-CA53-4071-885E-8DF417008B0F}"/>
                  </a:ext>
                </a:extLst>
              </p:cNvPr>
              <p:cNvCxnSpPr>
                <a:cxnSpLocks/>
              </p:cNvCxnSpPr>
              <p:nvPr/>
            </p:nvCxnSpPr>
            <p:spPr>
              <a:xfrm flipV="1">
                <a:off x="2095577" y="1294687"/>
                <a:ext cx="570104" cy="8328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52" name="Graphic 51">
                <a:extLst>
                  <a:ext uri="{FF2B5EF4-FFF2-40B4-BE49-F238E27FC236}">
                    <a16:creationId xmlns:a16="http://schemas.microsoft.com/office/drawing/2014/main" id="{C1F8BB79-B71E-B48D-DF1D-D50BAD9B0921}"/>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020956" y="2055523"/>
                <a:ext cx="144782" cy="144000"/>
              </a:xfrm>
              <a:prstGeom prst="rect">
                <a:avLst/>
              </a:prstGeom>
            </p:spPr>
          </p:pic>
          <p:pic>
            <p:nvPicPr>
              <p:cNvPr id="53" name="Graphic 52">
                <a:extLst>
                  <a:ext uri="{FF2B5EF4-FFF2-40B4-BE49-F238E27FC236}">
                    <a16:creationId xmlns:a16="http://schemas.microsoft.com/office/drawing/2014/main" id="{F0A23F78-31C7-0D90-8381-B49FB5BED3C1}"/>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512159" y="1167208"/>
                <a:ext cx="144782" cy="144000"/>
              </a:xfrm>
              <a:prstGeom prst="rect">
                <a:avLst/>
              </a:prstGeom>
            </p:spPr>
          </p:pic>
          <p:cxnSp>
            <p:nvCxnSpPr>
              <p:cNvPr id="54" name="Straight Connector 53">
                <a:extLst>
                  <a:ext uri="{FF2B5EF4-FFF2-40B4-BE49-F238E27FC236}">
                    <a16:creationId xmlns:a16="http://schemas.microsoft.com/office/drawing/2014/main" id="{EEB99329-A17D-FD8B-D814-77A7D4C8FC7E}"/>
                  </a:ext>
                </a:extLst>
              </p:cNvPr>
              <p:cNvCxnSpPr>
                <a:cxnSpLocks/>
              </p:cNvCxnSpPr>
              <p:nvPr/>
            </p:nvCxnSpPr>
            <p:spPr>
              <a:xfrm flipV="1">
                <a:off x="5417721" y="2264354"/>
                <a:ext cx="873518" cy="441792"/>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5" name="object 65">
                <a:extLst>
                  <a:ext uri="{FF2B5EF4-FFF2-40B4-BE49-F238E27FC236}">
                    <a16:creationId xmlns:a16="http://schemas.microsoft.com/office/drawing/2014/main" id="{EDAFA68E-AEF2-78B1-122B-185590158715}"/>
                  </a:ext>
                </a:extLst>
              </p:cNvPr>
              <p:cNvSpPr txBox="1"/>
              <p:nvPr/>
            </p:nvSpPr>
            <p:spPr>
              <a:xfrm>
                <a:off x="380595" y="356605"/>
                <a:ext cx="3119290" cy="744830"/>
              </a:xfrm>
              <a:prstGeom prst="rect">
                <a:avLst/>
              </a:prstGeom>
            </p:spPr>
            <p:txBody>
              <a:bodyPr vert="horz" wrap="square" lIns="0" tIns="10749" rIns="0" bIns="0" rtlCol="0">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12" normalizeH="0" baseline="0" noProof="0">
                    <a:ln>
                      <a:noFill/>
                    </a:ln>
                    <a:solidFill>
                      <a:srgbClr val="FFFFFF"/>
                    </a:solidFill>
                    <a:effectLst/>
                    <a:uLnTx/>
                    <a:uFillTx/>
                    <a:ea typeface="+mn-ea"/>
                    <a:cs typeface="Arial"/>
                  </a:rPr>
                  <a:t>14 000+</a:t>
                </a:r>
                <a:endParaRPr kumimoji="0" lang="en-US" sz="1400" b="0" i="0" u="none" strike="noStrike" kern="1200" cap="none" spc="0" normalizeH="0" baseline="0" noProof="0">
                  <a:ln>
                    <a:noFill/>
                  </a:ln>
                  <a:solidFill>
                    <a:srgbClr val="FFFFFF"/>
                  </a:solidFill>
                  <a:effectLst/>
                  <a:uLnTx/>
                  <a:uFillTx/>
                  <a:ea typeface="+mn-ea"/>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8" normalizeH="0" baseline="0" noProof="0">
                    <a:ln>
                      <a:noFill/>
                    </a:ln>
                    <a:solidFill>
                      <a:srgbClr val="FFFFFF"/>
                    </a:solidFill>
                    <a:effectLst/>
                    <a:uLnTx/>
                    <a:uFillTx/>
                    <a:ea typeface="+mn-ea"/>
                    <a:cs typeface="Arial"/>
                  </a:rPr>
                  <a:t>people</a:t>
                </a:r>
              </a:p>
              <a:p>
                <a:pPr marL="10236" marR="0" lvl="0" indent="0" algn="l" defTabSz="914400" rtl="0" eaLnBrk="1" fontAlgn="auto" latinLnBrk="0" hangingPunct="1">
                  <a:lnSpc>
                    <a:spcPts val="1007"/>
                  </a:lnSpc>
                  <a:spcBef>
                    <a:spcPts val="0"/>
                  </a:spcBef>
                  <a:spcAft>
                    <a:spcPts val="0"/>
                  </a:spcAft>
                  <a:buClrTx/>
                  <a:buSzTx/>
                  <a:buFontTx/>
                  <a:buNone/>
                  <a:tabLst/>
                  <a:defRPr/>
                </a:pPr>
                <a:endParaRPr kumimoji="0" lang="en-US" sz="300" b="0" i="0" u="none" strike="noStrike" kern="1200" cap="none" spc="8" normalizeH="0" baseline="0" noProof="0">
                  <a:ln>
                    <a:noFill/>
                  </a:ln>
                  <a:solidFill>
                    <a:srgbClr val="FFFFFF"/>
                  </a:solidFill>
                  <a:effectLst/>
                  <a:uLnTx/>
                  <a:uFillTx/>
                  <a:ea typeface="+mn-ea"/>
                  <a:cs typeface="Arial"/>
                </a:endParaRPr>
              </a:p>
            </p:txBody>
          </p:sp>
          <p:sp>
            <p:nvSpPr>
              <p:cNvPr id="56" name="object 66">
                <a:extLst>
                  <a:ext uri="{FF2B5EF4-FFF2-40B4-BE49-F238E27FC236}">
                    <a16:creationId xmlns:a16="http://schemas.microsoft.com/office/drawing/2014/main" id="{01484CDC-A832-F264-1298-082E0C92276B}"/>
                  </a:ext>
                </a:extLst>
              </p:cNvPr>
              <p:cNvSpPr txBox="1"/>
              <p:nvPr/>
            </p:nvSpPr>
            <p:spPr>
              <a:xfrm>
                <a:off x="1822687" y="356605"/>
                <a:ext cx="839443" cy="577771"/>
              </a:xfrm>
              <a:prstGeom prst="rect">
                <a:avLst/>
              </a:prstGeom>
            </p:spPr>
            <p:txBody>
              <a:bodyPr vert="horz" wrap="square" lIns="0" tIns="10749" rIns="0" bIns="0" rtlCol="0">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8" normalizeH="0" baseline="0" noProof="0">
                    <a:ln>
                      <a:noFill/>
                    </a:ln>
                    <a:solidFill>
                      <a:srgbClr val="FFFFFF"/>
                    </a:solidFill>
                    <a:effectLst/>
                    <a:uLnTx/>
                    <a:uFillTx/>
                    <a:ea typeface="+mn-ea"/>
                    <a:cs typeface="Arial"/>
                  </a:rPr>
                  <a:t>20+</a:t>
                </a:r>
                <a:endParaRPr kumimoji="0" lang="en-US" sz="1400" b="0" i="0" u="none" strike="noStrike" kern="1200" cap="none" spc="0" normalizeH="0" baseline="0" noProof="0">
                  <a:ln>
                    <a:noFill/>
                  </a:ln>
                  <a:solidFill>
                    <a:srgbClr val="FFFFFF"/>
                  </a:solidFill>
                  <a:effectLst/>
                  <a:uLnTx/>
                  <a:uFillTx/>
                  <a:ea typeface="+mn-ea"/>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20" normalizeH="0" baseline="0" noProof="0">
                    <a:ln>
                      <a:noFill/>
                    </a:ln>
                    <a:solidFill>
                      <a:srgbClr val="FFFFFF"/>
                    </a:solidFill>
                    <a:effectLst/>
                    <a:uLnTx/>
                    <a:uFillTx/>
                    <a:ea typeface="+mn-ea"/>
                    <a:cs typeface="Arial"/>
                  </a:rPr>
                  <a:t>studios</a:t>
                </a:r>
                <a:endParaRPr kumimoji="0" lang="en-US" sz="700" b="0" i="0" u="none" strike="noStrike" kern="1200" cap="none" spc="0" normalizeH="0" baseline="0" noProof="0">
                  <a:ln>
                    <a:noFill/>
                  </a:ln>
                  <a:solidFill>
                    <a:srgbClr val="FFFFFF"/>
                  </a:solidFill>
                  <a:effectLst/>
                  <a:uLnTx/>
                  <a:uFillTx/>
                  <a:ea typeface="+mn-ea"/>
                  <a:cs typeface="Arial"/>
                </a:endParaRPr>
              </a:p>
            </p:txBody>
          </p:sp>
          <p:pic>
            <p:nvPicPr>
              <p:cNvPr id="57" name="Graphic 56">
                <a:extLst>
                  <a:ext uri="{FF2B5EF4-FFF2-40B4-BE49-F238E27FC236}">
                    <a16:creationId xmlns:a16="http://schemas.microsoft.com/office/drawing/2014/main" id="{3014F5F5-AF45-3C9D-8C91-19B5D2986234}"/>
                  </a:ext>
                </a:extLst>
              </p:cNvPr>
              <p:cNvPicPr>
                <a:picLocks noChangeAspect="1"/>
              </p:cNvPicPr>
              <p:nvPr/>
            </p:nvPicPr>
            <p:blipFill>
              <a:blip r:embed="rId5" cstate="screen">
                <a:lum bright="100000" contrast="-100000"/>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1840019" y="1527765"/>
                <a:ext cx="144783" cy="144000"/>
              </a:xfrm>
              <a:prstGeom prst="rect">
                <a:avLst/>
              </a:prstGeom>
            </p:spPr>
          </p:pic>
          <p:cxnSp>
            <p:nvCxnSpPr>
              <p:cNvPr id="58" name="Straight Connector 57">
                <a:extLst>
                  <a:ext uri="{FF2B5EF4-FFF2-40B4-BE49-F238E27FC236}">
                    <a16:creationId xmlns:a16="http://schemas.microsoft.com/office/drawing/2014/main" id="{6DF73D50-F071-6381-C15D-00C88E81EEF0}"/>
                  </a:ext>
                </a:extLst>
              </p:cNvPr>
              <p:cNvCxnSpPr>
                <a:cxnSpLocks/>
              </p:cNvCxnSpPr>
              <p:nvPr/>
            </p:nvCxnSpPr>
            <p:spPr>
              <a:xfrm flipV="1">
                <a:off x="1910096" y="1287709"/>
                <a:ext cx="760404" cy="33369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9" name="object 65">
                <a:extLst>
                  <a:ext uri="{FF2B5EF4-FFF2-40B4-BE49-F238E27FC236}">
                    <a16:creationId xmlns:a16="http://schemas.microsoft.com/office/drawing/2014/main" id="{E647D792-D9F0-C7C2-564C-E9A42956C323}"/>
                  </a:ext>
                </a:extLst>
              </p:cNvPr>
              <p:cNvSpPr txBox="1"/>
              <p:nvPr/>
            </p:nvSpPr>
            <p:spPr>
              <a:xfrm>
                <a:off x="8200534" y="1921319"/>
                <a:ext cx="3119290" cy="744830"/>
              </a:xfrm>
              <a:prstGeom prst="rect">
                <a:avLst/>
              </a:prstGeom>
            </p:spPr>
            <p:txBody>
              <a:bodyPr vert="horz" wrap="square" lIns="0" tIns="10749" rIns="0" bIns="0" rtlCol="0" anchor="ctr">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lang="en-US" sz="1400" b="1" spc="12">
                    <a:solidFill>
                      <a:srgbClr val="FFFFFF"/>
                    </a:solidFill>
                    <a:cs typeface="Arial"/>
                  </a:rPr>
                  <a:t>50</a:t>
                </a:r>
                <a:r>
                  <a:rPr kumimoji="0" lang="en-US" sz="1400" b="1" i="0" u="none" strike="noStrike" kern="1200" cap="none" spc="12" normalizeH="0" baseline="0" noProof="0">
                    <a:ln>
                      <a:noFill/>
                    </a:ln>
                    <a:solidFill>
                      <a:srgbClr val="FFFFFF"/>
                    </a:solidFill>
                    <a:effectLst/>
                    <a:uLnTx/>
                    <a:uFillTx/>
                    <a:cs typeface="Arial"/>
                  </a:rPr>
                  <a:t> 000+</a:t>
                </a:r>
                <a:endParaRPr kumimoji="0" lang="en-US" sz="1400" b="0" i="0" u="none" strike="noStrike" kern="1200" cap="none" spc="0" normalizeH="0" baseline="0" noProof="0">
                  <a:ln>
                    <a:noFill/>
                  </a:ln>
                  <a:solidFill>
                    <a:srgbClr val="FFFFFF"/>
                  </a:solidFill>
                  <a:effectLst/>
                  <a:uLnTx/>
                  <a:uFillTx/>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8" normalizeH="0" baseline="0" noProof="0">
                    <a:ln>
                      <a:noFill/>
                    </a:ln>
                    <a:solidFill>
                      <a:srgbClr val="FFFFFF"/>
                    </a:solidFill>
                    <a:effectLst/>
                    <a:uLnTx/>
                    <a:uFillTx/>
                    <a:cs typeface="Arial"/>
                  </a:rPr>
                  <a:t>people</a:t>
                </a:r>
              </a:p>
              <a:p>
                <a:pPr marL="10236" marR="0" lvl="0" indent="0" algn="l" defTabSz="914400" rtl="0" eaLnBrk="1" fontAlgn="auto" latinLnBrk="0" hangingPunct="1">
                  <a:lnSpc>
                    <a:spcPts val="1007"/>
                  </a:lnSpc>
                  <a:spcBef>
                    <a:spcPts val="0"/>
                  </a:spcBef>
                  <a:spcAft>
                    <a:spcPts val="0"/>
                  </a:spcAft>
                  <a:buClrTx/>
                  <a:buSzTx/>
                  <a:buFontTx/>
                  <a:buNone/>
                  <a:tabLst/>
                  <a:defRPr/>
                </a:pPr>
                <a:endParaRPr kumimoji="0" lang="en-US" sz="300" b="0" i="0" u="none" strike="noStrike" kern="1200" cap="none" spc="8" normalizeH="0" baseline="0" noProof="0">
                  <a:ln>
                    <a:noFill/>
                  </a:ln>
                  <a:solidFill>
                    <a:srgbClr val="FFFFFF"/>
                  </a:solidFill>
                  <a:effectLst/>
                  <a:uLnTx/>
                  <a:uFillTx/>
                  <a:cs typeface="Arial"/>
                </a:endParaRPr>
              </a:p>
            </p:txBody>
          </p:sp>
          <p:sp>
            <p:nvSpPr>
              <p:cNvPr id="60" name="object 66">
                <a:extLst>
                  <a:ext uri="{FF2B5EF4-FFF2-40B4-BE49-F238E27FC236}">
                    <a16:creationId xmlns:a16="http://schemas.microsoft.com/office/drawing/2014/main" id="{630098AD-273F-8B89-5409-7E002182ED1E}"/>
                  </a:ext>
                </a:extLst>
              </p:cNvPr>
              <p:cNvSpPr txBox="1"/>
              <p:nvPr/>
            </p:nvSpPr>
            <p:spPr>
              <a:xfrm>
                <a:off x="9551451" y="1921319"/>
                <a:ext cx="839443" cy="597415"/>
              </a:xfrm>
              <a:prstGeom prst="rect">
                <a:avLst/>
              </a:prstGeom>
            </p:spPr>
            <p:txBody>
              <a:bodyPr vert="horz" wrap="square" lIns="0" tIns="10749" rIns="0" bIns="0" rtlCol="0" anchor="ctr">
                <a:spAutoFit/>
              </a:bodyPr>
              <a:lstStyle/>
              <a:p>
                <a:pPr marL="10236" marR="0" lvl="0" indent="0" algn="l" defTabSz="914400" rtl="0" eaLnBrk="1" fontAlgn="auto" latinLnBrk="0" hangingPunct="1">
                  <a:lnSpc>
                    <a:spcPts val="2168"/>
                  </a:lnSpc>
                  <a:spcBef>
                    <a:spcPts val="85"/>
                  </a:spcBef>
                  <a:spcAft>
                    <a:spcPts val="0"/>
                  </a:spcAft>
                  <a:buClrTx/>
                  <a:buSzTx/>
                  <a:buFontTx/>
                  <a:buNone/>
                  <a:tabLst/>
                  <a:defRPr/>
                </a:pPr>
                <a:r>
                  <a:rPr kumimoji="0" lang="en-US" sz="1400" b="1" i="0" u="none" strike="noStrike" kern="1200" cap="none" spc="8" normalizeH="0" baseline="0" noProof="0">
                    <a:ln>
                      <a:noFill/>
                    </a:ln>
                    <a:solidFill>
                      <a:srgbClr val="FFFFFF"/>
                    </a:solidFill>
                    <a:effectLst/>
                    <a:uLnTx/>
                    <a:uFillTx/>
                    <a:ea typeface="+mn-ea"/>
                    <a:cs typeface="Arial"/>
                  </a:rPr>
                  <a:t>30+</a:t>
                </a:r>
                <a:endParaRPr kumimoji="0" lang="en-US" sz="1400" b="0" i="0" u="none" strike="noStrike" kern="1200" cap="none" spc="0" normalizeH="0" baseline="0" noProof="0">
                  <a:ln>
                    <a:noFill/>
                  </a:ln>
                  <a:solidFill>
                    <a:srgbClr val="FFFFFF"/>
                  </a:solidFill>
                  <a:effectLst/>
                  <a:uLnTx/>
                  <a:uFillTx/>
                  <a:ea typeface="+mn-ea"/>
                  <a:cs typeface="Arial"/>
                </a:endParaRPr>
              </a:p>
              <a:p>
                <a:pPr marL="10236" marR="0" lvl="0" indent="0" algn="l" defTabSz="914400" rtl="0" eaLnBrk="1" fontAlgn="auto" latinLnBrk="0" hangingPunct="1">
                  <a:lnSpc>
                    <a:spcPts val="1007"/>
                  </a:lnSpc>
                  <a:spcBef>
                    <a:spcPts val="0"/>
                  </a:spcBef>
                  <a:spcAft>
                    <a:spcPts val="0"/>
                  </a:spcAft>
                  <a:buClrTx/>
                  <a:buSzTx/>
                  <a:buFontTx/>
                  <a:buNone/>
                  <a:tabLst/>
                  <a:defRPr/>
                </a:pPr>
                <a:r>
                  <a:rPr kumimoji="0" lang="en-US" sz="700" b="0" i="0" u="none" strike="noStrike" kern="1200" cap="none" spc="20" normalizeH="0" baseline="0" noProof="0">
                    <a:ln>
                      <a:noFill/>
                    </a:ln>
                    <a:solidFill>
                      <a:srgbClr val="FFFFFF"/>
                    </a:solidFill>
                    <a:effectLst/>
                    <a:uLnTx/>
                    <a:uFillTx/>
                    <a:ea typeface="+mn-ea"/>
                    <a:cs typeface="Arial"/>
                  </a:rPr>
                  <a:t>countries</a:t>
                </a:r>
                <a:endParaRPr kumimoji="0" lang="en-US" sz="700" b="0" i="0" u="none" strike="noStrike" kern="1200" cap="none" spc="0" normalizeH="0" baseline="0" noProof="0">
                  <a:ln>
                    <a:noFill/>
                  </a:ln>
                  <a:solidFill>
                    <a:srgbClr val="FFFFFF"/>
                  </a:solidFill>
                  <a:effectLst/>
                  <a:uLnTx/>
                  <a:uFillTx/>
                  <a:ea typeface="+mn-ea"/>
                  <a:cs typeface="Arial"/>
                </a:endParaRPr>
              </a:p>
            </p:txBody>
          </p:sp>
        </p:grpSp>
        <p:grpSp>
          <p:nvGrpSpPr>
            <p:cNvPr id="8" name="Group 7">
              <a:extLst>
                <a:ext uri="{FF2B5EF4-FFF2-40B4-BE49-F238E27FC236}">
                  <a16:creationId xmlns:a16="http://schemas.microsoft.com/office/drawing/2014/main" id="{51EBDC75-9DE9-D75F-CE00-42A84D135641}"/>
                </a:ext>
              </a:extLst>
            </p:cNvPr>
            <p:cNvGrpSpPr/>
            <p:nvPr/>
          </p:nvGrpSpPr>
          <p:grpSpPr>
            <a:xfrm>
              <a:off x="616923" y="5460736"/>
              <a:ext cx="7281774" cy="507831"/>
              <a:chOff x="616923" y="5460736"/>
              <a:chExt cx="7281774" cy="507831"/>
            </a:xfrm>
          </p:grpSpPr>
          <p:sp>
            <p:nvSpPr>
              <p:cNvPr id="24" name="TextBox 23">
                <a:extLst>
                  <a:ext uri="{FF2B5EF4-FFF2-40B4-BE49-F238E27FC236}">
                    <a16:creationId xmlns:a16="http://schemas.microsoft.com/office/drawing/2014/main" id="{C6A08591-C66D-EA4D-D365-D2EF28FB195C}"/>
                  </a:ext>
                </a:extLst>
              </p:cNvPr>
              <p:cNvSpPr txBox="1"/>
              <p:nvPr/>
            </p:nvSpPr>
            <p:spPr>
              <a:xfrm>
                <a:off x="1787140" y="5460736"/>
                <a:ext cx="1285506" cy="507831"/>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0" normalizeH="0" baseline="0" noProof="0">
                    <a:ln>
                      <a:noFill/>
                    </a:ln>
                    <a:solidFill>
                      <a:srgbClr val="FFFFFF"/>
                    </a:solidFill>
                    <a:effectLst/>
                    <a:uLnTx/>
                    <a:uFillTx/>
                    <a:ea typeface="+mn-ea"/>
                    <a:cs typeface="+mn-cs"/>
                  </a:rPr>
                  <a:t>Management Consulting &amp; TRANSFORMATION </a:t>
                </a:r>
              </a:p>
            </p:txBody>
          </p:sp>
          <p:sp>
            <p:nvSpPr>
              <p:cNvPr id="25" name="TextBox 24">
                <a:extLst>
                  <a:ext uri="{FF2B5EF4-FFF2-40B4-BE49-F238E27FC236}">
                    <a16:creationId xmlns:a16="http://schemas.microsoft.com/office/drawing/2014/main" id="{07E62D82-6D93-03B3-019E-410096F04FFA}"/>
                  </a:ext>
                </a:extLst>
              </p:cNvPr>
              <p:cNvSpPr txBox="1"/>
              <p:nvPr/>
            </p:nvSpPr>
            <p:spPr>
              <a:xfrm>
                <a:off x="616923" y="5548822"/>
                <a:ext cx="1188720" cy="369332"/>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0" normalizeH="0" baseline="0" noProof="0">
                    <a:ln>
                      <a:noFill/>
                    </a:ln>
                    <a:solidFill>
                      <a:srgbClr val="FFFFFF"/>
                    </a:solidFill>
                    <a:effectLst/>
                    <a:uLnTx/>
                    <a:uFillTx/>
                    <a:ea typeface="+mn-ea"/>
                    <a:cs typeface="+mn-cs"/>
                  </a:rPr>
                  <a:t>STRATEGY &amp; INNOVATION</a:t>
                </a:r>
              </a:p>
            </p:txBody>
          </p:sp>
          <p:sp>
            <p:nvSpPr>
              <p:cNvPr id="26" name="TextBox 25">
                <a:extLst>
                  <a:ext uri="{FF2B5EF4-FFF2-40B4-BE49-F238E27FC236}">
                    <a16:creationId xmlns:a16="http://schemas.microsoft.com/office/drawing/2014/main" id="{846CB79B-30BC-6DD6-843B-D7BD0C13D57F}"/>
                  </a:ext>
                </a:extLst>
              </p:cNvPr>
              <p:cNvSpPr txBox="1"/>
              <p:nvPr/>
            </p:nvSpPr>
            <p:spPr>
              <a:xfrm>
                <a:off x="3054143" y="5554323"/>
                <a:ext cx="1188720" cy="341264"/>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all" spc="0" normalizeH="0" baseline="0" noProof="0">
                    <a:ln>
                      <a:noFill/>
                    </a:ln>
                    <a:solidFill>
                      <a:srgbClr val="FFFFFF"/>
                    </a:solidFill>
                    <a:effectLst/>
                    <a:uLnTx/>
                    <a:uFillTx/>
                    <a:ea typeface="+mn-ea"/>
                    <a:cs typeface="+mn-cs"/>
                  </a:rPr>
                  <a:t>Customer</a:t>
                </a:r>
                <a:br>
                  <a:rPr kumimoji="0" lang="en-US" sz="900" b="1" i="0" u="none" strike="noStrike" kern="1200" cap="all" spc="0" normalizeH="0" baseline="0" noProof="0">
                    <a:ln>
                      <a:noFill/>
                    </a:ln>
                    <a:solidFill>
                      <a:srgbClr val="FFFFFF"/>
                    </a:solidFill>
                    <a:effectLst/>
                    <a:uLnTx/>
                    <a:uFillTx/>
                    <a:ea typeface="+mn-ea"/>
                    <a:cs typeface="+mn-cs"/>
                  </a:rPr>
                </a:br>
                <a:r>
                  <a:rPr kumimoji="0" lang="en-US" sz="900" b="1" i="0" u="none" strike="noStrike" kern="1200" cap="all" spc="0" normalizeH="0" baseline="0" noProof="0">
                    <a:ln>
                      <a:noFill/>
                    </a:ln>
                    <a:solidFill>
                      <a:srgbClr val="FFFFFF"/>
                    </a:solidFill>
                    <a:effectLst/>
                    <a:uLnTx/>
                    <a:uFillTx/>
                    <a:ea typeface="+mn-ea"/>
                    <a:cs typeface="+mn-cs"/>
                  </a:rPr>
                  <a:t>Experience</a:t>
                </a:r>
              </a:p>
            </p:txBody>
          </p:sp>
          <p:sp>
            <p:nvSpPr>
              <p:cNvPr id="27" name="TextBox 26">
                <a:extLst>
                  <a:ext uri="{FF2B5EF4-FFF2-40B4-BE49-F238E27FC236}">
                    <a16:creationId xmlns:a16="http://schemas.microsoft.com/office/drawing/2014/main" id="{66F590F4-37F0-A732-29D3-EC195C7961D4}"/>
                  </a:ext>
                </a:extLst>
              </p:cNvPr>
              <p:cNvSpPr txBox="1"/>
              <p:nvPr/>
            </p:nvSpPr>
            <p:spPr>
              <a:xfrm>
                <a:off x="5491363" y="5585605"/>
                <a:ext cx="1188720" cy="278699"/>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all" spc="0" normalizeH="0" baseline="0" noProof="0">
                    <a:ln>
                      <a:noFill/>
                    </a:ln>
                    <a:solidFill>
                      <a:srgbClr val="FFFFFF"/>
                    </a:solidFill>
                    <a:effectLst/>
                    <a:uLnTx/>
                    <a:uFillTx/>
                    <a:ea typeface="+mn-ea"/>
                    <a:cs typeface="+mn-cs"/>
                  </a:rPr>
                  <a:t>APPLICATIONS &amp; Technology</a:t>
                </a:r>
              </a:p>
            </p:txBody>
          </p:sp>
          <p:sp>
            <p:nvSpPr>
              <p:cNvPr id="28" name="TextBox 27">
                <a:extLst>
                  <a:ext uri="{FF2B5EF4-FFF2-40B4-BE49-F238E27FC236}">
                    <a16:creationId xmlns:a16="http://schemas.microsoft.com/office/drawing/2014/main" id="{816DF733-16C7-E024-2727-923D2D0ED366}"/>
                  </a:ext>
                </a:extLst>
              </p:cNvPr>
              <p:cNvSpPr txBox="1"/>
              <p:nvPr/>
            </p:nvSpPr>
            <p:spPr>
              <a:xfrm>
                <a:off x="6709977" y="5555676"/>
                <a:ext cx="1188720" cy="338555"/>
              </a:xfrm>
              <a:prstGeom prst="rect">
                <a:avLst/>
              </a:prstGeom>
              <a:noFill/>
            </p:spPr>
            <p:txBody>
              <a:bodyPr wrap="square" lIns="91440" tIns="45720" rIns="9144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all" spc="0" normalizeH="0" baseline="0" noProof="0">
                    <a:ln>
                      <a:noFill/>
                    </a:ln>
                    <a:solidFill>
                      <a:srgbClr val="FFFFFF"/>
                    </a:solidFill>
                    <a:effectLst/>
                    <a:uLnTx/>
                    <a:uFillTx/>
                    <a:ea typeface="+mn-ea"/>
                    <a:cs typeface="+mn-cs"/>
                  </a:rPr>
                  <a:t>OPERATIONS &amp; ENGINEERING</a:t>
                </a:r>
              </a:p>
            </p:txBody>
          </p:sp>
          <p:cxnSp>
            <p:nvCxnSpPr>
              <p:cNvPr id="29" name="Straight Connector 28">
                <a:extLst>
                  <a:ext uri="{FF2B5EF4-FFF2-40B4-BE49-F238E27FC236}">
                    <a16:creationId xmlns:a16="http://schemas.microsoft.com/office/drawing/2014/main" id="{8BC2C293-27C7-C219-2131-0BC829B996CA}"/>
                  </a:ext>
                </a:extLst>
              </p:cNvPr>
              <p:cNvCxnSpPr>
                <a:cxnSpLocks/>
              </p:cNvCxnSpPr>
              <p:nvPr/>
            </p:nvCxnSpPr>
            <p:spPr>
              <a:xfrm>
                <a:off x="1820588" y="5571386"/>
                <a:ext cx="0" cy="324201"/>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F842B64-10CC-C462-B40D-6EAA9CD8BA35}"/>
                  </a:ext>
                </a:extLst>
              </p:cNvPr>
              <p:cNvCxnSpPr>
                <a:cxnSpLocks/>
              </p:cNvCxnSpPr>
              <p:nvPr/>
            </p:nvCxnSpPr>
            <p:spPr>
              <a:xfrm>
                <a:off x="3039198" y="5562854"/>
                <a:ext cx="0" cy="324201"/>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A093332-8B44-B7BB-A5E3-A19871EC6BAD}"/>
                  </a:ext>
                </a:extLst>
              </p:cNvPr>
              <p:cNvCxnSpPr>
                <a:cxnSpLocks/>
              </p:cNvCxnSpPr>
              <p:nvPr/>
            </p:nvCxnSpPr>
            <p:spPr>
              <a:xfrm>
                <a:off x="4257808" y="5562854"/>
                <a:ext cx="0" cy="324201"/>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992C6CF-F7B3-7165-5061-DCE38CFB0D98}"/>
                  </a:ext>
                </a:extLst>
              </p:cNvPr>
              <p:cNvCxnSpPr>
                <a:cxnSpLocks/>
              </p:cNvCxnSpPr>
              <p:nvPr/>
            </p:nvCxnSpPr>
            <p:spPr>
              <a:xfrm>
                <a:off x="5476418" y="5562854"/>
                <a:ext cx="0" cy="324201"/>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90C54B9-EC71-8F86-2132-0EB029401C32}"/>
                  </a:ext>
                </a:extLst>
              </p:cNvPr>
              <p:cNvCxnSpPr>
                <a:cxnSpLocks/>
              </p:cNvCxnSpPr>
              <p:nvPr/>
            </p:nvCxnSpPr>
            <p:spPr>
              <a:xfrm>
                <a:off x="6695028" y="5562854"/>
                <a:ext cx="0" cy="324201"/>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E336FDF-4EE6-DE43-5A99-4002660711F2}"/>
                  </a:ext>
                </a:extLst>
              </p:cNvPr>
              <p:cNvSpPr txBox="1"/>
              <p:nvPr/>
            </p:nvSpPr>
            <p:spPr>
              <a:xfrm>
                <a:off x="4272753" y="5590782"/>
                <a:ext cx="1188720" cy="278699"/>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all" spc="0" normalizeH="0" baseline="0" noProof="0">
                    <a:ln>
                      <a:noFill/>
                    </a:ln>
                    <a:solidFill>
                      <a:srgbClr val="FFFFFF"/>
                    </a:solidFill>
                    <a:effectLst/>
                    <a:uLnTx/>
                    <a:uFillTx/>
                    <a:ea typeface="+mn-ea"/>
                    <a:cs typeface="+mn-cs"/>
                  </a:rPr>
                  <a:t>INSIGHTS &amp; DATA</a:t>
                </a:r>
              </a:p>
            </p:txBody>
          </p:sp>
        </p:grpSp>
        <p:pic>
          <p:nvPicPr>
            <p:cNvPr id="9" name="Picture 2">
              <a:extLst>
                <a:ext uri="{FF2B5EF4-FFF2-40B4-BE49-F238E27FC236}">
                  <a16:creationId xmlns:a16="http://schemas.microsoft.com/office/drawing/2014/main" id="{650E6398-0951-6E4B-6EA7-5EBA72E7C195}"/>
                </a:ext>
              </a:extLst>
            </p:cNvPr>
            <p:cNvPicPr>
              <a:picLocks noChangeAspect="1" noChangeArrowheads="1"/>
            </p:cNvPicPr>
            <p:nvPr/>
          </p:nvPicPr>
          <p:blipFill>
            <a:blip r:embed="rId7">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4338776" y="2783518"/>
              <a:ext cx="3433861" cy="40634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 descr="Omni-channel Customer Understanding">
              <a:extLst>
                <a:ext uri="{FF2B5EF4-FFF2-40B4-BE49-F238E27FC236}">
                  <a16:creationId xmlns:a16="http://schemas.microsoft.com/office/drawing/2014/main" id="{B8B44490-5A4D-9C31-00D6-26C4B987239D}"/>
                </a:ext>
              </a:extLst>
            </p:cNvPr>
            <p:cNvPicPr>
              <a:picLocks noChangeAspect="1" noChangeArrowheads="1"/>
            </p:cNvPicPr>
            <p:nvPr/>
          </p:nvPicPr>
          <p:blipFill>
            <a:blip r:embed="rId8"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511237" y="3334133"/>
              <a:ext cx="1008848" cy="27323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6" descr="Cambridge Consultants – Arm®">
              <a:extLst>
                <a:ext uri="{FF2B5EF4-FFF2-40B4-BE49-F238E27FC236}">
                  <a16:creationId xmlns:a16="http://schemas.microsoft.com/office/drawing/2014/main" id="{8F3C47BD-E124-6F76-D3A7-6541E55CB6D0}"/>
                </a:ext>
              </a:extLst>
            </p:cNvPr>
            <p:cNvPicPr>
              <a:picLocks noChangeAspect="1" noChangeArrowheads="1"/>
            </p:cNvPicPr>
            <p:nvPr/>
          </p:nvPicPr>
          <p:blipFill>
            <a:blip r:embed="rId9" cstate="print">
              <a:biLevel thresh="25000"/>
              <a:extLst>
                <a:ext uri="{28A0092B-C50C-407E-A947-70E740481C1C}">
                  <a14:useLocalDpi xmlns:a14="http://schemas.microsoft.com/office/drawing/2010/main" val="0"/>
                </a:ext>
              </a:extLst>
            </a:blip>
            <a:srcRect/>
            <a:stretch>
              <a:fillRect/>
            </a:stretch>
          </p:blipFill>
          <p:spPr bwMode="auto">
            <a:xfrm>
              <a:off x="3193425" y="2569695"/>
              <a:ext cx="705701" cy="236245"/>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F2BE8CED-E066-2627-82E4-3CBD96520647}"/>
                </a:ext>
              </a:extLst>
            </p:cNvPr>
            <p:cNvCxnSpPr>
              <a:cxnSpLocks/>
            </p:cNvCxnSpPr>
            <p:nvPr/>
          </p:nvCxnSpPr>
          <p:spPr>
            <a:xfrm flipH="1">
              <a:off x="2472583" y="2679134"/>
              <a:ext cx="600063" cy="314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42817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69">
            <a:extLst>
              <a:ext uri="{FF2B5EF4-FFF2-40B4-BE49-F238E27FC236}">
                <a16:creationId xmlns:a16="http://schemas.microsoft.com/office/drawing/2014/main" id="{A647C215-02ED-7D6E-EFA3-681A4A0B453D}"/>
              </a:ext>
            </a:extLst>
          </p:cNvPr>
          <p:cNvSpPr/>
          <p:nvPr/>
        </p:nvSpPr>
        <p:spPr>
          <a:xfrm>
            <a:off x="0" y="0"/>
            <a:ext cx="3060000" cy="6858000"/>
          </a:xfrm>
          <a:prstGeom prst="rect">
            <a:avLst/>
          </a:prstGeom>
          <a:solidFill>
            <a:srgbClr val="26262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71" name="Title 1">
            <a:extLst>
              <a:ext uri="{FF2B5EF4-FFF2-40B4-BE49-F238E27FC236}">
                <a16:creationId xmlns:a16="http://schemas.microsoft.com/office/drawing/2014/main" id="{421FC138-A285-4169-96AD-C734A9B09896}"/>
              </a:ext>
            </a:extLst>
          </p:cNvPr>
          <p:cNvSpPr>
            <a:spLocks noGrp="1"/>
          </p:cNvSpPr>
          <p:nvPr>
            <p:ph type="title"/>
          </p:nvPr>
        </p:nvSpPr>
        <p:spPr>
          <a:xfrm>
            <a:off x="3253213" y="388188"/>
            <a:ext cx="8532000" cy="716711"/>
          </a:xfrm>
        </p:spPr>
        <p:txBody>
          <a:bodyPr vert="horz" lIns="0" tIns="0" rIns="0" bIns="0" rtlCol="0" anchor="b">
            <a:noAutofit/>
          </a:bodyPr>
          <a:lstStyle/>
          <a:p>
            <a:r>
              <a:rPr lang="en-GB" sz="2700"/>
              <a:t>We have a robust client &amp; partner ecosystem and worldwide presence in 50+ countries</a:t>
            </a:r>
          </a:p>
        </p:txBody>
      </p:sp>
      <p:grpSp>
        <p:nvGrpSpPr>
          <p:cNvPr id="72" name="Group 71">
            <a:extLst>
              <a:ext uri="{FF2B5EF4-FFF2-40B4-BE49-F238E27FC236}">
                <a16:creationId xmlns:a16="http://schemas.microsoft.com/office/drawing/2014/main" id="{B59B68AB-C5AC-BE5D-E434-E50524DB45D3}"/>
              </a:ext>
            </a:extLst>
          </p:cNvPr>
          <p:cNvGrpSpPr/>
          <p:nvPr/>
        </p:nvGrpSpPr>
        <p:grpSpPr>
          <a:xfrm>
            <a:off x="3623813" y="1699408"/>
            <a:ext cx="4207297" cy="4313691"/>
            <a:chOff x="4411012" y="1763455"/>
            <a:chExt cx="4207297" cy="4313691"/>
          </a:xfrm>
        </p:grpSpPr>
        <p:sp>
          <p:nvSpPr>
            <p:cNvPr id="73" name="Rectangle 30">
              <a:extLst>
                <a:ext uri="{FF2B5EF4-FFF2-40B4-BE49-F238E27FC236}">
                  <a16:creationId xmlns:a16="http://schemas.microsoft.com/office/drawing/2014/main" id="{CB7E8CEF-E745-7254-5B65-C47D1F7B1E9D}"/>
                </a:ext>
              </a:extLst>
            </p:cNvPr>
            <p:cNvSpPr/>
            <p:nvPr/>
          </p:nvSpPr>
          <p:spPr>
            <a:xfrm>
              <a:off x="5164659" y="1763455"/>
              <a:ext cx="2700000" cy="720000"/>
            </a:xfrm>
            <a:prstGeom prst="rect">
              <a:avLst/>
            </a:prstGeom>
            <a:noFill/>
            <a:ln>
              <a:noFill/>
              <a:prstDash val="solid"/>
            </a:ln>
          </p:spPr>
          <p:txBody>
            <a:bodyPr vert="horz" wrap="square" lIns="0" tIns="0" rIns="0" bIns="0" anchor="ctr" anchorCtr="0" compatLnSpc="1">
              <a:noAutofit/>
            </a:bodyPr>
            <a:lstStyle/>
            <a:p>
              <a:pPr marL="0" marR="0" lvl="0" indent="0" algn="ctr" defTabSz="914125" rtl="0" eaLnBrk="1" fontAlgn="auto" latinLnBrk="0" hangingPunct="0">
                <a:spcBef>
                  <a:spcPts val="0"/>
                </a:spcBef>
                <a:buClrTx/>
                <a:buSzTx/>
                <a:buFontTx/>
                <a:buNone/>
                <a:tabLst/>
                <a:defRPr sz="1800" b="0" i="0" u="none" strike="noStrike" kern="0" cap="none" spc="0" baseline="0">
                  <a:solidFill>
                    <a:srgbClr val="000000"/>
                  </a:solidFill>
                  <a:uFillTx/>
                </a:defRPr>
              </a:pPr>
              <a:r>
                <a:rPr kumimoji="0" lang="en-US" sz="2000" b="1" i="0" u="none" strike="noStrike" kern="0" cap="none" spc="0" normalizeH="0" baseline="0" noProof="0">
                  <a:ln>
                    <a:noFill/>
                  </a:ln>
                  <a:solidFill>
                    <a:srgbClr val="FFFFFF"/>
                  </a:solidFill>
                  <a:effectLst/>
                  <a:uLnTx/>
                  <a:uFillTx/>
                  <a:ea typeface="+mn-ea"/>
                  <a:cs typeface="Segoe UI" pitchFamily="34"/>
                </a:rPr>
                <a:t>€22.5 bn</a:t>
              </a:r>
            </a:p>
            <a:p>
              <a:pPr marL="0" marR="0" lvl="0" indent="0" algn="ctr" defTabSz="914125" rtl="0" eaLnBrk="1" fontAlgn="auto" latinLnBrk="0" hangingPunct="0">
                <a:spcBef>
                  <a:spcPts val="0"/>
                </a:spcBef>
                <a:buClrTx/>
                <a:buSzTx/>
                <a:buFontTx/>
                <a:buNone/>
                <a:tabLst/>
                <a:defRPr sz="1800" b="0" i="0" u="none" strike="noStrike" kern="0" cap="none" spc="0" baseline="0">
                  <a:solidFill>
                    <a:srgbClr val="000000"/>
                  </a:solidFill>
                  <a:uFillTx/>
                </a:defRPr>
              </a:pPr>
              <a:r>
                <a:rPr kumimoji="0" lang="en-US" sz="1200" b="1" i="0" u="none" strike="noStrike" kern="0" cap="none" spc="0" normalizeH="0" baseline="0" noProof="0">
                  <a:ln>
                    <a:noFill/>
                  </a:ln>
                  <a:solidFill>
                    <a:srgbClr val="FFFFFF"/>
                  </a:solidFill>
                  <a:effectLst/>
                  <a:uLnTx/>
                  <a:uFillTx/>
                  <a:ea typeface="+mn-ea"/>
                  <a:cs typeface="Segoe UI" pitchFamily="34"/>
                </a:rPr>
                <a:t>Revenues in 2024</a:t>
              </a:r>
              <a:endParaRPr kumimoji="0" lang="en-US" sz="1600" b="1" i="0" u="none" strike="noStrike" kern="0" cap="none" spc="0" normalizeH="0" baseline="0" noProof="0">
                <a:ln>
                  <a:noFill/>
                </a:ln>
                <a:solidFill>
                  <a:srgbClr val="FFFFFF"/>
                </a:solidFill>
                <a:effectLst/>
                <a:uLnTx/>
                <a:uFillTx/>
                <a:ea typeface="+mn-ea"/>
                <a:cs typeface="Segoe UI" pitchFamily="34"/>
              </a:endParaRPr>
            </a:p>
          </p:txBody>
        </p:sp>
        <p:grpSp>
          <p:nvGrpSpPr>
            <p:cNvPr id="74" name="Group 73">
              <a:extLst>
                <a:ext uri="{FF2B5EF4-FFF2-40B4-BE49-F238E27FC236}">
                  <a16:creationId xmlns:a16="http://schemas.microsoft.com/office/drawing/2014/main" id="{01B15BA7-0F8A-1BFF-1D4C-F1085DA21E38}"/>
                </a:ext>
              </a:extLst>
            </p:cNvPr>
            <p:cNvGrpSpPr>
              <a:grpSpLocks noChangeAspect="1"/>
            </p:cNvGrpSpPr>
            <p:nvPr/>
          </p:nvGrpSpPr>
          <p:grpSpPr>
            <a:xfrm>
              <a:off x="4411012" y="2750300"/>
              <a:ext cx="4207297" cy="2498312"/>
              <a:chOff x="4104332" y="2824187"/>
              <a:chExt cx="4085584" cy="2426038"/>
            </a:xfrm>
          </p:grpSpPr>
          <p:grpSp>
            <p:nvGrpSpPr>
              <p:cNvPr id="76" name="Group 13">
                <a:extLst>
                  <a:ext uri="{FF2B5EF4-FFF2-40B4-BE49-F238E27FC236}">
                    <a16:creationId xmlns:a16="http://schemas.microsoft.com/office/drawing/2014/main" id="{85B85C1F-FDA7-2476-FB1A-004C35F1D025}"/>
                  </a:ext>
                </a:extLst>
              </p:cNvPr>
              <p:cNvGrpSpPr/>
              <p:nvPr/>
            </p:nvGrpSpPr>
            <p:grpSpPr>
              <a:xfrm>
                <a:off x="4104332" y="2824187"/>
                <a:ext cx="4085584" cy="2426038"/>
                <a:chOff x="4024283" y="1986488"/>
                <a:chExt cx="4085584" cy="2426038"/>
              </a:xfrm>
            </p:grpSpPr>
            <p:grpSp>
              <p:nvGrpSpPr>
                <p:cNvPr id="78" name="object 2">
                  <a:extLst>
                    <a:ext uri="{FF2B5EF4-FFF2-40B4-BE49-F238E27FC236}">
                      <a16:creationId xmlns:a16="http://schemas.microsoft.com/office/drawing/2014/main" id="{5F58FBDE-DF79-39ED-65B6-4CE9A91A719B}"/>
                    </a:ext>
                  </a:extLst>
                </p:cNvPr>
                <p:cNvGrpSpPr/>
                <p:nvPr/>
              </p:nvGrpSpPr>
              <p:grpSpPr>
                <a:xfrm>
                  <a:off x="5169724" y="2178750"/>
                  <a:ext cx="2066480" cy="2065848"/>
                  <a:chOff x="5169724" y="2178750"/>
                  <a:chExt cx="2066480" cy="2065848"/>
                </a:xfrm>
              </p:grpSpPr>
              <p:sp>
                <p:nvSpPr>
                  <p:cNvPr id="93" name="object 3">
                    <a:extLst>
                      <a:ext uri="{FF2B5EF4-FFF2-40B4-BE49-F238E27FC236}">
                        <a16:creationId xmlns:a16="http://schemas.microsoft.com/office/drawing/2014/main" id="{0CC603BC-40D9-28F1-52F4-ABE0F21586B9}"/>
                      </a:ext>
                    </a:extLst>
                  </p:cNvPr>
                  <p:cNvSpPr/>
                  <p:nvPr/>
                </p:nvSpPr>
                <p:spPr>
                  <a:xfrm>
                    <a:off x="6202695" y="2178750"/>
                    <a:ext cx="1033509" cy="1032924"/>
                  </a:xfrm>
                  <a:custGeom>
                    <a:avLst/>
                    <a:gdLst>
                      <a:gd name="f0" fmla="val w"/>
                      <a:gd name="f1" fmla="val h"/>
                      <a:gd name="f2" fmla="val 0"/>
                      <a:gd name="f3" fmla="val 1111884"/>
                      <a:gd name="f4" fmla="val 1111250"/>
                      <a:gd name="f5" fmla="val 1111458"/>
                      <a:gd name="f6" fmla="val 1111162"/>
                      <a:gd name="f7" fmla="val 555729"/>
                      <a:gd name="f8" fmla="val 553689"/>
                      <a:gd name="f9" fmla="val 1063224"/>
                      <a:gd name="f10" fmla="val 547680"/>
                      <a:gd name="f11" fmla="val 1016419"/>
                      <a:gd name="f12" fmla="val 537870"/>
                      <a:gd name="f13" fmla="val 970912"/>
                      <a:gd name="f14" fmla="val 524425"/>
                      <a:gd name="f15" fmla="val 926872"/>
                      <a:gd name="f16" fmla="val 507512"/>
                      <a:gd name="f17" fmla="val 884465"/>
                      <a:gd name="f18" fmla="val 487298"/>
                      <a:gd name="f19" fmla="val 843857"/>
                      <a:gd name="f20" fmla="val 463949"/>
                      <a:gd name="f21" fmla="val 805215"/>
                      <a:gd name="f22" fmla="val 437633"/>
                      <a:gd name="f23" fmla="val 768706"/>
                      <a:gd name="f24" fmla="val 408516"/>
                      <a:gd name="f25" fmla="val 734496"/>
                      <a:gd name="f26" fmla="val 376765"/>
                      <a:gd name="f27" fmla="val 702754"/>
                      <a:gd name="f28" fmla="val 342547"/>
                      <a:gd name="f29" fmla="val 673644"/>
                      <a:gd name="f30" fmla="val 306028"/>
                      <a:gd name="f31" fmla="val 647335"/>
                      <a:gd name="f32" fmla="val 267376"/>
                      <a:gd name="f33" fmla="val 623993"/>
                      <a:gd name="f34" fmla="val 226757"/>
                      <a:gd name="f35" fmla="val 603784"/>
                      <a:gd name="f36" fmla="val 184338"/>
                      <a:gd name="f37" fmla="val 586875"/>
                      <a:gd name="f38" fmla="val 140286"/>
                      <a:gd name="f39" fmla="val 573434"/>
                      <a:gd name="f40" fmla="val 94768"/>
                      <a:gd name="f41" fmla="val 563627"/>
                      <a:gd name="f42" fmla="val 47950"/>
                      <a:gd name="f43" fmla="val 557620"/>
                      <a:gd name="f44" fmla="val 555580"/>
                      <a:gd name="f45" fmla="val 48212"/>
                      <a:gd name="f46" fmla="val 1026"/>
                      <a:gd name="f47" fmla="val 95900"/>
                      <a:gd name="f48" fmla="val 4078"/>
                      <a:gd name="f49" fmla="val 143022"/>
                      <a:gd name="f50" fmla="val 9114"/>
                      <a:gd name="f51" fmla="val 189536"/>
                      <a:gd name="f52" fmla="val 16092"/>
                      <a:gd name="f53" fmla="val 235400"/>
                      <a:gd name="f54" fmla="val 24970"/>
                      <a:gd name="f55" fmla="val 280572"/>
                      <a:gd name="f56" fmla="val 35707"/>
                      <a:gd name="f57" fmla="val 325012"/>
                      <a:gd name="f58" fmla="val 48260"/>
                      <a:gd name="f59" fmla="val 368676"/>
                      <a:gd name="f60" fmla="val 62589"/>
                      <a:gd name="f61" fmla="val 411524"/>
                      <a:gd name="f62" fmla="val 78652"/>
                      <a:gd name="f63" fmla="val 453514"/>
                      <a:gd name="f64" fmla="val 96406"/>
                      <a:gd name="f65" fmla="val 494604"/>
                      <a:gd name="f66" fmla="val 115811"/>
                      <a:gd name="f67" fmla="val 534752"/>
                      <a:gd name="f68" fmla="val 136824"/>
                      <a:gd name="f69" fmla="val 573917"/>
                      <a:gd name="f70" fmla="val 159404"/>
                      <a:gd name="f71" fmla="val 612056"/>
                      <a:gd name="f72" fmla="val 183509"/>
                      <a:gd name="f73" fmla="val 649129"/>
                      <a:gd name="f74" fmla="val 209097"/>
                      <a:gd name="f75" fmla="val 685094"/>
                      <a:gd name="f76" fmla="val 236127"/>
                      <a:gd name="f77" fmla="val 719908"/>
                      <a:gd name="f78" fmla="val 264558"/>
                      <a:gd name="f79" fmla="val 753530"/>
                      <a:gd name="f80" fmla="val 294346"/>
                      <a:gd name="f81" fmla="val 785919"/>
                      <a:gd name="f82" fmla="val 325451"/>
                      <a:gd name="f83" fmla="val 817033"/>
                      <a:gd name="f84" fmla="val 357831"/>
                      <a:gd name="f85" fmla="val 846829"/>
                      <a:gd name="f86" fmla="val 391445"/>
                      <a:gd name="f87" fmla="val 875267"/>
                      <a:gd name="f88" fmla="val 426250"/>
                      <a:gd name="f89" fmla="val 902304"/>
                      <a:gd name="f90" fmla="val 462205"/>
                      <a:gd name="f91" fmla="val 927899"/>
                      <a:gd name="f92" fmla="val 499268"/>
                      <a:gd name="f93" fmla="val 952011"/>
                      <a:gd name="f94" fmla="val 537397"/>
                      <a:gd name="f95" fmla="val 974597"/>
                      <a:gd name="f96" fmla="val 576551"/>
                      <a:gd name="f97" fmla="val 995615"/>
                      <a:gd name="f98" fmla="val 616689"/>
                      <a:gd name="f99" fmla="val 1015025"/>
                      <a:gd name="f100" fmla="val 657768"/>
                      <a:gd name="f101" fmla="val 1032784"/>
                      <a:gd name="f102" fmla="val 699746"/>
                      <a:gd name="f103" fmla="val 1048851"/>
                      <a:gd name="f104" fmla="val 742583"/>
                      <a:gd name="f105" fmla="val 1063184"/>
                      <a:gd name="f106" fmla="val 786236"/>
                      <a:gd name="f107" fmla="val 1075741"/>
                      <a:gd name="f108" fmla="val 830663"/>
                      <a:gd name="f109" fmla="val 1086481"/>
                      <a:gd name="f110" fmla="val 875824"/>
                      <a:gd name="f111" fmla="val 1095361"/>
                      <a:gd name="f112" fmla="val 921676"/>
                      <a:gd name="f113" fmla="val 1102341"/>
                      <a:gd name="f114" fmla="val 968177"/>
                      <a:gd name="f115" fmla="val 1107378"/>
                      <a:gd name="f116" fmla="val 1015286"/>
                      <a:gd name="f117" fmla="val 1110431"/>
                      <a:gd name="f118" fmla="val 1062962"/>
                      <a:gd name="f119" fmla="*/ f0 1 1111884"/>
                      <a:gd name="f120" fmla="*/ f1 1 1111250"/>
                      <a:gd name="f121" fmla="val f2"/>
                      <a:gd name="f122" fmla="val f3"/>
                      <a:gd name="f123" fmla="val f4"/>
                      <a:gd name="f124" fmla="+- f123 0 f121"/>
                      <a:gd name="f125" fmla="+- f122 0 f121"/>
                      <a:gd name="f126" fmla="*/ f125 1 1111884"/>
                      <a:gd name="f127" fmla="*/ f124 1 1111250"/>
                      <a:gd name="f128" fmla="*/ f121 1 f126"/>
                      <a:gd name="f129" fmla="*/ f122 1 f126"/>
                      <a:gd name="f130" fmla="*/ f121 1 f127"/>
                      <a:gd name="f131" fmla="*/ f123 1 f127"/>
                      <a:gd name="f132" fmla="*/ f128 f119 1"/>
                      <a:gd name="f133" fmla="*/ f129 f119 1"/>
                      <a:gd name="f134" fmla="*/ f131 f120 1"/>
                      <a:gd name="f135" fmla="*/ f130 f120 1"/>
                    </a:gdLst>
                    <a:ahLst/>
                    <a:cxnLst>
                      <a:cxn ang="3cd4">
                        <a:pos x="hc" y="t"/>
                      </a:cxn>
                      <a:cxn ang="0">
                        <a:pos x="r" y="vc"/>
                      </a:cxn>
                      <a:cxn ang="cd4">
                        <a:pos x="hc" y="b"/>
                      </a:cxn>
                      <a:cxn ang="cd2">
                        <a:pos x="l" y="vc"/>
                      </a:cxn>
                    </a:cxnLst>
                    <a:rect l="f132" t="f135" r="f133" b="f134"/>
                    <a:pathLst>
                      <a:path w="1111884" h="1111250">
                        <a:moveTo>
                          <a:pt x="f5" y="f6"/>
                        </a:moveTo>
                        <a:lnTo>
                          <a:pt x="f7" y="f6"/>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39"/>
                        </a:lnTo>
                        <a:lnTo>
                          <a:pt x="f40" y="f41"/>
                        </a:lnTo>
                        <a:lnTo>
                          <a:pt x="f42" y="f43"/>
                        </a:lnTo>
                        <a:lnTo>
                          <a:pt x="f2" y="f44"/>
                        </a:lnTo>
                        <a:lnTo>
                          <a:pt x="f2" y="f2"/>
                        </a:lnTo>
                        <a:lnTo>
                          <a:pt x="f45" y="f46"/>
                        </a:lnTo>
                        <a:lnTo>
                          <a:pt x="f47" y="f48"/>
                        </a:lnTo>
                        <a:lnTo>
                          <a:pt x="f49" y="f50"/>
                        </a:lnTo>
                        <a:lnTo>
                          <a:pt x="f51" y="f52"/>
                        </a:lnTo>
                        <a:lnTo>
                          <a:pt x="f53" y="f54"/>
                        </a:lnTo>
                        <a:lnTo>
                          <a:pt x="f55" y="f56"/>
                        </a:lnTo>
                        <a:lnTo>
                          <a:pt x="f57" y="f58"/>
                        </a:lnTo>
                        <a:lnTo>
                          <a:pt x="f59" y="f60"/>
                        </a:lnTo>
                        <a:lnTo>
                          <a:pt x="f61" y="f62"/>
                        </a:lnTo>
                        <a:lnTo>
                          <a:pt x="f63" y="f64"/>
                        </a:lnTo>
                        <a:lnTo>
                          <a:pt x="f65" y="f66"/>
                        </a:lnTo>
                        <a:lnTo>
                          <a:pt x="f67" y="f68"/>
                        </a:lnTo>
                        <a:lnTo>
                          <a:pt x="f69" y="f70"/>
                        </a:lnTo>
                        <a:lnTo>
                          <a:pt x="f71" y="f72"/>
                        </a:lnTo>
                        <a:lnTo>
                          <a:pt x="f73" y="f74"/>
                        </a:lnTo>
                        <a:lnTo>
                          <a:pt x="f75" y="f76"/>
                        </a:lnTo>
                        <a:lnTo>
                          <a:pt x="f77" y="f78"/>
                        </a:lnTo>
                        <a:lnTo>
                          <a:pt x="f79" y="f80"/>
                        </a:lnTo>
                        <a:lnTo>
                          <a:pt x="f81" y="f82"/>
                        </a:lnTo>
                        <a:lnTo>
                          <a:pt x="f83" y="f84"/>
                        </a:lnTo>
                        <a:lnTo>
                          <a:pt x="f85" y="f86"/>
                        </a:lnTo>
                        <a:lnTo>
                          <a:pt x="f87" y="f88"/>
                        </a:lnTo>
                        <a:lnTo>
                          <a:pt x="f89" y="f90"/>
                        </a:lnTo>
                        <a:lnTo>
                          <a:pt x="f91" y="f92"/>
                        </a:lnTo>
                        <a:lnTo>
                          <a:pt x="f93" y="f94"/>
                        </a:lnTo>
                        <a:lnTo>
                          <a:pt x="f95" y="f96"/>
                        </a:lnTo>
                        <a:lnTo>
                          <a:pt x="f97" y="f98"/>
                        </a:lnTo>
                        <a:lnTo>
                          <a:pt x="f99" y="f100"/>
                        </a:lnTo>
                        <a:lnTo>
                          <a:pt x="f101" y="f102"/>
                        </a:lnTo>
                        <a:lnTo>
                          <a:pt x="f103" y="f104"/>
                        </a:lnTo>
                        <a:lnTo>
                          <a:pt x="f105" y="f106"/>
                        </a:lnTo>
                        <a:lnTo>
                          <a:pt x="f107" y="f108"/>
                        </a:lnTo>
                        <a:lnTo>
                          <a:pt x="f109" y="f110"/>
                        </a:lnTo>
                        <a:lnTo>
                          <a:pt x="f111" y="f112"/>
                        </a:lnTo>
                        <a:lnTo>
                          <a:pt x="f113" y="f114"/>
                        </a:lnTo>
                        <a:lnTo>
                          <a:pt x="f115" y="f116"/>
                        </a:lnTo>
                        <a:lnTo>
                          <a:pt x="f117" y="f118"/>
                        </a:lnTo>
                        <a:lnTo>
                          <a:pt x="f5" y="f6"/>
                        </a:lnTo>
                        <a:close/>
                      </a:path>
                    </a:pathLst>
                  </a:custGeom>
                  <a:solidFill>
                    <a:srgbClr val="2B093C"/>
                  </a:solidFill>
                  <a:ln w="9528">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4" name="object 4">
                    <a:extLst>
                      <a:ext uri="{FF2B5EF4-FFF2-40B4-BE49-F238E27FC236}">
                        <a16:creationId xmlns:a16="http://schemas.microsoft.com/office/drawing/2014/main" id="{75BEBC60-DE46-D25F-A846-042D220084C4}"/>
                      </a:ext>
                    </a:extLst>
                  </p:cNvPr>
                  <p:cNvSpPr/>
                  <p:nvPr/>
                </p:nvSpPr>
                <p:spPr>
                  <a:xfrm>
                    <a:off x="6299493" y="3211592"/>
                    <a:ext cx="936711" cy="1014627"/>
                  </a:xfrm>
                  <a:custGeom>
                    <a:avLst/>
                    <a:gdLst>
                      <a:gd name="f0" fmla="val w"/>
                      <a:gd name="f1" fmla="val h"/>
                      <a:gd name="f2" fmla="val 0"/>
                      <a:gd name="f3" fmla="val 1007745"/>
                      <a:gd name="f4" fmla="val 1091564"/>
                      <a:gd name="f5" fmla="val 104134"/>
                      <a:gd name="f6" fmla="val 1091488"/>
                      <a:gd name="f7" fmla="val 545744"/>
                      <a:gd name="f8" fmla="val 48254"/>
                      <a:gd name="f9" fmla="val 534310"/>
                      <a:gd name="f10" fmla="val 94639"/>
                      <a:gd name="f11" fmla="val 518885"/>
                      <a:gd name="f12" fmla="val 138982"/>
                      <a:gd name="f13" fmla="val 499677"/>
                      <a:gd name="f14" fmla="val 181111"/>
                      <a:gd name="f15" fmla="val 476893"/>
                      <a:gd name="f16" fmla="val 220855"/>
                      <a:gd name="f17" fmla="val 450741"/>
                      <a:gd name="f18" fmla="val 258043"/>
                      <a:gd name="f19" fmla="val 421427"/>
                      <a:gd name="f20" fmla="val 292504"/>
                      <a:gd name="f21" fmla="val 389158"/>
                      <a:gd name="f22" fmla="val 324064"/>
                      <a:gd name="f23" fmla="val 354143"/>
                      <a:gd name="f24" fmla="val 352555"/>
                      <a:gd name="f25" fmla="val 316588"/>
                      <a:gd name="f26" fmla="val 377802"/>
                      <a:gd name="f27" fmla="val 276701"/>
                      <a:gd name="f28" fmla="val 399636"/>
                      <a:gd name="f29" fmla="val 234688"/>
                      <a:gd name="f30" fmla="val 417885"/>
                      <a:gd name="f31" fmla="val 190758"/>
                      <a:gd name="f32" fmla="val 432377"/>
                      <a:gd name="f33" fmla="val 145116"/>
                      <a:gd name="f34" fmla="val 442941"/>
                      <a:gd name="f35" fmla="val 97971"/>
                      <a:gd name="f36" fmla="val 449405"/>
                      <a:gd name="f37" fmla="val 49530"/>
                      <a:gd name="f38" fmla="val 451598"/>
                      <a:gd name="f39" fmla="val 1007330"/>
                      <a:gd name="f40" fmla="val 1006292"/>
                      <a:gd name="f41" fmla="val 48275"/>
                      <a:gd name="f42" fmla="val 1003205"/>
                      <a:gd name="f43" fmla="val 96088"/>
                      <a:gd name="f44" fmla="val 998107"/>
                      <a:gd name="f45" fmla="val 143393"/>
                      <a:gd name="f46" fmla="val 991037"/>
                      <a:gd name="f47" fmla="val 190141"/>
                      <a:gd name="f48" fmla="val 982035"/>
                      <a:gd name="f49" fmla="val 236285"/>
                      <a:gd name="f50" fmla="val 971140"/>
                      <a:gd name="f51" fmla="val 281779"/>
                      <a:gd name="f52" fmla="val 958390"/>
                      <a:gd name="f53" fmla="val 326574"/>
                      <a:gd name="f54" fmla="val 943826"/>
                      <a:gd name="f55" fmla="val 370625"/>
                      <a:gd name="f56" fmla="val 927485"/>
                      <a:gd name="f57" fmla="val 413882"/>
                      <a:gd name="f58" fmla="val 909407"/>
                      <a:gd name="f59" fmla="val 456301"/>
                      <a:gd name="f60" fmla="val 889632"/>
                      <a:gd name="f61" fmla="val 497832"/>
                      <a:gd name="f62" fmla="val 868197"/>
                      <a:gd name="f63" fmla="val 538428"/>
                      <a:gd name="f64" fmla="val 845143"/>
                      <a:gd name="f65" fmla="val 578044"/>
                      <a:gd name="f66" fmla="val 820509"/>
                      <a:gd name="f67" fmla="val 616630"/>
                      <a:gd name="f68" fmla="val 794333"/>
                      <a:gd name="f69" fmla="val 654141"/>
                      <a:gd name="f70" fmla="val 766654"/>
                      <a:gd name="f71" fmla="val 690528"/>
                      <a:gd name="f72" fmla="val 737513"/>
                      <a:gd name="f73" fmla="val 725745"/>
                      <a:gd name="f74" fmla="val 706947"/>
                      <a:gd name="f75" fmla="val 759745"/>
                      <a:gd name="f76" fmla="val 674996"/>
                      <a:gd name="f77" fmla="val 792479"/>
                      <a:gd name="f78" fmla="val 641699"/>
                      <a:gd name="f79" fmla="val 823901"/>
                      <a:gd name="f80" fmla="val 607095"/>
                      <a:gd name="f81" fmla="val 853964"/>
                      <a:gd name="f82" fmla="val 571223"/>
                      <a:gd name="f83" fmla="val 882620"/>
                      <a:gd name="f84" fmla="val 534122"/>
                      <a:gd name="f85" fmla="val 909823"/>
                      <a:gd name="f86" fmla="val 495832"/>
                      <a:gd name="f87" fmla="val 935524"/>
                      <a:gd name="f88" fmla="val 456391"/>
                      <a:gd name="f89" fmla="val 959676"/>
                      <a:gd name="f90" fmla="val 415839"/>
                      <a:gd name="f91" fmla="val 982234"/>
                      <a:gd name="f92" fmla="val 374214"/>
                      <a:gd name="f93" fmla="val 1003148"/>
                      <a:gd name="f94" fmla="val 331556"/>
                      <a:gd name="f95" fmla="val 1022372"/>
                      <a:gd name="f96" fmla="val 287904"/>
                      <a:gd name="f97" fmla="val 1039859"/>
                      <a:gd name="f98" fmla="val 243296"/>
                      <a:gd name="f99" fmla="val 1055561"/>
                      <a:gd name="f100" fmla="val 197773"/>
                      <a:gd name="f101" fmla="val 1069432"/>
                      <a:gd name="f102" fmla="val 151372"/>
                      <a:gd name="f103" fmla="val 1081423"/>
                      <a:gd name="f104" fmla="*/ f0 1 1007745"/>
                      <a:gd name="f105" fmla="*/ f1 1 1091564"/>
                      <a:gd name="f106" fmla="val f2"/>
                      <a:gd name="f107" fmla="val f3"/>
                      <a:gd name="f108" fmla="val f4"/>
                      <a:gd name="f109" fmla="+- f108 0 f106"/>
                      <a:gd name="f110" fmla="+- f107 0 f106"/>
                      <a:gd name="f111" fmla="*/ f110 1 1007745"/>
                      <a:gd name="f112" fmla="*/ f109 1 1091564"/>
                      <a:gd name="f113" fmla="*/ f106 1 f111"/>
                      <a:gd name="f114" fmla="*/ f107 1 f111"/>
                      <a:gd name="f115" fmla="*/ f106 1 f112"/>
                      <a:gd name="f116" fmla="*/ f108 1 f112"/>
                      <a:gd name="f117" fmla="*/ f113 f104 1"/>
                      <a:gd name="f118" fmla="*/ f114 f104 1"/>
                      <a:gd name="f119" fmla="*/ f116 f105 1"/>
                      <a:gd name="f120" fmla="*/ f115 f105 1"/>
                    </a:gdLst>
                    <a:ahLst/>
                    <a:cxnLst>
                      <a:cxn ang="3cd4">
                        <a:pos x="hc" y="t"/>
                      </a:cxn>
                      <a:cxn ang="0">
                        <a:pos x="r" y="vc"/>
                      </a:cxn>
                      <a:cxn ang="cd4">
                        <a:pos x="hc" y="b"/>
                      </a:cxn>
                      <a:cxn ang="cd2">
                        <a:pos x="l" y="vc"/>
                      </a:cxn>
                    </a:cxnLst>
                    <a:rect l="f117" t="f120" r="f118" b="f119"/>
                    <a:pathLst>
                      <a:path w="1007745" h="1091564">
                        <a:moveTo>
                          <a:pt x="f5" y="f6"/>
                        </a:moveTo>
                        <a:lnTo>
                          <a:pt x="f2" y="f7"/>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2"/>
                        </a:lnTo>
                        <a:lnTo>
                          <a:pt x="f39" y="f2"/>
                        </a:lnTo>
                        <a:lnTo>
                          <a:pt x="f40" y="f41"/>
                        </a:lnTo>
                        <a:lnTo>
                          <a:pt x="f42" y="f43"/>
                        </a:lnTo>
                        <a:lnTo>
                          <a:pt x="f44" y="f45"/>
                        </a:lnTo>
                        <a:lnTo>
                          <a:pt x="f46" y="f47"/>
                        </a:lnTo>
                        <a:lnTo>
                          <a:pt x="f48" y="f49"/>
                        </a:lnTo>
                        <a:lnTo>
                          <a:pt x="f50" y="f51"/>
                        </a:lnTo>
                        <a:lnTo>
                          <a:pt x="f52" y="f53"/>
                        </a:lnTo>
                        <a:lnTo>
                          <a:pt x="f54" y="f55"/>
                        </a:lnTo>
                        <a:lnTo>
                          <a:pt x="f56" y="f57"/>
                        </a:lnTo>
                        <a:lnTo>
                          <a:pt x="f58" y="f59"/>
                        </a:lnTo>
                        <a:lnTo>
                          <a:pt x="f60" y="f61"/>
                        </a:lnTo>
                        <a:lnTo>
                          <a:pt x="f62" y="f63"/>
                        </a:lnTo>
                        <a:lnTo>
                          <a:pt x="f64" y="f65"/>
                        </a:lnTo>
                        <a:lnTo>
                          <a:pt x="f66" y="f67"/>
                        </a:lnTo>
                        <a:lnTo>
                          <a:pt x="f68" y="f69"/>
                        </a:lnTo>
                        <a:lnTo>
                          <a:pt x="f70" y="f71"/>
                        </a:lnTo>
                        <a:lnTo>
                          <a:pt x="f72" y="f73"/>
                        </a:lnTo>
                        <a:lnTo>
                          <a:pt x="f74" y="f75"/>
                        </a:lnTo>
                        <a:lnTo>
                          <a:pt x="f76" y="f77"/>
                        </a:lnTo>
                        <a:lnTo>
                          <a:pt x="f78" y="f79"/>
                        </a:lnTo>
                        <a:lnTo>
                          <a:pt x="f80" y="f81"/>
                        </a:lnTo>
                        <a:lnTo>
                          <a:pt x="f82" y="f83"/>
                        </a:lnTo>
                        <a:lnTo>
                          <a:pt x="f84" y="f85"/>
                        </a:lnTo>
                        <a:lnTo>
                          <a:pt x="f86" y="f87"/>
                        </a:lnTo>
                        <a:lnTo>
                          <a:pt x="f88" y="f89"/>
                        </a:lnTo>
                        <a:lnTo>
                          <a:pt x="f90" y="f91"/>
                        </a:lnTo>
                        <a:lnTo>
                          <a:pt x="f92" y="f93"/>
                        </a:lnTo>
                        <a:lnTo>
                          <a:pt x="f94" y="f95"/>
                        </a:lnTo>
                        <a:lnTo>
                          <a:pt x="f96" y="f97"/>
                        </a:lnTo>
                        <a:lnTo>
                          <a:pt x="f98" y="f99"/>
                        </a:lnTo>
                        <a:lnTo>
                          <a:pt x="f100" y="f101"/>
                        </a:lnTo>
                        <a:lnTo>
                          <a:pt x="f102" y="f103"/>
                        </a:lnTo>
                        <a:lnTo>
                          <a:pt x="f5" y="f6"/>
                        </a:lnTo>
                        <a:close/>
                      </a:path>
                    </a:pathLst>
                  </a:custGeom>
                  <a:solidFill>
                    <a:srgbClr val="005B8E"/>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5" name="object 5">
                    <a:extLst>
                      <a:ext uri="{FF2B5EF4-FFF2-40B4-BE49-F238E27FC236}">
                        <a16:creationId xmlns:a16="http://schemas.microsoft.com/office/drawing/2014/main" id="{19A29121-9B3A-D23D-4A75-2F135E82DAD3}"/>
                      </a:ext>
                    </a:extLst>
                  </p:cNvPr>
                  <p:cNvSpPr/>
                  <p:nvPr/>
                </p:nvSpPr>
                <p:spPr>
                  <a:xfrm>
                    <a:off x="6299493" y="3211592"/>
                    <a:ext cx="936711" cy="1014627"/>
                  </a:xfrm>
                  <a:custGeom>
                    <a:avLst/>
                    <a:gdLst>
                      <a:gd name="f0" fmla="val w"/>
                      <a:gd name="f1" fmla="val h"/>
                      <a:gd name="f2" fmla="val 0"/>
                      <a:gd name="f3" fmla="val 1007745"/>
                      <a:gd name="f4" fmla="val 1091564"/>
                      <a:gd name="f5" fmla="val 1007330"/>
                      <a:gd name="f6" fmla="val 1006292"/>
                      <a:gd name="f7" fmla="val 48275"/>
                      <a:gd name="f8" fmla="val 1003205"/>
                      <a:gd name="f9" fmla="val 96088"/>
                      <a:gd name="f10" fmla="val 998107"/>
                      <a:gd name="f11" fmla="val 143393"/>
                      <a:gd name="f12" fmla="val 991037"/>
                      <a:gd name="f13" fmla="val 190141"/>
                      <a:gd name="f14" fmla="val 982035"/>
                      <a:gd name="f15" fmla="val 236285"/>
                      <a:gd name="f16" fmla="val 971140"/>
                      <a:gd name="f17" fmla="val 281779"/>
                      <a:gd name="f18" fmla="val 958390"/>
                      <a:gd name="f19" fmla="val 326574"/>
                      <a:gd name="f20" fmla="val 943826"/>
                      <a:gd name="f21" fmla="val 370625"/>
                      <a:gd name="f22" fmla="val 927485"/>
                      <a:gd name="f23" fmla="val 413882"/>
                      <a:gd name="f24" fmla="val 909407"/>
                      <a:gd name="f25" fmla="val 456301"/>
                      <a:gd name="f26" fmla="val 889632"/>
                      <a:gd name="f27" fmla="val 497832"/>
                      <a:gd name="f28" fmla="val 868197"/>
                      <a:gd name="f29" fmla="val 538428"/>
                      <a:gd name="f30" fmla="val 845143"/>
                      <a:gd name="f31" fmla="val 578044"/>
                      <a:gd name="f32" fmla="val 820509"/>
                      <a:gd name="f33" fmla="val 616630"/>
                      <a:gd name="f34" fmla="val 794333"/>
                      <a:gd name="f35" fmla="val 654141"/>
                      <a:gd name="f36" fmla="val 766654"/>
                      <a:gd name="f37" fmla="val 690528"/>
                      <a:gd name="f38" fmla="val 737513"/>
                      <a:gd name="f39" fmla="val 725745"/>
                      <a:gd name="f40" fmla="val 706947"/>
                      <a:gd name="f41" fmla="val 759745"/>
                      <a:gd name="f42" fmla="val 674996"/>
                      <a:gd name="f43" fmla="val 792479"/>
                      <a:gd name="f44" fmla="val 641699"/>
                      <a:gd name="f45" fmla="val 823901"/>
                      <a:gd name="f46" fmla="val 607095"/>
                      <a:gd name="f47" fmla="val 853964"/>
                      <a:gd name="f48" fmla="val 571223"/>
                      <a:gd name="f49" fmla="val 882620"/>
                      <a:gd name="f50" fmla="val 534122"/>
                      <a:gd name="f51" fmla="val 909823"/>
                      <a:gd name="f52" fmla="val 495832"/>
                      <a:gd name="f53" fmla="val 935524"/>
                      <a:gd name="f54" fmla="val 456391"/>
                      <a:gd name="f55" fmla="val 959676"/>
                      <a:gd name="f56" fmla="val 415839"/>
                      <a:gd name="f57" fmla="val 982234"/>
                      <a:gd name="f58" fmla="val 374214"/>
                      <a:gd name="f59" fmla="val 1003148"/>
                      <a:gd name="f60" fmla="val 331556"/>
                      <a:gd name="f61" fmla="val 1022372"/>
                      <a:gd name="f62" fmla="val 287904"/>
                      <a:gd name="f63" fmla="val 1039859"/>
                      <a:gd name="f64" fmla="val 243296"/>
                      <a:gd name="f65" fmla="val 1055561"/>
                      <a:gd name="f66" fmla="val 197773"/>
                      <a:gd name="f67" fmla="val 1069432"/>
                      <a:gd name="f68" fmla="val 151372"/>
                      <a:gd name="f69" fmla="val 1081423"/>
                      <a:gd name="f70" fmla="val 104134"/>
                      <a:gd name="f71" fmla="val 1091488"/>
                      <a:gd name="f72" fmla="val 545744"/>
                      <a:gd name="f73" fmla="val 48254"/>
                      <a:gd name="f74" fmla="val 534310"/>
                      <a:gd name="f75" fmla="val 94639"/>
                      <a:gd name="f76" fmla="val 518885"/>
                      <a:gd name="f77" fmla="val 138982"/>
                      <a:gd name="f78" fmla="val 499677"/>
                      <a:gd name="f79" fmla="val 181111"/>
                      <a:gd name="f80" fmla="val 476893"/>
                      <a:gd name="f81" fmla="val 220855"/>
                      <a:gd name="f82" fmla="val 450741"/>
                      <a:gd name="f83" fmla="val 258043"/>
                      <a:gd name="f84" fmla="val 421427"/>
                      <a:gd name="f85" fmla="val 292504"/>
                      <a:gd name="f86" fmla="val 389158"/>
                      <a:gd name="f87" fmla="val 324064"/>
                      <a:gd name="f88" fmla="val 354143"/>
                      <a:gd name="f89" fmla="val 352555"/>
                      <a:gd name="f90" fmla="val 316588"/>
                      <a:gd name="f91" fmla="val 377802"/>
                      <a:gd name="f92" fmla="val 276701"/>
                      <a:gd name="f93" fmla="val 399636"/>
                      <a:gd name="f94" fmla="val 234688"/>
                      <a:gd name="f95" fmla="val 417885"/>
                      <a:gd name="f96" fmla="val 190758"/>
                      <a:gd name="f97" fmla="val 432377"/>
                      <a:gd name="f98" fmla="val 145116"/>
                      <a:gd name="f99" fmla="val 442941"/>
                      <a:gd name="f100" fmla="val 97971"/>
                      <a:gd name="f101" fmla="val 449405"/>
                      <a:gd name="f102" fmla="val 49530"/>
                      <a:gd name="f103" fmla="val 451598"/>
                      <a:gd name="f104" fmla="*/ f0 1 1007745"/>
                      <a:gd name="f105" fmla="*/ f1 1 1091564"/>
                      <a:gd name="f106" fmla="val f2"/>
                      <a:gd name="f107" fmla="val f3"/>
                      <a:gd name="f108" fmla="val f4"/>
                      <a:gd name="f109" fmla="+- f108 0 f106"/>
                      <a:gd name="f110" fmla="+- f107 0 f106"/>
                      <a:gd name="f111" fmla="*/ f110 1 1007745"/>
                      <a:gd name="f112" fmla="*/ f109 1 1091564"/>
                      <a:gd name="f113" fmla="*/ f106 1 f111"/>
                      <a:gd name="f114" fmla="*/ f107 1 f111"/>
                      <a:gd name="f115" fmla="*/ f106 1 f112"/>
                      <a:gd name="f116" fmla="*/ f108 1 f112"/>
                      <a:gd name="f117" fmla="*/ f113 f104 1"/>
                      <a:gd name="f118" fmla="*/ f114 f104 1"/>
                      <a:gd name="f119" fmla="*/ f116 f105 1"/>
                      <a:gd name="f120" fmla="*/ f115 f105 1"/>
                    </a:gdLst>
                    <a:ahLst/>
                    <a:cxnLst>
                      <a:cxn ang="3cd4">
                        <a:pos x="hc" y="t"/>
                      </a:cxn>
                      <a:cxn ang="0">
                        <a:pos x="r" y="vc"/>
                      </a:cxn>
                      <a:cxn ang="cd4">
                        <a:pos x="hc" y="b"/>
                      </a:cxn>
                      <a:cxn ang="cd2">
                        <a:pos x="l" y="vc"/>
                      </a:cxn>
                    </a:cxnLst>
                    <a:rect l="f117" t="f120" r="f118" b="f119"/>
                    <a:pathLst>
                      <a:path w="1007745" h="1091564">
                        <a:moveTo>
                          <a:pt x="f5" y="f2"/>
                        </a:moveTo>
                        <a:lnTo>
                          <a:pt x="f6" y="f7"/>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39"/>
                        </a:lnTo>
                        <a:lnTo>
                          <a:pt x="f40" y="f41"/>
                        </a:lnTo>
                        <a:lnTo>
                          <a:pt x="f42" y="f43"/>
                        </a:lnTo>
                        <a:lnTo>
                          <a:pt x="f44" y="f45"/>
                        </a:lnTo>
                        <a:lnTo>
                          <a:pt x="f46" y="f47"/>
                        </a:lnTo>
                        <a:lnTo>
                          <a:pt x="f48" y="f49"/>
                        </a:lnTo>
                        <a:lnTo>
                          <a:pt x="f50" y="f51"/>
                        </a:lnTo>
                        <a:lnTo>
                          <a:pt x="f52" y="f53"/>
                        </a:lnTo>
                        <a:lnTo>
                          <a:pt x="f54" y="f55"/>
                        </a:lnTo>
                        <a:lnTo>
                          <a:pt x="f56" y="f57"/>
                        </a:lnTo>
                        <a:lnTo>
                          <a:pt x="f58" y="f59"/>
                        </a:lnTo>
                        <a:lnTo>
                          <a:pt x="f60" y="f61"/>
                        </a:lnTo>
                        <a:lnTo>
                          <a:pt x="f62" y="f63"/>
                        </a:lnTo>
                        <a:lnTo>
                          <a:pt x="f64" y="f65"/>
                        </a:lnTo>
                        <a:lnTo>
                          <a:pt x="f66" y="f67"/>
                        </a:lnTo>
                        <a:lnTo>
                          <a:pt x="f68" y="f69"/>
                        </a:lnTo>
                        <a:lnTo>
                          <a:pt x="f70" y="f71"/>
                        </a:lnTo>
                        <a:lnTo>
                          <a:pt x="f2" y="f72"/>
                        </a:lnTo>
                        <a:lnTo>
                          <a:pt x="f73" y="f74"/>
                        </a:lnTo>
                        <a:lnTo>
                          <a:pt x="f75" y="f76"/>
                        </a:lnTo>
                        <a:lnTo>
                          <a:pt x="f77" y="f78"/>
                        </a:lnTo>
                        <a:lnTo>
                          <a:pt x="f79" y="f80"/>
                        </a:lnTo>
                        <a:lnTo>
                          <a:pt x="f81" y="f82"/>
                        </a:lnTo>
                        <a:lnTo>
                          <a:pt x="f83" y="f84"/>
                        </a:lnTo>
                        <a:lnTo>
                          <a:pt x="f85" y="f86"/>
                        </a:lnTo>
                        <a:lnTo>
                          <a:pt x="f87" y="f88"/>
                        </a:lnTo>
                        <a:lnTo>
                          <a:pt x="f89" y="f90"/>
                        </a:lnTo>
                        <a:lnTo>
                          <a:pt x="f91" y="f92"/>
                        </a:lnTo>
                        <a:lnTo>
                          <a:pt x="f93" y="f94"/>
                        </a:lnTo>
                        <a:lnTo>
                          <a:pt x="f95" y="f96"/>
                        </a:lnTo>
                        <a:lnTo>
                          <a:pt x="f97" y="f98"/>
                        </a:lnTo>
                        <a:lnTo>
                          <a:pt x="f99" y="f100"/>
                        </a:lnTo>
                        <a:lnTo>
                          <a:pt x="f101" y="f102"/>
                        </a:lnTo>
                        <a:lnTo>
                          <a:pt x="f103" y="f2"/>
                        </a:lnTo>
                        <a:lnTo>
                          <a:pt x="f5" y="f2"/>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6" name="object 6">
                    <a:extLst>
                      <a:ext uri="{FF2B5EF4-FFF2-40B4-BE49-F238E27FC236}">
                        <a16:creationId xmlns:a16="http://schemas.microsoft.com/office/drawing/2014/main" id="{9AB0D134-2035-11C7-DE3A-63FB8900E895}"/>
                      </a:ext>
                    </a:extLst>
                  </p:cNvPr>
                  <p:cNvSpPr/>
                  <p:nvPr/>
                </p:nvSpPr>
                <p:spPr>
                  <a:xfrm>
                    <a:off x="5544171" y="3609502"/>
                    <a:ext cx="852312" cy="635096"/>
                  </a:xfrm>
                  <a:custGeom>
                    <a:avLst/>
                    <a:gdLst>
                      <a:gd name="f0" fmla="val w"/>
                      <a:gd name="f1" fmla="val h"/>
                      <a:gd name="f2" fmla="val 0"/>
                      <a:gd name="f3" fmla="val 916940"/>
                      <a:gd name="f4" fmla="val 683260"/>
                      <a:gd name="f5" fmla="val 720955"/>
                      <a:gd name="f6" fmla="val 683023"/>
                      <a:gd name="f7" fmla="val 672121"/>
                      <a:gd name="f8" fmla="val 682498"/>
                      <a:gd name="f9" fmla="val 623470"/>
                      <a:gd name="f10" fmla="val 679836"/>
                      <a:gd name="f11" fmla="val 575070"/>
                      <a:gd name="f12" fmla="val 675056"/>
                      <a:gd name="f13" fmla="val 526990"/>
                      <a:gd name="f14" fmla="val 668173"/>
                      <a:gd name="f15" fmla="val 479298"/>
                      <a:gd name="f16" fmla="val 659207"/>
                      <a:gd name="f17" fmla="val 432064"/>
                      <a:gd name="f18" fmla="val 648174"/>
                      <a:gd name="f19" fmla="val 385357"/>
                      <a:gd name="f20" fmla="val 635093"/>
                      <a:gd name="f21" fmla="val 339244"/>
                      <a:gd name="f22" fmla="val 619981"/>
                      <a:gd name="f23" fmla="val 293794"/>
                      <a:gd name="f24" fmla="val 602856"/>
                      <a:gd name="f25" fmla="val 249077"/>
                      <a:gd name="f26" fmla="val 583735"/>
                      <a:gd name="f27" fmla="val 205161"/>
                      <a:gd name="f28" fmla="val 562635"/>
                      <a:gd name="f29" fmla="val 162115"/>
                      <a:gd name="f30" fmla="val 539576"/>
                      <a:gd name="f31" fmla="val 120007"/>
                      <a:gd name="f32" fmla="val 514573"/>
                      <a:gd name="f33" fmla="val 78906"/>
                      <a:gd name="f34" fmla="val 487646"/>
                      <a:gd name="f35" fmla="val 38880"/>
                      <a:gd name="f36" fmla="val 458811"/>
                      <a:gd name="f37" fmla="val 428086"/>
                      <a:gd name="f38" fmla="val 354237"/>
                      <a:gd name="f39" fmla="val 393690"/>
                      <a:gd name="f40" fmla="val 29780"/>
                      <a:gd name="f41" fmla="val 435294"/>
                      <a:gd name="f42" fmla="val 55745"/>
                      <a:gd name="f43" fmla="val 478776"/>
                      <a:gd name="f44" fmla="val 77824"/>
                      <a:gd name="f45" fmla="val 523859"/>
                      <a:gd name="f46" fmla="val 95947"/>
                      <a:gd name="f47" fmla="val 570269"/>
                      <a:gd name="f48" fmla="val 110044"/>
                      <a:gd name="f49" fmla="val 617732"/>
                      <a:gd name="f50" fmla="val 120043"/>
                      <a:gd name="f51" fmla="val 665972"/>
                      <a:gd name="f52" fmla="val 125875"/>
                      <a:gd name="f53" fmla="val 714715"/>
                      <a:gd name="f54" fmla="val 127468"/>
                      <a:gd name="f55" fmla="val 763685"/>
                      <a:gd name="f56" fmla="val 124753"/>
                      <a:gd name="f57" fmla="val 812609"/>
                      <a:gd name="f58" fmla="val 117658"/>
                      <a:gd name="f59" fmla="val 916743"/>
                      <a:gd name="f60" fmla="val 663402"/>
                      <a:gd name="f61" fmla="val 867866"/>
                      <a:gd name="f62" fmla="val 671601"/>
                      <a:gd name="f63" fmla="val 818896"/>
                      <a:gd name="f64" fmla="val 677592"/>
                      <a:gd name="f65" fmla="val 769903"/>
                      <a:gd name="f66" fmla="val 681394"/>
                      <a:gd name="f67" fmla="*/ f0 1 916940"/>
                      <a:gd name="f68" fmla="*/ f1 1 683260"/>
                      <a:gd name="f69" fmla="val f2"/>
                      <a:gd name="f70" fmla="val f3"/>
                      <a:gd name="f71" fmla="val f4"/>
                      <a:gd name="f72" fmla="+- f71 0 f69"/>
                      <a:gd name="f73" fmla="+- f70 0 f69"/>
                      <a:gd name="f74" fmla="*/ f73 1 916940"/>
                      <a:gd name="f75" fmla="*/ f72 1 683260"/>
                      <a:gd name="f76" fmla="*/ f69 1 f74"/>
                      <a:gd name="f77" fmla="*/ f70 1 f74"/>
                      <a:gd name="f78" fmla="*/ f69 1 f75"/>
                      <a:gd name="f79" fmla="*/ f71 1 f75"/>
                      <a:gd name="f80" fmla="*/ f76 f67 1"/>
                      <a:gd name="f81" fmla="*/ f77 f67 1"/>
                      <a:gd name="f82" fmla="*/ f79 f68 1"/>
                      <a:gd name="f83" fmla="*/ f78 f68 1"/>
                    </a:gdLst>
                    <a:ahLst/>
                    <a:cxnLst>
                      <a:cxn ang="3cd4">
                        <a:pos x="hc" y="t"/>
                      </a:cxn>
                      <a:cxn ang="0">
                        <a:pos x="r" y="vc"/>
                      </a:cxn>
                      <a:cxn ang="cd4">
                        <a:pos x="hc" y="b"/>
                      </a:cxn>
                      <a:cxn ang="cd2">
                        <a:pos x="l" y="vc"/>
                      </a:cxn>
                    </a:cxnLst>
                    <a:rect l="f80" t="f83" r="f81" b="f82"/>
                    <a:pathLst>
                      <a:path w="916940" h="683260">
                        <a:moveTo>
                          <a:pt x="f5" y="f6"/>
                        </a:moveTo>
                        <a:lnTo>
                          <a:pt x="f7" y="f8"/>
                        </a:lnTo>
                        <a:lnTo>
                          <a:pt x="f9" y="f10"/>
                        </a:lnTo>
                        <a:lnTo>
                          <a:pt x="f11" y="f12"/>
                        </a:lnTo>
                        <a:lnTo>
                          <a:pt x="f13" y="f14"/>
                        </a:lnTo>
                        <a:lnTo>
                          <a:pt x="f15" y="f16"/>
                        </a:lnTo>
                        <a:lnTo>
                          <a:pt x="f17" y="f18"/>
                        </a:lnTo>
                        <a:lnTo>
                          <a:pt x="f19" y="f20"/>
                        </a:lnTo>
                        <a:lnTo>
                          <a:pt x="f21" y="f22"/>
                        </a:lnTo>
                        <a:lnTo>
                          <a:pt x="f23" y="f24"/>
                        </a:lnTo>
                        <a:lnTo>
                          <a:pt x="f25" y="f26"/>
                        </a:lnTo>
                        <a:lnTo>
                          <a:pt x="f27" y="f28"/>
                        </a:lnTo>
                        <a:lnTo>
                          <a:pt x="f29" y="f30"/>
                        </a:lnTo>
                        <a:lnTo>
                          <a:pt x="f31" y="f32"/>
                        </a:lnTo>
                        <a:lnTo>
                          <a:pt x="f33" y="f34"/>
                        </a:lnTo>
                        <a:lnTo>
                          <a:pt x="f35" y="f36"/>
                        </a:lnTo>
                        <a:lnTo>
                          <a:pt x="f2" y="f37"/>
                        </a:lnTo>
                        <a:lnTo>
                          <a:pt x="f38" y="f2"/>
                        </a:lnTo>
                        <a:lnTo>
                          <a:pt x="f39" y="f40"/>
                        </a:lnTo>
                        <a:lnTo>
                          <a:pt x="f41" y="f42"/>
                        </a:lnTo>
                        <a:lnTo>
                          <a:pt x="f43" y="f44"/>
                        </a:lnTo>
                        <a:lnTo>
                          <a:pt x="f45" y="f46"/>
                        </a:lnTo>
                        <a:lnTo>
                          <a:pt x="f47" y="f48"/>
                        </a:lnTo>
                        <a:lnTo>
                          <a:pt x="f49" y="f50"/>
                        </a:lnTo>
                        <a:lnTo>
                          <a:pt x="f51" y="f52"/>
                        </a:lnTo>
                        <a:lnTo>
                          <a:pt x="f53" y="f54"/>
                        </a:lnTo>
                        <a:lnTo>
                          <a:pt x="f55" y="f56"/>
                        </a:lnTo>
                        <a:lnTo>
                          <a:pt x="f57" y="f58"/>
                        </a:lnTo>
                        <a:lnTo>
                          <a:pt x="f59" y="f60"/>
                        </a:lnTo>
                        <a:lnTo>
                          <a:pt x="f61" y="f62"/>
                        </a:lnTo>
                        <a:lnTo>
                          <a:pt x="f63" y="f64"/>
                        </a:lnTo>
                        <a:lnTo>
                          <a:pt x="f65" y="f66"/>
                        </a:lnTo>
                        <a:lnTo>
                          <a:pt x="f5" y="f6"/>
                        </a:lnTo>
                        <a:close/>
                      </a:path>
                    </a:pathLst>
                  </a:custGeom>
                  <a:solidFill>
                    <a:srgbClr val="00AFEF"/>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7" name="object 7">
                    <a:extLst>
                      <a:ext uri="{FF2B5EF4-FFF2-40B4-BE49-F238E27FC236}">
                        <a16:creationId xmlns:a16="http://schemas.microsoft.com/office/drawing/2014/main" id="{DC7052AF-5891-317F-E074-EF35733E7A59}"/>
                      </a:ext>
                    </a:extLst>
                  </p:cNvPr>
                  <p:cNvSpPr/>
                  <p:nvPr/>
                </p:nvSpPr>
                <p:spPr>
                  <a:xfrm>
                    <a:off x="5544171" y="3609502"/>
                    <a:ext cx="852312" cy="635096"/>
                  </a:xfrm>
                  <a:custGeom>
                    <a:avLst/>
                    <a:gdLst>
                      <a:gd name="f0" fmla="val w"/>
                      <a:gd name="f1" fmla="val h"/>
                      <a:gd name="f2" fmla="val 0"/>
                      <a:gd name="f3" fmla="val 916940"/>
                      <a:gd name="f4" fmla="val 683260"/>
                      <a:gd name="f5" fmla="val 916743"/>
                      <a:gd name="f6" fmla="val 663402"/>
                      <a:gd name="f7" fmla="val 867866"/>
                      <a:gd name="f8" fmla="val 671601"/>
                      <a:gd name="f9" fmla="val 818896"/>
                      <a:gd name="f10" fmla="val 677592"/>
                      <a:gd name="f11" fmla="val 769903"/>
                      <a:gd name="f12" fmla="val 681394"/>
                      <a:gd name="f13" fmla="val 720955"/>
                      <a:gd name="f14" fmla="val 683023"/>
                      <a:gd name="f15" fmla="val 672121"/>
                      <a:gd name="f16" fmla="val 682498"/>
                      <a:gd name="f17" fmla="val 623470"/>
                      <a:gd name="f18" fmla="val 679836"/>
                      <a:gd name="f19" fmla="val 575070"/>
                      <a:gd name="f20" fmla="val 675056"/>
                      <a:gd name="f21" fmla="val 526990"/>
                      <a:gd name="f22" fmla="val 668173"/>
                      <a:gd name="f23" fmla="val 479298"/>
                      <a:gd name="f24" fmla="val 659207"/>
                      <a:gd name="f25" fmla="val 432064"/>
                      <a:gd name="f26" fmla="val 648174"/>
                      <a:gd name="f27" fmla="val 385357"/>
                      <a:gd name="f28" fmla="val 635093"/>
                      <a:gd name="f29" fmla="val 339244"/>
                      <a:gd name="f30" fmla="val 619981"/>
                      <a:gd name="f31" fmla="val 293794"/>
                      <a:gd name="f32" fmla="val 602856"/>
                      <a:gd name="f33" fmla="val 249077"/>
                      <a:gd name="f34" fmla="val 583735"/>
                      <a:gd name="f35" fmla="val 205161"/>
                      <a:gd name="f36" fmla="val 562635"/>
                      <a:gd name="f37" fmla="val 162115"/>
                      <a:gd name="f38" fmla="val 539576"/>
                      <a:gd name="f39" fmla="val 120007"/>
                      <a:gd name="f40" fmla="val 514573"/>
                      <a:gd name="f41" fmla="val 78906"/>
                      <a:gd name="f42" fmla="val 487646"/>
                      <a:gd name="f43" fmla="val 38880"/>
                      <a:gd name="f44" fmla="val 458811"/>
                      <a:gd name="f45" fmla="val 428086"/>
                      <a:gd name="f46" fmla="val 354237"/>
                      <a:gd name="f47" fmla="val 393690"/>
                      <a:gd name="f48" fmla="val 29780"/>
                      <a:gd name="f49" fmla="val 435294"/>
                      <a:gd name="f50" fmla="val 55745"/>
                      <a:gd name="f51" fmla="val 478776"/>
                      <a:gd name="f52" fmla="val 77824"/>
                      <a:gd name="f53" fmla="val 523859"/>
                      <a:gd name="f54" fmla="val 95947"/>
                      <a:gd name="f55" fmla="val 570269"/>
                      <a:gd name="f56" fmla="val 110044"/>
                      <a:gd name="f57" fmla="val 617732"/>
                      <a:gd name="f58" fmla="val 120043"/>
                      <a:gd name="f59" fmla="val 665972"/>
                      <a:gd name="f60" fmla="val 125875"/>
                      <a:gd name="f61" fmla="val 714715"/>
                      <a:gd name="f62" fmla="val 127468"/>
                      <a:gd name="f63" fmla="val 763685"/>
                      <a:gd name="f64" fmla="val 124753"/>
                      <a:gd name="f65" fmla="val 812609"/>
                      <a:gd name="f66" fmla="val 117658"/>
                      <a:gd name="f67" fmla="*/ f0 1 916940"/>
                      <a:gd name="f68" fmla="*/ f1 1 683260"/>
                      <a:gd name="f69" fmla="val f2"/>
                      <a:gd name="f70" fmla="val f3"/>
                      <a:gd name="f71" fmla="val f4"/>
                      <a:gd name="f72" fmla="+- f71 0 f69"/>
                      <a:gd name="f73" fmla="+- f70 0 f69"/>
                      <a:gd name="f74" fmla="*/ f73 1 916940"/>
                      <a:gd name="f75" fmla="*/ f72 1 683260"/>
                      <a:gd name="f76" fmla="*/ f69 1 f74"/>
                      <a:gd name="f77" fmla="*/ f70 1 f74"/>
                      <a:gd name="f78" fmla="*/ f69 1 f75"/>
                      <a:gd name="f79" fmla="*/ f71 1 f75"/>
                      <a:gd name="f80" fmla="*/ f76 f67 1"/>
                      <a:gd name="f81" fmla="*/ f77 f67 1"/>
                      <a:gd name="f82" fmla="*/ f79 f68 1"/>
                      <a:gd name="f83" fmla="*/ f78 f68 1"/>
                    </a:gdLst>
                    <a:ahLst/>
                    <a:cxnLst>
                      <a:cxn ang="3cd4">
                        <a:pos x="hc" y="t"/>
                      </a:cxn>
                      <a:cxn ang="0">
                        <a:pos x="r" y="vc"/>
                      </a:cxn>
                      <a:cxn ang="cd4">
                        <a:pos x="hc" y="b"/>
                      </a:cxn>
                      <a:cxn ang="cd2">
                        <a:pos x="l" y="vc"/>
                      </a:cxn>
                    </a:cxnLst>
                    <a:rect l="f80" t="f83" r="f81" b="f82"/>
                    <a:pathLst>
                      <a:path w="916940" h="683260">
                        <a:moveTo>
                          <a:pt x="f5" y="f6"/>
                        </a:moveTo>
                        <a:lnTo>
                          <a:pt x="f7" y="f8"/>
                        </a:lnTo>
                        <a:lnTo>
                          <a:pt x="f9" y="f10"/>
                        </a:lnTo>
                        <a:lnTo>
                          <a:pt x="f11" y="f12"/>
                        </a:lnTo>
                        <a:lnTo>
                          <a:pt x="f13" y="f14"/>
                        </a:lnTo>
                        <a:lnTo>
                          <a:pt x="f15" y="f16"/>
                        </a:lnTo>
                        <a:lnTo>
                          <a:pt x="f17" y="f18"/>
                        </a:lnTo>
                        <a:lnTo>
                          <a:pt x="f19" y="f20"/>
                        </a:lnTo>
                        <a:lnTo>
                          <a:pt x="f21" y="f22"/>
                        </a:lnTo>
                        <a:lnTo>
                          <a:pt x="f23" y="f24"/>
                        </a:lnTo>
                        <a:lnTo>
                          <a:pt x="f25" y="f26"/>
                        </a:lnTo>
                        <a:lnTo>
                          <a:pt x="f27" y="f28"/>
                        </a:lnTo>
                        <a:lnTo>
                          <a:pt x="f29" y="f30"/>
                        </a:lnTo>
                        <a:lnTo>
                          <a:pt x="f31" y="f32"/>
                        </a:lnTo>
                        <a:lnTo>
                          <a:pt x="f33" y="f34"/>
                        </a:lnTo>
                        <a:lnTo>
                          <a:pt x="f35" y="f36"/>
                        </a:lnTo>
                        <a:lnTo>
                          <a:pt x="f37" y="f38"/>
                        </a:lnTo>
                        <a:lnTo>
                          <a:pt x="f39" y="f40"/>
                        </a:lnTo>
                        <a:lnTo>
                          <a:pt x="f41" y="f42"/>
                        </a:lnTo>
                        <a:lnTo>
                          <a:pt x="f43" y="f44"/>
                        </a:lnTo>
                        <a:lnTo>
                          <a:pt x="f2" y="f45"/>
                        </a:lnTo>
                        <a:lnTo>
                          <a:pt x="f46" y="f2"/>
                        </a:lnTo>
                        <a:lnTo>
                          <a:pt x="f47" y="f48"/>
                        </a:lnTo>
                        <a:lnTo>
                          <a:pt x="f49" y="f50"/>
                        </a:lnTo>
                        <a:lnTo>
                          <a:pt x="f51" y="f52"/>
                        </a:lnTo>
                        <a:lnTo>
                          <a:pt x="f53" y="f54"/>
                        </a:lnTo>
                        <a:lnTo>
                          <a:pt x="f55" y="f56"/>
                        </a:lnTo>
                        <a:lnTo>
                          <a:pt x="f57" y="f58"/>
                        </a:lnTo>
                        <a:lnTo>
                          <a:pt x="f59" y="f60"/>
                        </a:lnTo>
                        <a:lnTo>
                          <a:pt x="f61" y="f62"/>
                        </a:lnTo>
                        <a:lnTo>
                          <a:pt x="f63" y="f64"/>
                        </a:lnTo>
                        <a:lnTo>
                          <a:pt x="f65" y="f66"/>
                        </a:lnTo>
                        <a:lnTo>
                          <a:pt x="f5" y="f6"/>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8" name="object 8">
                    <a:extLst>
                      <a:ext uri="{FF2B5EF4-FFF2-40B4-BE49-F238E27FC236}">
                        <a16:creationId xmlns:a16="http://schemas.microsoft.com/office/drawing/2014/main" id="{8CE3C4A5-4649-5167-0CA9-3C27F3C15B55}"/>
                      </a:ext>
                    </a:extLst>
                  </p:cNvPr>
                  <p:cNvSpPr/>
                  <p:nvPr/>
                </p:nvSpPr>
                <p:spPr>
                  <a:xfrm>
                    <a:off x="5171617" y="3244016"/>
                    <a:ext cx="702387" cy="763770"/>
                  </a:xfrm>
                  <a:custGeom>
                    <a:avLst/>
                    <a:gdLst>
                      <a:gd name="f0" fmla="val w"/>
                      <a:gd name="f1" fmla="val h"/>
                      <a:gd name="f2" fmla="val 0"/>
                      <a:gd name="f3" fmla="val 755650"/>
                      <a:gd name="f4" fmla="val 821689"/>
                      <a:gd name="f5" fmla="val 400798"/>
                      <a:gd name="f6" fmla="val 821282"/>
                      <a:gd name="f7" fmla="val 362239"/>
                      <a:gd name="f8" fmla="val 787874"/>
                      <a:gd name="f9" fmla="val 325407"/>
                      <a:gd name="f10" fmla="val 752886"/>
                      <a:gd name="f11" fmla="val 290340"/>
                      <a:gd name="f12" fmla="val 716388"/>
                      <a:gd name="f13" fmla="val 257071"/>
                      <a:gd name="f14" fmla="val 678450"/>
                      <a:gd name="f15" fmla="val 225637"/>
                      <a:gd name="f16" fmla="val 639140"/>
                      <a:gd name="f17" fmla="val 196072"/>
                      <a:gd name="f18" fmla="val 598527"/>
                      <a:gd name="f19" fmla="val 168412"/>
                      <a:gd name="f20" fmla="val 556683"/>
                      <a:gd name="f21" fmla="val 142693"/>
                      <a:gd name="f22" fmla="val 513675"/>
                      <a:gd name="f23" fmla="val 118949"/>
                      <a:gd name="f24" fmla="val 469573"/>
                      <a:gd name="f25" fmla="val 97216"/>
                      <a:gd name="f26" fmla="val 424447"/>
                      <a:gd name="f27" fmla="val 77530"/>
                      <a:gd name="f28" fmla="val 378366"/>
                      <a:gd name="f29" fmla="val 59926"/>
                      <a:gd name="f30" fmla="val 331399"/>
                      <a:gd name="f31" fmla="val 44439"/>
                      <a:gd name="f32" fmla="val 283616"/>
                      <a:gd name="f33" fmla="val 31104"/>
                      <a:gd name="f34" fmla="val 235086"/>
                      <a:gd name="f35" fmla="val 19958"/>
                      <a:gd name="f36" fmla="val 185878"/>
                      <a:gd name="f37" fmla="val 11035"/>
                      <a:gd name="f38" fmla="val 136063"/>
                      <a:gd name="f39" fmla="val 4370"/>
                      <a:gd name="f40" fmla="val 85709"/>
                      <a:gd name="f41" fmla="val 34885"/>
                      <a:gd name="f42" fmla="val 554636"/>
                      <a:gd name="f43" fmla="val 560154"/>
                      <a:gd name="f44" fmla="val 50588"/>
                      <a:gd name="f45" fmla="val 570188"/>
                      <a:gd name="f46" fmla="val 100100"/>
                      <a:gd name="f47" fmla="val 584599"/>
                      <a:gd name="f48" fmla="val 148256"/>
                      <a:gd name="f49" fmla="val 603244"/>
                      <a:gd name="f50" fmla="val 194780"/>
                      <a:gd name="f51" fmla="val 625983"/>
                      <a:gd name="f52" fmla="val 239394"/>
                      <a:gd name="f53" fmla="val 652672"/>
                      <a:gd name="f54" fmla="val 281820"/>
                      <a:gd name="f55" fmla="val 683172"/>
                      <a:gd name="f56" fmla="val 321782"/>
                      <a:gd name="f57" fmla="val 717340"/>
                      <a:gd name="f58" fmla="val 359000"/>
                      <a:gd name="f59" fmla="val 755035"/>
                      <a:gd name="f60" fmla="val 393198"/>
                      <a:gd name="f61" fmla="*/ f0 1 755650"/>
                      <a:gd name="f62" fmla="*/ f1 1 821689"/>
                      <a:gd name="f63" fmla="val f2"/>
                      <a:gd name="f64" fmla="val f3"/>
                      <a:gd name="f65" fmla="val f4"/>
                      <a:gd name="f66" fmla="+- f65 0 f63"/>
                      <a:gd name="f67" fmla="+- f64 0 f63"/>
                      <a:gd name="f68" fmla="*/ f67 1 755650"/>
                      <a:gd name="f69" fmla="*/ f66 1 821689"/>
                      <a:gd name="f70" fmla="*/ f63 1 f68"/>
                      <a:gd name="f71" fmla="*/ f64 1 f68"/>
                      <a:gd name="f72" fmla="*/ f63 1 f69"/>
                      <a:gd name="f73" fmla="*/ f65 1 f69"/>
                      <a:gd name="f74" fmla="*/ f70 f61 1"/>
                      <a:gd name="f75" fmla="*/ f71 f61 1"/>
                      <a:gd name="f76" fmla="*/ f73 f62 1"/>
                      <a:gd name="f77" fmla="*/ f72 f62 1"/>
                    </a:gdLst>
                    <a:ahLst/>
                    <a:cxnLst>
                      <a:cxn ang="3cd4">
                        <a:pos x="hc" y="t"/>
                      </a:cxn>
                      <a:cxn ang="0">
                        <a:pos x="r" y="vc"/>
                      </a:cxn>
                      <a:cxn ang="cd4">
                        <a:pos x="hc" y="b"/>
                      </a:cxn>
                      <a:cxn ang="cd2">
                        <a:pos x="l" y="vc"/>
                      </a:cxn>
                    </a:cxnLst>
                    <a:rect l="f74" t="f77" r="f75" b="f76"/>
                    <a:pathLst>
                      <a:path w="755650" h="821689">
                        <a:moveTo>
                          <a:pt x="f5" y="f6"/>
                        </a:moveTo>
                        <a:lnTo>
                          <a:pt x="f7" y="f8"/>
                        </a:lnTo>
                        <a:lnTo>
                          <a:pt x="f9" y="f10"/>
                        </a:lnTo>
                        <a:lnTo>
                          <a:pt x="f11" y="f12"/>
                        </a:lnTo>
                        <a:lnTo>
                          <a:pt x="f13" y="f14"/>
                        </a:lnTo>
                        <a:lnTo>
                          <a:pt x="f15" y="f16"/>
                        </a:lnTo>
                        <a:lnTo>
                          <a:pt x="f17" y="f18"/>
                        </a:lnTo>
                        <a:lnTo>
                          <a:pt x="f19" y="f20"/>
                        </a:lnTo>
                        <a:lnTo>
                          <a:pt x="f21" y="f22"/>
                        </a:lnTo>
                        <a:lnTo>
                          <a:pt x="f23" y="f24"/>
                        </a:lnTo>
                        <a:lnTo>
                          <a:pt x="f25" y="f26"/>
                        </a:lnTo>
                        <a:lnTo>
                          <a:pt x="f27" y="f28"/>
                        </a:lnTo>
                        <a:lnTo>
                          <a:pt x="f29" y="f30"/>
                        </a:lnTo>
                        <a:lnTo>
                          <a:pt x="f31" y="f32"/>
                        </a:lnTo>
                        <a:lnTo>
                          <a:pt x="f33" y="f34"/>
                        </a:lnTo>
                        <a:lnTo>
                          <a:pt x="f35" y="f36"/>
                        </a:lnTo>
                        <a:lnTo>
                          <a:pt x="f37" y="f38"/>
                        </a:lnTo>
                        <a:lnTo>
                          <a:pt x="f39" y="f40"/>
                        </a:lnTo>
                        <a:lnTo>
                          <a:pt x="f2" y="f41"/>
                        </a:lnTo>
                        <a:lnTo>
                          <a:pt x="f42" y="f2"/>
                        </a:lnTo>
                        <a:lnTo>
                          <a:pt x="f43" y="f44"/>
                        </a:lnTo>
                        <a:lnTo>
                          <a:pt x="f45" y="f46"/>
                        </a:lnTo>
                        <a:lnTo>
                          <a:pt x="f47" y="f48"/>
                        </a:lnTo>
                        <a:lnTo>
                          <a:pt x="f49" y="f50"/>
                        </a:lnTo>
                        <a:lnTo>
                          <a:pt x="f51" y="f52"/>
                        </a:lnTo>
                        <a:lnTo>
                          <a:pt x="f53" y="f54"/>
                        </a:lnTo>
                        <a:lnTo>
                          <a:pt x="f55" y="f56"/>
                        </a:lnTo>
                        <a:lnTo>
                          <a:pt x="f57" y="f58"/>
                        </a:lnTo>
                        <a:lnTo>
                          <a:pt x="f59" y="f60"/>
                        </a:lnTo>
                        <a:lnTo>
                          <a:pt x="f5" y="f6"/>
                        </a:lnTo>
                        <a:close/>
                      </a:path>
                    </a:pathLst>
                  </a:custGeom>
                  <a:solidFill>
                    <a:srgbClr val="0F999C"/>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99" name="object 9">
                    <a:extLst>
                      <a:ext uri="{FF2B5EF4-FFF2-40B4-BE49-F238E27FC236}">
                        <a16:creationId xmlns:a16="http://schemas.microsoft.com/office/drawing/2014/main" id="{D1C6A5DF-0D15-E225-752B-B6050D4DCD99}"/>
                      </a:ext>
                    </a:extLst>
                  </p:cNvPr>
                  <p:cNvSpPr/>
                  <p:nvPr/>
                </p:nvSpPr>
                <p:spPr>
                  <a:xfrm>
                    <a:off x="5171617" y="3244016"/>
                    <a:ext cx="702387" cy="763770"/>
                  </a:xfrm>
                  <a:custGeom>
                    <a:avLst/>
                    <a:gdLst>
                      <a:gd name="f0" fmla="val w"/>
                      <a:gd name="f1" fmla="val h"/>
                      <a:gd name="f2" fmla="val 0"/>
                      <a:gd name="f3" fmla="val 755650"/>
                      <a:gd name="f4" fmla="val 821689"/>
                      <a:gd name="f5" fmla="val 400798"/>
                      <a:gd name="f6" fmla="val 821282"/>
                      <a:gd name="f7" fmla="val 362239"/>
                      <a:gd name="f8" fmla="val 787874"/>
                      <a:gd name="f9" fmla="val 325407"/>
                      <a:gd name="f10" fmla="val 752886"/>
                      <a:gd name="f11" fmla="val 290340"/>
                      <a:gd name="f12" fmla="val 716388"/>
                      <a:gd name="f13" fmla="val 257071"/>
                      <a:gd name="f14" fmla="val 678450"/>
                      <a:gd name="f15" fmla="val 225637"/>
                      <a:gd name="f16" fmla="val 639140"/>
                      <a:gd name="f17" fmla="val 196072"/>
                      <a:gd name="f18" fmla="val 598527"/>
                      <a:gd name="f19" fmla="val 168412"/>
                      <a:gd name="f20" fmla="val 556683"/>
                      <a:gd name="f21" fmla="val 142693"/>
                      <a:gd name="f22" fmla="val 513675"/>
                      <a:gd name="f23" fmla="val 118949"/>
                      <a:gd name="f24" fmla="val 469573"/>
                      <a:gd name="f25" fmla="val 97216"/>
                      <a:gd name="f26" fmla="val 424447"/>
                      <a:gd name="f27" fmla="val 77530"/>
                      <a:gd name="f28" fmla="val 378366"/>
                      <a:gd name="f29" fmla="val 59926"/>
                      <a:gd name="f30" fmla="val 331399"/>
                      <a:gd name="f31" fmla="val 44439"/>
                      <a:gd name="f32" fmla="val 283616"/>
                      <a:gd name="f33" fmla="val 31104"/>
                      <a:gd name="f34" fmla="val 235086"/>
                      <a:gd name="f35" fmla="val 19958"/>
                      <a:gd name="f36" fmla="val 185878"/>
                      <a:gd name="f37" fmla="val 11035"/>
                      <a:gd name="f38" fmla="val 136063"/>
                      <a:gd name="f39" fmla="val 4370"/>
                      <a:gd name="f40" fmla="val 85709"/>
                      <a:gd name="f41" fmla="val 34885"/>
                      <a:gd name="f42" fmla="val 554636"/>
                      <a:gd name="f43" fmla="val 560154"/>
                      <a:gd name="f44" fmla="val 50588"/>
                      <a:gd name="f45" fmla="val 570188"/>
                      <a:gd name="f46" fmla="val 100100"/>
                      <a:gd name="f47" fmla="val 584599"/>
                      <a:gd name="f48" fmla="val 148256"/>
                      <a:gd name="f49" fmla="val 603244"/>
                      <a:gd name="f50" fmla="val 194780"/>
                      <a:gd name="f51" fmla="val 625983"/>
                      <a:gd name="f52" fmla="val 239394"/>
                      <a:gd name="f53" fmla="val 652672"/>
                      <a:gd name="f54" fmla="val 281820"/>
                      <a:gd name="f55" fmla="val 683172"/>
                      <a:gd name="f56" fmla="val 321782"/>
                      <a:gd name="f57" fmla="val 717340"/>
                      <a:gd name="f58" fmla="val 359000"/>
                      <a:gd name="f59" fmla="val 755035"/>
                      <a:gd name="f60" fmla="val 393198"/>
                      <a:gd name="f61" fmla="*/ f0 1 755650"/>
                      <a:gd name="f62" fmla="*/ f1 1 821689"/>
                      <a:gd name="f63" fmla="val f2"/>
                      <a:gd name="f64" fmla="val f3"/>
                      <a:gd name="f65" fmla="val f4"/>
                      <a:gd name="f66" fmla="+- f65 0 f63"/>
                      <a:gd name="f67" fmla="+- f64 0 f63"/>
                      <a:gd name="f68" fmla="*/ f67 1 755650"/>
                      <a:gd name="f69" fmla="*/ f66 1 821689"/>
                      <a:gd name="f70" fmla="*/ f63 1 f68"/>
                      <a:gd name="f71" fmla="*/ f64 1 f68"/>
                      <a:gd name="f72" fmla="*/ f63 1 f69"/>
                      <a:gd name="f73" fmla="*/ f65 1 f69"/>
                      <a:gd name="f74" fmla="*/ f70 f61 1"/>
                      <a:gd name="f75" fmla="*/ f71 f61 1"/>
                      <a:gd name="f76" fmla="*/ f73 f62 1"/>
                      <a:gd name="f77" fmla="*/ f72 f62 1"/>
                    </a:gdLst>
                    <a:ahLst/>
                    <a:cxnLst>
                      <a:cxn ang="3cd4">
                        <a:pos x="hc" y="t"/>
                      </a:cxn>
                      <a:cxn ang="0">
                        <a:pos x="r" y="vc"/>
                      </a:cxn>
                      <a:cxn ang="cd4">
                        <a:pos x="hc" y="b"/>
                      </a:cxn>
                      <a:cxn ang="cd2">
                        <a:pos x="l" y="vc"/>
                      </a:cxn>
                    </a:cxnLst>
                    <a:rect l="f74" t="f77" r="f75" b="f76"/>
                    <a:pathLst>
                      <a:path w="755650" h="821689">
                        <a:moveTo>
                          <a:pt x="f5" y="f6"/>
                        </a:moveTo>
                        <a:lnTo>
                          <a:pt x="f7" y="f8"/>
                        </a:lnTo>
                        <a:lnTo>
                          <a:pt x="f9" y="f10"/>
                        </a:lnTo>
                        <a:lnTo>
                          <a:pt x="f11" y="f12"/>
                        </a:lnTo>
                        <a:lnTo>
                          <a:pt x="f13" y="f14"/>
                        </a:lnTo>
                        <a:lnTo>
                          <a:pt x="f15" y="f16"/>
                        </a:lnTo>
                        <a:lnTo>
                          <a:pt x="f17" y="f18"/>
                        </a:lnTo>
                        <a:lnTo>
                          <a:pt x="f19" y="f20"/>
                        </a:lnTo>
                        <a:lnTo>
                          <a:pt x="f21" y="f22"/>
                        </a:lnTo>
                        <a:lnTo>
                          <a:pt x="f23" y="f24"/>
                        </a:lnTo>
                        <a:lnTo>
                          <a:pt x="f25" y="f26"/>
                        </a:lnTo>
                        <a:lnTo>
                          <a:pt x="f27" y="f28"/>
                        </a:lnTo>
                        <a:lnTo>
                          <a:pt x="f29" y="f30"/>
                        </a:lnTo>
                        <a:lnTo>
                          <a:pt x="f31" y="f32"/>
                        </a:lnTo>
                        <a:lnTo>
                          <a:pt x="f33" y="f34"/>
                        </a:lnTo>
                        <a:lnTo>
                          <a:pt x="f35" y="f36"/>
                        </a:lnTo>
                        <a:lnTo>
                          <a:pt x="f37" y="f38"/>
                        </a:lnTo>
                        <a:lnTo>
                          <a:pt x="f39" y="f40"/>
                        </a:lnTo>
                        <a:lnTo>
                          <a:pt x="f2" y="f41"/>
                        </a:lnTo>
                        <a:lnTo>
                          <a:pt x="f42" y="f2"/>
                        </a:lnTo>
                        <a:lnTo>
                          <a:pt x="f43" y="f44"/>
                        </a:lnTo>
                        <a:lnTo>
                          <a:pt x="f45" y="f46"/>
                        </a:lnTo>
                        <a:lnTo>
                          <a:pt x="f47" y="f48"/>
                        </a:lnTo>
                        <a:lnTo>
                          <a:pt x="f49" y="f50"/>
                        </a:lnTo>
                        <a:lnTo>
                          <a:pt x="f51" y="f52"/>
                        </a:lnTo>
                        <a:lnTo>
                          <a:pt x="f53" y="f54"/>
                        </a:lnTo>
                        <a:lnTo>
                          <a:pt x="f55" y="f56"/>
                        </a:lnTo>
                        <a:lnTo>
                          <a:pt x="f57" y="f58"/>
                        </a:lnTo>
                        <a:lnTo>
                          <a:pt x="f59" y="f60"/>
                        </a:lnTo>
                        <a:lnTo>
                          <a:pt x="f5" y="f6"/>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0" name="object 10">
                    <a:extLst>
                      <a:ext uri="{FF2B5EF4-FFF2-40B4-BE49-F238E27FC236}">
                        <a16:creationId xmlns:a16="http://schemas.microsoft.com/office/drawing/2014/main" id="{94800385-EFAA-1A40-4AE6-34BCA9578C11}"/>
                      </a:ext>
                    </a:extLst>
                  </p:cNvPr>
                  <p:cNvSpPr/>
                  <p:nvPr/>
                </p:nvSpPr>
                <p:spPr>
                  <a:xfrm>
                    <a:off x="5169724" y="2504559"/>
                    <a:ext cx="656941" cy="772037"/>
                  </a:xfrm>
                  <a:custGeom>
                    <a:avLst/>
                    <a:gdLst>
                      <a:gd name="f0" fmla="val w"/>
                      <a:gd name="f1" fmla="val h"/>
                      <a:gd name="f2" fmla="val 0"/>
                      <a:gd name="f3" fmla="val 706754"/>
                      <a:gd name="f4" fmla="val 830579"/>
                      <a:gd name="f5" fmla="val 2035"/>
                      <a:gd name="f6" fmla="val 830422"/>
                      <a:gd name="f7" fmla="val 779452"/>
                      <a:gd name="f8" fmla="val 299"/>
                      <a:gd name="f9" fmla="val 728659"/>
                      <a:gd name="f10" fmla="val 2906"/>
                      <a:gd name="f11" fmla="val 678118"/>
                      <a:gd name="f12" fmla="val 7796"/>
                      <a:gd name="f13" fmla="val 627901"/>
                      <a:gd name="f14" fmla="val 14941"/>
                      <a:gd name="f15" fmla="val 578083"/>
                      <a:gd name="f16" fmla="val 24316"/>
                      <a:gd name="f17" fmla="val 528736"/>
                      <a:gd name="f18" fmla="val 35893"/>
                      <a:gd name="f19" fmla="val 479933"/>
                      <a:gd name="f20" fmla="val 49647"/>
                      <a:gd name="f21" fmla="val 431748"/>
                      <a:gd name="f22" fmla="val 65551"/>
                      <a:gd name="f23" fmla="val 384254"/>
                      <a:gd name="f24" fmla="val 83579"/>
                      <a:gd name="f25" fmla="val 337525"/>
                      <a:gd name="f26" fmla="val 103703"/>
                      <a:gd name="f27" fmla="val 291633"/>
                      <a:gd name="f28" fmla="val 125899"/>
                      <a:gd name="f29" fmla="val 246652"/>
                      <a:gd name="f30" fmla="val 150140"/>
                      <a:gd name="f31" fmla="val 202655"/>
                      <a:gd name="f32" fmla="val 176398"/>
                      <a:gd name="f33" fmla="val 159716"/>
                      <a:gd name="f34" fmla="val 204648"/>
                      <a:gd name="f35" fmla="val 117907"/>
                      <a:gd name="f36" fmla="val 234863"/>
                      <a:gd name="f37" fmla="val 77303"/>
                      <a:gd name="f38" fmla="val 267018"/>
                      <a:gd name="f39" fmla="val 37976"/>
                      <a:gd name="f40" fmla="val 301085"/>
                      <a:gd name="f41" fmla="val 706199"/>
                      <a:gd name="f42" fmla="val 380326"/>
                      <a:gd name="f43" fmla="val 673088"/>
                      <a:gd name="f44" fmla="val 418978"/>
                      <a:gd name="f45" fmla="val 643856"/>
                      <a:gd name="f46" fmla="val 460184"/>
                      <a:gd name="f47" fmla="val 618606"/>
                      <a:gd name="f48" fmla="val 503652"/>
                      <a:gd name="f49" fmla="val 597446"/>
                      <a:gd name="f50" fmla="val 549089"/>
                      <a:gd name="f51" fmla="val 580480"/>
                      <a:gd name="f52" fmla="val 596200"/>
                      <a:gd name="f53" fmla="val 567815"/>
                      <a:gd name="f54" fmla="val 644694"/>
                      <a:gd name="f55" fmla="val 559555"/>
                      <a:gd name="f56" fmla="val 694277"/>
                      <a:gd name="f57" fmla="val 555806"/>
                      <a:gd name="f58" fmla="val 744656"/>
                      <a:gd name="f59" fmla="val 556674"/>
                      <a:gd name="f60" fmla="val 795537"/>
                      <a:gd name="f61" fmla="*/ f0 1 706754"/>
                      <a:gd name="f62" fmla="*/ f1 1 830579"/>
                      <a:gd name="f63" fmla="val f2"/>
                      <a:gd name="f64" fmla="val f3"/>
                      <a:gd name="f65" fmla="val f4"/>
                      <a:gd name="f66" fmla="+- f65 0 f63"/>
                      <a:gd name="f67" fmla="+- f64 0 f63"/>
                      <a:gd name="f68" fmla="*/ f67 1 706754"/>
                      <a:gd name="f69" fmla="*/ f66 1 830579"/>
                      <a:gd name="f70" fmla="*/ f63 1 f68"/>
                      <a:gd name="f71" fmla="*/ f64 1 f68"/>
                      <a:gd name="f72" fmla="*/ f63 1 f69"/>
                      <a:gd name="f73" fmla="*/ f65 1 f69"/>
                      <a:gd name="f74" fmla="*/ f70 f61 1"/>
                      <a:gd name="f75" fmla="*/ f71 f61 1"/>
                      <a:gd name="f76" fmla="*/ f73 f62 1"/>
                      <a:gd name="f77" fmla="*/ f72 f62 1"/>
                    </a:gdLst>
                    <a:ahLst/>
                    <a:cxnLst>
                      <a:cxn ang="3cd4">
                        <a:pos x="hc" y="t"/>
                      </a:cxn>
                      <a:cxn ang="0">
                        <a:pos x="r" y="vc"/>
                      </a:cxn>
                      <a:cxn ang="cd4">
                        <a:pos x="hc" y="b"/>
                      </a:cxn>
                      <a:cxn ang="cd2">
                        <a:pos x="l" y="vc"/>
                      </a:cxn>
                    </a:cxnLst>
                    <a:rect l="f74" t="f77" r="f75" b="f76"/>
                    <a:pathLst>
                      <a:path w="706754" h="830579">
                        <a:moveTo>
                          <a:pt x="f5" y="f6"/>
                        </a:moveTo>
                        <a:lnTo>
                          <a:pt x="f2" y="f7"/>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39"/>
                        </a:lnTo>
                        <a:lnTo>
                          <a:pt x="f40" y="f2"/>
                        </a:lnTo>
                        <a:lnTo>
                          <a:pt x="f41" y="f42"/>
                        </a:lnTo>
                        <a:lnTo>
                          <a:pt x="f43" y="f44"/>
                        </a:lnTo>
                        <a:lnTo>
                          <a:pt x="f45" y="f46"/>
                        </a:lnTo>
                        <a:lnTo>
                          <a:pt x="f47" y="f48"/>
                        </a:lnTo>
                        <a:lnTo>
                          <a:pt x="f49" y="f50"/>
                        </a:lnTo>
                        <a:lnTo>
                          <a:pt x="f51" y="f52"/>
                        </a:lnTo>
                        <a:lnTo>
                          <a:pt x="f53" y="f54"/>
                        </a:lnTo>
                        <a:lnTo>
                          <a:pt x="f55" y="f56"/>
                        </a:lnTo>
                        <a:lnTo>
                          <a:pt x="f57" y="f58"/>
                        </a:lnTo>
                        <a:lnTo>
                          <a:pt x="f59" y="f60"/>
                        </a:lnTo>
                        <a:lnTo>
                          <a:pt x="f5" y="f6"/>
                        </a:lnTo>
                        <a:close/>
                      </a:path>
                    </a:pathLst>
                  </a:custGeom>
                  <a:solidFill>
                    <a:srgbClr val="00C37A"/>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1" name="object 11">
                    <a:extLst>
                      <a:ext uri="{FF2B5EF4-FFF2-40B4-BE49-F238E27FC236}">
                        <a16:creationId xmlns:a16="http://schemas.microsoft.com/office/drawing/2014/main" id="{E1C26A3B-8436-E0C9-AE19-68230230392D}"/>
                      </a:ext>
                    </a:extLst>
                  </p:cNvPr>
                  <p:cNvSpPr/>
                  <p:nvPr/>
                </p:nvSpPr>
                <p:spPr>
                  <a:xfrm>
                    <a:off x="5169724" y="2504559"/>
                    <a:ext cx="656941" cy="772037"/>
                  </a:xfrm>
                  <a:custGeom>
                    <a:avLst/>
                    <a:gdLst>
                      <a:gd name="f0" fmla="val w"/>
                      <a:gd name="f1" fmla="val h"/>
                      <a:gd name="f2" fmla="val 0"/>
                      <a:gd name="f3" fmla="val 706754"/>
                      <a:gd name="f4" fmla="val 830579"/>
                      <a:gd name="f5" fmla="val 2035"/>
                      <a:gd name="f6" fmla="val 830422"/>
                      <a:gd name="f7" fmla="val 779452"/>
                      <a:gd name="f8" fmla="val 299"/>
                      <a:gd name="f9" fmla="val 728659"/>
                      <a:gd name="f10" fmla="val 2906"/>
                      <a:gd name="f11" fmla="val 678118"/>
                      <a:gd name="f12" fmla="val 7796"/>
                      <a:gd name="f13" fmla="val 627901"/>
                      <a:gd name="f14" fmla="val 14941"/>
                      <a:gd name="f15" fmla="val 578083"/>
                      <a:gd name="f16" fmla="val 24316"/>
                      <a:gd name="f17" fmla="val 528736"/>
                      <a:gd name="f18" fmla="val 35893"/>
                      <a:gd name="f19" fmla="val 479933"/>
                      <a:gd name="f20" fmla="val 49647"/>
                      <a:gd name="f21" fmla="val 431748"/>
                      <a:gd name="f22" fmla="val 65551"/>
                      <a:gd name="f23" fmla="val 384254"/>
                      <a:gd name="f24" fmla="val 83579"/>
                      <a:gd name="f25" fmla="val 337525"/>
                      <a:gd name="f26" fmla="val 103703"/>
                      <a:gd name="f27" fmla="val 291633"/>
                      <a:gd name="f28" fmla="val 125899"/>
                      <a:gd name="f29" fmla="val 246652"/>
                      <a:gd name="f30" fmla="val 150140"/>
                      <a:gd name="f31" fmla="val 202655"/>
                      <a:gd name="f32" fmla="val 176398"/>
                      <a:gd name="f33" fmla="val 159716"/>
                      <a:gd name="f34" fmla="val 204648"/>
                      <a:gd name="f35" fmla="val 117907"/>
                      <a:gd name="f36" fmla="val 234863"/>
                      <a:gd name="f37" fmla="val 77303"/>
                      <a:gd name="f38" fmla="val 267018"/>
                      <a:gd name="f39" fmla="val 37976"/>
                      <a:gd name="f40" fmla="val 301085"/>
                      <a:gd name="f41" fmla="val 706199"/>
                      <a:gd name="f42" fmla="val 380326"/>
                      <a:gd name="f43" fmla="val 673088"/>
                      <a:gd name="f44" fmla="val 418978"/>
                      <a:gd name="f45" fmla="val 643856"/>
                      <a:gd name="f46" fmla="val 460184"/>
                      <a:gd name="f47" fmla="val 618606"/>
                      <a:gd name="f48" fmla="val 503652"/>
                      <a:gd name="f49" fmla="val 597446"/>
                      <a:gd name="f50" fmla="val 549089"/>
                      <a:gd name="f51" fmla="val 580480"/>
                      <a:gd name="f52" fmla="val 596200"/>
                      <a:gd name="f53" fmla="val 567815"/>
                      <a:gd name="f54" fmla="val 644694"/>
                      <a:gd name="f55" fmla="val 559555"/>
                      <a:gd name="f56" fmla="val 694277"/>
                      <a:gd name="f57" fmla="val 555806"/>
                      <a:gd name="f58" fmla="val 744656"/>
                      <a:gd name="f59" fmla="val 556674"/>
                      <a:gd name="f60" fmla="val 795537"/>
                      <a:gd name="f61" fmla="*/ f0 1 706754"/>
                      <a:gd name="f62" fmla="*/ f1 1 830579"/>
                      <a:gd name="f63" fmla="val f2"/>
                      <a:gd name="f64" fmla="val f3"/>
                      <a:gd name="f65" fmla="val f4"/>
                      <a:gd name="f66" fmla="+- f65 0 f63"/>
                      <a:gd name="f67" fmla="+- f64 0 f63"/>
                      <a:gd name="f68" fmla="*/ f67 1 706754"/>
                      <a:gd name="f69" fmla="*/ f66 1 830579"/>
                      <a:gd name="f70" fmla="*/ f63 1 f68"/>
                      <a:gd name="f71" fmla="*/ f64 1 f68"/>
                      <a:gd name="f72" fmla="*/ f63 1 f69"/>
                      <a:gd name="f73" fmla="*/ f65 1 f69"/>
                      <a:gd name="f74" fmla="*/ f70 f61 1"/>
                      <a:gd name="f75" fmla="*/ f71 f61 1"/>
                      <a:gd name="f76" fmla="*/ f73 f62 1"/>
                      <a:gd name="f77" fmla="*/ f72 f62 1"/>
                    </a:gdLst>
                    <a:ahLst/>
                    <a:cxnLst>
                      <a:cxn ang="3cd4">
                        <a:pos x="hc" y="t"/>
                      </a:cxn>
                      <a:cxn ang="0">
                        <a:pos x="r" y="vc"/>
                      </a:cxn>
                      <a:cxn ang="cd4">
                        <a:pos x="hc" y="b"/>
                      </a:cxn>
                      <a:cxn ang="cd2">
                        <a:pos x="l" y="vc"/>
                      </a:cxn>
                    </a:cxnLst>
                    <a:rect l="f74" t="f77" r="f75" b="f76"/>
                    <a:pathLst>
                      <a:path w="706754" h="830579">
                        <a:moveTo>
                          <a:pt x="f5" y="f6"/>
                        </a:moveTo>
                        <a:lnTo>
                          <a:pt x="f2" y="f7"/>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9"/>
                        </a:lnTo>
                        <a:lnTo>
                          <a:pt x="f30" y="f31"/>
                        </a:lnTo>
                        <a:lnTo>
                          <a:pt x="f32" y="f33"/>
                        </a:lnTo>
                        <a:lnTo>
                          <a:pt x="f34" y="f35"/>
                        </a:lnTo>
                        <a:lnTo>
                          <a:pt x="f36" y="f37"/>
                        </a:lnTo>
                        <a:lnTo>
                          <a:pt x="f38" y="f39"/>
                        </a:lnTo>
                        <a:lnTo>
                          <a:pt x="f40" y="f2"/>
                        </a:lnTo>
                        <a:lnTo>
                          <a:pt x="f41" y="f42"/>
                        </a:lnTo>
                        <a:lnTo>
                          <a:pt x="f43" y="f44"/>
                        </a:lnTo>
                        <a:lnTo>
                          <a:pt x="f45" y="f46"/>
                        </a:lnTo>
                        <a:lnTo>
                          <a:pt x="f47" y="f48"/>
                        </a:lnTo>
                        <a:lnTo>
                          <a:pt x="f49" y="f50"/>
                        </a:lnTo>
                        <a:lnTo>
                          <a:pt x="f51" y="f52"/>
                        </a:lnTo>
                        <a:lnTo>
                          <a:pt x="f53" y="f54"/>
                        </a:lnTo>
                        <a:lnTo>
                          <a:pt x="f55" y="f56"/>
                        </a:lnTo>
                        <a:lnTo>
                          <a:pt x="f57" y="f58"/>
                        </a:lnTo>
                        <a:lnTo>
                          <a:pt x="f59" y="f60"/>
                        </a:lnTo>
                        <a:lnTo>
                          <a:pt x="f5" y="f6"/>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2" name="object 12">
                    <a:extLst>
                      <a:ext uri="{FF2B5EF4-FFF2-40B4-BE49-F238E27FC236}">
                        <a16:creationId xmlns:a16="http://schemas.microsoft.com/office/drawing/2014/main" id="{E33C753D-D0BD-6E27-898A-1AF6485875BB}"/>
                      </a:ext>
                    </a:extLst>
                  </p:cNvPr>
                  <p:cNvSpPr/>
                  <p:nvPr/>
                </p:nvSpPr>
                <p:spPr>
                  <a:xfrm>
                    <a:off x="5449586" y="2229298"/>
                    <a:ext cx="593783" cy="629198"/>
                  </a:xfrm>
                  <a:custGeom>
                    <a:avLst/>
                    <a:gdLst>
                      <a:gd name="f0" fmla="val w"/>
                      <a:gd name="f1" fmla="val h"/>
                      <a:gd name="f2" fmla="val 0"/>
                      <a:gd name="f3" fmla="val 638809"/>
                      <a:gd name="f4" fmla="val 676910"/>
                      <a:gd name="f5" fmla="val 405110"/>
                      <a:gd name="f6" fmla="val 676453"/>
                      <a:gd name="f7" fmla="val 296134"/>
                      <a:gd name="f8" fmla="val 35743"/>
                      <a:gd name="f9" fmla="val 259788"/>
                      <a:gd name="f10" fmla="val 73026"/>
                      <a:gd name="f11" fmla="val 225200"/>
                      <a:gd name="f12" fmla="val 111782"/>
                      <a:gd name="f13" fmla="val 192411"/>
                      <a:gd name="f14" fmla="val 151942"/>
                      <a:gd name="f15" fmla="val 161464"/>
                      <a:gd name="f16" fmla="val 193440"/>
                      <a:gd name="f17" fmla="val 132403"/>
                      <a:gd name="f18" fmla="val 236208"/>
                      <a:gd name="f19" fmla="val 105268"/>
                      <a:gd name="f20" fmla="val 280181"/>
                      <a:gd name="f21" fmla="val 80104"/>
                      <a:gd name="f22" fmla="val 325289"/>
                      <a:gd name="f23" fmla="val 56952"/>
                      <a:gd name="f24" fmla="val 371466"/>
                      <a:gd name="f25" fmla="val 35856"/>
                      <a:gd name="f26" fmla="val 418646"/>
                      <a:gd name="f27" fmla="val 16858"/>
                      <a:gd name="f28" fmla="val 466760"/>
                      <a:gd name="f29" fmla="val 638490"/>
                      <a:gd name="f30" fmla="val 528386"/>
                      <a:gd name="f31" fmla="val 594741"/>
                      <a:gd name="f32" fmla="val 544658"/>
                      <a:gd name="f33" fmla="val 552657"/>
                      <a:gd name="f34" fmla="val 564467"/>
                      <a:gd name="f35" fmla="val 512445"/>
                      <a:gd name="f36" fmla="val 587682"/>
                      <a:gd name="f37" fmla="val 474312"/>
                      <a:gd name="f38" fmla="val 614173"/>
                      <a:gd name="f39" fmla="val 438465"/>
                      <a:gd name="f40" fmla="val 643807"/>
                      <a:gd name="f41" fmla="*/ f0 1 638809"/>
                      <a:gd name="f42" fmla="*/ f1 1 676910"/>
                      <a:gd name="f43" fmla="val f2"/>
                      <a:gd name="f44" fmla="val f3"/>
                      <a:gd name="f45" fmla="val f4"/>
                      <a:gd name="f46" fmla="+- f45 0 f43"/>
                      <a:gd name="f47" fmla="+- f44 0 f43"/>
                      <a:gd name="f48" fmla="*/ f47 1 638809"/>
                      <a:gd name="f49" fmla="*/ f46 1 676910"/>
                      <a:gd name="f50" fmla="*/ f43 1 f48"/>
                      <a:gd name="f51" fmla="*/ f44 1 f48"/>
                      <a:gd name="f52" fmla="*/ f43 1 f49"/>
                      <a:gd name="f53" fmla="*/ f45 1 f49"/>
                      <a:gd name="f54" fmla="*/ f50 f41 1"/>
                      <a:gd name="f55" fmla="*/ f51 f41 1"/>
                      <a:gd name="f56" fmla="*/ f53 f42 1"/>
                      <a:gd name="f57" fmla="*/ f52 f42 1"/>
                    </a:gdLst>
                    <a:ahLst/>
                    <a:cxnLst>
                      <a:cxn ang="3cd4">
                        <a:pos x="hc" y="t"/>
                      </a:cxn>
                      <a:cxn ang="0">
                        <a:pos x="r" y="vc"/>
                      </a:cxn>
                      <a:cxn ang="cd4">
                        <a:pos x="hc" y="b"/>
                      </a:cxn>
                      <a:cxn ang="cd2">
                        <a:pos x="l" y="vc"/>
                      </a:cxn>
                    </a:cxnLst>
                    <a:rect l="f54" t="f57" r="f55" b="f56"/>
                    <a:pathLst>
                      <a:path w="638809" h="676910">
                        <a:moveTo>
                          <a:pt x="f5" y="f6"/>
                        </a:moveTo>
                        <a:lnTo>
                          <a:pt x="f2" y="f7"/>
                        </a:lnTo>
                        <a:lnTo>
                          <a:pt x="f8" y="f9"/>
                        </a:lnTo>
                        <a:lnTo>
                          <a:pt x="f10" y="f11"/>
                        </a:lnTo>
                        <a:lnTo>
                          <a:pt x="f12" y="f13"/>
                        </a:lnTo>
                        <a:lnTo>
                          <a:pt x="f14" y="f15"/>
                        </a:lnTo>
                        <a:lnTo>
                          <a:pt x="f16" y="f17"/>
                        </a:lnTo>
                        <a:lnTo>
                          <a:pt x="f18" y="f19"/>
                        </a:lnTo>
                        <a:lnTo>
                          <a:pt x="f20" y="f21"/>
                        </a:lnTo>
                        <a:lnTo>
                          <a:pt x="f22" y="f23"/>
                        </a:lnTo>
                        <a:lnTo>
                          <a:pt x="f24" y="f25"/>
                        </a:lnTo>
                        <a:lnTo>
                          <a:pt x="f26" y="f27"/>
                        </a:lnTo>
                        <a:lnTo>
                          <a:pt x="f28" y="f2"/>
                        </a:lnTo>
                        <a:lnTo>
                          <a:pt x="f29" y="f30"/>
                        </a:lnTo>
                        <a:lnTo>
                          <a:pt x="f31" y="f32"/>
                        </a:lnTo>
                        <a:lnTo>
                          <a:pt x="f33" y="f34"/>
                        </a:lnTo>
                        <a:lnTo>
                          <a:pt x="f35" y="f36"/>
                        </a:lnTo>
                        <a:lnTo>
                          <a:pt x="f37" y="f38"/>
                        </a:lnTo>
                        <a:lnTo>
                          <a:pt x="f39" y="f40"/>
                        </a:lnTo>
                        <a:lnTo>
                          <a:pt x="f5" y="f6"/>
                        </a:lnTo>
                        <a:close/>
                      </a:path>
                    </a:pathLst>
                  </a:custGeom>
                  <a:solidFill>
                    <a:srgbClr val="01D1D0"/>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3" name="object 13">
                    <a:extLst>
                      <a:ext uri="{FF2B5EF4-FFF2-40B4-BE49-F238E27FC236}">
                        <a16:creationId xmlns:a16="http://schemas.microsoft.com/office/drawing/2014/main" id="{B4B1FEDD-0DC7-1001-D93F-36CC34230008}"/>
                      </a:ext>
                    </a:extLst>
                  </p:cNvPr>
                  <p:cNvSpPr/>
                  <p:nvPr/>
                </p:nvSpPr>
                <p:spPr>
                  <a:xfrm>
                    <a:off x="5449586" y="2229298"/>
                    <a:ext cx="593783" cy="629198"/>
                  </a:xfrm>
                  <a:custGeom>
                    <a:avLst/>
                    <a:gdLst>
                      <a:gd name="f0" fmla="val w"/>
                      <a:gd name="f1" fmla="val h"/>
                      <a:gd name="f2" fmla="val 0"/>
                      <a:gd name="f3" fmla="val 638809"/>
                      <a:gd name="f4" fmla="val 676910"/>
                      <a:gd name="f5" fmla="val 296134"/>
                      <a:gd name="f6" fmla="val 35743"/>
                      <a:gd name="f7" fmla="val 259788"/>
                      <a:gd name="f8" fmla="val 73026"/>
                      <a:gd name="f9" fmla="val 225200"/>
                      <a:gd name="f10" fmla="val 111782"/>
                      <a:gd name="f11" fmla="val 192411"/>
                      <a:gd name="f12" fmla="val 151942"/>
                      <a:gd name="f13" fmla="val 161464"/>
                      <a:gd name="f14" fmla="val 193440"/>
                      <a:gd name="f15" fmla="val 132403"/>
                      <a:gd name="f16" fmla="val 236208"/>
                      <a:gd name="f17" fmla="val 105268"/>
                      <a:gd name="f18" fmla="val 280181"/>
                      <a:gd name="f19" fmla="val 80104"/>
                      <a:gd name="f20" fmla="val 325289"/>
                      <a:gd name="f21" fmla="val 56952"/>
                      <a:gd name="f22" fmla="val 371466"/>
                      <a:gd name="f23" fmla="val 35856"/>
                      <a:gd name="f24" fmla="val 418646"/>
                      <a:gd name="f25" fmla="val 16858"/>
                      <a:gd name="f26" fmla="val 466760"/>
                      <a:gd name="f27" fmla="val 638490"/>
                      <a:gd name="f28" fmla="val 528386"/>
                      <a:gd name="f29" fmla="val 594741"/>
                      <a:gd name="f30" fmla="val 544658"/>
                      <a:gd name="f31" fmla="val 552657"/>
                      <a:gd name="f32" fmla="val 564467"/>
                      <a:gd name="f33" fmla="val 512445"/>
                      <a:gd name="f34" fmla="val 587682"/>
                      <a:gd name="f35" fmla="val 474312"/>
                      <a:gd name="f36" fmla="val 614173"/>
                      <a:gd name="f37" fmla="val 438465"/>
                      <a:gd name="f38" fmla="val 643807"/>
                      <a:gd name="f39" fmla="val 405110"/>
                      <a:gd name="f40" fmla="val 676453"/>
                      <a:gd name="f41" fmla="*/ f0 1 638809"/>
                      <a:gd name="f42" fmla="*/ f1 1 676910"/>
                      <a:gd name="f43" fmla="val f2"/>
                      <a:gd name="f44" fmla="val f3"/>
                      <a:gd name="f45" fmla="val f4"/>
                      <a:gd name="f46" fmla="+- f45 0 f43"/>
                      <a:gd name="f47" fmla="+- f44 0 f43"/>
                      <a:gd name="f48" fmla="*/ f47 1 638809"/>
                      <a:gd name="f49" fmla="*/ f46 1 676910"/>
                      <a:gd name="f50" fmla="*/ f43 1 f48"/>
                      <a:gd name="f51" fmla="*/ f44 1 f48"/>
                      <a:gd name="f52" fmla="*/ f43 1 f49"/>
                      <a:gd name="f53" fmla="*/ f45 1 f49"/>
                      <a:gd name="f54" fmla="*/ f50 f41 1"/>
                      <a:gd name="f55" fmla="*/ f51 f41 1"/>
                      <a:gd name="f56" fmla="*/ f53 f42 1"/>
                      <a:gd name="f57" fmla="*/ f52 f42 1"/>
                    </a:gdLst>
                    <a:ahLst/>
                    <a:cxnLst>
                      <a:cxn ang="3cd4">
                        <a:pos x="hc" y="t"/>
                      </a:cxn>
                      <a:cxn ang="0">
                        <a:pos x="r" y="vc"/>
                      </a:cxn>
                      <a:cxn ang="cd4">
                        <a:pos x="hc" y="b"/>
                      </a:cxn>
                      <a:cxn ang="cd2">
                        <a:pos x="l" y="vc"/>
                      </a:cxn>
                    </a:cxnLst>
                    <a:rect l="f54" t="f57" r="f55" b="f56"/>
                    <a:pathLst>
                      <a:path w="638809" h="676910">
                        <a:moveTo>
                          <a:pt x="f2" y="f5"/>
                        </a:moveTo>
                        <a:lnTo>
                          <a:pt x="f6" y="f7"/>
                        </a:lnTo>
                        <a:lnTo>
                          <a:pt x="f8" y="f9"/>
                        </a:lnTo>
                        <a:lnTo>
                          <a:pt x="f10" y="f11"/>
                        </a:lnTo>
                        <a:lnTo>
                          <a:pt x="f12" y="f13"/>
                        </a:lnTo>
                        <a:lnTo>
                          <a:pt x="f14" y="f15"/>
                        </a:lnTo>
                        <a:lnTo>
                          <a:pt x="f16" y="f17"/>
                        </a:lnTo>
                        <a:lnTo>
                          <a:pt x="f18" y="f19"/>
                        </a:lnTo>
                        <a:lnTo>
                          <a:pt x="f20" y="f21"/>
                        </a:lnTo>
                        <a:lnTo>
                          <a:pt x="f22" y="f23"/>
                        </a:lnTo>
                        <a:lnTo>
                          <a:pt x="f24" y="f25"/>
                        </a:lnTo>
                        <a:lnTo>
                          <a:pt x="f26" y="f2"/>
                        </a:lnTo>
                        <a:lnTo>
                          <a:pt x="f27" y="f28"/>
                        </a:lnTo>
                        <a:lnTo>
                          <a:pt x="f29" y="f30"/>
                        </a:lnTo>
                        <a:lnTo>
                          <a:pt x="f31" y="f32"/>
                        </a:lnTo>
                        <a:lnTo>
                          <a:pt x="f33" y="f34"/>
                        </a:lnTo>
                        <a:lnTo>
                          <a:pt x="f35" y="f36"/>
                        </a:lnTo>
                        <a:lnTo>
                          <a:pt x="f37" y="f38"/>
                        </a:lnTo>
                        <a:lnTo>
                          <a:pt x="f39" y="f40"/>
                        </a:lnTo>
                        <a:lnTo>
                          <a:pt x="f2" y="f5"/>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4" name="object 14">
                    <a:extLst>
                      <a:ext uri="{FF2B5EF4-FFF2-40B4-BE49-F238E27FC236}">
                        <a16:creationId xmlns:a16="http://schemas.microsoft.com/office/drawing/2014/main" id="{AC7B0339-18CA-35E0-E2B7-A384B085B922}"/>
                      </a:ext>
                    </a:extLst>
                  </p:cNvPr>
                  <p:cNvSpPr/>
                  <p:nvPr/>
                </p:nvSpPr>
                <p:spPr>
                  <a:xfrm>
                    <a:off x="5883441" y="2178750"/>
                    <a:ext cx="319317" cy="541846"/>
                  </a:xfrm>
                  <a:custGeom>
                    <a:avLst/>
                    <a:gdLst>
                      <a:gd name="f0" fmla="val w"/>
                      <a:gd name="f1" fmla="val h"/>
                      <a:gd name="f2" fmla="val 0"/>
                      <a:gd name="f3" fmla="val 343534"/>
                      <a:gd name="f4" fmla="val 582930"/>
                      <a:gd name="f5" fmla="val 171730"/>
                      <a:gd name="f6" fmla="val 582774"/>
                      <a:gd name="f7" fmla="val 54384"/>
                      <a:gd name="f8" fmla="val 47830"/>
                      <a:gd name="f9" fmla="val 40026"/>
                      <a:gd name="f10" fmla="val 96197"/>
                      <a:gd name="f11" fmla="val 27845"/>
                      <a:gd name="f12" fmla="val 145024"/>
                      <a:gd name="f13" fmla="val 17852"/>
                      <a:gd name="f14" fmla="val 194239"/>
                      <a:gd name="f15" fmla="val 10059"/>
                      <a:gd name="f16" fmla="val 243765"/>
                      <a:gd name="f17" fmla="val 4478"/>
                      <a:gd name="f18" fmla="val 293530"/>
                      <a:gd name="f19" fmla="val 1121"/>
                      <a:gd name="f20" fmla="val 343458"/>
                      <a:gd name="f21" fmla="val 343459"/>
                      <a:gd name="f22" fmla="val 555582"/>
                      <a:gd name="f23" fmla="val 299823"/>
                      <a:gd name="f24" fmla="val 557297"/>
                      <a:gd name="f25" fmla="val 256524"/>
                      <a:gd name="f26" fmla="val 562422"/>
                      <a:gd name="f27" fmla="val 213759"/>
                      <a:gd name="f28" fmla="val 570925"/>
                      <a:gd name="f29" fmla="*/ f0 1 343534"/>
                      <a:gd name="f30" fmla="*/ f1 1 582930"/>
                      <a:gd name="f31" fmla="val f2"/>
                      <a:gd name="f32" fmla="val f3"/>
                      <a:gd name="f33" fmla="val f4"/>
                      <a:gd name="f34" fmla="+- f33 0 f31"/>
                      <a:gd name="f35" fmla="+- f32 0 f31"/>
                      <a:gd name="f36" fmla="*/ f35 1 343534"/>
                      <a:gd name="f37" fmla="*/ f34 1 582930"/>
                      <a:gd name="f38" fmla="*/ f31 1 f36"/>
                      <a:gd name="f39" fmla="*/ f32 1 f36"/>
                      <a:gd name="f40" fmla="*/ f31 1 f37"/>
                      <a:gd name="f41" fmla="*/ f33 1 f37"/>
                      <a:gd name="f42" fmla="*/ f38 f29 1"/>
                      <a:gd name="f43" fmla="*/ f39 f29 1"/>
                      <a:gd name="f44" fmla="*/ f41 f30 1"/>
                      <a:gd name="f45" fmla="*/ f40 f30 1"/>
                    </a:gdLst>
                    <a:ahLst/>
                    <a:cxnLst>
                      <a:cxn ang="3cd4">
                        <a:pos x="hc" y="t"/>
                      </a:cxn>
                      <a:cxn ang="0">
                        <a:pos x="r" y="vc"/>
                      </a:cxn>
                      <a:cxn ang="cd4">
                        <a:pos x="hc" y="b"/>
                      </a:cxn>
                      <a:cxn ang="cd2">
                        <a:pos x="l" y="vc"/>
                      </a:cxn>
                    </a:cxnLst>
                    <a:rect l="f42" t="f45" r="f43" b="f44"/>
                    <a:pathLst>
                      <a:path w="343534" h="582930">
                        <a:moveTo>
                          <a:pt x="f5" y="f6"/>
                        </a:moveTo>
                        <a:lnTo>
                          <a:pt x="f2" y="f7"/>
                        </a:lnTo>
                        <a:lnTo>
                          <a:pt x="f8" y="f9"/>
                        </a:lnTo>
                        <a:lnTo>
                          <a:pt x="f10" y="f11"/>
                        </a:lnTo>
                        <a:lnTo>
                          <a:pt x="f12" y="f13"/>
                        </a:lnTo>
                        <a:lnTo>
                          <a:pt x="f14" y="f15"/>
                        </a:lnTo>
                        <a:lnTo>
                          <a:pt x="f16" y="f17"/>
                        </a:lnTo>
                        <a:lnTo>
                          <a:pt x="f18" y="f19"/>
                        </a:lnTo>
                        <a:lnTo>
                          <a:pt x="f20" y="f2"/>
                        </a:lnTo>
                        <a:lnTo>
                          <a:pt x="f21" y="f22"/>
                        </a:lnTo>
                        <a:lnTo>
                          <a:pt x="f23" y="f24"/>
                        </a:lnTo>
                        <a:lnTo>
                          <a:pt x="f25" y="f26"/>
                        </a:lnTo>
                        <a:lnTo>
                          <a:pt x="f27" y="f28"/>
                        </a:lnTo>
                        <a:lnTo>
                          <a:pt x="f5" y="f6"/>
                        </a:lnTo>
                        <a:close/>
                      </a:path>
                    </a:pathLst>
                  </a:custGeom>
                  <a:solidFill>
                    <a:srgbClr val="87D4EC"/>
                  </a:solidFill>
                  <a:ln>
                    <a:no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sp>
                <p:nvSpPr>
                  <p:cNvPr id="105" name="object 15">
                    <a:extLst>
                      <a:ext uri="{FF2B5EF4-FFF2-40B4-BE49-F238E27FC236}">
                        <a16:creationId xmlns:a16="http://schemas.microsoft.com/office/drawing/2014/main" id="{0D96A64C-BD95-84EA-3F7A-E0CEDABCE6E0}"/>
                      </a:ext>
                    </a:extLst>
                  </p:cNvPr>
                  <p:cNvSpPr/>
                  <p:nvPr/>
                </p:nvSpPr>
                <p:spPr>
                  <a:xfrm>
                    <a:off x="5883441" y="2178750"/>
                    <a:ext cx="319317" cy="541846"/>
                  </a:xfrm>
                  <a:custGeom>
                    <a:avLst/>
                    <a:gdLst>
                      <a:gd name="f0" fmla="val w"/>
                      <a:gd name="f1" fmla="val h"/>
                      <a:gd name="f2" fmla="val 0"/>
                      <a:gd name="f3" fmla="val 343534"/>
                      <a:gd name="f4" fmla="val 582930"/>
                      <a:gd name="f5" fmla="val 54384"/>
                      <a:gd name="f6" fmla="val 47830"/>
                      <a:gd name="f7" fmla="val 40026"/>
                      <a:gd name="f8" fmla="val 96197"/>
                      <a:gd name="f9" fmla="val 27845"/>
                      <a:gd name="f10" fmla="val 145024"/>
                      <a:gd name="f11" fmla="val 17852"/>
                      <a:gd name="f12" fmla="val 194239"/>
                      <a:gd name="f13" fmla="val 10059"/>
                      <a:gd name="f14" fmla="val 243765"/>
                      <a:gd name="f15" fmla="val 4478"/>
                      <a:gd name="f16" fmla="val 293530"/>
                      <a:gd name="f17" fmla="val 1121"/>
                      <a:gd name="f18" fmla="val 343458"/>
                      <a:gd name="f19" fmla="val 343459"/>
                      <a:gd name="f20" fmla="val 555582"/>
                      <a:gd name="f21" fmla="val 299823"/>
                      <a:gd name="f22" fmla="val 557297"/>
                      <a:gd name="f23" fmla="val 256524"/>
                      <a:gd name="f24" fmla="val 562422"/>
                      <a:gd name="f25" fmla="val 213759"/>
                      <a:gd name="f26" fmla="val 570925"/>
                      <a:gd name="f27" fmla="val 171730"/>
                      <a:gd name="f28" fmla="val 582774"/>
                      <a:gd name="f29" fmla="*/ f0 1 343534"/>
                      <a:gd name="f30" fmla="*/ f1 1 582930"/>
                      <a:gd name="f31" fmla="val f2"/>
                      <a:gd name="f32" fmla="val f3"/>
                      <a:gd name="f33" fmla="val f4"/>
                      <a:gd name="f34" fmla="+- f33 0 f31"/>
                      <a:gd name="f35" fmla="+- f32 0 f31"/>
                      <a:gd name="f36" fmla="*/ f35 1 343534"/>
                      <a:gd name="f37" fmla="*/ f34 1 582930"/>
                      <a:gd name="f38" fmla="*/ f31 1 f36"/>
                      <a:gd name="f39" fmla="*/ f32 1 f36"/>
                      <a:gd name="f40" fmla="*/ f31 1 f37"/>
                      <a:gd name="f41" fmla="*/ f33 1 f37"/>
                      <a:gd name="f42" fmla="*/ f38 f29 1"/>
                      <a:gd name="f43" fmla="*/ f39 f29 1"/>
                      <a:gd name="f44" fmla="*/ f41 f30 1"/>
                      <a:gd name="f45" fmla="*/ f40 f30 1"/>
                    </a:gdLst>
                    <a:ahLst/>
                    <a:cxnLst>
                      <a:cxn ang="3cd4">
                        <a:pos x="hc" y="t"/>
                      </a:cxn>
                      <a:cxn ang="0">
                        <a:pos x="r" y="vc"/>
                      </a:cxn>
                      <a:cxn ang="cd4">
                        <a:pos x="hc" y="b"/>
                      </a:cxn>
                      <a:cxn ang="cd2">
                        <a:pos x="l" y="vc"/>
                      </a:cxn>
                    </a:cxnLst>
                    <a:rect l="f42" t="f45" r="f43" b="f44"/>
                    <a:pathLst>
                      <a:path w="343534" h="582930">
                        <a:moveTo>
                          <a:pt x="f2" y="f5"/>
                        </a:moveTo>
                        <a:lnTo>
                          <a:pt x="f6" y="f7"/>
                        </a:lnTo>
                        <a:lnTo>
                          <a:pt x="f8" y="f9"/>
                        </a:lnTo>
                        <a:lnTo>
                          <a:pt x="f10" y="f11"/>
                        </a:lnTo>
                        <a:lnTo>
                          <a:pt x="f12" y="f13"/>
                        </a:lnTo>
                        <a:lnTo>
                          <a:pt x="f14" y="f15"/>
                        </a:lnTo>
                        <a:lnTo>
                          <a:pt x="f16" y="f17"/>
                        </a:lnTo>
                        <a:lnTo>
                          <a:pt x="f18" y="f2"/>
                        </a:lnTo>
                        <a:lnTo>
                          <a:pt x="f19" y="f20"/>
                        </a:lnTo>
                        <a:lnTo>
                          <a:pt x="f21" y="f22"/>
                        </a:lnTo>
                        <a:lnTo>
                          <a:pt x="f23" y="f24"/>
                        </a:lnTo>
                        <a:lnTo>
                          <a:pt x="f25" y="f26"/>
                        </a:lnTo>
                        <a:lnTo>
                          <a:pt x="f27" y="f28"/>
                        </a:lnTo>
                        <a:lnTo>
                          <a:pt x="f2" y="f5"/>
                        </a:lnTo>
                        <a:close/>
                      </a:path>
                    </a:pathLst>
                  </a:custGeom>
                  <a:noFill/>
                  <a:ln w="19110">
                    <a:solidFill>
                      <a:srgbClr val="FFFFFF"/>
                    </a:solidFill>
                    <a:prstDash val="solid"/>
                  </a:ln>
                </p:spPr>
                <p:txBody>
                  <a:bodyPr vert="horz" wrap="square" lIns="0" tIns="0" rIns="0" bIns="0" anchor="t" anchorCtr="0" compatLnSpc="1">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mn-cs"/>
                    </a:endParaRPr>
                  </a:p>
                </p:txBody>
              </p:sp>
            </p:grpSp>
            <p:sp>
              <p:nvSpPr>
                <p:cNvPr id="79" name="object 37">
                  <a:extLst>
                    <a:ext uri="{FF2B5EF4-FFF2-40B4-BE49-F238E27FC236}">
                      <a16:creationId xmlns:a16="http://schemas.microsoft.com/office/drawing/2014/main" id="{F0FD7717-47E6-F5DD-7495-23E5BD7627FF}"/>
                    </a:ext>
                  </a:extLst>
                </p:cNvPr>
                <p:cNvSpPr txBox="1"/>
                <p:nvPr/>
              </p:nvSpPr>
              <p:spPr>
                <a:xfrm>
                  <a:off x="7076358" y="2405803"/>
                  <a:ext cx="1033509" cy="132869"/>
                </a:xfrm>
                <a:prstGeom prst="rect">
                  <a:avLst/>
                </a:prstGeom>
                <a:noFill/>
                <a:ln>
                  <a:noFill/>
                </a:ln>
              </p:spPr>
              <p:txBody>
                <a:bodyPr vert="horz" wrap="square" lIns="0" tIns="12060" rIns="0" bIns="0" anchor="t" anchorCtr="0" compatLnSpc="1">
                  <a:spAutoFit/>
                </a:bodyPr>
                <a:lstStyle/>
                <a:p>
                  <a:pPr marL="12701"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5" normalizeH="0" baseline="0" noProof="0">
                      <a:ln>
                        <a:noFill/>
                      </a:ln>
                      <a:solidFill>
                        <a:srgbClr val="FFFFFF"/>
                      </a:solidFill>
                      <a:effectLst/>
                      <a:uLnTx/>
                      <a:uFillTx/>
                      <a:ea typeface="+mn-ea"/>
                      <a:cs typeface="Verdana"/>
                    </a:rPr>
                    <a:t>Manufacturing</a:t>
                  </a: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80" name="object 16">
                  <a:extLst>
                    <a:ext uri="{FF2B5EF4-FFF2-40B4-BE49-F238E27FC236}">
                      <a16:creationId xmlns:a16="http://schemas.microsoft.com/office/drawing/2014/main" id="{C7B0FDF4-D2BE-0488-730D-B020FB74997D}"/>
                    </a:ext>
                  </a:extLst>
                </p:cNvPr>
                <p:cNvSpPr txBox="1"/>
                <p:nvPr/>
              </p:nvSpPr>
              <p:spPr>
                <a:xfrm>
                  <a:off x="6635901" y="2574081"/>
                  <a:ext cx="426622"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27%</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81" name="object 36">
                  <a:extLst>
                    <a:ext uri="{FF2B5EF4-FFF2-40B4-BE49-F238E27FC236}">
                      <a16:creationId xmlns:a16="http://schemas.microsoft.com/office/drawing/2014/main" id="{45CB3B27-A971-9A68-DC12-02E7F81F632A}"/>
                    </a:ext>
                  </a:extLst>
                </p:cNvPr>
                <p:cNvSpPr txBox="1"/>
                <p:nvPr/>
              </p:nvSpPr>
              <p:spPr>
                <a:xfrm>
                  <a:off x="7038438" y="3967143"/>
                  <a:ext cx="767419" cy="253913"/>
                </a:xfrm>
                <a:prstGeom prst="rect">
                  <a:avLst/>
                </a:prstGeom>
                <a:noFill/>
                <a:ln>
                  <a:noFill/>
                </a:ln>
              </p:spPr>
              <p:txBody>
                <a:bodyPr vert="horz" wrap="square" lIns="0" tIns="12060" rIns="0" bIns="0" anchor="t" anchorCtr="0" compatLnSpc="1">
                  <a:spAutoFit/>
                </a:bodyPr>
                <a:lstStyle/>
                <a:p>
                  <a:pPr marL="12701" marR="5084"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5" normalizeH="0" baseline="0" noProof="0">
                      <a:ln>
                        <a:noFill/>
                      </a:ln>
                      <a:solidFill>
                        <a:srgbClr val="FFFFFF"/>
                      </a:solidFill>
                      <a:effectLst/>
                      <a:uLnTx/>
                      <a:uFillTx/>
                      <a:ea typeface="+mn-ea"/>
                      <a:cs typeface="Verdana"/>
                    </a:rPr>
                    <a:t>F</a:t>
                  </a:r>
                  <a:r>
                    <a:rPr kumimoji="0" lang="en-US" sz="900" b="0" i="0" u="none" strike="noStrike" kern="1200" cap="none" spc="5" normalizeH="0" baseline="0" noProof="0">
                      <a:ln>
                        <a:noFill/>
                      </a:ln>
                      <a:solidFill>
                        <a:srgbClr val="FFFFFF"/>
                      </a:solidFill>
                      <a:effectLst/>
                      <a:uLnTx/>
                      <a:uFillTx/>
                      <a:ea typeface="+mn-ea"/>
                      <a:cs typeface="Verdana"/>
                    </a:rPr>
                    <a:t>i</a:t>
                  </a:r>
                  <a:r>
                    <a:rPr kumimoji="0" lang="en-US" sz="900" b="0" i="0" u="none" strike="noStrike" kern="1200" cap="none" spc="0" normalizeH="0" baseline="0" noProof="0">
                      <a:ln>
                        <a:noFill/>
                      </a:ln>
                      <a:solidFill>
                        <a:srgbClr val="FFFFFF"/>
                      </a:solidFill>
                      <a:effectLst/>
                      <a:uLnTx/>
                      <a:uFillTx/>
                      <a:ea typeface="+mn-ea"/>
                      <a:cs typeface="Verdana"/>
                    </a:rPr>
                    <a:t>n</a:t>
                  </a:r>
                  <a:r>
                    <a:rPr kumimoji="0" lang="en-US" sz="900" b="0" i="0" u="none" strike="noStrike" kern="1200" cap="none" spc="-5" normalizeH="0" baseline="0" noProof="0">
                      <a:ln>
                        <a:noFill/>
                      </a:ln>
                      <a:solidFill>
                        <a:srgbClr val="FFFFFF"/>
                      </a:solidFill>
                      <a:effectLst/>
                      <a:uLnTx/>
                      <a:uFillTx/>
                      <a:ea typeface="+mn-ea"/>
                      <a:cs typeface="Verdana"/>
                    </a:rPr>
                    <a:t>a</a:t>
                  </a:r>
                  <a:r>
                    <a:rPr kumimoji="0" lang="en-US" sz="900" b="0" i="0" u="none" strike="noStrike" kern="1200" cap="none" spc="0" normalizeH="0" baseline="0" noProof="0">
                      <a:ln>
                        <a:noFill/>
                      </a:ln>
                      <a:solidFill>
                        <a:srgbClr val="FFFFFF"/>
                      </a:solidFill>
                      <a:effectLst/>
                      <a:uLnTx/>
                      <a:uFillTx/>
                      <a:ea typeface="+mn-ea"/>
                      <a:cs typeface="Verdana"/>
                    </a:rPr>
                    <a:t>n</a:t>
                  </a:r>
                  <a:r>
                    <a:rPr kumimoji="0" lang="en-US" sz="900" b="0" i="0" u="none" strike="noStrike" kern="1200" cap="none" spc="-10" normalizeH="0" baseline="0" noProof="0">
                      <a:ln>
                        <a:noFill/>
                      </a:ln>
                      <a:solidFill>
                        <a:srgbClr val="FFFFFF"/>
                      </a:solidFill>
                      <a:effectLst/>
                      <a:uLnTx/>
                      <a:uFillTx/>
                      <a:ea typeface="+mn-ea"/>
                      <a:cs typeface="Verdana"/>
                    </a:rPr>
                    <a:t>c</a:t>
                  </a:r>
                  <a:r>
                    <a:rPr kumimoji="0" lang="en-US" sz="900" b="0" i="0" u="none" strike="noStrike" kern="1200" cap="none" spc="5" normalizeH="0" baseline="0" noProof="0">
                      <a:ln>
                        <a:noFill/>
                      </a:ln>
                      <a:solidFill>
                        <a:srgbClr val="FFFFFF"/>
                      </a:solidFill>
                      <a:effectLst/>
                      <a:uLnTx/>
                      <a:uFillTx/>
                      <a:ea typeface="+mn-ea"/>
                      <a:cs typeface="Verdana"/>
                    </a:rPr>
                    <a:t>i</a:t>
                  </a:r>
                  <a:r>
                    <a:rPr kumimoji="0" lang="en-US" sz="900" b="0" i="0" u="none" strike="noStrike" kern="1200" cap="none" spc="-5" normalizeH="0" baseline="0" noProof="0">
                      <a:ln>
                        <a:noFill/>
                      </a:ln>
                      <a:solidFill>
                        <a:srgbClr val="FFFFFF"/>
                      </a:solidFill>
                      <a:effectLst/>
                      <a:uLnTx/>
                      <a:uFillTx/>
                      <a:ea typeface="+mn-ea"/>
                      <a:cs typeface="Verdana"/>
                    </a:rPr>
                    <a:t>al  </a:t>
                  </a:r>
                  <a:r>
                    <a:rPr kumimoji="0" lang="en-US" sz="900" b="0" i="0" u="none" strike="noStrike" kern="1200" cap="none" spc="-10" normalizeH="0" baseline="0" noProof="0">
                      <a:ln>
                        <a:noFill/>
                      </a:ln>
                      <a:solidFill>
                        <a:srgbClr val="FFFFFF"/>
                      </a:solidFill>
                      <a:effectLst/>
                      <a:uLnTx/>
                      <a:uFillTx/>
                      <a:ea typeface="+mn-ea"/>
                      <a:cs typeface="Verdana"/>
                    </a:rPr>
                    <a:t>Services</a:t>
                  </a: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82" name="object 17">
                  <a:extLst>
                    <a:ext uri="{FF2B5EF4-FFF2-40B4-BE49-F238E27FC236}">
                      <a16:creationId xmlns:a16="http://schemas.microsoft.com/office/drawing/2014/main" id="{99D038AD-3C6A-52E9-0266-07ADA3273181}"/>
                    </a:ext>
                  </a:extLst>
                </p:cNvPr>
                <p:cNvSpPr txBox="1"/>
                <p:nvPr/>
              </p:nvSpPr>
              <p:spPr>
                <a:xfrm>
                  <a:off x="6643564" y="3615610"/>
                  <a:ext cx="426622"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22%</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83" name="object 39">
                  <a:extLst>
                    <a:ext uri="{FF2B5EF4-FFF2-40B4-BE49-F238E27FC236}">
                      <a16:creationId xmlns:a16="http://schemas.microsoft.com/office/drawing/2014/main" id="{8A8F21F3-87A3-0F94-604E-3372CBE810B5}"/>
                    </a:ext>
                  </a:extLst>
                </p:cNvPr>
                <p:cNvSpPr txBox="1"/>
                <p:nvPr/>
              </p:nvSpPr>
              <p:spPr>
                <a:xfrm>
                  <a:off x="5464372" y="4279657"/>
                  <a:ext cx="790928" cy="132869"/>
                </a:xfrm>
                <a:prstGeom prst="rect">
                  <a:avLst/>
                </a:prstGeom>
                <a:noFill/>
                <a:ln>
                  <a:noFill/>
                </a:ln>
              </p:spPr>
              <p:txBody>
                <a:bodyPr vert="horz" wrap="square" lIns="0" tIns="12060" rIns="0" bIns="0" anchor="t" anchorCtr="0" compatLnSpc="1">
                  <a:spAutoFit/>
                </a:bodyPr>
                <a:lstStyle/>
                <a:p>
                  <a:pPr marL="12701"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0" normalizeH="0" baseline="0" noProof="0">
                      <a:ln>
                        <a:noFill/>
                      </a:ln>
                      <a:solidFill>
                        <a:srgbClr val="FFFFFF"/>
                      </a:solidFill>
                      <a:effectLst/>
                      <a:uLnTx/>
                      <a:uFillTx/>
                      <a:ea typeface="+mn-ea"/>
                      <a:cs typeface="Verdana"/>
                    </a:rPr>
                    <a:t>Public</a:t>
                  </a:r>
                  <a:r>
                    <a:rPr kumimoji="0" lang="en-US" sz="900" b="0" i="0" u="none" strike="noStrike" kern="1200" cap="none" spc="-70" normalizeH="0" baseline="0" noProof="0">
                      <a:ln>
                        <a:noFill/>
                      </a:ln>
                      <a:solidFill>
                        <a:srgbClr val="FFFFFF"/>
                      </a:solidFill>
                      <a:effectLst/>
                      <a:uLnTx/>
                      <a:uFillTx/>
                      <a:ea typeface="+mn-ea"/>
                      <a:cs typeface="Verdana"/>
                    </a:rPr>
                    <a:t> </a:t>
                  </a:r>
                  <a:r>
                    <a:rPr kumimoji="0" lang="en-US" sz="900" b="0" i="0" u="none" strike="noStrike" kern="1200" cap="none" spc="-10" normalizeH="0" baseline="0" noProof="0">
                      <a:ln>
                        <a:noFill/>
                      </a:ln>
                      <a:solidFill>
                        <a:srgbClr val="FFFFFF"/>
                      </a:solidFill>
                      <a:effectLst/>
                      <a:uLnTx/>
                      <a:uFillTx/>
                      <a:ea typeface="+mn-ea"/>
                      <a:cs typeface="Verdana"/>
                    </a:rPr>
                    <a:t>Sector</a:t>
                  </a: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84" name="object 18">
                  <a:extLst>
                    <a:ext uri="{FF2B5EF4-FFF2-40B4-BE49-F238E27FC236}">
                      <a16:creationId xmlns:a16="http://schemas.microsoft.com/office/drawing/2014/main" id="{52AAE4A6-4DD1-B361-5D1A-DE88425F4517}"/>
                    </a:ext>
                  </a:extLst>
                </p:cNvPr>
                <p:cNvSpPr txBox="1"/>
                <p:nvPr/>
              </p:nvSpPr>
              <p:spPr>
                <a:xfrm>
                  <a:off x="5895319" y="3872136"/>
                  <a:ext cx="426622"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14%</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85" name="object 41">
                  <a:extLst>
                    <a:ext uri="{FF2B5EF4-FFF2-40B4-BE49-F238E27FC236}">
                      <a16:creationId xmlns:a16="http://schemas.microsoft.com/office/drawing/2014/main" id="{2AA5BA35-8313-CE53-2D8A-50DFA1D0D272}"/>
                    </a:ext>
                  </a:extLst>
                </p:cNvPr>
                <p:cNvSpPr txBox="1"/>
                <p:nvPr/>
              </p:nvSpPr>
              <p:spPr>
                <a:xfrm>
                  <a:off x="4024283" y="3499609"/>
                  <a:ext cx="1064233" cy="374956"/>
                </a:xfrm>
                <a:prstGeom prst="rect">
                  <a:avLst/>
                </a:prstGeom>
                <a:noFill/>
                <a:ln>
                  <a:noFill/>
                </a:ln>
              </p:spPr>
              <p:txBody>
                <a:bodyPr vert="horz" wrap="square" lIns="0" tIns="12060" rIns="0" bIns="0" anchor="t" anchorCtr="0" compatLnSpc="1">
                  <a:spAutoFit/>
                </a:bodyPr>
                <a:lstStyle/>
                <a:p>
                  <a:pPr marL="12701" marR="5084" lvl="0" indent="0" algn="r"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5" normalizeH="0" baseline="0" noProof="0">
                      <a:ln>
                        <a:noFill/>
                      </a:ln>
                      <a:solidFill>
                        <a:srgbClr val="FFFFFF"/>
                      </a:solidFill>
                      <a:effectLst/>
                      <a:uLnTx/>
                      <a:uFillTx/>
                      <a:ea typeface="+mn-ea"/>
                      <a:cs typeface="Verdana"/>
                    </a:rPr>
                    <a:t>Telco, Media </a:t>
                  </a:r>
                  <a:r>
                    <a:rPr kumimoji="0" lang="en-US" sz="900" b="0" i="0" u="none" strike="noStrike" kern="1200" cap="none" spc="0" normalizeH="0" baseline="0" noProof="0">
                      <a:ln>
                        <a:noFill/>
                      </a:ln>
                      <a:solidFill>
                        <a:srgbClr val="FFFFFF"/>
                      </a:solidFill>
                      <a:effectLst/>
                      <a:uLnTx/>
                      <a:uFillTx/>
                      <a:ea typeface="+mn-ea"/>
                      <a:cs typeface="Verdana"/>
                    </a:rPr>
                    <a:t> </a:t>
                  </a:r>
                </a:p>
                <a:p>
                  <a:pPr marL="12701" marR="5084" lvl="0" indent="0" algn="r"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5" normalizeH="0" baseline="0" noProof="0">
                      <a:ln>
                        <a:noFill/>
                      </a:ln>
                      <a:solidFill>
                        <a:srgbClr val="FFFFFF"/>
                      </a:solidFill>
                      <a:effectLst/>
                      <a:uLnTx/>
                      <a:uFillTx/>
                      <a:ea typeface="+mn-ea"/>
                      <a:cs typeface="Verdana"/>
                    </a:rPr>
                    <a:t>&amp;</a:t>
                  </a:r>
                  <a:r>
                    <a:rPr kumimoji="0" lang="en-US" sz="900" b="0" i="0" u="none" strike="noStrike" kern="1200" cap="none" spc="-70" normalizeH="0" baseline="0" noProof="0">
                      <a:ln>
                        <a:noFill/>
                      </a:ln>
                      <a:solidFill>
                        <a:srgbClr val="FFFFFF"/>
                      </a:solidFill>
                      <a:effectLst/>
                      <a:uLnTx/>
                      <a:uFillTx/>
                      <a:ea typeface="+mn-ea"/>
                      <a:cs typeface="Verdana"/>
                    </a:rPr>
                    <a:t> </a:t>
                  </a:r>
                  <a:r>
                    <a:rPr kumimoji="0" lang="en-US" sz="900" b="0" i="0" u="none" strike="noStrike" kern="1200" cap="none" spc="-5" normalizeH="0" baseline="0" noProof="0">
                      <a:ln>
                        <a:noFill/>
                      </a:ln>
                      <a:solidFill>
                        <a:srgbClr val="FFFFFF"/>
                      </a:solidFill>
                      <a:effectLst/>
                      <a:uLnTx/>
                      <a:uFillTx/>
                      <a:ea typeface="+mn-ea"/>
                      <a:cs typeface="Verdana"/>
                    </a:rPr>
                    <a:t>Technology</a:t>
                  </a:r>
                </a:p>
                <a:p>
                  <a:pPr marL="12701" marR="5084" lvl="0" indent="0" algn="r"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86" name="object 19">
                  <a:extLst>
                    <a:ext uri="{FF2B5EF4-FFF2-40B4-BE49-F238E27FC236}">
                      <a16:creationId xmlns:a16="http://schemas.microsoft.com/office/drawing/2014/main" id="{7A624868-CE49-8C01-9505-1781F7287F6A}"/>
                    </a:ext>
                  </a:extLst>
                </p:cNvPr>
                <p:cNvSpPr txBox="1"/>
                <p:nvPr/>
              </p:nvSpPr>
              <p:spPr>
                <a:xfrm>
                  <a:off x="5397620" y="3473514"/>
                  <a:ext cx="426622"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lang="en-US" sz="900" b="1" spc="-5">
                      <a:solidFill>
                        <a:srgbClr val="FFFFFF"/>
                      </a:solidFill>
                      <a:cs typeface="Calibri"/>
                    </a:rPr>
                    <a:t>11</a:t>
                  </a:r>
                  <a:r>
                    <a:rPr kumimoji="0" lang="en-US" sz="900" b="1" i="0" u="none" strike="noStrike" kern="1200" cap="none" spc="-5" normalizeH="0" baseline="0" noProof="0">
                      <a:ln>
                        <a:noFill/>
                      </a:ln>
                      <a:solidFill>
                        <a:srgbClr val="FFFFFF"/>
                      </a:solidFill>
                      <a:effectLst/>
                      <a:uLnTx/>
                      <a:uFillTx/>
                      <a:ea typeface="+mn-ea"/>
                      <a:cs typeface="Calibri"/>
                    </a:rPr>
                    <a:t>%</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87" name="object 38">
                  <a:extLst>
                    <a:ext uri="{FF2B5EF4-FFF2-40B4-BE49-F238E27FC236}">
                      <a16:creationId xmlns:a16="http://schemas.microsoft.com/office/drawing/2014/main" id="{C49EB7F0-A10A-A51A-5601-95F37C6408DB}"/>
                    </a:ext>
                  </a:extLst>
                </p:cNvPr>
                <p:cNvSpPr txBox="1"/>
                <p:nvPr/>
              </p:nvSpPr>
              <p:spPr>
                <a:xfrm>
                  <a:off x="4350148" y="2610017"/>
                  <a:ext cx="797045" cy="253913"/>
                </a:xfrm>
                <a:prstGeom prst="rect">
                  <a:avLst/>
                </a:prstGeom>
                <a:noFill/>
                <a:ln>
                  <a:noFill/>
                </a:ln>
              </p:spPr>
              <p:txBody>
                <a:bodyPr vert="horz" wrap="square" lIns="0" tIns="12060" rIns="0" bIns="0" anchor="t" anchorCtr="0" compatLnSpc="1">
                  <a:spAutoFit/>
                </a:bodyPr>
                <a:lstStyle/>
                <a:p>
                  <a:pPr marL="12701" marR="5084" lvl="0" indent="0" algn="r"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5" normalizeH="0" baseline="0" noProof="0">
                      <a:ln>
                        <a:noFill/>
                      </a:ln>
                      <a:solidFill>
                        <a:srgbClr val="FFFFFF"/>
                      </a:solidFill>
                      <a:effectLst/>
                      <a:uLnTx/>
                      <a:uFillTx/>
                      <a:ea typeface="+mn-ea"/>
                      <a:cs typeface="Verdana"/>
                    </a:rPr>
                    <a:t>Consumer</a:t>
                  </a:r>
                  <a:r>
                    <a:rPr kumimoji="0" lang="en-US" sz="900" b="0" i="0" u="none" strike="noStrike" kern="1200" cap="none" spc="-30" normalizeH="0" baseline="0" noProof="0">
                      <a:ln>
                        <a:noFill/>
                      </a:ln>
                      <a:solidFill>
                        <a:srgbClr val="FFFFFF"/>
                      </a:solidFill>
                      <a:effectLst/>
                      <a:uLnTx/>
                      <a:uFillTx/>
                      <a:ea typeface="+mn-ea"/>
                      <a:cs typeface="Verdana"/>
                    </a:rPr>
                    <a:t> </a:t>
                  </a:r>
                  <a:r>
                    <a:rPr kumimoji="0" lang="en-US" sz="900" b="0" i="0" u="none" strike="noStrike" kern="1200" cap="none" spc="-10" normalizeH="0" baseline="0" noProof="0">
                      <a:ln>
                        <a:noFill/>
                      </a:ln>
                      <a:solidFill>
                        <a:srgbClr val="FFFFFF"/>
                      </a:solidFill>
                      <a:effectLst/>
                      <a:uLnTx/>
                      <a:uFillTx/>
                      <a:ea typeface="+mn-ea"/>
                      <a:cs typeface="Verdana"/>
                    </a:rPr>
                    <a:t>Goods </a:t>
                  </a:r>
                  <a:r>
                    <a:rPr kumimoji="0" lang="en-US" sz="900" b="0" i="0" u="none" strike="noStrike" kern="1200" cap="none" spc="-335" normalizeH="0" baseline="0" noProof="0">
                      <a:ln>
                        <a:noFill/>
                      </a:ln>
                      <a:solidFill>
                        <a:srgbClr val="FFFFFF"/>
                      </a:solidFill>
                      <a:effectLst/>
                      <a:uLnTx/>
                      <a:uFillTx/>
                      <a:ea typeface="+mn-ea"/>
                      <a:cs typeface="Verdana"/>
                    </a:rPr>
                    <a:t> </a:t>
                  </a:r>
                  <a:r>
                    <a:rPr kumimoji="0" lang="en-US" sz="900" b="0" i="0" u="none" strike="noStrike" kern="1200" cap="none" spc="-5" normalizeH="0" baseline="0" noProof="0">
                      <a:ln>
                        <a:noFill/>
                      </a:ln>
                      <a:solidFill>
                        <a:srgbClr val="FFFFFF"/>
                      </a:solidFill>
                      <a:effectLst/>
                      <a:uLnTx/>
                      <a:uFillTx/>
                      <a:ea typeface="+mn-ea"/>
                      <a:cs typeface="Verdana"/>
                    </a:rPr>
                    <a:t>&amp;</a:t>
                  </a:r>
                  <a:r>
                    <a:rPr kumimoji="0" lang="en-US" sz="900" b="0" i="0" u="none" strike="noStrike" kern="1200" cap="none" spc="-10" normalizeH="0" baseline="0" noProof="0">
                      <a:ln>
                        <a:noFill/>
                      </a:ln>
                      <a:solidFill>
                        <a:srgbClr val="FFFFFF"/>
                      </a:solidFill>
                      <a:effectLst/>
                      <a:uLnTx/>
                      <a:uFillTx/>
                      <a:ea typeface="+mn-ea"/>
                      <a:cs typeface="Verdana"/>
                    </a:rPr>
                    <a:t> </a:t>
                  </a:r>
                  <a:r>
                    <a:rPr kumimoji="0" lang="en-US" sz="900" b="0" i="0" u="none" strike="noStrike" kern="1200" cap="none" spc="-5" normalizeH="0" baseline="0" noProof="0">
                      <a:ln>
                        <a:noFill/>
                      </a:ln>
                      <a:solidFill>
                        <a:srgbClr val="FFFFFF"/>
                      </a:solidFill>
                      <a:effectLst/>
                      <a:uLnTx/>
                      <a:uFillTx/>
                      <a:ea typeface="+mn-ea"/>
                      <a:cs typeface="Verdana"/>
                    </a:rPr>
                    <a:t>Retail</a:t>
                  </a: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88" name="object 20">
                  <a:extLst>
                    <a:ext uri="{FF2B5EF4-FFF2-40B4-BE49-F238E27FC236}">
                      <a16:creationId xmlns:a16="http://schemas.microsoft.com/office/drawing/2014/main" id="{2D1BF5BA-787D-CBC1-10C3-2FD3697C8653}"/>
                    </a:ext>
                  </a:extLst>
                </p:cNvPr>
                <p:cNvSpPr txBox="1"/>
                <p:nvPr/>
              </p:nvSpPr>
              <p:spPr>
                <a:xfrm>
                  <a:off x="5303684" y="2859438"/>
                  <a:ext cx="426622"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13%</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89" name="object 40">
                  <a:extLst>
                    <a:ext uri="{FF2B5EF4-FFF2-40B4-BE49-F238E27FC236}">
                      <a16:creationId xmlns:a16="http://schemas.microsoft.com/office/drawing/2014/main" id="{77A91EAC-4151-F16C-9417-AEB03B9EDA4D}"/>
                    </a:ext>
                  </a:extLst>
                </p:cNvPr>
                <p:cNvSpPr txBox="1"/>
                <p:nvPr/>
              </p:nvSpPr>
              <p:spPr>
                <a:xfrm>
                  <a:off x="4802291" y="2083661"/>
                  <a:ext cx="822795" cy="253913"/>
                </a:xfrm>
                <a:prstGeom prst="rect">
                  <a:avLst/>
                </a:prstGeom>
                <a:noFill/>
                <a:ln>
                  <a:noFill/>
                </a:ln>
              </p:spPr>
              <p:txBody>
                <a:bodyPr vert="horz" wrap="square" lIns="0" tIns="12060" rIns="0" bIns="0" anchor="t" anchorCtr="0" compatLnSpc="1">
                  <a:spAutoFit/>
                </a:bodyPr>
                <a:lstStyle/>
                <a:p>
                  <a:pPr marL="12701" marR="5084" lvl="0" indent="-12701" algn="r"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15" normalizeH="0" baseline="0" noProof="0">
                      <a:ln>
                        <a:noFill/>
                      </a:ln>
                      <a:solidFill>
                        <a:srgbClr val="FFFFFF"/>
                      </a:solidFill>
                      <a:effectLst/>
                      <a:uLnTx/>
                      <a:uFillTx/>
                      <a:ea typeface="+mn-ea"/>
                      <a:cs typeface="Verdana"/>
                    </a:rPr>
                    <a:t>E</a:t>
                  </a:r>
                  <a:r>
                    <a:rPr kumimoji="0" lang="en-US" sz="900" b="0" i="0" u="none" strike="noStrike" kern="1200" cap="none" spc="0" normalizeH="0" baseline="0" noProof="0">
                      <a:ln>
                        <a:noFill/>
                      </a:ln>
                      <a:solidFill>
                        <a:srgbClr val="FFFFFF"/>
                      </a:solidFill>
                      <a:effectLst/>
                      <a:uLnTx/>
                      <a:uFillTx/>
                      <a:ea typeface="+mn-ea"/>
                      <a:cs typeface="Verdana"/>
                    </a:rPr>
                    <a:t>n</a:t>
                  </a:r>
                  <a:r>
                    <a:rPr kumimoji="0" lang="en-US" sz="900" b="0" i="0" u="none" strike="noStrike" kern="1200" cap="none" spc="-15" normalizeH="0" baseline="0" noProof="0">
                      <a:ln>
                        <a:noFill/>
                      </a:ln>
                      <a:solidFill>
                        <a:srgbClr val="FFFFFF"/>
                      </a:solidFill>
                      <a:effectLst/>
                      <a:uLnTx/>
                      <a:uFillTx/>
                      <a:ea typeface="+mn-ea"/>
                      <a:cs typeface="Verdana"/>
                    </a:rPr>
                    <a:t>e</a:t>
                  </a:r>
                  <a:r>
                    <a:rPr kumimoji="0" lang="en-US" sz="900" b="0" i="0" u="none" strike="noStrike" kern="1200" cap="none" spc="-10" normalizeH="0" baseline="0" noProof="0">
                      <a:ln>
                        <a:noFill/>
                      </a:ln>
                      <a:solidFill>
                        <a:srgbClr val="FFFFFF"/>
                      </a:solidFill>
                      <a:effectLst/>
                      <a:uLnTx/>
                      <a:uFillTx/>
                      <a:ea typeface="+mn-ea"/>
                      <a:cs typeface="Verdana"/>
                    </a:rPr>
                    <a:t>r</a:t>
                  </a:r>
                  <a:r>
                    <a:rPr kumimoji="0" lang="en-US" sz="900" b="0" i="0" u="none" strike="noStrike" kern="1200" cap="none" spc="-5" normalizeH="0" baseline="0" noProof="0">
                      <a:ln>
                        <a:noFill/>
                      </a:ln>
                      <a:solidFill>
                        <a:srgbClr val="FFFFFF"/>
                      </a:solidFill>
                      <a:effectLst/>
                      <a:uLnTx/>
                      <a:uFillTx/>
                      <a:ea typeface="+mn-ea"/>
                      <a:cs typeface="Verdana"/>
                    </a:rPr>
                    <a:t>gy &amp;</a:t>
                  </a:r>
                  <a:r>
                    <a:rPr kumimoji="0" lang="en-US" sz="900" b="0" i="0" u="none" strike="noStrike" kern="1200" cap="none" spc="-85" normalizeH="0" baseline="0" noProof="0">
                      <a:ln>
                        <a:noFill/>
                      </a:ln>
                      <a:solidFill>
                        <a:srgbClr val="FFFFFF"/>
                      </a:solidFill>
                      <a:effectLst/>
                      <a:uLnTx/>
                      <a:uFillTx/>
                      <a:ea typeface="+mn-ea"/>
                      <a:cs typeface="Verdana"/>
                    </a:rPr>
                    <a:t> </a:t>
                  </a:r>
                  <a:r>
                    <a:rPr kumimoji="0" lang="en-US" sz="900" b="0" i="0" u="none" strike="noStrike" kern="1200" cap="none" spc="0" normalizeH="0" baseline="0" noProof="0">
                      <a:ln>
                        <a:noFill/>
                      </a:ln>
                      <a:solidFill>
                        <a:srgbClr val="FFFFFF"/>
                      </a:solidFill>
                      <a:effectLst/>
                      <a:uLnTx/>
                      <a:uFillTx/>
                      <a:ea typeface="+mn-ea"/>
                      <a:cs typeface="Verdana"/>
                    </a:rPr>
                    <a:t>Utilities</a:t>
                  </a:r>
                </a:p>
              </p:txBody>
            </p:sp>
            <p:sp>
              <p:nvSpPr>
                <p:cNvPr id="90" name="object 21">
                  <a:extLst>
                    <a:ext uri="{FF2B5EF4-FFF2-40B4-BE49-F238E27FC236}">
                      <a16:creationId xmlns:a16="http://schemas.microsoft.com/office/drawing/2014/main" id="{C57DBE80-95FD-1674-36B4-D4E41CE3D74E}"/>
                    </a:ext>
                  </a:extLst>
                </p:cNvPr>
                <p:cNvSpPr txBox="1"/>
                <p:nvPr/>
              </p:nvSpPr>
              <p:spPr>
                <a:xfrm>
                  <a:off x="5645954" y="2467791"/>
                  <a:ext cx="315577" cy="146946"/>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8%</a:t>
                  </a:r>
                  <a:endParaRPr kumimoji="0" lang="en-US" sz="900" b="0" i="0" u="none" strike="noStrike" kern="1200" cap="none" spc="0" normalizeH="0" baseline="0" noProof="0">
                    <a:ln>
                      <a:noFill/>
                    </a:ln>
                    <a:solidFill>
                      <a:srgbClr val="FFFFFF"/>
                    </a:solidFill>
                    <a:effectLst/>
                    <a:uLnTx/>
                    <a:uFillTx/>
                    <a:ea typeface="+mn-ea"/>
                    <a:cs typeface="Calibri"/>
                  </a:endParaRPr>
                </a:p>
              </p:txBody>
            </p:sp>
            <p:sp>
              <p:nvSpPr>
                <p:cNvPr id="91" name="object 42">
                  <a:extLst>
                    <a:ext uri="{FF2B5EF4-FFF2-40B4-BE49-F238E27FC236}">
                      <a16:creationId xmlns:a16="http://schemas.microsoft.com/office/drawing/2014/main" id="{29A1F057-8942-6138-077B-93545AE524F7}"/>
                    </a:ext>
                  </a:extLst>
                </p:cNvPr>
                <p:cNvSpPr txBox="1"/>
                <p:nvPr/>
              </p:nvSpPr>
              <p:spPr>
                <a:xfrm>
                  <a:off x="5837931" y="1986488"/>
                  <a:ext cx="646581" cy="132869"/>
                </a:xfrm>
                <a:prstGeom prst="rect">
                  <a:avLst/>
                </a:prstGeom>
                <a:noFill/>
                <a:ln>
                  <a:noFill/>
                </a:ln>
              </p:spPr>
              <p:txBody>
                <a:bodyPr vert="horz" wrap="square" lIns="0" tIns="12060" rIns="0" bIns="0" anchor="t" anchorCtr="0" compatLnSpc="1">
                  <a:spAutoFit/>
                </a:bodyPr>
                <a:lstStyle/>
                <a:p>
                  <a:pPr marL="12701"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US" sz="900" b="0" i="0" u="none" strike="noStrike" kern="1200" cap="none" spc="-10" normalizeH="0" baseline="0" noProof="0">
                      <a:ln>
                        <a:noFill/>
                      </a:ln>
                      <a:solidFill>
                        <a:srgbClr val="FFFFFF"/>
                      </a:solidFill>
                      <a:effectLst/>
                      <a:uLnTx/>
                      <a:uFillTx/>
                      <a:ea typeface="+mn-ea"/>
                      <a:cs typeface="Verdana"/>
                    </a:rPr>
                    <a:t>Services</a:t>
                  </a:r>
                  <a:endParaRPr kumimoji="0" lang="en-US" sz="900" b="0" i="0" u="none" strike="noStrike" kern="1200" cap="none" spc="0" normalizeH="0" baseline="0" noProof="0">
                    <a:ln>
                      <a:noFill/>
                    </a:ln>
                    <a:solidFill>
                      <a:srgbClr val="FFFFFF"/>
                    </a:solidFill>
                    <a:effectLst/>
                    <a:uLnTx/>
                    <a:uFillTx/>
                    <a:ea typeface="+mn-ea"/>
                    <a:cs typeface="Verdana"/>
                  </a:endParaRPr>
                </a:p>
              </p:txBody>
            </p:sp>
            <p:sp>
              <p:nvSpPr>
                <p:cNvPr id="92" name="object 22">
                  <a:extLst>
                    <a:ext uri="{FF2B5EF4-FFF2-40B4-BE49-F238E27FC236}">
                      <a16:creationId xmlns:a16="http://schemas.microsoft.com/office/drawing/2014/main" id="{6BDE9DE8-2432-AB31-7285-CD9079A84DA4}"/>
                    </a:ext>
                  </a:extLst>
                </p:cNvPr>
                <p:cNvSpPr txBox="1"/>
                <p:nvPr/>
              </p:nvSpPr>
              <p:spPr>
                <a:xfrm>
                  <a:off x="5968307" y="2157060"/>
                  <a:ext cx="315577" cy="293893"/>
                </a:xfrm>
                <a:prstGeom prst="rect">
                  <a:avLst/>
                </a:prstGeom>
                <a:noFill/>
                <a:ln>
                  <a:noFill/>
                </a:ln>
              </p:spPr>
              <p:txBody>
                <a:bodyPr vert="horz" wrap="square" lIns="0" tIns="12701" rIns="0" bIns="0" anchor="t" anchorCtr="0" compatLnSpc="1">
                  <a:spAutoFit/>
                </a:bodyPr>
                <a:lstStyle/>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endParaRPr kumimoji="0" lang="en-US" sz="900" b="1" i="0" u="none" strike="noStrike" kern="1200" cap="none" spc="-5" normalizeH="0" baseline="0" noProof="0">
                    <a:ln>
                      <a:noFill/>
                    </a:ln>
                    <a:solidFill>
                      <a:srgbClr val="FFFFFF"/>
                    </a:solidFill>
                    <a:effectLst/>
                    <a:uLnTx/>
                    <a:uFillTx/>
                    <a:ea typeface="+mn-ea"/>
                    <a:cs typeface="Calibri"/>
                  </a:endParaRPr>
                </a:p>
                <a:p>
                  <a:pPr marL="12701" marR="0" lvl="0" indent="0" algn="l" defTabSz="914400" rtl="0" eaLnBrk="1" fontAlgn="auto" latinLnBrk="0" hangingPunct="1">
                    <a:lnSpc>
                      <a:spcPct val="100000"/>
                    </a:lnSpc>
                    <a:spcBef>
                      <a:spcPts val="100"/>
                    </a:spcBef>
                    <a:spcAft>
                      <a:spcPts val="0"/>
                    </a:spcAft>
                    <a:buClrTx/>
                    <a:buSzTx/>
                    <a:buFontTx/>
                    <a:buNone/>
                    <a:tabLst/>
                    <a:defRPr sz="1800" b="0" i="0" u="none" strike="noStrike" kern="0" cap="none" spc="0" baseline="0">
                      <a:solidFill>
                        <a:srgbClr val="000000"/>
                      </a:solidFill>
                      <a:uFillTx/>
                    </a:defRPr>
                  </a:pPr>
                  <a:r>
                    <a:rPr kumimoji="0" lang="en-US" sz="900" b="1" i="0" u="none" strike="noStrike" kern="1200" cap="none" spc="-5" normalizeH="0" baseline="0" noProof="0">
                      <a:ln>
                        <a:noFill/>
                      </a:ln>
                      <a:solidFill>
                        <a:srgbClr val="FFFFFF"/>
                      </a:solidFill>
                      <a:effectLst/>
                      <a:uLnTx/>
                      <a:uFillTx/>
                      <a:ea typeface="+mn-ea"/>
                      <a:cs typeface="Calibri"/>
                    </a:rPr>
                    <a:t>5%</a:t>
                  </a:r>
                  <a:endParaRPr kumimoji="0" lang="en-US" sz="900" b="0" i="0" u="none" strike="noStrike" kern="1200" cap="none" spc="0" normalizeH="0" baseline="0" noProof="0">
                    <a:ln>
                      <a:noFill/>
                    </a:ln>
                    <a:solidFill>
                      <a:srgbClr val="FFFFFF"/>
                    </a:solidFill>
                    <a:effectLst/>
                    <a:uLnTx/>
                    <a:uFillTx/>
                    <a:ea typeface="+mn-ea"/>
                    <a:cs typeface="Calibri"/>
                  </a:endParaRPr>
                </a:p>
              </p:txBody>
            </p:sp>
          </p:grpSp>
          <p:sp>
            <p:nvSpPr>
              <p:cNvPr id="77" name="Rectangle 76">
                <a:extLst>
                  <a:ext uri="{FF2B5EF4-FFF2-40B4-BE49-F238E27FC236}">
                    <a16:creationId xmlns:a16="http://schemas.microsoft.com/office/drawing/2014/main" id="{CC23A854-5A92-A16C-7D34-48085C6945C2}"/>
                  </a:ext>
                </a:extLst>
              </p:cNvPr>
              <p:cNvSpPr/>
              <p:nvPr/>
            </p:nvSpPr>
            <p:spPr>
              <a:xfrm>
                <a:off x="5744949" y="3792287"/>
                <a:ext cx="1097289" cy="508831"/>
              </a:xfrm>
              <a:prstGeom prst="rect">
                <a:avLst/>
              </a:prstGeom>
              <a:noFill/>
              <a:ln>
                <a:noFill/>
                <a:prstDash val="solid"/>
              </a:ln>
            </p:spPr>
            <p:txBody>
              <a:bodyPr vert="horz" wrap="square" lIns="91440" tIns="45720" rIns="91440" bIns="45720" anchor="ctr" anchorCtr="1" compatLnSpc="1">
                <a:spAutoFit/>
              </a:bodyPr>
              <a:lstStyle/>
              <a:p>
                <a:pPr algn="ctr" defTabSz="957751" hangingPunct="0">
                  <a:lnSpc>
                    <a:spcPct val="85000"/>
                  </a:lnSpc>
                  <a:defRPr sz="1800" b="0" i="0" u="none" strike="noStrike" kern="0" cap="none" spc="0" baseline="0">
                    <a:solidFill>
                      <a:srgbClr val="000000"/>
                    </a:solidFill>
                    <a:uFillTx/>
                  </a:defRPr>
                </a:pPr>
                <a:r>
                  <a:rPr lang="en-US" sz="1100">
                    <a:solidFill>
                      <a:srgbClr val="12ABDB"/>
                    </a:solidFill>
                    <a:cs typeface="Arial" pitchFamily="34"/>
                  </a:rPr>
                  <a:t>Revenue</a:t>
                </a:r>
                <a:endParaRPr kumimoji="0" lang="en-US" sz="1100" b="0" i="0" u="none" strike="noStrike" kern="1200" cap="none" spc="0" normalizeH="0" baseline="0" noProof="0">
                  <a:ln>
                    <a:noFill/>
                  </a:ln>
                  <a:solidFill>
                    <a:srgbClr val="12ABDB"/>
                  </a:solidFill>
                  <a:effectLst/>
                  <a:uLnTx/>
                  <a:uFillTx/>
                  <a:ea typeface="+mn-ea"/>
                  <a:cs typeface="Arial" pitchFamily="34"/>
                </a:endParaRPr>
              </a:p>
              <a:p>
                <a:pPr marL="0" marR="0" lvl="0" indent="0" algn="ctr" defTabSz="957751" rtl="0" eaLnBrk="1" fontAlgn="auto" latinLnBrk="0" hangingPunct="0">
                  <a:lnSpc>
                    <a:spcPct val="85000"/>
                  </a:lnSpc>
                  <a:spcBef>
                    <a:spcPts val="0"/>
                  </a:spcBef>
                  <a:spcAft>
                    <a:spcPts val="0"/>
                  </a:spcAft>
                  <a:buClrTx/>
                  <a:buSzTx/>
                  <a:buFontTx/>
                  <a:buNone/>
                  <a:tabLst/>
                  <a:defRPr sz="1800" b="0" i="0" u="none" strike="noStrike" kern="0" cap="none" spc="0" baseline="0">
                    <a:solidFill>
                      <a:srgbClr val="000000"/>
                    </a:solidFill>
                    <a:uFillTx/>
                  </a:defRPr>
                </a:pPr>
                <a:r>
                  <a:rPr kumimoji="0" lang="en-US" sz="1100" b="1" i="0" u="none" strike="noStrike" kern="1200" cap="none" spc="0" normalizeH="0" baseline="0" noProof="0">
                    <a:ln>
                      <a:noFill/>
                    </a:ln>
                    <a:solidFill>
                      <a:srgbClr val="12ABDB"/>
                    </a:solidFill>
                    <a:effectLst/>
                    <a:uLnTx/>
                    <a:uFillTx/>
                    <a:ea typeface="+mn-ea"/>
                    <a:cs typeface="Arial" pitchFamily="34"/>
                  </a:rPr>
                  <a:t>By</a:t>
                </a:r>
              </a:p>
              <a:p>
                <a:pPr marL="0" marR="0" lvl="0" indent="0" algn="ctr" defTabSz="957751" rtl="0" eaLnBrk="1" fontAlgn="auto" latinLnBrk="0" hangingPunct="0">
                  <a:lnSpc>
                    <a:spcPct val="85000"/>
                  </a:lnSpc>
                  <a:spcBef>
                    <a:spcPts val="0"/>
                  </a:spcBef>
                  <a:spcAft>
                    <a:spcPts val="0"/>
                  </a:spcAft>
                  <a:buClrTx/>
                  <a:buSzTx/>
                  <a:buFontTx/>
                  <a:buNone/>
                  <a:tabLst/>
                  <a:defRPr sz="1800" b="0" i="0" u="none" strike="noStrike" kern="0" cap="none" spc="0" baseline="0">
                    <a:solidFill>
                      <a:srgbClr val="000000"/>
                    </a:solidFill>
                    <a:uFillTx/>
                  </a:defRPr>
                </a:pPr>
                <a:r>
                  <a:rPr kumimoji="0" lang="en-US" sz="1100" b="1" i="0" u="none" strike="noStrike" kern="1200" cap="none" spc="0" normalizeH="0" baseline="0" noProof="0">
                    <a:ln>
                      <a:noFill/>
                    </a:ln>
                    <a:solidFill>
                      <a:srgbClr val="12ABDB"/>
                    </a:solidFill>
                    <a:effectLst/>
                    <a:uLnTx/>
                    <a:uFillTx/>
                    <a:ea typeface="+mn-ea"/>
                    <a:cs typeface="Arial" pitchFamily="34"/>
                  </a:rPr>
                  <a:t>SECTOR</a:t>
                </a:r>
              </a:p>
            </p:txBody>
          </p:sp>
        </p:grpSp>
        <p:sp>
          <p:nvSpPr>
            <p:cNvPr id="75" name="Rectangle: Rounded Corners 74">
              <a:extLst>
                <a:ext uri="{FF2B5EF4-FFF2-40B4-BE49-F238E27FC236}">
                  <a16:creationId xmlns:a16="http://schemas.microsoft.com/office/drawing/2014/main" id="{DF19D91D-3A31-161D-B429-9EDE2D6D7AA1}"/>
                </a:ext>
              </a:extLst>
            </p:cNvPr>
            <p:cNvSpPr/>
            <p:nvPr/>
          </p:nvSpPr>
          <p:spPr>
            <a:xfrm>
              <a:off x="5254659" y="5537146"/>
              <a:ext cx="2520000" cy="540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mn-cs"/>
                </a:rPr>
                <a:t>Strong growth in telco &amp; broad vertical expertise</a:t>
              </a:r>
            </a:p>
          </p:txBody>
        </p:sp>
      </p:grpSp>
      <p:grpSp>
        <p:nvGrpSpPr>
          <p:cNvPr id="106" name="Group 105">
            <a:extLst>
              <a:ext uri="{FF2B5EF4-FFF2-40B4-BE49-F238E27FC236}">
                <a16:creationId xmlns:a16="http://schemas.microsoft.com/office/drawing/2014/main" id="{67FEE3C7-4897-D5A0-3EA8-D4FE57FBDB70}"/>
              </a:ext>
            </a:extLst>
          </p:cNvPr>
          <p:cNvGrpSpPr/>
          <p:nvPr/>
        </p:nvGrpSpPr>
        <p:grpSpPr>
          <a:xfrm>
            <a:off x="8466922" y="1699408"/>
            <a:ext cx="2700000" cy="4313691"/>
            <a:chOff x="8909391" y="1699408"/>
            <a:chExt cx="2700000" cy="4313691"/>
          </a:xfrm>
        </p:grpSpPr>
        <p:grpSp>
          <p:nvGrpSpPr>
            <p:cNvPr id="107" name="Group 106">
              <a:extLst>
                <a:ext uri="{FF2B5EF4-FFF2-40B4-BE49-F238E27FC236}">
                  <a16:creationId xmlns:a16="http://schemas.microsoft.com/office/drawing/2014/main" id="{19F09910-7DCD-B82B-6651-62243F62A5C8}"/>
                </a:ext>
              </a:extLst>
            </p:cNvPr>
            <p:cNvGrpSpPr/>
            <p:nvPr/>
          </p:nvGrpSpPr>
          <p:grpSpPr>
            <a:xfrm>
              <a:off x="8909391" y="1699408"/>
              <a:ext cx="2700000" cy="4313691"/>
              <a:chOff x="8829294" y="1763455"/>
              <a:chExt cx="2700000" cy="4313691"/>
            </a:xfrm>
          </p:grpSpPr>
          <p:sp>
            <p:nvSpPr>
              <p:cNvPr id="109" name="Rectangle 30">
                <a:extLst>
                  <a:ext uri="{FF2B5EF4-FFF2-40B4-BE49-F238E27FC236}">
                    <a16:creationId xmlns:a16="http://schemas.microsoft.com/office/drawing/2014/main" id="{1A8DDFA4-A97A-D761-F1B4-A46C72B0D0E2}"/>
                  </a:ext>
                </a:extLst>
              </p:cNvPr>
              <p:cNvSpPr/>
              <p:nvPr/>
            </p:nvSpPr>
            <p:spPr>
              <a:xfrm>
                <a:off x="8829294" y="1763455"/>
                <a:ext cx="2700000" cy="720000"/>
              </a:xfrm>
              <a:prstGeom prst="rect">
                <a:avLst/>
              </a:prstGeom>
              <a:noFill/>
              <a:ln>
                <a:noFill/>
                <a:prstDash val="solid"/>
              </a:ln>
            </p:spPr>
            <p:txBody>
              <a:bodyPr vert="horz" wrap="square" lIns="0" tIns="0" rIns="0" bIns="0" anchor="ctr" anchorCtr="0" compatLnSpc="1">
                <a:noAutofit/>
              </a:bodyPr>
              <a:lstStyle/>
              <a:p>
                <a:pPr marL="0" marR="0" lvl="0" indent="0" algn="ctr" defTabSz="914125" rtl="0" eaLnBrk="1" fontAlgn="auto" latinLnBrk="0" hangingPunct="0">
                  <a:spcBef>
                    <a:spcPts val="0"/>
                  </a:spcBef>
                  <a:buClrTx/>
                  <a:buSzTx/>
                  <a:buFontTx/>
                  <a:buNone/>
                  <a:tabLst/>
                  <a:defRPr sz="1800" b="0" i="0" u="none" strike="noStrike" kern="0" cap="none" spc="0" baseline="0">
                    <a:solidFill>
                      <a:srgbClr val="000000"/>
                    </a:solidFill>
                    <a:uFillTx/>
                  </a:defRPr>
                </a:pPr>
                <a:r>
                  <a:rPr kumimoji="0" lang="en-US" sz="2000" b="1" i="0" u="none" strike="noStrike" kern="0" cap="none" spc="0" normalizeH="0" baseline="0" noProof="0">
                    <a:ln>
                      <a:noFill/>
                    </a:ln>
                    <a:solidFill>
                      <a:srgbClr val="FFFFFF"/>
                    </a:solidFill>
                    <a:effectLst/>
                    <a:uLnTx/>
                    <a:uFillTx/>
                    <a:ea typeface="+mn-ea"/>
                    <a:cs typeface="Segoe UI" pitchFamily="34"/>
                  </a:rPr>
                  <a:t>Strategic Focus</a:t>
                </a:r>
              </a:p>
              <a:p>
                <a:pPr marL="0" marR="0" lvl="0" indent="0" algn="ctr" defTabSz="914125" rtl="0" eaLnBrk="1" fontAlgn="auto" latinLnBrk="0" hangingPunct="0">
                  <a:spcBef>
                    <a:spcPts val="0"/>
                  </a:spcBef>
                  <a:buClrTx/>
                  <a:buSzTx/>
                  <a:buFontTx/>
                  <a:buNone/>
                  <a:tabLst/>
                  <a:defRPr sz="1800" b="0" i="0" u="none" strike="noStrike" kern="0" cap="none" spc="0" baseline="0">
                    <a:solidFill>
                      <a:srgbClr val="000000"/>
                    </a:solidFill>
                    <a:uFillTx/>
                  </a:defRPr>
                </a:pPr>
                <a:r>
                  <a:rPr kumimoji="0" lang="en-US" sz="2000" b="1" i="0" u="none" strike="noStrike" kern="0" cap="none" spc="0" normalizeH="0" baseline="0" noProof="0">
                    <a:ln>
                      <a:noFill/>
                    </a:ln>
                    <a:solidFill>
                      <a:srgbClr val="FFFFFF"/>
                    </a:solidFill>
                    <a:effectLst/>
                    <a:uLnTx/>
                    <a:uFillTx/>
                    <a:ea typeface="+mn-ea"/>
                    <a:cs typeface="Segoe UI" pitchFamily="34"/>
                  </a:rPr>
                  <a:t>on Telco</a:t>
                </a:r>
              </a:p>
              <a:p>
                <a:pPr marL="0" marR="0" lvl="0" indent="0" algn="ctr" defTabSz="914125" rtl="0" eaLnBrk="1" fontAlgn="auto" latinLnBrk="0" hangingPunct="0">
                  <a:spcBef>
                    <a:spcPts val="0"/>
                  </a:spcBef>
                  <a:buClrTx/>
                  <a:buSzTx/>
                  <a:buFontTx/>
                  <a:buNone/>
                  <a:tabLst/>
                  <a:defRPr sz="1800" b="0" i="0" u="none" strike="noStrike" kern="0" cap="none" spc="0" baseline="0">
                    <a:solidFill>
                      <a:srgbClr val="000000"/>
                    </a:solidFill>
                    <a:uFillTx/>
                  </a:defRPr>
                </a:pPr>
                <a:r>
                  <a:rPr kumimoji="0" lang="en-US" sz="1200" b="1" i="0" u="none" strike="noStrike" kern="0" cap="none" spc="0" normalizeH="0" baseline="0" noProof="0">
                    <a:ln>
                      <a:noFill/>
                    </a:ln>
                    <a:solidFill>
                      <a:srgbClr val="FFFFFF"/>
                    </a:solidFill>
                    <a:effectLst/>
                    <a:uLnTx/>
                    <a:uFillTx/>
                    <a:ea typeface="+mn-ea"/>
                    <a:cs typeface="Segoe UI" pitchFamily="34"/>
                  </a:rPr>
                  <a:t>Robust client &amp; partner ecosystem</a:t>
                </a:r>
              </a:p>
            </p:txBody>
          </p:sp>
          <p:sp>
            <p:nvSpPr>
              <p:cNvPr id="110" name="Rectangle: Rounded Corners 109">
                <a:extLst>
                  <a:ext uri="{FF2B5EF4-FFF2-40B4-BE49-F238E27FC236}">
                    <a16:creationId xmlns:a16="http://schemas.microsoft.com/office/drawing/2014/main" id="{E1ED968D-3768-85B3-ADDF-367C5FA5876D}"/>
                  </a:ext>
                </a:extLst>
              </p:cNvPr>
              <p:cNvSpPr/>
              <p:nvPr/>
            </p:nvSpPr>
            <p:spPr>
              <a:xfrm>
                <a:off x="8919294" y="5537146"/>
                <a:ext cx="2520000" cy="54000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mn-cs"/>
                  </a:rPr>
                  <a:t>Leading telco portfolio and partner ecosystem</a:t>
                </a:r>
              </a:p>
            </p:txBody>
          </p:sp>
        </p:grpSp>
        <p:pic>
          <p:nvPicPr>
            <p:cNvPr id="108" name="Picture 107">
              <a:extLst>
                <a:ext uri="{FF2B5EF4-FFF2-40B4-BE49-F238E27FC236}">
                  <a16:creationId xmlns:a16="http://schemas.microsoft.com/office/drawing/2014/main" id="{FD17F865-3382-E7D7-DCB0-C31E8E93DAEE}"/>
                </a:ext>
              </a:extLst>
            </p:cNvPr>
            <p:cNvPicPr>
              <a:picLocks/>
            </p:cNvPicPr>
            <p:nvPr/>
          </p:nvPicPr>
          <p:blipFill>
            <a:blip r:embed="rId2"/>
            <a:stretch>
              <a:fillRect/>
            </a:stretch>
          </p:blipFill>
          <p:spPr>
            <a:xfrm>
              <a:off x="8999391" y="2686254"/>
              <a:ext cx="2520000" cy="2520000"/>
            </a:xfrm>
            <a:prstGeom prst="rect">
              <a:avLst/>
            </a:prstGeom>
          </p:spPr>
        </p:pic>
      </p:grpSp>
      <p:grpSp>
        <p:nvGrpSpPr>
          <p:cNvPr id="111" name="Group 110">
            <a:extLst>
              <a:ext uri="{FF2B5EF4-FFF2-40B4-BE49-F238E27FC236}">
                <a16:creationId xmlns:a16="http://schemas.microsoft.com/office/drawing/2014/main" id="{EF730758-F1F2-05DF-043E-BC0B2444DB61}"/>
              </a:ext>
            </a:extLst>
          </p:cNvPr>
          <p:cNvGrpSpPr/>
          <p:nvPr/>
        </p:nvGrpSpPr>
        <p:grpSpPr>
          <a:xfrm>
            <a:off x="323994" y="998677"/>
            <a:ext cx="2340013" cy="5298529"/>
            <a:chOff x="323994" y="998677"/>
            <a:chExt cx="2340013" cy="5298529"/>
          </a:xfrm>
        </p:grpSpPr>
        <p:sp>
          <p:nvSpPr>
            <p:cNvPr id="112" name="Title 2">
              <a:extLst>
                <a:ext uri="{FF2B5EF4-FFF2-40B4-BE49-F238E27FC236}">
                  <a16:creationId xmlns:a16="http://schemas.microsoft.com/office/drawing/2014/main" id="{266BB75F-3402-7EA0-2B34-258E52011D1A}"/>
                </a:ext>
              </a:extLst>
            </p:cNvPr>
            <p:cNvSpPr txBox="1">
              <a:spLocks/>
            </p:cNvSpPr>
            <p:nvPr/>
          </p:nvSpPr>
          <p:spPr>
            <a:xfrm>
              <a:off x="324807" y="998677"/>
              <a:ext cx="2338387" cy="664797"/>
            </a:xfrm>
            <a:prstGeom prst="rect">
              <a:avLst/>
            </a:prstGeom>
          </p:spPr>
          <p:txBody>
            <a:bodyPr vert="horz" lIns="0" tIns="0" rIns="0" bIns="0" rtlCol="0" anchor="b">
              <a:sp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bg1"/>
                  </a:solidFill>
                  <a:effectLst/>
                  <a:uLnTx/>
                  <a:uFillTx/>
                  <a:latin typeface="+mj-lt"/>
                  <a:ea typeface="+mj-ea"/>
                  <a:cs typeface="+mj-cs"/>
                </a:defRPr>
              </a:lvl1pPr>
            </a:lstStyle>
            <a:p>
              <a:r>
                <a:rPr lang="en-GB" sz="2400" b="1" cap="none">
                  <a:latin typeface="+mn-lt"/>
                  <a:ea typeface="+mn-ea"/>
                  <a:cs typeface="Arial"/>
                </a:rPr>
                <a:t>Telecom presence</a:t>
              </a:r>
            </a:p>
          </p:txBody>
        </p:sp>
        <p:grpSp>
          <p:nvGrpSpPr>
            <p:cNvPr id="113" name="Group 112">
              <a:extLst>
                <a:ext uri="{FF2B5EF4-FFF2-40B4-BE49-F238E27FC236}">
                  <a16:creationId xmlns:a16="http://schemas.microsoft.com/office/drawing/2014/main" id="{1352C20A-479D-99C6-F849-FBCF5FE141D3}"/>
                </a:ext>
              </a:extLst>
            </p:cNvPr>
            <p:cNvGrpSpPr/>
            <p:nvPr/>
          </p:nvGrpSpPr>
          <p:grpSpPr>
            <a:xfrm>
              <a:off x="324000" y="1968555"/>
              <a:ext cx="2340000" cy="1036109"/>
              <a:chOff x="499705" y="3623873"/>
              <a:chExt cx="2340000" cy="1036109"/>
            </a:xfrm>
          </p:grpSpPr>
          <p:sp>
            <p:nvSpPr>
              <p:cNvPr id="122" name="ZoneTexte 89">
                <a:extLst>
                  <a:ext uri="{FF2B5EF4-FFF2-40B4-BE49-F238E27FC236}">
                    <a16:creationId xmlns:a16="http://schemas.microsoft.com/office/drawing/2014/main" id="{AF549CFF-F77D-2183-5F9F-41BBBD05CAA8}"/>
                  </a:ext>
                </a:extLst>
              </p:cNvPr>
              <p:cNvSpPr txBox="1"/>
              <p:nvPr/>
            </p:nvSpPr>
            <p:spPr>
              <a:xfrm>
                <a:off x="499705" y="3623873"/>
                <a:ext cx="2340000" cy="492443"/>
              </a:xfrm>
              <a:prstGeom prst="rect">
                <a:avLst/>
              </a:prstGeom>
              <a:noFill/>
            </p:spPr>
            <p:txBody>
              <a:bodyPr wrap="square" lIns="0" tIns="0" rIns="0" bIns="0" rtlCol="0">
                <a:spAutoFit/>
              </a:bodyPr>
              <a:lstStyle>
                <a:defPPr>
                  <a:defRPr lang="fr-FR"/>
                </a:defPPr>
                <a:lvl1pPr defTabSz="456265">
                  <a:defRPr sz="4400" b="1" kern="0">
                    <a:solidFill>
                      <a:srgbClr val="365E8E"/>
                    </a:solidFill>
                    <a:cs typeface="Arial Unicode MS" pitchFamily="34" charset="-128"/>
                  </a:defRPr>
                </a:lvl1pPr>
              </a:lstStyle>
              <a:p>
                <a:pPr marL="0" marR="0" lvl="0" indent="0" algn="l" defTabSz="121839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2ABDB"/>
                    </a:solidFill>
                    <a:effectLst/>
                    <a:uLnTx/>
                    <a:uFillTx/>
                    <a:ea typeface="+mn-ea"/>
                    <a:cs typeface="Arial" panose="020B0604020202020204" pitchFamily="34" charset="0"/>
                  </a:rPr>
                  <a:t>600+</a:t>
                </a:r>
              </a:p>
            </p:txBody>
          </p:sp>
          <p:sp>
            <p:nvSpPr>
              <p:cNvPr id="123" name="ZoneTexte 16">
                <a:extLst>
                  <a:ext uri="{FF2B5EF4-FFF2-40B4-BE49-F238E27FC236}">
                    <a16:creationId xmlns:a16="http://schemas.microsoft.com/office/drawing/2014/main" id="{5B988475-6131-D4E2-E2CF-EBFFA73CE9FF}"/>
                  </a:ext>
                </a:extLst>
              </p:cNvPr>
              <p:cNvSpPr txBox="1"/>
              <p:nvPr/>
            </p:nvSpPr>
            <p:spPr>
              <a:xfrm>
                <a:off x="499705" y="4167539"/>
                <a:ext cx="2340000" cy="492443"/>
              </a:xfrm>
              <a:prstGeom prst="rect">
                <a:avLst/>
              </a:prstGeom>
              <a:noFill/>
            </p:spPr>
            <p:txBody>
              <a:bodyPr wrap="square" lIns="0" tIns="0" rIns="0" bIns="0" rtlCol="0">
                <a:spAutoFit/>
              </a:bodyPr>
              <a:lstStyle/>
              <a:p>
                <a:pPr marL="0" marR="0" lvl="0" indent="0" algn="l" defTabSz="45575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Telco Clients</a:t>
                </a:r>
                <a:b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b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worldwide</a:t>
                </a:r>
              </a:p>
            </p:txBody>
          </p:sp>
        </p:grpSp>
        <p:grpSp>
          <p:nvGrpSpPr>
            <p:cNvPr id="114" name="Group 113">
              <a:extLst>
                <a:ext uri="{FF2B5EF4-FFF2-40B4-BE49-F238E27FC236}">
                  <a16:creationId xmlns:a16="http://schemas.microsoft.com/office/drawing/2014/main" id="{E5C75096-8E0B-1606-109A-43BE68923EB0}"/>
                </a:ext>
              </a:extLst>
            </p:cNvPr>
            <p:cNvGrpSpPr/>
            <p:nvPr/>
          </p:nvGrpSpPr>
          <p:grpSpPr>
            <a:xfrm>
              <a:off x="324000" y="3614826"/>
              <a:ext cx="2340001" cy="1036109"/>
              <a:chOff x="499704" y="5322425"/>
              <a:chExt cx="2340001" cy="1036109"/>
            </a:xfrm>
          </p:grpSpPr>
          <p:sp>
            <p:nvSpPr>
              <p:cNvPr id="120" name="ZoneTexte 89">
                <a:extLst>
                  <a:ext uri="{FF2B5EF4-FFF2-40B4-BE49-F238E27FC236}">
                    <a16:creationId xmlns:a16="http://schemas.microsoft.com/office/drawing/2014/main" id="{24605359-F610-2BC0-5A4D-F88E39D1F04C}"/>
                  </a:ext>
                </a:extLst>
              </p:cNvPr>
              <p:cNvSpPr txBox="1"/>
              <p:nvPr/>
            </p:nvSpPr>
            <p:spPr>
              <a:xfrm>
                <a:off x="499704" y="5322425"/>
                <a:ext cx="2340000" cy="492443"/>
              </a:xfrm>
              <a:prstGeom prst="rect">
                <a:avLst/>
              </a:prstGeom>
              <a:noFill/>
            </p:spPr>
            <p:txBody>
              <a:bodyPr wrap="square" lIns="0" tIns="0" rIns="0" bIns="0" rtlCol="0">
                <a:spAutoFit/>
              </a:bodyPr>
              <a:lstStyle>
                <a:defPPr>
                  <a:defRPr lang="fr-FR"/>
                </a:defPPr>
                <a:lvl1pPr defTabSz="456265">
                  <a:defRPr sz="4400" b="1" kern="0">
                    <a:solidFill>
                      <a:srgbClr val="365E8E"/>
                    </a:solidFill>
                    <a:cs typeface="Arial Unicode MS" pitchFamily="34" charset="-128"/>
                  </a:defRPr>
                </a:lvl1pPr>
              </a:lstStyle>
              <a:p>
                <a:pPr marL="0" marR="0" lvl="0" indent="0" algn="l" defTabSz="121839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12ABDB"/>
                    </a:solidFill>
                    <a:effectLst/>
                    <a:uLnTx/>
                    <a:uFillTx/>
                    <a:ea typeface="+mn-ea"/>
                    <a:cs typeface="Arial" panose="020B0604020202020204" pitchFamily="34" charset="0"/>
                  </a:rPr>
                  <a:t>1,000+</a:t>
                </a:r>
              </a:p>
            </p:txBody>
          </p:sp>
          <p:sp>
            <p:nvSpPr>
              <p:cNvPr id="121" name="ZoneTexte 16">
                <a:extLst>
                  <a:ext uri="{FF2B5EF4-FFF2-40B4-BE49-F238E27FC236}">
                    <a16:creationId xmlns:a16="http://schemas.microsoft.com/office/drawing/2014/main" id="{8FA39C8E-26DE-0479-FF06-FECB26741E2D}"/>
                  </a:ext>
                </a:extLst>
              </p:cNvPr>
              <p:cNvSpPr txBox="1"/>
              <p:nvPr/>
            </p:nvSpPr>
            <p:spPr>
              <a:xfrm>
                <a:off x="499705" y="5866091"/>
                <a:ext cx="2340000" cy="492443"/>
              </a:xfrm>
              <a:prstGeom prst="rect">
                <a:avLst/>
              </a:prstGeom>
              <a:noFill/>
            </p:spPr>
            <p:txBody>
              <a:bodyPr wrap="square" lIns="0" tIns="0" rIns="0" bIns="0" rtlCol="0">
                <a:spAutoFit/>
              </a:bodyPr>
              <a:lstStyle/>
              <a:p>
                <a:pPr marL="0" marR="0" lvl="0" indent="0" algn="l" defTabSz="45575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Telco Projects delivered</a:t>
                </a:r>
                <a:b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b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in 50 countries</a:t>
                </a:r>
              </a:p>
            </p:txBody>
          </p:sp>
        </p:grpSp>
        <p:cxnSp>
          <p:nvCxnSpPr>
            <p:cNvPr id="115" name="Straight Connector 114">
              <a:extLst>
                <a:ext uri="{FF2B5EF4-FFF2-40B4-BE49-F238E27FC236}">
                  <a16:creationId xmlns:a16="http://schemas.microsoft.com/office/drawing/2014/main" id="{903DCAAC-EBFD-4348-4DF3-AEAE4257CA19}"/>
                </a:ext>
              </a:extLst>
            </p:cNvPr>
            <p:cNvCxnSpPr>
              <a:cxnSpLocks/>
            </p:cNvCxnSpPr>
            <p:nvPr/>
          </p:nvCxnSpPr>
          <p:spPr>
            <a:xfrm flipH="1">
              <a:off x="324000" y="3309745"/>
              <a:ext cx="2340000" cy="0"/>
            </a:xfrm>
            <a:prstGeom prst="line">
              <a:avLst/>
            </a:prstGeom>
            <a:ln cap="rnd">
              <a:gradFill flip="none" rotWithShape="1">
                <a:gsLst>
                  <a:gs pos="0">
                    <a:schemeClr val="accent2"/>
                  </a:gs>
                  <a:gs pos="50000">
                    <a:schemeClr val="accent2"/>
                  </a:gs>
                  <a:gs pos="100000">
                    <a:schemeClr val="accent4"/>
                  </a:gs>
                </a:gsLst>
                <a:path path="circle">
                  <a:fillToRect l="100000" t="100000"/>
                </a:path>
                <a:tileRect r="-100000" b="-100000"/>
              </a:gradFill>
              <a:prstDash val="dash"/>
              <a:round/>
            </a:ln>
          </p:spPr>
          <p:style>
            <a:lnRef idx="1">
              <a:schemeClr val="accent1"/>
            </a:lnRef>
            <a:fillRef idx="0">
              <a:schemeClr val="accent1"/>
            </a:fillRef>
            <a:effectRef idx="0">
              <a:schemeClr val="accent1"/>
            </a:effectRef>
            <a:fontRef idx="minor">
              <a:schemeClr val="tx1"/>
            </a:fontRef>
          </p:style>
        </p:cxnSp>
        <p:grpSp>
          <p:nvGrpSpPr>
            <p:cNvPr id="116" name="Group 115">
              <a:extLst>
                <a:ext uri="{FF2B5EF4-FFF2-40B4-BE49-F238E27FC236}">
                  <a16:creationId xmlns:a16="http://schemas.microsoft.com/office/drawing/2014/main" id="{38455E3D-A5C9-30B6-30AC-8E46A0170F65}"/>
                </a:ext>
              </a:extLst>
            </p:cNvPr>
            <p:cNvGrpSpPr/>
            <p:nvPr/>
          </p:nvGrpSpPr>
          <p:grpSpPr>
            <a:xfrm>
              <a:off x="323994" y="5261097"/>
              <a:ext cx="2340013" cy="1036109"/>
              <a:chOff x="499695" y="5322425"/>
              <a:chExt cx="1804275" cy="1036109"/>
            </a:xfrm>
          </p:grpSpPr>
          <p:sp>
            <p:nvSpPr>
              <p:cNvPr id="118" name="ZoneTexte 89">
                <a:extLst>
                  <a:ext uri="{FF2B5EF4-FFF2-40B4-BE49-F238E27FC236}">
                    <a16:creationId xmlns:a16="http://schemas.microsoft.com/office/drawing/2014/main" id="{427D6FDD-050C-C36E-C608-E9C8E9912336}"/>
                  </a:ext>
                </a:extLst>
              </p:cNvPr>
              <p:cNvSpPr txBox="1"/>
              <p:nvPr/>
            </p:nvSpPr>
            <p:spPr>
              <a:xfrm>
                <a:off x="499695" y="5322425"/>
                <a:ext cx="1804265" cy="492443"/>
              </a:xfrm>
              <a:prstGeom prst="rect">
                <a:avLst/>
              </a:prstGeom>
              <a:noFill/>
            </p:spPr>
            <p:txBody>
              <a:bodyPr wrap="square" lIns="0" tIns="0" rIns="0" bIns="0" rtlCol="0">
                <a:spAutoFit/>
              </a:bodyPr>
              <a:lstStyle>
                <a:defPPr>
                  <a:defRPr lang="fr-FR"/>
                </a:defPPr>
                <a:lvl1pPr defTabSz="456265">
                  <a:defRPr sz="4400" b="1" kern="0">
                    <a:solidFill>
                      <a:srgbClr val="365E8E"/>
                    </a:solidFill>
                    <a:cs typeface="Arial Unicode MS" pitchFamily="34" charset="-128"/>
                  </a:defRPr>
                </a:lvl1pPr>
              </a:lstStyle>
              <a:p>
                <a:pPr marL="0" marR="0" lvl="0" indent="0" algn="l" defTabSz="1218390" rtl="0" eaLnBrk="1" fontAlgn="auto" latinLnBrk="0" hangingPunct="1">
                  <a:lnSpc>
                    <a:spcPct val="100000"/>
                  </a:lnSpc>
                  <a:spcBef>
                    <a:spcPts val="0"/>
                  </a:spcBef>
                  <a:spcAft>
                    <a:spcPts val="0"/>
                  </a:spcAft>
                  <a:buClrTx/>
                  <a:buSzTx/>
                  <a:buFontTx/>
                  <a:buNone/>
                  <a:tabLst/>
                  <a:defRPr/>
                </a:pPr>
                <a:r>
                  <a:rPr lang="en-US" sz="3200" kern="1200">
                    <a:solidFill>
                      <a:srgbClr val="12ABDB"/>
                    </a:solidFill>
                    <a:cs typeface="Arial" panose="020B0604020202020204" pitchFamily="34" charset="0"/>
                  </a:rPr>
                  <a:t>30</a:t>
                </a:r>
                <a:r>
                  <a:rPr kumimoji="0" lang="en-US" sz="3200" b="1" i="0" u="none" strike="noStrike" kern="1200" cap="none" spc="0" normalizeH="0" baseline="0" noProof="0">
                    <a:ln>
                      <a:noFill/>
                    </a:ln>
                    <a:solidFill>
                      <a:srgbClr val="12ABDB"/>
                    </a:solidFill>
                    <a:effectLst/>
                    <a:uLnTx/>
                    <a:uFillTx/>
                    <a:ea typeface="+mn-ea"/>
                    <a:cs typeface="Arial" panose="020B0604020202020204" pitchFamily="34" charset="0"/>
                  </a:rPr>
                  <a:t>,000+</a:t>
                </a:r>
              </a:p>
            </p:txBody>
          </p:sp>
          <p:sp>
            <p:nvSpPr>
              <p:cNvPr id="119" name="ZoneTexte 16">
                <a:extLst>
                  <a:ext uri="{FF2B5EF4-FFF2-40B4-BE49-F238E27FC236}">
                    <a16:creationId xmlns:a16="http://schemas.microsoft.com/office/drawing/2014/main" id="{AB977DF3-89BF-1497-C6E7-075B3FF4746F}"/>
                  </a:ext>
                </a:extLst>
              </p:cNvPr>
              <p:cNvSpPr txBox="1"/>
              <p:nvPr/>
            </p:nvSpPr>
            <p:spPr>
              <a:xfrm>
                <a:off x="499705" y="5866091"/>
                <a:ext cx="1804265" cy="492443"/>
              </a:xfrm>
              <a:prstGeom prst="rect">
                <a:avLst/>
              </a:prstGeom>
              <a:noFill/>
            </p:spPr>
            <p:txBody>
              <a:bodyPr wrap="square" lIns="0" tIns="0" rIns="0" bIns="0" rtlCol="0">
                <a:spAutoFit/>
              </a:bodyPr>
              <a:lstStyle/>
              <a:p>
                <a:pPr marL="0" marR="0" lvl="0" indent="0" algn="l" defTabSz="455751"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Telco Experts </a:t>
                </a:r>
                <a:b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br>
                <a:r>
                  <a:rPr kumimoji="0" lang="en-US" sz="1600" b="0" i="0" u="none" strike="noStrike" kern="1200" cap="none" spc="0" normalizeH="0" baseline="0" noProof="0">
                    <a:ln>
                      <a:noFill/>
                    </a:ln>
                    <a:solidFill>
                      <a:srgbClr val="FFFFFF"/>
                    </a:solidFill>
                    <a:effectLst/>
                    <a:uLnTx/>
                    <a:uFillTx/>
                    <a:ea typeface="+mn-ea"/>
                    <a:cs typeface="Arial" panose="020B0604020202020204" pitchFamily="34" charset="0"/>
                  </a:rPr>
                  <a:t>worldwide</a:t>
                </a:r>
              </a:p>
            </p:txBody>
          </p:sp>
        </p:grpSp>
        <p:cxnSp>
          <p:nvCxnSpPr>
            <p:cNvPr id="117" name="Straight Connector 116">
              <a:extLst>
                <a:ext uri="{FF2B5EF4-FFF2-40B4-BE49-F238E27FC236}">
                  <a16:creationId xmlns:a16="http://schemas.microsoft.com/office/drawing/2014/main" id="{8561B87D-E7C5-756B-63D9-7FBCF16B6C91}"/>
                </a:ext>
              </a:extLst>
            </p:cNvPr>
            <p:cNvCxnSpPr>
              <a:cxnSpLocks/>
            </p:cNvCxnSpPr>
            <p:nvPr/>
          </p:nvCxnSpPr>
          <p:spPr>
            <a:xfrm flipH="1">
              <a:off x="324000" y="4956016"/>
              <a:ext cx="2340000" cy="0"/>
            </a:xfrm>
            <a:prstGeom prst="line">
              <a:avLst/>
            </a:prstGeom>
            <a:ln cap="rnd">
              <a:gradFill flip="none" rotWithShape="1">
                <a:gsLst>
                  <a:gs pos="0">
                    <a:schemeClr val="accent2"/>
                  </a:gs>
                  <a:gs pos="50000">
                    <a:schemeClr val="accent2"/>
                  </a:gs>
                  <a:gs pos="100000">
                    <a:schemeClr val="accent4"/>
                  </a:gs>
                </a:gsLst>
                <a:path path="circle">
                  <a:fillToRect l="100000" t="100000"/>
                </a:path>
                <a:tileRect r="-100000" b="-100000"/>
              </a:gradFill>
              <a:prstDash val="dash"/>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47663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0" tIns="0" rIns="0" bIns="0" rtlCol="0" anchor="b">
            <a:noAutofit/>
          </a:bodyPr>
          <a:lstStyle/>
          <a:p>
            <a:r>
              <a:rPr lang="en-US" sz="2700"/>
              <a:t>Capgemini is uniquely positioned to re-invent Telecom due to its E2E Capabilities and Telco Experience </a:t>
            </a:r>
            <a:endParaRPr lang="en-GB" sz="2700"/>
          </a:p>
        </p:txBody>
      </p:sp>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nvGrpSpPr>
          <p:cNvPr id="155" name="Group 154">
            <a:extLst>
              <a:ext uri="{FF2B5EF4-FFF2-40B4-BE49-F238E27FC236}">
                <a16:creationId xmlns:a16="http://schemas.microsoft.com/office/drawing/2014/main" id="{17B9488D-7154-562D-5B52-026BE0EDB2A4}"/>
              </a:ext>
            </a:extLst>
          </p:cNvPr>
          <p:cNvGrpSpPr/>
          <p:nvPr/>
        </p:nvGrpSpPr>
        <p:grpSpPr>
          <a:xfrm>
            <a:off x="184814" y="1588066"/>
            <a:ext cx="11822372" cy="4593788"/>
            <a:chOff x="243732" y="1867384"/>
            <a:chExt cx="11822372" cy="4593788"/>
          </a:xfrm>
        </p:grpSpPr>
        <p:sp>
          <p:nvSpPr>
            <p:cNvPr id="88" name="Oval 87">
              <a:extLst>
                <a:ext uri="{FF2B5EF4-FFF2-40B4-BE49-F238E27FC236}">
                  <a16:creationId xmlns:a16="http://schemas.microsoft.com/office/drawing/2014/main" id="{6BBD642B-89E6-B37A-1877-47C9AD7876A5}"/>
                </a:ext>
              </a:extLst>
            </p:cNvPr>
            <p:cNvSpPr/>
            <p:nvPr/>
          </p:nvSpPr>
          <p:spPr>
            <a:xfrm>
              <a:off x="7385538" y="3051778"/>
              <a:ext cx="1820106" cy="1820106"/>
            </a:xfrm>
            <a:prstGeom prst="ellipse">
              <a:avLst/>
            </a:prstGeom>
            <a:solidFill>
              <a:srgbClr val="00B2A2"/>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89" name="Oval 88">
              <a:extLst>
                <a:ext uri="{FF2B5EF4-FFF2-40B4-BE49-F238E27FC236}">
                  <a16:creationId xmlns:a16="http://schemas.microsoft.com/office/drawing/2014/main" id="{409AE95C-16BD-486F-E202-062E9C2A6C56}"/>
                </a:ext>
              </a:extLst>
            </p:cNvPr>
            <p:cNvSpPr/>
            <p:nvPr/>
          </p:nvSpPr>
          <p:spPr>
            <a:xfrm>
              <a:off x="5199832" y="3064161"/>
              <a:ext cx="1820106" cy="1820106"/>
            </a:xfrm>
            <a:prstGeom prst="ellipse">
              <a:avLst/>
            </a:prstGeom>
            <a:solidFill>
              <a:srgbClr val="12ABDB"/>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90" name="Oval 89">
              <a:extLst>
                <a:ext uri="{FF2B5EF4-FFF2-40B4-BE49-F238E27FC236}">
                  <a16:creationId xmlns:a16="http://schemas.microsoft.com/office/drawing/2014/main" id="{D4285BE5-EF80-38F5-D591-F985A689C4BE}"/>
                </a:ext>
              </a:extLst>
            </p:cNvPr>
            <p:cNvSpPr/>
            <p:nvPr/>
          </p:nvSpPr>
          <p:spPr>
            <a:xfrm>
              <a:off x="3001411" y="3051778"/>
              <a:ext cx="1820106" cy="1820106"/>
            </a:xfrm>
            <a:prstGeom prst="ellipse">
              <a:avLst/>
            </a:prstGeom>
            <a:solidFill>
              <a:srgbClr val="00E6E3"/>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91" name="object 18">
              <a:extLst>
                <a:ext uri="{FF2B5EF4-FFF2-40B4-BE49-F238E27FC236}">
                  <a16:creationId xmlns:a16="http://schemas.microsoft.com/office/drawing/2014/main" id="{6EF7E3F1-1520-72A9-6E1E-FEE301E8AF57}"/>
                </a:ext>
              </a:extLst>
            </p:cNvPr>
            <p:cNvSpPr txBox="1"/>
            <p:nvPr/>
          </p:nvSpPr>
          <p:spPr>
            <a:xfrm>
              <a:off x="291209" y="2279190"/>
              <a:ext cx="2403777" cy="197490"/>
            </a:xfrm>
            <a:prstGeom prst="rect">
              <a:avLst/>
            </a:prstGeom>
          </p:spPr>
          <p:txBody>
            <a:bodyPr vert="horz" wrap="square" lIns="0" tIns="12700" rIns="0" bIns="0" rtlCol="0">
              <a:spAutoFit/>
            </a:bodyPr>
            <a:lstStyle>
              <a:defPPr>
                <a:defRPr lang="en-US"/>
              </a:defPPr>
              <a:lvl1pPr marL="12700" algn="r">
                <a:lnSpc>
                  <a:spcPct val="100000"/>
                </a:lnSpc>
                <a:spcBef>
                  <a:spcPts val="100"/>
                </a:spcBef>
                <a:defRPr sz="1100">
                  <a:solidFill>
                    <a:srgbClr val="006FAC"/>
                  </a:solidFill>
                  <a:latin typeface="+mj-lt"/>
                  <a:cs typeface="Verdana"/>
                </a:defRPr>
              </a:lvl1pPr>
            </a:lstStyle>
            <a:p>
              <a:pPr defTabSz="457200">
                <a:defRPr/>
              </a:pPr>
              <a:r>
                <a:rPr lang="en-US" sz="1200">
                  <a:solidFill>
                    <a:srgbClr val="12ABDB">
                      <a:lumMod val="20000"/>
                      <a:lumOff val="80000"/>
                    </a:srgbClr>
                  </a:solidFill>
                  <a:latin typeface="+mn-lt"/>
                </a:rPr>
                <a:t>Platform Development</a:t>
              </a:r>
              <a:endParaRPr sz="1200">
                <a:solidFill>
                  <a:srgbClr val="12ABDB">
                    <a:lumMod val="20000"/>
                    <a:lumOff val="80000"/>
                  </a:srgbClr>
                </a:solidFill>
                <a:latin typeface="+mn-lt"/>
              </a:endParaRPr>
            </a:p>
          </p:txBody>
        </p:sp>
        <p:sp>
          <p:nvSpPr>
            <p:cNvPr id="92" name="object 19">
              <a:extLst>
                <a:ext uri="{FF2B5EF4-FFF2-40B4-BE49-F238E27FC236}">
                  <a16:creationId xmlns:a16="http://schemas.microsoft.com/office/drawing/2014/main" id="{51051050-1B37-69C8-90CE-38C75ABDE873}"/>
                </a:ext>
              </a:extLst>
            </p:cNvPr>
            <p:cNvSpPr txBox="1"/>
            <p:nvPr/>
          </p:nvSpPr>
          <p:spPr>
            <a:xfrm>
              <a:off x="291209" y="3112826"/>
              <a:ext cx="1762321" cy="394980"/>
            </a:xfrm>
            <a:prstGeom prst="rect">
              <a:avLst/>
            </a:prstGeom>
          </p:spPr>
          <p:txBody>
            <a:bodyPr vert="horz" wrap="square" lIns="0" tIns="12700" rIns="0" bIns="0" rtlCol="0">
              <a:spAutoFit/>
            </a:bodyPr>
            <a:lstStyle>
              <a:defPPr>
                <a:defRPr lang="en-US"/>
              </a:defPPr>
              <a:lvl1pPr marL="12700" algn="r">
                <a:lnSpc>
                  <a:spcPct val="100000"/>
                </a:lnSpc>
                <a:spcBef>
                  <a:spcPts val="100"/>
                </a:spcBef>
                <a:defRPr sz="1100">
                  <a:solidFill>
                    <a:srgbClr val="006FAC"/>
                  </a:solidFill>
                  <a:latin typeface="+mj-lt"/>
                  <a:cs typeface="Verdana"/>
                </a:defRPr>
              </a:lvl1pPr>
            </a:lstStyle>
            <a:p>
              <a:pPr defTabSz="457200">
                <a:defRPr/>
              </a:pPr>
              <a:r>
                <a:rPr lang="en-US" sz="1200">
                  <a:solidFill>
                    <a:srgbClr val="12ABDB">
                      <a:lumMod val="20000"/>
                      <a:lumOff val="80000"/>
                    </a:srgbClr>
                  </a:solidFill>
                  <a:latin typeface="+mn-lt"/>
                </a:rPr>
                <a:t>5G, Private Networks,</a:t>
              </a:r>
            </a:p>
            <a:p>
              <a:pPr defTabSz="457200">
                <a:defRPr/>
              </a:pPr>
              <a:r>
                <a:rPr lang="en-US" sz="1200">
                  <a:solidFill>
                    <a:srgbClr val="12ABDB">
                      <a:lumMod val="20000"/>
                      <a:lumOff val="80000"/>
                    </a:srgbClr>
                  </a:solidFill>
                  <a:latin typeface="+mn-lt"/>
                </a:rPr>
                <a:t>Edge and IoT</a:t>
              </a:r>
              <a:endParaRPr sz="1200">
                <a:solidFill>
                  <a:srgbClr val="12ABDB">
                    <a:lumMod val="20000"/>
                    <a:lumOff val="80000"/>
                  </a:srgbClr>
                </a:solidFill>
                <a:latin typeface="+mn-lt"/>
              </a:endParaRPr>
            </a:p>
          </p:txBody>
        </p:sp>
        <p:sp>
          <p:nvSpPr>
            <p:cNvPr id="93" name="object 20">
              <a:extLst>
                <a:ext uri="{FF2B5EF4-FFF2-40B4-BE49-F238E27FC236}">
                  <a16:creationId xmlns:a16="http://schemas.microsoft.com/office/drawing/2014/main" id="{E099933A-069D-CB68-A886-A66DD4BD6704}"/>
                </a:ext>
              </a:extLst>
            </p:cNvPr>
            <p:cNvSpPr txBox="1"/>
            <p:nvPr/>
          </p:nvSpPr>
          <p:spPr>
            <a:xfrm>
              <a:off x="291209" y="3621439"/>
              <a:ext cx="1597451" cy="382156"/>
            </a:xfrm>
            <a:prstGeom prst="rect">
              <a:avLst/>
            </a:prstGeom>
          </p:spPr>
          <p:txBody>
            <a:bodyPr vert="horz" wrap="square" lIns="0" tIns="12700" rIns="0" bIns="0" rtlCol="0">
              <a:spAutoFit/>
            </a:bodyPr>
            <a:lstStyle>
              <a:defPPr>
                <a:defRPr lang="pt-PT"/>
              </a:defPPr>
              <a:lvl1pPr marL="12700" marR="0" lvl="0" indent="0" algn="r" defTabSz="457200" fontAlgn="auto">
                <a:lnSpc>
                  <a:spcPct val="100000"/>
                </a:lnSpc>
                <a:spcBef>
                  <a:spcPts val="100"/>
                </a:spcBef>
                <a:spcAft>
                  <a:spcPts val="0"/>
                </a:spcAft>
                <a:buClrTx/>
                <a:buSzTx/>
                <a:buFontTx/>
                <a:buNone/>
                <a:tabLst/>
                <a:defRPr kumimoji="0" sz="1200" b="0" i="0" u="none" strike="noStrike" cap="none" spc="0" normalizeH="0" baseline="0">
                  <a:ln>
                    <a:noFill/>
                  </a:ln>
                  <a:solidFill>
                    <a:schemeClr val="accent2">
                      <a:lumMod val="20000"/>
                      <a:lumOff val="80000"/>
                    </a:schemeClr>
                  </a:solidFill>
                  <a:effectLst/>
                  <a:uLnTx/>
                  <a:uFillTx/>
                  <a:latin typeface="Ubuntu Light"/>
                  <a:cs typeface="Verdana"/>
                </a:defRPr>
              </a:lvl1pPr>
            </a:lstStyle>
            <a:p>
              <a:pPr marL="12700" marR="0" lvl="0" indent="0" algn="r" defTabSz="457200" eaLnBrk="1" fontAlgn="auto" latinLnBrk="0" hangingPunct="1">
                <a:lnSpc>
                  <a:spcPct val="100000"/>
                </a:lnSpc>
                <a:spcBef>
                  <a:spcPts val="100"/>
                </a:spcBef>
                <a:spcAft>
                  <a:spcPts val="0"/>
                </a:spcAft>
                <a:buClrTx/>
                <a:buSzTx/>
                <a:buFontTx/>
                <a:buNone/>
                <a:tabLst/>
                <a:defRPr/>
              </a:pPr>
              <a:r>
                <a:rPr kumimoji="0" lang="en-US" sz="1200" b="0" i="0" u="none" strike="noStrike" kern="0" cap="none" spc="0" normalizeH="0" baseline="0" noProof="0">
                  <a:ln>
                    <a:noFill/>
                  </a:ln>
                  <a:solidFill>
                    <a:srgbClr val="12ABDB">
                      <a:lumMod val="20000"/>
                      <a:lumOff val="80000"/>
                    </a:srgbClr>
                  </a:solidFill>
                  <a:effectLst/>
                  <a:uLnTx/>
                  <a:uFillTx/>
                  <a:latin typeface="+mn-lt"/>
                </a:rPr>
                <a:t>Open RAN Orchestration</a:t>
              </a:r>
              <a:endParaRPr kumimoji="0" sz="1200" b="0" i="0" u="none" strike="noStrike" kern="0" cap="none" spc="0" normalizeH="0" baseline="0" noProof="0">
                <a:ln>
                  <a:noFill/>
                </a:ln>
                <a:solidFill>
                  <a:srgbClr val="12ABDB">
                    <a:lumMod val="20000"/>
                    <a:lumOff val="80000"/>
                  </a:srgbClr>
                </a:solidFill>
                <a:effectLst/>
                <a:uLnTx/>
                <a:uFillTx/>
                <a:latin typeface="+mn-lt"/>
              </a:endParaRPr>
            </a:p>
          </p:txBody>
        </p:sp>
        <p:sp>
          <p:nvSpPr>
            <p:cNvPr id="94" name="object 21">
              <a:extLst>
                <a:ext uri="{FF2B5EF4-FFF2-40B4-BE49-F238E27FC236}">
                  <a16:creationId xmlns:a16="http://schemas.microsoft.com/office/drawing/2014/main" id="{DA1C426A-2C8F-2580-61FA-2A4ABDC5B04E}"/>
                </a:ext>
              </a:extLst>
            </p:cNvPr>
            <p:cNvSpPr txBox="1"/>
            <p:nvPr/>
          </p:nvSpPr>
          <p:spPr>
            <a:xfrm>
              <a:off x="243732" y="4094597"/>
              <a:ext cx="1597451" cy="382156"/>
            </a:xfrm>
            <a:prstGeom prst="rect">
              <a:avLst/>
            </a:prstGeom>
          </p:spPr>
          <p:txBody>
            <a:bodyPr vert="horz" wrap="square" lIns="0" tIns="12700" rIns="0" bIns="0" rtlCol="0">
              <a:spAutoFit/>
            </a:bodyPr>
            <a:lstStyle>
              <a:defPPr>
                <a:defRPr lang="pt-PT"/>
              </a:defPPr>
              <a:lvl1pPr marL="12700" marR="0" lvl="0" indent="0" algn="r" defTabSz="457200" fontAlgn="auto">
                <a:lnSpc>
                  <a:spcPct val="100000"/>
                </a:lnSpc>
                <a:spcBef>
                  <a:spcPts val="100"/>
                </a:spcBef>
                <a:spcAft>
                  <a:spcPts val="0"/>
                </a:spcAft>
                <a:buClrTx/>
                <a:buSzTx/>
                <a:buFontTx/>
                <a:buNone/>
                <a:tabLst/>
                <a:defRPr kumimoji="0" sz="1200" b="0" i="0" u="none" strike="noStrike" cap="none" spc="0" normalizeH="0" baseline="0">
                  <a:ln>
                    <a:noFill/>
                  </a:ln>
                  <a:solidFill>
                    <a:schemeClr val="accent2">
                      <a:lumMod val="20000"/>
                      <a:lumOff val="80000"/>
                    </a:schemeClr>
                  </a:solidFill>
                  <a:effectLst/>
                  <a:uLnTx/>
                  <a:uFillTx/>
                  <a:latin typeface="Ubuntu Light"/>
                  <a:cs typeface="Verdana"/>
                </a:defRPr>
              </a:lvl1pPr>
            </a:lstStyle>
            <a:p>
              <a:pPr marL="12700" marR="0" lvl="0" indent="0" algn="r" defTabSz="457200" eaLnBrk="1" fontAlgn="auto" latinLnBrk="0" hangingPunct="1">
                <a:lnSpc>
                  <a:spcPct val="100000"/>
                </a:lnSpc>
                <a:spcBef>
                  <a:spcPts val="100"/>
                </a:spcBef>
                <a:spcAft>
                  <a:spcPts val="0"/>
                </a:spcAft>
                <a:buClrTx/>
                <a:buSzTx/>
                <a:buFontTx/>
                <a:buNone/>
                <a:tabLst/>
                <a:defRPr/>
              </a:pPr>
              <a:r>
                <a:rPr kumimoji="0" lang="en-US" sz="1200" b="0" i="0" u="none" strike="noStrike" kern="0" cap="none" spc="0" normalizeH="0" baseline="0" noProof="0">
                  <a:ln>
                    <a:noFill/>
                  </a:ln>
                  <a:solidFill>
                    <a:srgbClr val="12ABDB">
                      <a:lumMod val="20000"/>
                      <a:lumOff val="80000"/>
                    </a:srgbClr>
                  </a:solidFill>
                  <a:effectLst/>
                  <a:uLnTx/>
                  <a:uFillTx/>
                  <a:latin typeface="+mn-lt"/>
                </a:rPr>
                <a:t>Product/Service  Innovation and design</a:t>
              </a:r>
            </a:p>
          </p:txBody>
        </p:sp>
        <p:sp>
          <p:nvSpPr>
            <p:cNvPr id="95" name="object 22">
              <a:extLst>
                <a:ext uri="{FF2B5EF4-FFF2-40B4-BE49-F238E27FC236}">
                  <a16:creationId xmlns:a16="http://schemas.microsoft.com/office/drawing/2014/main" id="{21A6CA0E-07D4-8843-A0A1-A208C56266D7}"/>
                </a:ext>
              </a:extLst>
            </p:cNvPr>
            <p:cNvSpPr txBox="1"/>
            <p:nvPr/>
          </p:nvSpPr>
          <p:spPr>
            <a:xfrm>
              <a:off x="3666890" y="2148543"/>
              <a:ext cx="1409634" cy="777136"/>
            </a:xfrm>
            <a:prstGeom prst="rect">
              <a:avLst/>
            </a:prstGeom>
          </p:spPr>
          <p:txBody>
            <a:bodyPr vert="horz" wrap="square" lIns="0" tIns="12700" rIns="0" bIns="0" rtlCol="0">
              <a:spAutoFit/>
            </a:bodyPr>
            <a:lstStyle>
              <a:defPPr>
                <a:defRPr lang="en-US"/>
              </a:defPPr>
              <a:lvl1pPr marL="12700" algn="ctr">
                <a:lnSpc>
                  <a:spcPct val="100000"/>
                </a:lnSpc>
                <a:spcBef>
                  <a:spcPts val="100"/>
                </a:spcBef>
                <a:defRPr sz="1000">
                  <a:solidFill>
                    <a:srgbClr val="00B2A2"/>
                  </a:solidFill>
                  <a:latin typeface="+mj-lt"/>
                  <a:cs typeface="Verdana"/>
                </a:defRPr>
              </a:lvl1pPr>
            </a:lstStyle>
            <a:p>
              <a:pPr defTabSz="457200">
                <a:defRPr/>
              </a:pPr>
              <a:r>
                <a:rPr sz="1200">
                  <a:solidFill>
                    <a:srgbClr val="12ABDB"/>
                  </a:solidFill>
                  <a:latin typeface="+mn-lt"/>
                </a:rPr>
                <a:t>5G LaaS</a:t>
              </a:r>
              <a:endParaRPr lang="en-US" sz="1200">
                <a:solidFill>
                  <a:srgbClr val="12ABDB"/>
                </a:solidFill>
                <a:latin typeface="+mn-lt"/>
              </a:endParaRPr>
            </a:p>
            <a:p>
              <a:pPr defTabSz="457200">
                <a:defRPr/>
              </a:pPr>
              <a:r>
                <a:rPr lang="en-US" sz="1200">
                  <a:solidFill>
                    <a:srgbClr val="12ABDB"/>
                  </a:solidFill>
                  <a:latin typeface="+mn-lt"/>
                </a:rPr>
                <a:t>IP and SW frameworks</a:t>
              </a:r>
            </a:p>
            <a:p>
              <a:pPr defTabSz="457200">
                <a:defRPr/>
              </a:pPr>
              <a:endParaRPr sz="1200">
                <a:solidFill>
                  <a:srgbClr val="12ABDB"/>
                </a:solidFill>
                <a:latin typeface="+mn-lt"/>
              </a:endParaRPr>
            </a:p>
          </p:txBody>
        </p:sp>
        <p:sp>
          <p:nvSpPr>
            <p:cNvPr id="96" name="object 23">
              <a:extLst>
                <a:ext uri="{FF2B5EF4-FFF2-40B4-BE49-F238E27FC236}">
                  <a16:creationId xmlns:a16="http://schemas.microsoft.com/office/drawing/2014/main" id="{7EE1FDC0-D3CD-127A-B7DA-6D74A8C2C1AF}"/>
                </a:ext>
              </a:extLst>
            </p:cNvPr>
            <p:cNvSpPr txBox="1"/>
            <p:nvPr/>
          </p:nvSpPr>
          <p:spPr>
            <a:xfrm>
              <a:off x="9633781" y="2532314"/>
              <a:ext cx="1003300" cy="197490"/>
            </a:xfrm>
            <a:prstGeom prst="rect">
              <a:avLst/>
            </a:prstGeom>
          </p:spPr>
          <p:txBody>
            <a:bodyPr vert="horz" wrap="square" lIns="0" tIns="12700" rIns="0" bIns="0" rtlCol="0">
              <a:spAutoFit/>
            </a:bodyPr>
            <a:lstStyle>
              <a:defPPr>
                <a:defRPr lang="en-US"/>
              </a:defPPr>
              <a:lvl1pPr marL="12700" algn="r">
                <a:lnSpc>
                  <a:spcPct val="100000"/>
                </a:lnSpc>
                <a:spcBef>
                  <a:spcPts val="100"/>
                </a:spcBef>
                <a:defRPr sz="1000">
                  <a:solidFill>
                    <a:srgbClr val="006FAC"/>
                  </a:solidFill>
                  <a:latin typeface="+mj-lt"/>
                  <a:cs typeface="Verdana"/>
                </a:defRPr>
              </a:lvl1pPr>
            </a:lstStyle>
            <a:p>
              <a:pPr algn="l" defTabSz="457200">
                <a:defRPr/>
              </a:pPr>
              <a:r>
                <a:rPr sz="1200">
                  <a:solidFill>
                    <a:srgbClr val="00B2A2"/>
                  </a:solidFill>
                  <a:latin typeface="+mn-lt"/>
                </a:rPr>
                <a:t>Digital </a:t>
              </a:r>
              <a:r>
                <a:rPr lang="en-US" sz="1200">
                  <a:solidFill>
                    <a:srgbClr val="00B2A2"/>
                  </a:solidFill>
                  <a:latin typeface="+mn-lt"/>
                </a:rPr>
                <a:t>t</a:t>
              </a:r>
              <a:r>
                <a:rPr sz="1200">
                  <a:solidFill>
                    <a:srgbClr val="00B2A2"/>
                  </a:solidFill>
                  <a:latin typeface="+mn-lt"/>
                </a:rPr>
                <a:t>elco</a:t>
              </a:r>
            </a:p>
          </p:txBody>
        </p:sp>
        <p:sp>
          <p:nvSpPr>
            <p:cNvPr id="97" name="object 24">
              <a:extLst>
                <a:ext uri="{FF2B5EF4-FFF2-40B4-BE49-F238E27FC236}">
                  <a16:creationId xmlns:a16="http://schemas.microsoft.com/office/drawing/2014/main" id="{9381402D-CDE9-C884-7B43-656A9A7634B4}"/>
                </a:ext>
              </a:extLst>
            </p:cNvPr>
            <p:cNvSpPr txBox="1"/>
            <p:nvPr/>
          </p:nvSpPr>
          <p:spPr>
            <a:xfrm>
              <a:off x="10207243" y="3158251"/>
              <a:ext cx="1858861" cy="197490"/>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lang="en-US" sz="1200">
                  <a:solidFill>
                    <a:srgbClr val="00B2A2"/>
                  </a:solidFill>
                  <a:latin typeface="+mn-lt"/>
                </a:rPr>
                <a:t>5G Monetization “at scale”</a:t>
              </a:r>
              <a:endParaRPr sz="1200">
                <a:solidFill>
                  <a:srgbClr val="00B2A2"/>
                </a:solidFill>
                <a:latin typeface="+mn-lt"/>
              </a:endParaRPr>
            </a:p>
          </p:txBody>
        </p:sp>
        <p:sp>
          <p:nvSpPr>
            <p:cNvPr id="98" name="object 25">
              <a:extLst>
                <a:ext uri="{FF2B5EF4-FFF2-40B4-BE49-F238E27FC236}">
                  <a16:creationId xmlns:a16="http://schemas.microsoft.com/office/drawing/2014/main" id="{DFCBF6BE-4CAF-194A-1226-919DF14478A4}"/>
                </a:ext>
              </a:extLst>
            </p:cNvPr>
            <p:cNvSpPr txBox="1"/>
            <p:nvPr/>
          </p:nvSpPr>
          <p:spPr>
            <a:xfrm>
              <a:off x="10350478" y="3520597"/>
              <a:ext cx="1550312" cy="382156"/>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lang="en-US" sz="1200">
                  <a:solidFill>
                    <a:srgbClr val="00B2A2"/>
                  </a:solidFill>
                  <a:latin typeface="+mn-lt"/>
                </a:rPr>
                <a:t>Portfolio Simplification</a:t>
              </a:r>
              <a:endParaRPr sz="1200">
                <a:solidFill>
                  <a:srgbClr val="00B2A2"/>
                </a:solidFill>
                <a:latin typeface="+mn-lt"/>
              </a:endParaRPr>
            </a:p>
          </p:txBody>
        </p:sp>
        <p:sp>
          <p:nvSpPr>
            <p:cNvPr id="99" name="object 26">
              <a:extLst>
                <a:ext uri="{FF2B5EF4-FFF2-40B4-BE49-F238E27FC236}">
                  <a16:creationId xmlns:a16="http://schemas.microsoft.com/office/drawing/2014/main" id="{E7E333A7-A86D-B1F8-5CCE-9CE45F9C62BA}"/>
                </a:ext>
              </a:extLst>
            </p:cNvPr>
            <p:cNvSpPr txBox="1"/>
            <p:nvPr/>
          </p:nvSpPr>
          <p:spPr>
            <a:xfrm>
              <a:off x="10350479" y="4080164"/>
              <a:ext cx="1583841" cy="197490"/>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lang="en-US" sz="1200">
                  <a:solidFill>
                    <a:srgbClr val="00B2A2"/>
                  </a:solidFill>
                  <a:latin typeface="+mn-lt"/>
                </a:rPr>
                <a:t>B2B Experience </a:t>
              </a:r>
              <a:endParaRPr sz="1200">
                <a:solidFill>
                  <a:srgbClr val="00B2A2"/>
                </a:solidFill>
                <a:latin typeface="+mn-lt"/>
              </a:endParaRPr>
            </a:p>
          </p:txBody>
        </p:sp>
        <p:sp>
          <p:nvSpPr>
            <p:cNvPr id="100" name="object 27">
              <a:extLst>
                <a:ext uri="{FF2B5EF4-FFF2-40B4-BE49-F238E27FC236}">
                  <a16:creationId xmlns:a16="http://schemas.microsoft.com/office/drawing/2014/main" id="{D786A48E-F7E5-856F-79BB-E1D9125EB34B}"/>
                </a:ext>
              </a:extLst>
            </p:cNvPr>
            <p:cNvSpPr txBox="1"/>
            <p:nvPr/>
          </p:nvSpPr>
          <p:spPr>
            <a:xfrm>
              <a:off x="10196436" y="4449766"/>
              <a:ext cx="1449070" cy="382156"/>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sz="1200">
                  <a:solidFill>
                    <a:srgbClr val="00B2A2"/>
                  </a:solidFill>
                  <a:latin typeface="+mn-lt"/>
                </a:rPr>
                <a:t>Customer</a:t>
              </a:r>
              <a:r>
                <a:rPr lang="en-US" sz="1200">
                  <a:solidFill>
                    <a:srgbClr val="00B2A2"/>
                  </a:solidFill>
                  <a:latin typeface="+mn-lt"/>
                </a:rPr>
                <a:t>-s</a:t>
              </a:r>
              <a:r>
                <a:rPr sz="1200">
                  <a:solidFill>
                    <a:srgbClr val="00B2A2"/>
                  </a:solidFill>
                  <a:latin typeface="+mn-lt"/>
                </a:rPr>
                <a:t>uccess</a:t>
              </a:r>
              <a:r>
                <a:rPr lang="en-US" sz="1200">
                  <a:solidFill>
                    <a:srgbClr val="00B2A2"/>
                  </a:solidFill>
                  <a:latin typeface="+mn-lt"/>
                </a:rPr>
                <a:t> management</a:t>
              </a:r>
              <a:endParaRPr sz="1200">
                <a:solidFill>
                  <a:srgbClr val="00B2A2"/>
                </a:solidFill>
                <a:latin typeface="+mn-lt"/>
              </a:endParaRPr>
            </a:p>
          </p:txBody>
        </p:sp>
        <p:sp>
          <p:nvSpPr>
            <p:cNvPr id="101" name="object 49">
              <a:extLst>
                <a:ext uri="{FF2B5EF4-FFF2-40B4-BE49-F238E27FC236}">
                  <a16:creationId xmlns:a16="http://schemas.microsoft.com/office/drawing/2014/main" id="{519718EC-0FDF-2244-B6C6-39E242071694}"/>
                </a:ext>
              </a:extLst>
            </p:cNvPr>
            <p:cNvSpPr txBox="1"/>
            <p:nvPr/>
          </p:nvSpPr>
          <p:spPr>
            <a:xfrm>
              <a:off x="9974865" y="2887605"/>
              <a:ext cx="1437640" cy="197490"/>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sz="1200">
                  <a:solidFill>
                    <a:srgbClr val="00B2A2"/>
                  </a:solidFill>
                  <a:latin typeface="+mn-lt"/>
                </a:rPr>
                <a:t>Business </a:t>
              </a:r>
              <a:r>
                <a:rPr lang="en-US" sz="1200">
                  <a:solidFill>
                    <a:srgbClr val="00B2A2"/>
                  </a:solidFill>
                  <a:latin typeface="+mn-lt"/>
                </a:rPr>
                <a:t>s</a:t>
              </a:r>
              <a:r>
                <a:rPr sz="1200">
                  <a:solidFill>
                    <a:srgbClr val="00B2A2"/>
                  </a:solidFill>
                  <a:latin typeface="+mn-lt"/>
                </a:rPr>
                <a:t>trategy</a:t>
              </a:r>
            </a:p>
          </p:txBody>
        </p:sp>
        <p:sp>
          <p:nvSpPr>
            <p:cNvPr id="102" name="object 50">
              <a:extLst>
                <a:ext uri="{FF2B5EF4-FFF2-40B4-BE49-F238E27FC236}">
                  <a16:creationId xmlns:a16="http://schemas.microsoft.com/office/drawing/2014/main" id="{A49C1B7A-895A-CC1B-0A12-2B253ECDAD56}"/>
                </a:ext>
              </a:extLst>
            </p:cNvPr>
            <p:cNvSpPr txBox="1"/>
            <p:nvPr/>
          </p:nvSpPr>
          <p:spPr>
            <a:xfrm>
              <a:off x="4567362" y="1867384"/>
              <a:ext cx="1749532" cy="394980"/>
            </a:xfrm>
            <a:prstGeom prst="rect">
              <a:avLst/>
            </a:prstGeom>
          </p:spPr>
          <p:txBody>
            <a:bodyPr vert="horz" wrap="square" lIns="0" tIns="12700" rIns="0" bIns="0" rtlCol="0">
              <a:spAutoFit/>
            </a:bodyPr>
            <a:lstStyle>
              <a:defPPr>
                <a:defRPr lang="en-US"/>
              </a:defPPr>
              <a:lvl1pPr marL="12700" algn="ctr">
                <a:lnSpc>
                  <a:spcPct val="100000"/>
                </a:lnSpc>
                <a:spcBef>
                  <a:spcPts val="100"/>
                </a:spcBef>
                <a:defRPr sz="1100">
                  <a:solidFill>
                    <a:srgbClr val="00B2A2"/>
                  </a:solidFill>
                  <a:latin typeface="+mj-lt"/>
                  <a:cs typeface="Verdana"/>
                </a:defRPr>
              </a:lvl1pPr>
            </a:lstStyle>
            <a:p>
              <a:pPr defTabSz="457200">
                <a:defRPr/>
              </a:pPr>
              <a:r>
                <a:rPr lang="en-US" sz="1200">
                  <a:solidFill>
                    <a:srgbClr val="12ABDB"/>
                  </a:solidFill>
                  <a:latin typeface="+mn-lt"/>
                </a:rPr>
                <a:t>10 priority industries</a:t>
              </a:r>
            </a:p>
            <a:p>
              <a:pPr defTabSz="457200">
                <a:defRPr/>
              </a:pPr>
              <a:r>
                <a:rPr lang="en-US" sz="1200">
                  <a:solidFill>
                    <a:srgbClr val="12ABDB"/>
                  </a:solidFill>
                  <a:latin typeface="+mn-lt"/>
                </a:rPr>
                <a:t>3 Capability Units</a:t>
              </a:r>
              <a:endParaRPr sz="1200">
                <a:solidFill>
                  <a:srgbClr val="12ABDB"/>
                </a:solidFill>
                <a:latin typeface="+mn-lt"/>
              </a:endParaRPr>
            </a:p>
          </p:txBody>
        </p:sp>
        <p:sp>
          <p:nvSpPr>
            <p:cNvPr id="103" name="object 76">
              <a:extLst>
                <a:ext uri="{FF2B5EF4-FFF2-40B4-BE49-F238E27FC236}">
                  <a16:creationId xmlns:a16="http://schemas.microsoft.com/office/drawing/2014/main" id="{01AEB0EB-1646-B262-E6E4-A748D6D9BD7F}"/>
                </a:ext>
              </a:extLst>
            </p:cNvPr>
            <p:cNvSpPr txBox="1"/>
            <p:nvPr/>
          </p:nvSpPr>
          <p:spPr>
            <a:xfrm>
              <a:off x="519068" y="4546664"/>
              <a:ext cx="1557731" cy="382156"/>
            </a:xfrm>
            <a:prstGeom prst="rect">
              <a:avLst/>
            </a:prstGeom>
          </p:spPr>
          <p:txBody>
            <a:bodyPr vert="horz" wrap="square" lIns="0" tIns="12700" rIns="0" bIns="0" rtlCol="0">
              <a:spAutoFit/>
            </a:bodyPr>
            <a:lstStyle/>
            <a:p>
              <a:pPr marL="12700" algn="r" defTabSz="457200">
                <a:spcBef>
                  <a:spcPts val="100"/>
                </a:spcBef>
                <a:defRPr/>
              </a:pPr>
              <a:r>
                <a:rPr lang="en-US" sz="1200">
                  <a:solidFill>
                    <a:srgbClr val="12ABDB">
                      <a:lumMod val="20000"/>
                      <a:lumOff val="80000"/>
                    </a:srgbClr>
                  </a:solidFill>
                  <a:cs typeface="Verdana"/>
                </a:rPr>
                <a:t>Network Engineering Operations</a:t>
              </a:r>
              <a:endParaRPr sz="1200">
                <a:solidFill>
                  <a:srgbClr val="12ABDB">
                    <a:lumMod val="20000"/>
                    <a:lumOff val="80000"/>
                  </a:srgbClr>
                </a:solidFill>
                <a:cs typeface="Verdana"/>
              </a:endParaRPr>
            </a:p>
          </p:txBody>
        </p:sp>
        <p:sp>
          <p:nvSpPr>
            <p:cNvPr id="104" name="object 77">
              <a:extLst>
                <a:ext uri="{FF2B5EF4-FFF2-40B4-BE49-F238E27FC236}">
                  <a16:creationId xmlns:a16="http://schemas.microsoft.com/office/drawing/2014/main" id="{762C2311-AFA3-B916-7D07-B207D3A0EA10}"/>
                </a:ext>
              </a:extLst>
            </p:cNvPr>
            <p:cNvSpPr txBox="1"/>
            <p:nvPr/>
          </p:nvSpPr>
          <p:spPr>
            <a:xfrm>
              <a:off x="10018446" y="4961982"/>
              <a:ext cx="1021715" cy="382156"/>
            </a:xfrm>
            <a:prstGeom prst="rect">
              <a:avLst/>
            </a:prstGeom>
          </p:spPr>
          <p:txBody>
            <a:bodyPr vert="horz" wrap="square" lIns="0" tIns="12700" rIns="0" bIns="0" rtlCol="0">
              <a:spAutoFit/>
            </a:bodyPr>
            <a:lstStyle>
              <a:defPPr>
                <a:defRPr lang="en-US"/>
              </a:defPPr>
              <a:lvl1pPr marL="12700">
                <a:lnSpc>
                  <a:spcPct val="100000"/>
                </a:lnSpc>
                <a:spcBef>
                  <a:spcPts val="100"/>
                </a:spcBef>
                <a:defRPr sz="1000">
                  <a:solidFill>
                    <a:schemeClr val="accent3"/>
                  </a:solidFill>
                  <a:latin typeface="+mj-lt"/>
                  <a:cs typeface="Verdana"/>
                </a:defRPr>
              </a:lvl1pPr>
            </a:lstStyle>
            <a:p>
              <a:pPr defTabSz="457200">
                <a:defRPr/>
              </a:pPr>
              <a:r>
                <a:rPr sz="1200">
                  <a:solidFill>
                    <a:srgbClr val="00B2A2"/>
                  </a:solidFill>
                  <a:latin typeface="+mn-lt"/>
                </a:rPr>
                <a:t>Servitization</a:t>
              </a:r>
              <a:r>
                <a:rPr lang="en-US" sz="1200">
                  <a:solidFill>
                    <a:srgbClr val="00B2A2"/>
                  </a:solidFill>
                  <a:latin typeface="+mn-lt"/>
                </a:rPr>
                <a:t> e</a:t>
              </a:r>
              <a:r>
                <a:rPr sz="1200">
                  <a:solidFill>
                    <a:srgbClr val="00B2A2"/>
                  </a:solidFill>
                  <a:latin typeface="+mn-lt"/>
                </a:rPr>
                <a:t>nablement</a:t>
              </a:r>
            </a:p>
          </p:txBody>
        </p:sp>
        <p:sp>
          <p:nvSpPr>
            <p:cNvPr id="105" name="object 89">
              <a:extLst>
                <a:ext uri="{FF2B5EF4-FFF2-40B4-BE49-F238E27FC236}">
                  <a16:creationId xmlns:a16="http://schemas.microsoft.com/office/drawing/2014/main" id="{555C815F-C1AD-E7E6-4A5B-A87A8461C42D}"/>
                </a:ext>
              </a:extLst>
            </p:cNvPr>
            <p:cNvSpPr txBox="1"/>
            <p:nvPr/>
          </p:nvSpPr>
          <p:spPr>
            <a:xfrm>
              <a:off x="7115477" y="1872797"/>
              <a:ext cx="1271776" cy="394980"/>
            </a:xfrm>
            <a:prstGeom prst="rect">
              <a:avLst/>
            </a:prstGeom>
          </p:spPr>
          <p:txBody>
            <a:bodyPr vert="horz" wrap="square" lIns="0" tIns="12700" rIns="0" bIns="0" rtlCol="0">
              <a:spAutoFit/>
            </a:bodyPr>
            <a:lstStyle>
              <a:defPPr>
                <a:defRPr lang="en-US"/>
              </a:defPPr>
              <a:lvl1pPr marL="12700" algn="ctr">
                <a:lnSpc>
                  <a:spcPct val="100000"/>
                </a:lnSpc>
                <a:spcBef>
                  <a:spcPts val="100"/>
                </a:spcBef>
                <a:defRPr sz="1000">
                  <a:solidFill>
                    <a:srgbClr val="00B2A2"/>
                  </a:solidFill>
                  <a:latin typeface="+mj-lt"/>
                  <a:cs typeface="Verdana"/>
                </a:defRPr>
              </a:lvl1pPr>
            </a:lstStyle>
            <a:p>
              <a:pPr defTabSz="457200">
                <a:defRPr/>
              </a:pPr>
              <a:r>
                <a:rPr sz="1200">
                  <a:solidFill>
                    <a:srgbClr val="12ABDB"/>
                  </a:solidFill>
                  <a:latin typeface="+mn-lt"/>
                </a:rPr>
                <a:t>9 AIE </a:t>
              </a:r>
              <a:r>
                <a:rPr lang="en-US" sz="1200">
                  <a:solidFill>
                    <a:srgbClr val="12ABDB"/>
                  </a:solidFill>
                  <a:latin typeface="+mn-lt"/>
                </a:rPr>
                <a:t>and</a:t>
              </a:r>
              <a:endParaRPr sz="1200">
                <a:solidFill>
                  <a:srgbClr val="12ABDB"/>
                </a:solidFill>
                <a:latin typeface="+mn-lt"/>
              </a:endParaRPr>
            </a:p>
            <a:p>
              <a:pPr defTabSz="457200">
                <a:defRPr/>
              </a:pPr>
              <a:r>
                <a:rPr lang="en-US" sz="1200">
                  <a:solidFill>
                    <a:srgbClr val="12ABDB"/>
                  </a:solidFill>
                  <a:latin typeface="+mn-lt"/>
                </a:rPr>
                <a:t>c</a:t>
              </a:r>
              <a:r>
                <a:rPr sz="1200">
                  <a:solidFill>
                    <a:srgbClr val="12ABDB"/>
                  </a:solidFill>
                  <a:latin typeface="+mn-lt"/>
                </a:rPr>
                <a:t>onnected </a:t>
              </a:r>
              <a:r>
                <a:rPr sz="1200" err="1">
                  <a:solidFill>
                    <a:srgbClr val="12ABDB"/>
                  </a:solidFill>
                  <a:latin typeface="+mn-lt"/>
                </a:rPr>
                <a:t>CoEs</a:t>
              </a:r>
              <a:endParaRPr sz="1200">
                <a:solidFill>
                  <a:srgbClr val="12ABDB"/>
                </a:solidFill>
                <a:latin typeface="+mn-lt"/>
              </a:endParaRPr>
            </a:p>
          </p:txBody>
        </p:sp>
        <p:sp>
          <p:nvSpPr>
            <p:cNvPr id="106" name="TextBox 105">
              <a:extLst>
                <a:ext uri="{FF2B5EF4-FFF2-40B4-BE49-F238E27FC236}">
                  <a16:creationId xmlns:a16="http://schemas.microsoft.com/office/drawing/2014/main" id="{5E341857-92C0-7A53-F8CB-0700DFCECDB1}"/>
                </a:ext>
              </a:extLst>
            </p:cNvPr>
            <p:cNvSpPr txBox="1"/>
            <p:nvPr/>
          </p:nvSpPr>
          <p:spPr>
            <a:xfrm>
              <a:off x="2970242" y="3596485"/>
              <a:ext cx="1759508" cy="584775"/>
            </a:xfrm>
            <a:prstGeom prst="rect">
              <a:avLst/>
            </a:prstGeom>
            <a:noFill/>
          </p:spPr>
          <p:txBody>
            <a:bodyPr wrap="square" rtlCol="0">
              <a:spAutoFit/>
            </a:bodyPr>
            <a:lstStyle/>
            <a:p>
              <a:pPr algn="ctr" defTabSz="457200">
                <a:defRPr/>
              </a:pPr>
              <a:r>
                <a:rPr lang="en-US" sz="1600" b="1" spc="-90">
                  <a:solidFill>
                    <a:srgbClr val="272936"/>
                  </a:solidFill>
                </a:rPr>
                <a:t>Network transformation</a:t>
              </a:r>
            </a:p>
          </p:txBody>
        </p:sp>
        <p:sp>
          <p:nvSpPr>
            <p:cNvPr id="107" name="TextBox 106">
              <a:extLst>
                <a:ext uri="{FF2B5EF4-FFF2-40B4-BE49-F238E27FC236}">
                  <a16:creationId xmlns:a16="http://schemas.microsoft.com/office/drawing/2014/main" id="{E0202184-E752-653C-A461-EDDE067A0AD5}"/>
                </a:ext>
              </a:extLst>
            </p:cNvPr>
            <p:cNvSpPr txBox="1"/>
            <p:nvPr/>
          </p:nvSpPr>
          <p:spPr>
            <a:xfrm>
              <a:off x="5254288" y="3525007"/>
              <a:ext cx="1759508" cy="830997"/>
            </a:xfrm>
            <a:prstGeom prst="rect">
              <a:avLst/>
            </a:prstGeom>
            <a:noFill/>
          </p:spPr>
          <p:txBody>
            <a:bodyPr wrap="square" rtlCol="0">
              <a:spAutoFit/>
            </a:bodyPr>
            <a:lstStyle/>
            <a:p>
              <a:pPr algn="ctr" defTabSz="457200">
                <a:defRPr/>
              </a:pPr>
              <a:r>
                <a:rPr lang="en-US" sz="1600" b="1" spc="-90">
                  <a:solidFill>
                    <a:srgbClr val="272936"/>
                  </a:solidFill>
                </a:rPr>
                <a:t>Innovation, Experience and Strategy</a:t>
              </a:r>
            </a:p>
          </p:txBody>
        </p:sp>
        <p:sp>
          <p:nvSpPr>
            <p:cNvPr id="108" name="TextBox 107">
              <a:extLst>
                <a:ext uri="{FF2B5EF4-FFF2-40B4-BE49-F238E27FC236}">
                  <a16:creationId xmlns:a16="http://schemas.microsoft.com/office/drawing/2014/main" id="{6CBB3FFC-4A9B-49DA-8CE6-8057DC81A00D}"/>
                </a:ext>
              </a:extLst>
            </p:cNvPr>
            <p:cNvSpPr txBox="1"/>
            <p:nvPr/>
          </p:nvSpPr>
          <p:spPr>
            <a:xfrm>
              <a:off x="7405891" y="3590439"/>
              <a:ext cx="1759508" cy="584775"/>
            </a:xfrm>
            <a:prstGeom prst="rect">
              <a:avLst/>
            </a:prstGeom>
            <a:noFill/>
          </p:spPr>
          <p:txBody>
            <a:bodyPr wrap="square" rtlCol="0">
              <a:spAutoFit/>
            </a:bodyPr>
            <a:lstStyle/>
            <a:p>
              <a:pPr algn="ctr" defTabSz="457200">
                <a:defRPr/>
              </a:pPr>
              <a:r>
                <a:rPr lang="en-US" sz="1600" b="1" spc="-90">
                  <a:solidFill>
                    <a:srgbClr val="272936"/>
                  </a:solidFill>
                </a:rPr>
                <a:t>Business transformation</a:t>
              </a:r>
            </a:p>
          </p:txBody>
        </p:sp>
        <p:sp>
          <p:nvSpPr>
            <p:cNvPr id="109" name="Freeform: Shape 96">
              <a:extLst>
                <a:ext uri="{FF2B5EF4-FFF2-40B4-BE49-F238E27FC236}">
                  <a16:creationId xmlns:a16="http://schemas.microsoft.com/office/drawing/2014/main" id="{87F2AD0E-F786-87CF-12DC-252289E8A39E}"/>
                </a:ext>
              </a:extLst>
            </p:cNvPr>
            <p:cNvSpPr/>
            <p:nvPr/>
          </p:nvSpPr>
          <p:spPr>
            <a:xfrm>
              <a:off x="6827379" y="3941046"/>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0" name="Freeform: Shape 95">
              <a:extLst>
                <a:ext uri="{FF2B5EF4-FFF2-40B4-BE49-F238E27FC236}">
                  <a16:creationId xmlns:a16="http://schemas.microsoft.com/office/drawing/2014/main" id="{F09E762B-7C11-EEFB-2147-4520F7045A26}"/>
                </a:ext>
              </a:extLst>
            </p:cNvPr>
            <p:cNvSpPr/>
            <p:nvPr/>
          </p:nvSpPr>
          <p:spPr>
            <a:xfrm rot="10800000">
              <a:off x="4637618" y="2481058"/>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1" name="Freeform: Shape 92">
              <a:extLst>
                <a:ext uri="{FF2B5EF4-FFF2-40B4-BE49-F238E27FC236}">
                  <a16:creationId xmlns:a16="http://schemas.microsoft.com/office/drawing/2014/main" id="{9DA5DA50-86AF-0343-8DC2-99D809337FF9}"/>
                </a:ext>
              </a:extLst>
            </p:cNvPr>
            <p:cNvSpPr/>
            <p:nvPr/>
          </p:nvSpPr>
          <p:spPr>
            <a:xfrm>
              <a:off x="2440203" y="3941045"/>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2" name="Freeform: Shape 93">
              <a:extLst>
                <a:ext uri="{FF2B5EF4-FFF2-40B4-BE49-F238E27FC236}">
                  <a16:creationId xmlns:a16="http://schemas.microsoft.com/office/drawing/2014/main" id="{4B43429D-61D4-CFF5-4F27-8889E3BC8DD2}"/>
                </a:ext>
              </a:extLst>
            </p:cNvPr>
            <p:cNvSpPr/>
            <p:nvPr/>
          </p:nvSpPr>
          <p:spPr>
            <a:xfrm rot="10800000">
              <a:off x="2441334" y="2480077"/>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3" name="Freeform: Shape 94">
              <a:extLst>
                <a:ext uri="{FF2B5EF4-FFF2-40B4-BE49-F238E27FC236}">
                  <a16:creationId xmlns:a16="http://schemas.microsoft.com/office/drawing/2014/main" id="{87514449-31AF-3D0A-879F-0CE6FF411FBA}"/>
                </a:ext>
              </a:extLst>
            </p:cNvPr>
            <p:cNvSpPr/>
            <p:nvPr/>
          </p:nvSpPr>
          <p:spPr>
            <a:xfrm>
              <a:off x="4636970" y="3941046"/>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4" name="Freeform: Shape 97">
              <a:extLst>
                <a:ext uri="{FF2B5EF4-FFF2-40B4-BE49-F238E27FC236}">
                  <a16:creationId xmlns:a16="http://schemas.microsoft.com/office/drawing/2014/main" id="{C4031888-54CA-270B-F18E-238AD3FB005C}"/>
                </a:ext>
              </a:extLst>
            </p:cNvPr>
            <p:cNvSpPr/>
            <p:nvPr/>
          </p:nvSpPr>
          <p:spPr>
            <a:xfrm rot="10800000">
              <a:off x="6827657" y="2487512"/>
              <a:ext cx="2916532" cy="1464459"/>
            </a:xfrm>
            <a:custGeom>
              <a:avLst/>
              <a:gdLst>
                <a:gd name="connsiteX0" fmla="*/ 352 w 3283044"/>
                <a:gd name="connsiteY0" fmla="*/ 0 h 1648494"/>
                <a:gd name="connsiteX1" fmla="*/ 821113 w 3283044"/>
                <a:gd name="connsiteY1" fmla="*/ 0 h 1648494"/>
                <a:gd name="connsiteX2" fmla="*/ 820761 w 3283044"/>
                <a:gd name="connsiteY2" fmla="*/ 6972 h 1648494"/>
                <a:gd name="connsiteX3" fmla="*/ 1641522 w 3283044"/>
                <a:gd name="connsiteY3" fmla="*/ 827733 h 1648494"/>
                <a:gd name="connsiteX4" fmla="*/ 2462283 w 3283044"/>
                <a:gd name="connsiteY4" fmla="*/ 6972 h 1648494"/>
                <a:gd name="connsiteX5" fmla="*/ 2461931 w 3283044"/>
                <a:gd name="connsiteY5" fmla="*/ 0 h 1648494"/>
                <a:gd name="connsiteX6" fmla="*/ 3282692 w 3283044"/>
                <a:gd name="connsiteY6" fmla="*/ 0 h 1648494"/>
                <a:gd name="connsiteX7" fmla="*/ 3283044 w 3283044"/>
                <a:gd name="connsiteY7" fmla="*/ 6972 h 1648494"/>
                <a:gd name="connsiteX8" fmla="*/ 1641522 w 3283044"/>
                <a:gd name="connsiteY8" fmla="*/ 1648494 h 1648494"/>
                <a:gd name="connsiteX9" fmla="*/ 0 w 3283044"/>
                <a:gd name="connsiteY9" fmla="*/ 6972 h 1648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83044" h="1648494">
                  <a:moveTo>
                    <a:pt x="352" y="0"/>
                  </a:moveTo>
                  <a:lnTo>
                    <a:pt x="821113" y="0"/>
                  </a:lnTo>
                  <a:lnTo>
                    <a:pt x="820761" y="6972"/>
                  </a:lnTo>
                  <a:cubicBezTo>
                    <a:pt x="820761" y="460266"/>
                    <a:pt x="1188228" y="827733"/>
                    <a:pt x="1641522" y="827733"/>
                  </a:cubicBezTo>
                  <a:cubicBezTo>
                    <a:pt x="2094816" y="827733"/>
                    <a:pt x="2462283" y="460266"/>
                    <a:pt x="2462283" y="6972"/>
                  </a:cubicBezTo>
                  <a:lnTo>
                    <a:pt x="2461931" y="0"/>
                  </a:lnTo>
                  <a:lnTo>
                    <a:pt x="3282692" y="0"/>
                  </a:lnTo>
                  <a:lnTo>
                    <a:pt x="3283044" y="6972"/>
                  </a:lnTo>
                  <a:cubicBezTo>
                    <a:pt x="3283044" y="913560"/>
                    <a:pt x="2548110" y="1648494"/>
                    <a:pt x="1641522" y="1648494"/>
                  </a:cubicBezTo>
                  <a:cubicBezTo>
                    <a:pt x="734934" y="1648494"/>
                    <a:pt x="0" y="913560"/>
                    <a:pt x="0" y="6972"/>
                  </a:cubicBezTo>
                  <a:close/>
                </a:path>
              </a:pathLst>
            </a:custGeom>
            <a:noFill/>
            <a:ln w="12700" cap="flat" cmpd="sng" algn="ctr">
              <a:noFill/>
              <a:prstDash val="solid"/>
              <a:miter lim="800000"/>
            </a:ln>
            <a:effectLst/>
          </p:spPr>
          <p:txBody>
            <a:bodyPr wrap="square" rtlCol="0" anchor="ctr">
              <a:noAutofit/>
            </a:bodyP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15" name="Oval 114">
              <a:extLst>
                <a:ext uri="{FF2B5EF4-FFF2-40B4-BE49-F238E27FC236}">
                  <a16:creationId xmlns:a16="http://schemas.microsoft.com/office/drawing/2014/main" id="{32F48F61-EA53-A713-B1F4-6F31BA1751F7}"/>
                </a:ext>
              </a:extLst>
            </p:cNvPr>
            <p:cNvSpPr/>
            <p:nvPr/>
          </p:nvSpPr>
          <p:spPr>
            <a:xfrm>
              <a:off x="3811505" y="2760819"/>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16" name="Oval 115">
              <a:extLst>
                <a:ext uri="{FF2B5EF4-FFF2-40B4-BE49-F238E27FC236}">
                  <a16:creationId xmlns:a16="http://schemas.microsoft.com/office/drawing/2014/main" id="{B184AFAF-66F7-D88E-5E81-FDB3CD4A54CC}"/>
                </a:ext>
              </a:extLst>
            </p:cNvPr>
            <p:cNvSpPr/>
            <p:nvPr/>
          </p:nvSpPr>
          <p:spPr>
            <a:xfrm>
              <a:off x="3361477" y="2866917"/>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ea typeface="+mn-ea"/>
                <a:cs typeface="+mn-cs"/>
              </a:endParaRPr>
            </a:p>
          </p:txBody>
        </p:sp>
        <p:cxnSp>
          <p:nvCxnSpPr>
            <p:cNvPr id="121" name="Straight Connector 120">
              <a:extLst>
                <a:ext uri="{FF2B5EF4-FFF2-40B4-BE49-F238E27FC236}">
                  <a16:creationId xmlns:a16="http://schemas.microsoft.com/office/drawing/2014/main" id="{6037F3E9-F926-A87F-51C6-5E7E72577A38}"/>
                </a:ext>
              </a:extLst>
            </p:cNvPr>
            <p:cNvCxnSpPr>
              <a:cxnSpLocks/>
            </p:cNvCxnSpPr>
            <p:nvPr/>
          </p:nvCxnSpPr>
          <p:spPr>
            <a:xfrm>
              <a:off x="2174055" y="4618179"/>
              <a:ext cx="813824" cy="0"/>
            </a:xfrm>
            <a:prstGeom prst="line">
              <a:avLst/>
            </a:prstGeom>
            <a:noFill/>
            <a:ln w="6350" cap="flat" cmpd="sng" algn="ctr">
              <a:solidFill>
                <a:srgbClr val="F6F6F6">
                  <a:lumMod val="90000"/>
                </a:srgbClr>
              </a:solidFill>
              <a:prstDash val="solid"/>
              <a:miter lim="800000"/>
            </a:ln>
            <a:effectLst/>
          </p:spPr>
        </p:cxnSp>
        <p:cxnSp>
          <p:nvCxnSpPr>
            <p:cNvPr id="122" name="Straight Connector 121">
              <a:extLst>
                <a:ext uri="{FF2B5EF4-FFF2-40B4-BE49-F238E27FC236}">
                  <a16:creationId xmlns:a16="http://schemas.microsoft.com/office/drawing/2014/main" id="{713F0EB7-7EF5-38C2-5075-750230673973}"/>
                </a:ext>
              </a:extLst>
            </p:cNvPr>
            <p:cNvCxnSpPr>
              <a:cxnSpLocks/>
            </p:cNvCxnSpPr>
            <p:nvPr/>
          </p:nvCxnSpPr>
          <p:spPr>
            <a:xfrm>
              <a:off x="1965128" y="4237243"/>
              <a:ext cx="813824" cy="0"/>
            </a:xfrm>
            <a:prstGeom prst="line">
              <a:avLst/>
            </a:prstGeom>
            <a:noFill/>
            <a:ln w="6350" cap="flat" cmpd="sng" algn="ctr">
              <a:solidFill>
                <a:srgbClr val="F6F6F6">
                  <a:lumMod val="90000"/>
                </a:srgbClr>
              </a:solidFill>
              <a:prstDash val="solid"/>
              <a:miter lim="800000"/>
            </a:ln>
            <a:effectLst/>
          </p:spPr>
        </p:cxnSp>
        <p:cxnSp>
          <p:nvCxnSpPr>
            <p:cNvPr id="123" name="Straight Connector 122">
              <a:extLst>
                <a:ext uri="{FF2B5EF4-FFF2-40B4-BE49-F238E27FC236}">
                  <a16:creationId xmlns:a16="http://schemas.microsoft.com/office/drawing/2014/main" id="{59A0650E-518F-7639-FA56-3FB35B7B2E0E}"/>
                </a:ext>
              </a:extLst>
            </p:cNvPr>
            <p:cNvCxnSpPr>
              <a:cxnSpLocks/>
            </p:cNvCxnSpPr>
            <p:nvPr/>
          </p:nvCxnSpPr>
          <p:spPr>
            <a:xfrm>
              <a:off x="1973648" y="3702617"/>
              <a:ext cx="813824" cy="0"/>
            </a:xfrm>
            <a:prstGeom prst="line">
              <a:avLst/>
            </a:prstGeom>
            <a:noFill/>
            <a:ln w="6350" cap="flat" cmpd="sng" algn="ctr">
              <a:solidFill>
                <a:srgbClr val="F6F6F6">
                  <a:lumMod val="90000"/>
                </a:srgbClr>
              </a:solidFill>
              <a:prstDash val="solid"/>
              <a:miter lim="800000"/>
            </a:ln>
            <a:effectLst/>
          </p:spPr>
        </p:cxnSp>
        <p:cxnSp>
          <p:nvCxnSpPr>
            <p:cNvPr id="124" name="Straight Connector 123">
              <a:extLst>
                <a:ext uri="{FF2B5EF4-FFF2-40B4-BE49-F238E27FC236}">
                  <a16:creationId xmlns:a16="http://schemas.microsoft.com/office/drawing/2014/main" id="{34178797-971D-3FC9-99C5-A1DDBDED58BD}"/>
                </a:ext>
              </a:extLst>
            </p:cNvPr>
            <p:cNvCxnSpPr>
              <a:cxnSpLocks/>
            </p:cNvCxnSpPr>
            <p:nvPr/>
          </p:nvCxnSpPr>
          <p:spPr>
            <a:xfrm>
              <a:off x="2125286" y="3277837"/>
              <a:ext cx="813824" cy="0"/>
            </a:xfrm>
            <a:prstGeom prst="line">
              <a:avLst/>
            </a:prstGeom>
            <a:noFill/>
            <a:ln w="6350" cap="flat" cmpd="sng" algn="ctr">
              <a:solidFill>
                <a:srgbClr val="F6F6F6">
                  <a:lumMod val="90000"/>
                </a:srgbClr>
              </a:solidFill>
              <a:prstDash val="solid"/>
              <a:miter lim="800000"/>
            </a:ln>
            <a:effectLst/>
          </p:spPr>
        </p:cxnSp>
        <p:cxnSp>
          <p:nvCxnSpPr>
            <p:cNvPr id="125" name="Straight Connector 124">
              <a:extLst>
                <a:ext uri="{FF2B5EF4-FFF2-40B4-BE49-F238E27FC236}">
                  <a16:creationId xmlns:a16="http://schemas.microsoft.com/office/drawing/2014/main" id="{9BFDEBED-FB6E-EDA5-D32E-B6DA4C52BBA8}"/>
                </a:ext>
              </a:extLst>
            </p:cNvPr>
            <p:cNvCxnSpPr>
              <a:cxnSpLocks/>
            </p:cNvCxnSpPr>
            <p:nvPr/>
          </p:nvCxnSpPr>
          <p:spPr>
            <a:xfrm>
              <a:off x="2547653" y="2938432"/>
              <a:ext cx="813824" cy="0"/>
            </a:xfrm>
            <a:prstGeom prst="line">
              <a:avLst/>
            </a:prstGeom>
            <a:noFill/>
            <a:ln w="6350" cap="flat" cmpd="sng" algn="ctr">
              <a:solidFill>
                <a:srgbClr val="F6F6F6">
                  <a:lumMod val="90000"/>
                </a:srgbClr>
              </a:solidFill>
              <a:prstDash val="solid"/>
              <a:miter lim="800000"/>
            </a:ln>
            <a:effectLst/>
          </p:spPr>
        </p:cxnSp>
        <p:sp>
          <p:nvSpPr>
            <p:cNvPr id="126" name="object 19">
              <a:extLst>
                <a:ext uri="{FF2B5EF4-FFF2-40B4-BE49-F238E27FC236}">
                  <a16:creationId xmlns:a16="http://schemas.microsoft.com/office/drawing/2014/main" id="{6AF34B3C-6140-D295-C1F5-50732B10A787}"/>
                </a:ext>
              </a:extLst>
            </p:cNvPr>
            <p:cNvSpPr txBox="1"/>
            <p:nvPr/>
          </p:nvSpPr>
          <p:spPr>
            <a:xfrm>
              <a:off x="357615" y="2799709"/>
              <a:ext cx="2081328" cy="197490"/>
            </a:xfrm>
            <a:prstGeom prst="rect">
              <a:avLst/>
            </a:prstGeom>
          </p:spPr>
          <p:txBody>
            <a:bodyPr vert="horz" wrap="square" lIns="0" tIns="12700" rIns="0" bIns="0" rtlCol="0">
              <a:spAutoFit/>
            </a:bodyPr>
            <a:lstStyle>
              <a:defPPr>
                <a:defRPr lang="en-US"/>
              </a:defPPr>
              <a:lvl1pPr marL="12700" algn="r">
                <a:lnSpc>
                  <a:spcPct val="100000"/>
                </a:lnSpc>
                <a:spcBef>
                  <a:spcPts val="100"/>
                </a:spcBef>
                <a:defRPr sz="1100">
                  <a:solidFill>
                    <a:srgbClr val="006FAC"/>
                  </a:solidFill>
                  <a:latin typeface="+mj-lt"/>
                  <a:cs typeface="Verdana"/>
                </a:defRPr>
              </a:lvl1pPr>
            </a:lstStyle>
            <a:p>
              <a:pPr defTabSz="457200">
                <a:defRPr/>
              </a:pPr>
              <a:r>
                <a:rPr lang="en-US" sz="1200">
                  <a:solidFill>
                    <a:srgbClr val="12ABDB">
                      <a:lumMod val="20000"/>
                      <a:lumOff val="80000"/>
                    </a:srgbClr>
                  </a:solidFill>
                  <a:latin typeface="+mn-lt"/>
                </a:rPr>
                <a:t>Network Cloudification</a:t>
              </a:r>
              <a:endParaRPr sz="1200">
                <a:solidFill>
                  <a:srgbClr val="12ABDB">
                    <a:lumMod val="20000"/>
                    <a:lumOff val="80000"/>
                  </a:srgbClr>
                </a:solidFill>
                <a:latin typeface="+mn-lt"/>
              </a:endParaRPr>
            </a:p>
          </p:txBody>
        </p:sp>
        <p:sp>
          <p:nvSpPr>
            <p:cNvPr id="127" name="Freeform: Shape 129">
              <a:extLst>
                <a:ext uri="{FF2B5EF4-FFF2-40B4-BE49-F238E27FC236}">
                  <a16:creationId xmlns:a16="http://schemas.microsoft.com/office/drawing/2014/main" id="{74C84B72-2982-0706-4729-08EABCDD588D}"/>
                </a:ext>
              </a:extLst>
            </p:cNvPr>
            <p:cNvSpPr/>
            <p:nvPr/>
          </p:nvSpPr>
          <p:spPr>
            <a:xfrm>
              <a:off x="2694985" y="2544209"/>
              <a:ext cx="1152982" cy="229833"/>
            </a:xfrm>
            <a:custGeom>
              <a:avLst/>
              <a:gdLst>
                <a:gd name="connsiteX0" fmla="*/ 0 w 1122219"/>
                <a:gd name="connsiteY0" fmla="*/ 0 h 214745"/>
                <a:gd name="connsiteX1" fmla="*/ 852055 w 1122219"/>
                <a:gd name="connsiteY1" fmla="*/ 0 h 214745"/>
                <a:gd name="connsiteX2" fmla="*/ 1122219 w 1122219"/>
                <a:gd name="connsiteY2" fmla="*/ 214745 h 214745"/>
              </a:gdLst>
              <a:ahLst/>
              <a:cxnLst>
                <a:cxn ang="0">
                  <a:pos x="connsiteX0" y="connsiteY0"/>
                </a:cxn>
                <a:cxn ang="0">
                  <a:pos x="connsiteX1" y="connsiteY1"/>
                </a:cxn>
                <a:cxn ang="0">
                  <a:pos x="connsiteX2" y="connsiteY2"/>
                </a:cxn>
              </a:cxnLst>
              <a:rect l="l" t="t" r="r" b="b"/>
              <a:pathLst>
                <a:path w="1122219" h="214745">
                  <a:moveTo>
                    <a:pt x="0" y="0"/>
                  </a:moveTo>
                  <a:lnTo>
                    <a:pt x="852055" y="0"/>
                  </a:lnTo>
                  <a:lnTo>
                    <a:pt x="1122219" y="214745"/>
                  </a:lnTo>
                </a:path>
              </a:pathLst>
            </a:custGeom>
            <a:noFill/>
            <a:ln w="6350" cap="flat" cmpd="sng" algn="ctr">
              <a:solidFill>
                <a:srgbClr val="F6F6F6">
                  <a:lumMod val="90000"/>
                </a:srgb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272936"/>
                </a:solidFill>
                <a:effectLst/>
                <a:uLnTx/>
                <a:uFillTx/>
                <a:ea typeface="+mn-ea"/>
                <a:cs typeface="+mn-cs"/>
              </a:endParaRPr>
            </a:p>
          </p:txBody>
        </p:sp>
        <p:sp>
          <p:nvSpPr>
            <p:cNvPr id="128" name="Oval 127">
              <a:extLst>
                <a:ext uri="{FF2B5EF4-FFF2-40B4-BE49-F238E27FC236}">
                  <a16:creationId xmlns:a16="http://schemas.microsoft.com/office/drawing/2014/main" id="{8033DAE8-CC8E-3D4C-3242-A0F3031BD692}"/>
                </a:ext>
              </a:extLst>
            </p:cNvPr>
            <p:cNvSpPr/>
            <p:nvPr/>
          </p:nvSpPr>
          <p:spPr>
            <a:xfrm>
              <a:off x="5422721" y="2942714"/>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0" name="Oval 129">
              <a:extLst>
                <a:ext uri="{FF2B5EF4-FFF2-40B4-BE49-F238E27FC236}">
                  <a16:creationId xmlns:a16="http://schemas.microsoft.com/office/drawing/2014/main" id="{0E5496E5-47E2-0C4A-3823-7AD3D062220D}"/>
                </a:ext>
              </a:extLst>
            </p:cNvPr>
            <p:cNvSpPr/>
            <p:nvPr/>
          </p:nvSpPr>
          <p:spPr>
            <a:xfrm>
              <a:off x="6256498" y="2783209"/>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2" name="object 50">
              <a:extLst>
                <a:ext uri="{FF2B5EF4-FFF2-40B4-BE49-F238E27FC236}">
                  <a16:creationId xmlns:a16="http://schemas.microsoft.com/office/drawing/2014/main" id="{D424DBB6-4E73-2E26-0CAF-5BEB45FF4C63}"/>
                </a:ext>
              </a:extLst>
            </p:cNvPr>
            <p:cNvSpPr txBox="1"/>
            <p:nvPr/>
          </p:nvSpPr>
          <p:spPr>
            <a:xfrm>
              <a:off x="6148763" y="1876672"/>
              <a:ext cx="1049553" cy="382156"/>
            </a:xfrm>
            <a:prstGeom prst="rect">
              <a:avLst/>
            </a:prstGeom>
          </p:spPr>
          <p:txBody>
            <a:bodyPr vert="horz" wrap="square" lIns="0" tIns="12700" rIns="0" bIns="0" rtlCol="0">
              <a:spAutoFit/>
            </a:bodyPr>
            <a:lstStyle>
              <a:defPPr>
                <a:defRPr lang="en-US"/>
              </a:defPPr>
              <a:lvl1pPr marL="12700" algn="ctr">
                <a:lnSpc>
                  <a:spcPct val="100000"/>
                </a:lnSpc>
                <a:spcBef>
                  <a:spcPts val="100"/>
                </a:spcBef>
                <a:defRPr sz="1100">
                  <a:solidFill>
                    <a:srgbClr val="00B2A2"/>
                  </a:solidFill>
                  <a:latin typeface="+mj-lt"/>
                  <a:cs typeface="Verdana"/>
                </a:defRPr>
              </a:lvl1pPr>
            </a:lstStyle>
            <a:p>
              <a:pPr defTabSz="457200">
                <a:defRPr/>
              </a:pPr>
              <a:r>
                <a:rPr lang="en-US" sz="1200">
                  <a:solidFill>
                    <a:srgbClr val="12ABDB"/>
                  </a:solidFill>
                  <a:latin typeface="+mn-lt"/>
                </a:rPr>
                <a:t>20 design studios</a:t>
              </a:r>
            </a:p>
          </p:txBody>
        </p:sp>
        <p:cxnSp>
          <p:nvCxnSpPr>
            <p:cNvPr id="140" name="Straight Connector 139">
              <a:extLst>
                <a:ext uri="{FF2B5EF4-FFF2-40B4-BE49-F238E27FC236}">
                  <a16:creationId xmlns:a16="http://schemas.microsoft.com/office/drawing/2014/main" id="{B7F54BDA-B965-4AA2-BDD1-791271E6AD3D}"/>
                </a:ext>
              </a:extLst>
            </p:cNvPr>
            <p:cNvCxnSpPr>
              <a:cxnSpLocks/>
            </p:cNvCxnSpPr>
            <p:nvPr/>
          </p:nvCxnSpPr>
          <p:spPr>
            <a:xfrm>
              <a:off x="9444792" y="3720547"/>
              <a:ext cx="813824"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141" name="Straight Connector 140">
              <a:extLst>
                <a:ext uri="{FF2B5EF4-FFF2-40B4-BE49-F238E27FC236}">
                  <a16:creationId xmlns:a16="http://schemas.microsoft.com/office/drawing/2014/main" id="{6AEC9F2F-E509-2D31-97EB-E12E4AF436D7}"/>
                </a:ext>
              </a:extLst>
            </p:cNvPr>
            <p:cNvCxnSpPr>
              <a:cxnSpLocks/>
            </p:cNvCxnSpPr>
            <p:nvPr/>
          </p:nvCxnSpPr>
          <p:spPr>
            <a:xfrm>
              <a:off x="9296676" y="3342277"/>
              <a:ext cx="813824"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142" name="Straight Connector 141">
              <a:extLst>
                <a:ext uri="{FF2B5EF4-FFF2-40B4-BE49-F238E27FC236}">
                  <a16:creationId xmlns:a16="http://schemas.microsoft.com/office/drawing/2014/main" id="{160594D7-33BA-A282-4AD2-A86441354894}"/>
                </a:ext>
              </a:extLst>
            </p:cNvPr>
            <p:cNvCxnSpPr>
              <a:cxnSpLocks/>
            </p:cNvCxnSpPr>
            <p:nvPr/>
          </p:nvCxnSpPr>
          <p:spPr>
            <a:xfrm flipV="1">
              <a:off x="9003112" y="3013064"/>
              <a:ext cx="897206"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143" name="Straight Connector 142">
              <a:extLst>
                <a:ext uri="{FF2B5EF4-FFF2-40B4-BE49-F238E27FC236}">
                  <a16:creationId xmlns:a16="http://schemas.microsoft.com/office/drawing/2014/main" id="{513F9670-6928-8ED5-9EDF-CE4767A179EA}"/>
                </a:ext>
              </a:extLst>
            </p:cNvPr>
            <p:cNvCxnSpPr>
              <a:cxnSpLocks/>
            </p:cNvCxnSpPr>
            <p:nvPr/>
          </p:nvCxnSpPr>
          <p:spPr>
            <a:xfrm>
              <a:off x="9444792" y="4165728"/>
              <a:ext cx="813824" cy="0"/>
            </a:xfrm>
            <a:prstGeom prst="line">
              <a:avLst/>
            </a:prstGeom>
            <a:noFill/>
            <a:ln w="6350" cap="flat" cmpd="sng" algn="ctr">
              <a:solidFill>
                <a:sysClr val="windowText" lastClr="000000">
                  <a:lumMod val="50000"/>
                  <a:lumOff val="50000"/>
                </a:sysClr>
              </a:solidFill>
              <a:prstDash val="solid"/>
              <a:miter lim="800000"/>
            </a:ln>
            <a:effectLst/>
          </p:spPr>
        </p:cxnSp>
        <p:cxnSp>
          <p:nvCxnSpPr>
            <p:cNvPr id="144" name="Straight Connector 143">
              <a:extLst>
                <a:ext uri="{FF2B5EF4-FFF2-40B4-BE49-F238E27FC236}">
                  <a16:creationId xmlns:a16="http://schemas.microsoft.com/office/drawing/2014/main" id="{95E283B3-EB9A-F267-F211-27FE34FB9896}"/>
                </a:ext>
              </a:extLst>
            </p:cNvPr>
            <p:cNvCxnSpPr>
              <a:cxnSpLocks/>
              <a:stCxn id="138" idx="6"/>
            </p:cNvCxnSpPr>
            <p:nvPr/>
          </p:nvCxnSpPr>
          <p:spPr>
            <a:xfrm>
              <a:off x="9239892" y="4578636"/>
              <a:ext cx="870608" cy="0"/>
            </a:xfrm>
            <a:prstGeom prst="line">
              <a:avLst/>
            </a:prstGeom>
            <a:noFill/>
            <a:ln w="6350" cap="flat" cmpd="sng" algn="ctr">
              <a:solidFill>
                <a:sysClr val="windowText" lastClr="000000">
                  <a:lumMod val="50000"/>
                  <a:lumOff val="50000"/>
                </a:sysClr>
              </a:solidFill>
              <a:prstDash val="solid"/>
              <a:miter lim="800000"/>
            </a:ln>
            <a:effectLst/>
          </p:spPr>
        </p:cxnSp>
        <p:sp>
          <p:nvSpPr>
            <p:cNvPr id="145" name="Freeform: Shape 153">
              <a:extLst>
                <a:ext uri="{FF2B5EF4-FFF2-40B4-BE49-F238E27FC236}">
                  <a16:creationId xmlns:a16="http://schemas.microsoft.com/office/drawing/2014/main" id="{2CC5F7AC-6F32-6EE5-C2DB-CDAF5FAF9536}"/>
                </a:ext>
              </a:extLst>
            </p:cNvPr>
            <p:cNvSpPr/>
            <p:nvPr/>
          </p:nvSpPr>
          <p:spPr>
            <a:xfrm>
              <a:off x="8569170" y="2635953"/>
              <a:ext cx="983672" cy="173182"/>
            </a:xfrm>
            <a:custGeom>
              <a:avLst/>
              <a:gdLst>
                <a:gd name="connsiteX0" fmla="*/ 983672 w 983672"/>
                <a:gd name="connsiteY0" fmla="*/ 0 h 173182"/>
                <a:gd name="connsiteX1" fmla="*/ 180109 w 983672"/>
                <a:gd name="connsiteY1" fmla="*/ 0 h 173182"/>
                <a:gd name="connsiteX2" fmla="*/ 0 w 983672"/>
                <a:gd name="connsiteY2" fmla="*/ 173182 h 173182"/>
              </a:gdLst>
              <a:ahLst/>
              <a:cxnLst>
                <a:cxn ang="0">
                  <a:pos x="connsiteX0" y="connsiteY0"/>
                </a:cxn>
                <a:cxn ang="0">
                  <a:pos x="connsiteX1" y="connsiteY1"/>
                </a:cxn>
                <a:cxn ang="0">
                  <a:pos x="connsiteX2" y="connsiteY2"/>
                </a:cxn>
              </a:cxnLst>
              <a:rect l="l" t="t" r="r" b="b"/>
              <a:pathLst>
                <a:path w="983672" h="173182">
                  <a:moveTo>
                    <a:pt x="983672" y="0"/>
                  </a:moveTo>
                  <a:lnTo>
                    <a:pt x="180109" y="0"/>
                  </a:lnTo>
                  <a:lnTo>
                    <a:pt x="0" y="173182"/>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46" name="Freeform: Shape 154">
              <a:extLst>
                <a:ext uri="{FF2B5EF4-FFF2-40B4-BE49-F238E27FC236}">
                  <a16:creationId xmlns:a16="http://schemas.microsoft.com/office/drawing/2014/main" id="{124F5835-6D1C-1044-2354-C1D488B85B1A}"/>
                </a:ext>
              </a:extLst>
            </p:cNvPr>
            <p:cNvSpPr/>
            <p:nvPr/>
          </p:nvSpPr>
          <p:spPr>
            <a:xfrm flipV="1">
              <a:off x="8916646" y="4924366"/>
              <a:ext cx="983672" cy="173182"/>
            </a:xfrm>
            <a:custGeom>
              <a:avLst/>
              <a:gdLst>
                <a:gd name="connsiteX0" fmla="*/ 983672 w 983672"/>
                <a:gd name="connsiteY0" fmla="*/ 0 h 173182"/>
                <a:gd name="connsiteX1" fmla="*/ 180109 w 983672"/>
                <a:gd name="connsiteY1" fmla="*/ 0 h 173182"/>
                <a:gd name="connsiteX2" fmla="*/ 0 w 983672"/>
                <a:gd name="connsiteY2" fmla="*/ 173182 h 173182"/>
              </a:gdLst>
              <a:ahLst/>
              <a:cxnLst>
                <a:cxn ang="0">
                  <a:pos x="connsiteX0" y="connsiteY0"/>
                </a:cxn>
                <a:cxn ang="0">
                  <a:pos x="connsiteX1" y="connsiteY1"/>
                </a:cxn>
                <a:cxn ang="0">
                  <a:pos x="connsiteX2" y="connsiteY2"/>
                </a:cxn>
              </a:cxnLst>
              <a:rect l="l" t="t" r="r" b="b"/>
              <a:pathLst>
                <a:path w="983672" h="173182">
                  <a:moveTo>
                    <a:pt x="983672" y="0"/>
                  </a:moveTo>
                  <a:lnTo>
                    <a:pt x="180109" y="0"/>
                  </a:lnTo>
                  <a:lnTo>
                    <a:pt x="0" y="173182"/>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47" name="Freeform: Shape 155">
              <a:extLst>
                <a:ext uri="{FF2B5EF4-FFF2-40B4-BE49-F238E27FC236}">
                  <a16:creationId xmlns:a16="http://schemas.microsoft.com/office/drawing/2014/main" id="{A9B68C1D-C929-59F6-C99A-34AA3E539C3D}"/>
                </a:ext>
              </a:extLst>
            </p:cNvPr>
            <p:cNvSpPr/>
            <p:nvPr/>
          </p:nvSpPr>
          <p:spPr>
            <a:xfrm>
              <a:off x="6726382" y="2278289"/>
              <a:ext cx="748145" cy="665018"/>
            </a:xfrm>
            <a:custGeom>
              <a:avLst/>
              <a:gdLst>
                <a:gd name="connsiteX0" fmla="*/ 0 w 748145"/>
                <a:gd name="connsiteY0" fmla="*/ 665018 h 665018"/>
                <a:gd name="connsiteX1" fmla="*/ 0 w 748145"/>
                <a:gd name="connsiteY1" fmla="*/ 214745 h 665018"/>
                <a:gd name="connsiteX2" fmla="*/ 748145 w 748145"/>
                <a:gd name="connsiteY2" fmla="*/ 0 h 665018"/>
              </a:gdLst>
              <a:ahLst/>
              <a:cxnLst>
                <a:cxn ang="0">
                  <a:pos x="connsiteX0" y="connsiteY0"/>
                </a:cxn>
                <a:cxn ang="0">
                  <a:pos x="connsiteX1" y="connsiteY1"/>
                </a:cxn>
                <a:cxn ang="0">
                  <a:pos x="connsiteX2" y="connsiteY2"/>
                </a:cxn>
              </a:cxnLst>
              <a:rect l="l" t="t" r="r" b="b"/>
              <a:pathLst>
                <a:path w="748145" h="665018">
                  <a:moveTo>
                    <a:pt x="0" y="665018"/>
                  </a:moveTo>
                  <a:lnTo>
                    <a:pt x="0" y="214745"/>
                  </a:lnTo>
                  <a:lnTo>
                    <a:pt x="748145" y="0"/>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48" name="Freeform: Shape 156">
              <a:extLst>
                <a:ext uri="{FF2B5EF4-FFF2-40B4-BE49-F238E27FC236}">
                  <a16:creationId xmlns:a16="http://schemas.microsoft.com/office/drawing/2014/main" id="{FA4A5BB9-88C4-5B97-E1C6-14B77D56FB20}"/>
                </a:ext>
              </a:extLst>
            </p:cNvPr>
            <p:cNvSpPr/>
            <p:nvPr/>
          </p:nvSpPr>
          <p:spPr>
            <a:xfrm flipH="1">
              <a:off x="4718702" y="2273843"/>
              <a:ext cx="748145" cy="665018"/>
            </a:xfrm>
            <a:custGeom>
              <a:avLst/>
              <a:gdLst>
                <a:gd name="connsiteX0" fmla="*/ 0 w 748145"/>
                <a:gd name="connsiteY0" fmla="*/ 665018 h 665018"/>
                <a:gd name="connsiteX1" fmla="*/ 0 w 748145"/>
                <a:gd name="connsiteY1" fmla="*/ 214745 h 665018"/>
                <a:gd name="connsiteX2" fmla="*/ 748145 w 748145"/>
                <a:gd name="connsiteY2" fmla="*/ 0 h 665018"/>
              </a:gdLst>
              <a:ahLst/>
              <a:cxnLst>
                <a:cxn ang="0">
                  <a:pos x="connsiteX0" y="connsiteY0"/>
                </a:cxn>
                <a:cxn ang="0">
                  <a:pos x="connsiteX1" y="connsiteY1"/>
                </a:cxn>
                <a:cxn ang="0">
                  <a:pos x="connsiteX2" y="connsiteY2"/>
                </a:cxn>
              </a:cxnLst>
              <a:rect l="l" t="t" r="r" b="b"/>
              <a:pathLst>
                <a:path w="748145" h="665018">
                  <a:moveTo>
                    <a:pt x="0" y="665018"/>
                  </a:moveTo>
                  <a:lnTo>
                    <a:pt x="0" y="214745"/>
                  </a:lnTo>
                  <a:lnTo>
                    <a:pt x="748145" y="0"/>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49" name="Freeform: Shape 157">
              <a:extLst>
                <a:ext uri="{FF2B5EF4-FFF2-40B4-BE49-F238E27FC236}">
                  <a16:creationId xmlns:a16="http://schemas.microsoft.com/office/drawing/2014/main" id="{B21CE47E-7793-F238-4392-C2B4AEE049EF}"/>
                </a:ext>
              </a:extLst>
            </p:cNvPr>
            <p:cNvSpPr/>
            <p:nvPr/>
          </p:nvSpPr>
          <p:spPr>
            <a:xfrm>
              <a:off x="5680364" y="2279674"/>
              <a:ext cx="228600" cy="484909"/>
            </a:xfrm>
            <a:custGeom>
              <a:avLst/>
              <a:gdLst>
                <a:gd name="connsiteX0" fmla="*/ 228600 w 228600"/>
                <a:gd name="connsiteY0" fmla="*/ 484909 h 484909"/>
                <a:gd name="connsiteX1" fmla="*/ 228600 w 228600"/>
                <a:gd name="connsiteY1" fmla="*/ 110837 h 484909"/>
                <a:gd name="connsiteX2" fmla="*/ 0 w 228600"/>
                <a:gd name="connsiteY2" fmla="*/ 0 h 484909"/>
              </a:gdLst>
              <a:ahLst/>
              <a:cxnLst>
                <a:cxn ang="0">
                  <a:pos x="connsiteX0" y="connsiteY0"/>
                </a:cxn>
                <a:cxn ang="0">
                  <a:pos x="connsiteX1" y="connsiteY1"/>
                </a:cxn>
                <a:cxn ang="0">
                  <a:pos x="connsiteX2" y="connsiteY2"/>
                </a:cxn>
              </a:cxnLst>
              <a:rect l="l" t="t" r="r" b="b"/>
              <a:pathLst>
                <a:path w="228600" h="484909">
                  <a:moveTo>
                    <a:pt x="228600" y="484909"/>
                  </a:moveTo>
                  <a:lnTo>
                    <a:pt x="228600" y="110837"/>
                  </a:lnTo>
                  <a:lnTo>
                    <a:pt x="0" y="0"/>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sp>
          <p:nvSpPr>
            <p:cNvPr id="150" name="Freeform: Shape 158">
              <a:extLst>
                <a:ext uri="{FF2B5EF4-FFF2-40B4-BE49-F238E27FC236}">
                  <a16:creationId xmlns:a16="http://schemas.microsoft.com/office/drawing/2014/main" id="{365C7F13-C459-C45A-984B-78C9342A6A90}"/>
                </a:ext>
              </a:extLst>
            </p:cNvPr>
            <p:cNvSpPr/>
            <p:nvPr/>
          </p:nvSpPr>
          <p:spPr>
            <a:xfrm flipH="1">
              <a:off x="6324750" y="2286544"/>
              <a:ext cx="228600" cy="484909"/>
            </a:xfrm>
            <a:custGeom>
              <a:avLst/>
              <a:gdLst>
                <a:gd name="connsiteX0" fmla="*/ 228600 w 228600"/>
                <a:gd name="connsiteY0" fmla="*/ 484909 h 484909"/>
                <a:gd name="connsiteX1" fmla="*/ 228600 w 228600"/>
                <a:gd name="connsiteY1" fmla="*/ 110837 h 484909"/>
                <a:gd name="connsiteX2" fmla="*/ 0 w 228600"/>
                <a:gd name="connsiteY2" fmla="*/ 0 h 484909"/>
              </a:gdLst>
              <a:ahLst/>
              <a:cxnLst>
                <a:cxn ang="0">
                  <a:pos x="connsiteX0" y="connsiteY0"/>
                </a:cxn>
                <a:cxn ang="0">
                  <a:pos x="connsiteX1" y="connsiteY1"/>
                </a:cxn>
                <a:cxn ang="0">
                  <a:pos x="connsiteX2" y="connsiteY2"/>
                </a:cxn>
              </a:cxnLst>
              <a:rect l="l" t="t" r="r" b="b"/>
              <a:pathLst>
                <a:path w="228600" h="484909">
                  <a:moveTo>
                    <a:pt x="228600" y="484909"/>
                  </a:moveTo>
                  <a:lnTo>
                    <a:pt x="228600" y="110837"/>
                  </a:lnTo>
                  <a:lnTo>
                    <a:pt x="0" y="0"/>
                  </a:lnTo>
                </a:path>
              </a:pathLst>
            </a:custGeom>
            <a:noFill/>
            <a:ln w="6350" cap="flat" cmpd="sng" algn="ctr">
              <a:solidFill>
                <a:sysClr val="windowText" lastClr="000000">
                  <a:lumMod val="50000"/>
                  <a:lumOff val="50000"/>
                </a:sysClr>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272936"/>
                </a:solidFill>
                <a:effectLst/>
                <a:uLnTx/>
                <a:uFillTx/>
                <a:ea typeface="+mn-ea"/>
                <a:cs typeface="+mn-cs"/>
              </a:endParaRPr>
            </a:p>
          </p:txBody>
        </p:sp>
        <p:pic>
          <p:nvPicPr>
            <p:cNvPr id="151" name="Graphic 150">
              <a:extLst>
                <a:ext uri="{FF2B5EF4-FFF2-40B4-BE49-F238E27FC236}">
                  <a16:creationId xmlns:a16="http://schemas.microsoft.com/office/drawing/2014/main" id="{5E87C3EE-15B2-34E3-0261-B66ABCB846C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12575" y="5572614"/>
              <a:ext cx="2887037" cy="342977"/>
            </a:xfrm>
            <a:prstGeom prst="rect">
              <a:avLst/>
            </a:prstGeom>
          </p:spPr>
        </p:pic>
        <p:pic>
          <p:nvPicPr>
            <p:cNvPr id="152" name="Graphic 151">
              <a:extLst>
                <a:ext uri="{FF2B5EF4-FFF2-40B4-BE49-F238E27FC236}">
                  <a16:creationId xmlns:a16="http://schemas.microsoft.com/office/drawing/2014/main" id="{F20312B5-4A50-9803-BBFB-3CF146F3B2C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5083233" y="6118196"/>
              <a:ext cx="2257612" cy="342976"/>
            </a:xfrm>
            <a:prstGeom prst="rect">
              <a:avLst/>
            </a:prstGeom>
          </p:spPr>
        </p:pic>
        <p:pic>
          <p:nvPicPr>
            <p:cNvPr id="153" name="Graphic 152">
              <a:extLst>
                <a:ext uri="{FF2B5EF4-FFF2-40B4-BE49-F238E27FC236}">
                  <a16:creationId xmlns:a16="http://schemas.microsoft.com/office/drawing/2014/main" id="{4F36C953-2813-2296-FF93-F2FD62A2FA6D}"/>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322295" y="5527388"/>
              <a:ext cx="1592890" cy="400498"/>
            </a:xfrm>
            <a:prstGeom prst="rect">
              <a:avLst/>
            </a:prstGeom>
          </p:spPr>
        </p:pic>
        <p:pic>
          <p:nvPicPr>
            <p:cNvPr id="154" name="Graphic 153">
              <a:extLst>
                <a:ext uri="{FF2B5EF4-FFF2-40B4-BE49-F238E27FC236}">
                  <a16:creationId xmlns:a16="http://schemas.microsoft.com/office/drawing/2014/main" id="{9A43DB25-81B2-9277-BDFA-8CE4B8CA9B1A}"/>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7716390" y="5581400"/>
              <a:ext cx="1449009" cy="323186"/>
            </a:xfrm>
            <a:prstGeom prst="rect">
              <a:avLst/>
            </a:prstGeom>
          </p:spPr>
        </p:pic>
        <p:sp>
          <p:nvSpPr>
            <p:cNvPr id="129" name="Oval 128">
              <a:extLst>
                <a:ext uri="{FF2B5EF4-FFF2-40B4-BE49-F238E27FC236}">
                  <a16:creationId xmlns:a16="http://schemas.microsoft.com/office/drawing/2014/main" id="{B01E0A4B-5B5A-D14E-DE0F-91AA17B14E62}"/>
                </a:ext>
              </a:extLst>
            </p:cNvPr>
            <p:cNvSpPr/>
            <p:nvPr/>
          </p:nvSpPr>
          <p:spPr>
            <a:xfrm>
              <a:off x="5835863" y="2760819"/>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1" name="Oval 130">
              <a:extLst>
                <a:ext uri="{FF2B5EF4-FFF2-40B4-BE49-F238E27FC236}">
                  <a16:creationId xmlns:a16="http://schemas.microsoft.com/office/drawing/2014/main" id="{C8BD2A8C-C6C2-75E6-EBED-7F59580E195E}"/>
                </a:ext>
              </a:extLst>
            </p:cNvPr>
            <p:cNvSpPr/>
            <p:nvPr/>
          </p:nvSpPr>
          <p:spPr>
            <a:xfrm>
              <a:off x="6636219" y="2935888"/>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17" name="Oval 116">
              <a:extLst>
                <a:ext uri="{FF2B5EF4-FFF2-40B4-BE49-F238E27FC236}">
                  <a16:creationId xmlns:a16="http://schemas.microsoft.com/office/drawing/2014/main" id="{94155E5A-0AC5-1D21-3BC5-C58C8A7E728E}"/>
                </a:ext>
              </a:extLst>
            </p:cNvPr>
            <p:cNvSpPr/>
            <p:nvPr/>
          </p:nvSpPr>
          <p:spPr>
            <a:xfrm>
              <a:off x="2928122" y="3206322"/>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ea typeface="+mn-ea"/>
                <a:cs typeface="+mn-cs"/>
              </a:endParaRPr>
            </a:p>
          </p:txBody>
        </p:sp>
        <p:sp>
          <p:nvSpPr>
            <p:cNvPr id="118" name="Oval 117">
              <a:extLst>
                <a:ext uri="{FF2B5EF4-FFF2-40B4-BE49-F238E27FC236}">
                  <a16:creationId xmlns:a16="http://schemas.microsoft.com/office/drawing/2014/main" id="{42E5EA85-B214-A9D3-6381-03A9DF69A321}"/>
                </a:ext>
              </a:extLst>
            </p:cNvPr>
            <p:cNvSpPr/>
            <p:nvPr/>
          </p:nvSpPr>
          <p:spPr>
            <a:xfrm>
              <a:off x="2783831" y="3627088"/>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12ABDB">
                    <a:lumMod val="20000"/>
                    <a:lumOff val="80000"/>
                  </a:srgbClr>
                </a:solidFill>
                <a:effectLst/>
                <a:uLnTx/>
                <a:uFillTx/>
                <a:ea typeface="+mn-ea"/>
                <a:cs typeface="+mn-cs"/>
              </a:endParaRPr>
            </a:p>
          </p:txBody>
        </p:sp>
        <p:sp>
          <p:nvSpPr>
            <p:cNvPr id="119" name="Oval 118">
              <a:extLst>
                <a:ext uri="{FF2B5EF4-FFF2-40B4-BE49-F238E27FC236}">
                  <a16:creationId xmlns:a16="http://schemas.microsoft.com/office/drawing/2014/main" id="{BC1F8812-A60B-C59C-CA53-5BFD55EC06AC}"/>
                </a:ext>
              </a:extLst>
            </p:cNvPr>
            <p:cNvSpPr/>
            <p:nvPr/>
          </p:nvSpPr>
          <p:spPr>
            <a:xfrm>
              <a:off x="2761056" y="4165728"/>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srgbClr val="12ABDB">
                    <a:lumMod val="20000"/>
                    <a:lumOff val="80000"/>
                  </a:srgbClr>
                </a:solidFill>
                <a:effectLst/>
                <a:uLnTx/>
                <a:uFillTx/>
                <a:ea typeface="+mn-ea"/>
                <a:cs typeface="+mn-cs"/>
              </a:endParaRPr>
            </a:p>
          </p:txBody>
        </p:sp>
        <p:sp>
          <p:nvSpPr>
            <p:cNvPr id="120" name="Oval 119">
              <a:extLst>
                <a:ext uri="{FF2B5EF4-FFF2-40B4-BE49-F238E27FC236}">
                  <a16:creationId xmlns:a16="http://schemas.microsoft.com/office/drawing/2014/main" id="{E32801EC-0FFB-6A00-2B2C-CA11DC07754D}"/>
                </a:ext>
              </a:extLst>
            </p:cNvPr>
            <p:cNvSpPr/>
            <p:nvPr/>
          </p:nvSpPr>
          <p:spPr>
            <a:xfrm>
              <a:off x="2977710" y="4546664"/>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white"/>
                </a:solidFill>
                <a:effectLst/>
                <a:uLnTx/>
                <a:uFillTx/>
                <a:ea typeface="+mn-ea"/>
                <a:cs typeface="+mn-cs"/>
              </a:endParaRPr>
            </a:p>
          </p:txBody>
        </p:sp>
        <p:sp>
          <p:nvSpPr>
            <p:cNvPr id="133" name="Oval 132">
              <a:extLst>
                <a:ext uri="{FF2B5EF4-FFF2-40B4-BE49-F238E27FC236}">
                  <a16:creationId xmlns:a16="http://schemas.microsoft.com/office/drawing/2014/main" id="{2B67A9EC-EBC8-9529-10C5-5D703468C1BF}"/>
                </a:ext>
              </a:extLst>
            </p:cNvPr>
            <p:cNvSpPr/>
            <p:nvPr/>
          </p:nvSpPr>
          <p:spPr>
            <a:xfrm>
              <a:off x="9289647" y="3649032"/>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4" name="Oval 133">
              <a:extLst>
                <a:ext uri="{FF2B5EF4-FFF2-40B4-BE49-F238E27FC236}">
                  <a16:creationId xmlns:a16="http://schemas.microsoft.com/office/drawing/2014/main" id="{749B56D7-547A-368F-E175-B1B88F8FF28B}"/>
                </a:ext>
              </a:extLst>
            </p:cNvPr>
            <p:cNvSpPr/>
            <p:nvPr/>
          </p:nvSpPr>
          <p:spPr>
            <a:xfrm>
              <a:off x="9149515" y="3266733"/>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5" name="Oval 134">
              <a:extLst>
                <a:ext uri="{FF2B5EF4-FFF2-40B4-BE49-F238E27FC236}">
                  <a16:creationId xmlns:a16="http://schemas.microsoft.com/office/drawing/2014/main" id="{2BC6B492-2B6C-B9E0-3A36-5DC26AF9A133}"/>
                </a:ext>
              </a:extLst>
            </p:cNvPr>
            <p:cNvSpPr/>
            <p:nvPr/>
          </p:nvSpPr>
          <p:spPr>
            <a:xfrm>
              <a:off x="8860082" y="2968897"/>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6" name="Oval 135">
              <a:extLst>
                <a:ext uri="{FF2B5EF4-FFF2-40B4-BE49-F238E27FC236}">
                  <a16:creationId xmlns:a16="http://schemas.microsoft.com/office/drawing/2014/main" id="{15C45A2B-4D87-EF84-401A-3BC92A4A26A5}"/>
                </a:ext>
              </a:extLst>
            </p:cNvPr>
            <p:cNvSpPr/>
            <p:nvPr/>
          </p:nvSpPr>
          <p:spPr>
            <a:xfrm>
              <a:off x="8467480" y="2800150"/>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7" name="Oval 136">
              <a:extLst>
                <a:ext uri="{FF2B5EF4-FFF2-40B4-BE49-F238E27FC236}">
                  <a16:creationId xmlns:a16="http://schemas.microsoft.com/office/drawing/2014/main" id="{C1527017-C60E-F8B8-D255-9E3B27C7911B}"/>
                </a:ext>
              </a:extLst>
            </p:cNvPr>
            <p:cNvSpPr/>
            <p:nvPr/>
          </p:nvSpPr>
          <p:spPr>
            <a:xfrm>
              <a:off x="9287914" y="4080758"/>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8" name="Oval 137">
              <a:extLst>
                <a:ext uri="{FF2B5EF4-FFF2-40B4-BE49-F238E27FC236}">
                  <a16:creationId xmlns:a16="http://schemas.microsoft.com/office/drawing/2014/main" id="{6A802635-A270-7E70-0F64-B58C78A27062}"/>
                </a:ext>
              </a:extLst>
            </p:cNvPr>
            <p:cNvSpPr/>
            <p:nvPr/>
          </p:nvSpPr>
          <p:spPr>
            <a:xfrm>
              <a:off x="9096862" y="4507121"/>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sp>
          <p:nvSpPr>
            <p:cNvPr id="139" name="Oval 138">
              <a:extLst>
                <a:ext uri="{FF2B5EF4-FFF2-40B4-BE49-F238E27FC236}">
                  <a16:creationId xmlns:a16="http://schemas.microsoft.com/office/drawing/2014/main" id="{B7450F4D-D6E5-C3AC-1B7F-49DE33590117}"/>
                </a:ext>
              </a:extLst>
            </p:cNvPr>
            <p:cNvSpPr/>
            <p:nvPr/>
          </p:nvSpPr>
          <p:spPr>
            <a:xfrm>
              <a:off x="8803454" y="4800460"/>
              <a:ext cx="143030" cy="143030"/>
            </a:xfrm>
            <a:prstGeom prst="ellipse">
              <a:avLst/>
            </a:prstGeom>
            <a:solidFill>
              <a:srgbClr val="FFFFFF"/>
            </a:solidFill>
            <a:ln w="19050" cap="flat" cmpd="sng" algn="ctr">
              <a:solidFill>
                <a:srgbClr val="F6F6F6"/>
              </a:solid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ea typeface="+mn-ea"/>
                <a:cs typeface="+mn-cs"/>
              </a:endParaRPr>
            </a:p>
          </p:txBody>
        </p:sp>
      </p:grpSp>
    </p:spTree>
    <p:extLst>
      <p:ext uri="{BB962C8B-B14F-4D97-AF65-F5344CB8AC3E}">
        <p14:creationId xmlns:p14="http://schemas.microsoft.com/office/powerpoint/2010/main" val="3957667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04813" y="388188"/>
            <a:ext cx="11109118" cy="716711"/>
          </a:xfrm>
        </p:spPr>
        <p:txBody>
          <a:bodyPr vert="horz" lIns="0" tIns="0" rIns="0" bIns="0" rtlCol="0" anchor="b">
            <a:noAutofit/>
          </a:bodyPr>
          <a:lstStyle/>
          <a:p>
            <a:r>
              <a:rPr lang="en-US" sz="2700"/>
              <a:t>Capgemini is well positioned to assist Client On the Mobile Access engineering Cost Transformation </a:t>
            </a:r>
            <a:r>
              <a:rPr lang="en-US" sz="2700" err="1"/>
              <a:t>Programme</a:t>
            </a:r>
            <a:endParaRPr lang="en-GB" sz="2700"/>
          </a:p>
        </p:txBody>
      </p:sp>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nvGrpSpPr>
          <p:cNvPr id="24" name="Group 23">
            <a:extLst>
              <a:ext uri="{FF2B5EF4-FFF2-40B4-BE49-F238E27FC236}">
                <a16:creationId xmlns:a16="http://schemas.microsoft.com/office/drawing/2014/main" id="{F760DF67-E1D8-44E5-E49C-C524185CBD68}"/>
              </a:ext>
            </a:extLst>
          </p:cNvPr>
          <p:cNvGrpSpPr/>
          <p:nvPr/>
        </p:nvGrpSpPr>
        <p:grpSpPr>
          <a:xfrm>
            <a:off x="621339" y="1270354"/>
            <a:ext cx="11136159" cy="4954879"/>
            <a:chOff x="621339" y="1270354"/>
            <a:chExt cx="11136159" cy="4954879"/>
          </a:xfrm>
        </p:grpSpPr>
        <p:sp>
          <p:nvSpPr>
            <p:cNvPr id="5" name="Freeform 155">
              <a:extLst>
                <a:ext uri="{FF2B5EF4-FFF2-40B4-BE49-F238E27FC236}">
                  <a16:creationId xmlns:a16="http://schemas.microsoft.com/office/drawing/2014/main" id="{63D9D9B7-4094-1176-8BB0-48477EC4D80D}"/>
                </a:ext>
              </a:extLst>
            </p:cNvPr>
            <p:cNvSpPr>
              <a:spLocks/>
            </p:cNvSpPr>
            <p:nvPr/>
          </p:nvSpPr>
          <p:spPr bwMode="auto">
            <a:xfrm rot="18900000">
              <a:off x="6026569" y="1646900"/>
              <a:ext cx="2260552" cy="2218561"/>
            </a:xfrm>
            <a:custGeom>
              <a:avLst/>
              <a:gdLst>
                <a:gd name="T0" fmla="*/ 328 w 1143"/>
                <a:gd name="T1" fmla="*/ 487 h 1143"/>
                <a:gd name="T2" fmla="*/ 276 w 1143"/>
                <a:gd name="T3" fmla="*/ 363 h 1143"/>
                <a:gd name="T4" fmla="*/ 174 w 1143"/>
                <a:gd name="T5" fmla="*/ 398 h 1143"/>
                <a:gd name="T6" fmla="*/ 0 w 1143"/>
                <a:gd name="T7" fmla="*/ 572 h 1143"/>
                <a:gd name="T8" fmla="*/ 175 w 1143"/>
                <a:gd name="T9" fmla="*/ 746 h 1143"/>
                <a:gd name="T10" fmla="*/ 211 w 1143"/>
                <a:gd name="T11" fmla="*/ 849 h 1143"/>
                <a:gd name="T12" fmla="*/ 86 w 1143"/>
                <a:gd name="T13" fmla="*/ 900 h 1143"/>
                <a:gd name="T14" fmla="*/ 246 w 1143"/>
                <a:gd name="T15" fmla="*/ 1060 h 1143"/>
                <a:gd name="T16" fmla="*/ 298 w 1143"/>
                <a:gd name="T17" fmla="*/ 936 h 1143"/>
                <a:gd name="T18" fmla="*/ 400 w 1143"/>
                <a:gd name="T19" fmla="*/ 972 h 1143"/>
                <a:gd name="T20" fmla="*/ 572 w 1143"/>
                <a:gd name="T21" fmla="*/ 1143 h 1143"/>
                <a:gd name="T22" fmla="*/ 1143 w 1143"/>
                <a:gd name="T23" fmla="*/ 572 h 1143"/>
                <a:gd name="T24" fmla="*/ 959 w 1143"/>
                <a:gd name="T25" fmla="*/ 388 h 1143"/>
                <a:gd name="T26" fmla="*/ 916 w 1143"/>
                <a:gd name="T27" fmla="*/ 345 h 1143"/>
                <a:gd name="T28" fmla="*/ 759 w 1143"/>
                <a:gd name="T29" fmla="*/ 187 h 1143"/>
                <a:gd name="T30" fmla="*/ 746 w 1143"/>
                <a:gd name="T31" fmla="*/ 175 h 1143"/>
                <a:gd name="T32" fmla="*/ 572 w 1143"/>
                <a:gd name="T33" fmla="*/ 0 h 1143"/>
                <a:gd name="T34" fmla="*/ 572 w 1143"/>
                <a:gd name="T35" fmla="*/ 0 h 1143"/>
                <a:gd name="T36" fmla="*/ 398 w 1143"/>
                <a:gd name="T37" fmla="*/ 174 h 1143"/>
                <a:gd name="T38" fmla="*/ 378 w 1143"/>
                <a:gd name="T39" fmla="*/ 194 h 1143"/>
                <a:gd name="T40" fmla="*/ 379 w 1143"/>
                <a:gd name="T41" fmla="*/ 194 h 1143"/>
                <a:gd name="T42" fmla="*/ 363 w 1143"/>
                <a:gd name="T43" fmla="*/ 276 h 1143"/>
                <a:gd name="T44" fmla="*/ 488 w 1143"/>
                <a:gd name="T45" fmla="*/ 328 h 1143"/>
                <a:gd name="T46" fmla="*/ 328 w 1143"/>
                <a:gd name="T47" fmla="*/ 487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328" y="487"/>
                  </a:moveTo>
                  <a:cubicBezTo>
                    <a:pt x="272" y="446"/>
                    <a:pt x="296" y="413"/>
                    <a:pt x="276" y="363"/>
                  </a:cubicBezTo>
                  <a:cubicBezTo>
                    <a:pt x="266" y="336"/>
                    <a:pt x="236" y="336"/>
                    <a:pt x="174" y="398"/>
                  </a:cubicBezTo>
                  <a:cubicBezTo>
                    <a:pt x="0" y="572"/>
                    <a:pt x="0" y="572"/>
                    <a:pt x="0" y="572"/>
                  </a:cubicBezTo>
                  <a:cubicBezTo>
                    <a:pt x="175" y="746"/>
                    <a:pt x="175" y="746"/>
                    <a:pt x="175" y="746"/>
                  </a:cubicBezTo>
                  <a:cubicBezTo>
                    <a:pt x="238" y="809"/>
                    <a:pt x="237" y="839"/>
                    <a:pt x="211" y="849"/>
                  </a:cubicBezTo>
                  <a:cubicBezTo>
                    <a:pt x="160" y="868"/>
                    <a:pt x="127" y="844"/>
                    <a:pt x="86" y="900"/>
                  </a:cubicBezTo>
                  <a:cubicBezTo>
                    <a:pt x="16" y="997"/>
                    <a:pt x="150" y="1131"/>
                    <a:pt x="246" y="1060"/>
                  </a:cubicBezTo>
                  <a:cubicBezTo>
                    <a:pt x="303" y="1019"/>
                    <a:pt x="279" y="986"/>
                    <a:pt x="298" y="936"/>
                  </a:cubicBezTo>
                  <a:cubicBezTo>
                    <a:pt x="308" y="909"/>
                    <a:pt x="338" y="909"/>
                    <a:pt x="400" y="972"/>
                  </a:cubicBezTo>
                  <a:cubicBezTo>
                    <a:pt x="572" y="1143"/>
                    <a:pt x="572" y="1143"/>
                    <a:pt x="572" y="1143"/>
                  </a:cubicBezTo>
                  <a:cubicBezTo>
                    <a:pt x="1143" y="572"/>
                    <a:pt x="1143" y="572"/>
                    <a:pt x="1143" y="572"/>
                  </a:cubicBezTo>
                  <a:cubicBezTo>
                    <a:pt x="959" y="388"/>
                    <a:pt x="959" y="388"/>
                    <a:pt x="959" y="388"/>
                  </a:cubicBezTo>
                  <a:cubicBezTo>
                    <a:pt x="916" y="345"/>
                    <a:pt x="916" y="345"/>
                    <a:pt x="916" y="345"/>
                  </a:cubicBezTo>
                  <a:cubicBezTo>
                    <a:pt x="759" y="187"/>
                    <a:pt x="759" y="187"/>
                    <a:pt x="759" y="187"/>
                  </a:cubicBezTo>
                  <a:cubicBezTo>
                    <a:pt x="755" y="183"/>
                    <a:pt x="751" y="179"/>
                    <a:pt x="746" y="175"/>
                  </a:cubicBezTo>
                  <a:cubicBezTo>
                    <a:pt x="572" y="0"/>
                    <a:pt x="572" y="0"/>
                    <a:pt x="572" y="0"/>
                  </a:cubicBezTo>
                  <a:cubicBezTo>
                    <a:pt x="572" y="0"/>
                    <a:pt x="572" y="0"/>
                    <a:pt x="572" y="0"/>
                  </a:cubicBezTo>
                  <a:cubicBezTo>
                    <a:pt x="398" y="174"/>
                    <a:pt x="398" y="174"/>
                    <a:pt x="398" y="174"/>
                  </a:cubicBezTo>
                  <a:cubicBezTo>
                    <a:pt x="378" y="194"/>
                    <a:pt x="378" y="194"/>
                    <a:pt x="378" y="194"/>
                  </a:cubicBezTo>
                  <a:cubicBezTo>
                    <a:pt x="379" y="194"/>
                    <a:pt x="379" y="194"/>
                    <a:pt x="379" y="194"/>
                  </a:cubicBezTo>
                  <a:cubicBezTo>
                    <a:pt x="336" y="243"/>
                    <a:pt x="339" y="267"/>
                    <a:pt x="363" y="276"/>
                  </a:cubicBezTo>
                  <a:cubicBezTo>
                    <a:pt x="413" y="295"/>
                    <a:pt x="446" y="272"/>
                    <a:pt x="488" y="328"/>
                  </a:cubicBezTo>
                  <a:cubicBezTo>
                    <a:pt x="559" y="425"/>
                    <a:pt x="425" y="558"/>
                    <a:pt x="328" y="487"/>
                  </a:cubicBezTo>
                  <a:close/>
                </a:path>
              </a:pathLst>
            </a:custGeom>
            <a:solidFill>
              <a:srgbClr val="0070AD"/>
            </a:solidFill>
            <a:ln>
              <a:noFill/>
            </a:ln>
          </p:spPr>
          <p:txBody>
            <a:bodyPr vert="horz" wrap="square" lIns="121920" tIns="60960" rIns="121920" bIns="609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ea typeface="+mn-ea"/>
                <a:cs typeface="+mn-cs"/>
              </a:endParaRPr>
            </a:p>
          </p:txBody>
        </p:sp>
        <p:sp>
          <p:nvSpPr>
            <p:cNvPr id="6" name="Freeform 157">
              <a:extLst>
                <a:ext uri="{FF2B5EF4-FFF2-40B4-BE49-F238E27FC236}">
                  <a16:creationId xmlns:a16="http://schemas.microsoft.com/office/drawing/2014/main" id="{62CCECF8-B17D-7904-229A-43E300070C87}"/>
                </a:ext>
              </a:extLst>
            </p:cNvPr>
            <p:cNvSpPr>
              <a:spLocks/>
            </p:cNvSpPr>
            <p:nvPr/>
          </p:nvSpPr>
          <p:spPr bwMode="auto">
            <a:xfrm rot="18900000">
              <a:off x="3883635" y="1650591"/>
              <a:ext cx="2211391" cy="2167098"/>
            </a:xfrm>
            <a:custGeom>
              <a:avLst/>
              <a:gdLst>
                <a:gd name="T0" fmla="*/ 378 w 1062"/>
                <a:gd name="T1" fmla="*/ 908 h 1062"/>
                <a:gd name="T2" fmla="*/ 335 w 1062"/>
                <a:gd name="T3" fmla="*/ 852 h 1062"/>
                <a:gd name="T4" fmla="*/ 372 w 1062"/>
                <a:gd name="T5" fmla="*/ 845 h 1062"/>
                <a:gd name="T6" fmla="*/ 470 w 1062"/>
                <a:gd name="T7" fmla="*/ 791 h 1062"/>
                <a:gd name="T8" fmla="*/ 451 w 1062"/>
                <a:gd name="T9" fmla="*/ 611 h 1062"/>
                <a:gd name="T10" fmla="*/ 271 w 1062"/>
                <a:gd name="T11" fmla="*/ 592 h 1062"/>
                <a:gd name="T12" fmla="*/ 217 w 1062"/>
                <a:gd name="T13" fmla="*/ 690 h 1062"/>
                <a:gd name="T14" fmla="*/ 210 w 1062"/>
                <a:gd name="T15" fmla="*/ 727 h 1062"/>
                <a:gd name="T16" fmla="*/ 173 w 1062"/>
                <a:gd name="T17" fmla="*/ 703 h 1062"/>
                <a:gd name="T18" fmla="*/ 164 w 1062"/>
                <a:gd name="T19" fmla="*/ 694 h 1062"/>
                <a:gd name="T20" fmla="*/ 0 w 1062"/>
                <a:gd name="T21" fmla="*/ 531 h 1062"/>
                <a:gd name="T22" fmla="*/ 155 w 1062"/>
                <a:gd name="T23" fmla="*/ 376 h 1062"/>
                <a:gd name="T24" fmla="*/ 167 w 1062"/>
                <a:gd name="T25" fmla="*/ 365 h 1062"/>
                <a:gd name="T26" fmla="*/ 167 w 1062"/>
                <a:gd name="T27" fmla="*/ 365 h 1062"/>
                <a:gd name="T28" fmla="*/ 532 w 1062"/>
                <a:gd name="T29" fmla="*/ 0 h 1062"/>
                <a:gd name="T30" fmla="*/ 1062 w 1062"/>
                <a:gd name="T31" fmla="*/ 531 h 1062"/>
                <a:gd name="T32" fmla="*/ 911 w 1062"/>
                <a:gd name="T33" fmla="*/ 682 h 1062"/>
                <a:gd name="T34" fmla="*/ 857 w 1062"/>
                <a:gd name="T35" fmla="*/ 753 h 1062"/>
                <a:gd name="T36" fmla="*/ 865 w 1062"/>
                <a:gd name="T37" fmla="*/ 819 h 1062"/>
                <a:gd name="T38" fmla="*/ 886 w 1062"/>
                <a:gd name="T39" fmla="*/ 832 h 1062"/>
                <a:gd name="T40" fmla="*/ 940 w 1062"/>
                <a:gd name="T41" fmla="*/ 843 h 1062"/>
                <a:gd name="T42" fmla="*/ 986 w 1062"/>
                <a:gd name="T43" fmla="*/ 860 h 1062"/>
                <a:gd name="T44" fmla="*/ 997 w 1062"/>
                <a:gd name="T45" fmla="*/ 873 h 1062"/>
                <a:gd name="T46" fmla="*/ 982 w 1062"/>
                <a:gd name="T47" fmla="*/ 979 h 1062"/>
                <a:gd name="T48" fmla="*/ 877 w 1062"/>
                <a:gd name="T49" fmla="*/ 993 h 1062"/>
                <a:gd name="T50" fmla="*/ 864 w 1062"/>
                <a:gd name="T51" fmla="*/ 982 h 1062"/>
                <a:gd name="T52" fmla="*/ 847 w 1062"/>
                <a:gd name="T53" fmla="*/ 936 h 1062"/>
                <a:gd name="T54" fmla="*/ 836 w 1062"/>
                <a:gd name="T55" fmla="*/ 882 h 1062"/>
                <a:gd name="T56" fmla="*/ 822 w 1062"/>
                <a:gd name="T57" fmla="*/ 861 h 1062"/>
                <a:gd name="T58" fmla="*/ 686 w 1062"/>
                <a:gd name="T59" fmla="*/ 907 h 1062"/>
                <a:gd name="T60" fmla="*/ 531 w 1062"/>
                <a:gd name="T61" fmla="*/ 1062 h 1062"/>
                <a:gd name="T62" fmla="*/ 378 w 1062"/>
                <a:gd name="T63" fmla="*/ 908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62" h="1062">
                  <a:moveTo>
                    <a:pt x="378" y="908"/>
                  </a:moveTo>
                  <a:cubicBezTo>
                    <a:pt x="346" y="876"/>
                    <a:pt x="337" y="859"/>
                    <a:pt x="335" y="852"/>
                  </a:cubicBezTo>
                  <a:cubicBezTo>
                    <a:pt x="348" y="848"/>
                    <a:pt x="360" y="847"/>
                    <a:pt x="372" y="845"/>
                  </a:cubicBezTo>
                  <a:cubicBezTo>
                    <a:pt x="402" y="842"/>
                    <a:pt x="436" y="839"/>
                    <a:pt x="470" y="791"/>
                  </a:cubicBezTo>
                  <a:cubicBezTo>
                    <a:pt x="510" y="737"/>
                    <a:pt x="502" y="663"/>
                    <a:pt x="451" y="611"/>
                  </a:cubicBezTo>
                  <a:cubicBezTo>
                    <a:pt x="399" y="560"/>
                    <a:pt x="326" y="552"/>
                    <a:pt x="271" y="592"/>
                  </a:cubicBezTo>
                  <a:cubicBezTo>
                    <a:pt x="223" y="627"/>
                    <a:pt x="220" y="660"/>
                    <a:pt x="217" y="690"/>
                  </a:cubicBezTo>
                  <a:cubicBezTo>
                    <a:pt x="216" y="703"/>
                    <a:pt x="215" y="715"/>
                    <a:pt x="210" y="727"/>
                  </a:cubicBezTo>
                  <a:cubicBezTo>
                    <a:pt x="205" y="726"/>
                    <a:pt x="193" y="720"/>
                    <a:pt x="173" y="703"/>
                  </a:cubicBezTo>
                  <a:cubicBezTo>
                    <a:pt x="164" y="694"/>
                    <a:pt x="164" y="694"/>
                    <a:pt x="164" y="694"/>
                  </a:cubicBezTo>
                  <a:cubicBezTo>
                    <a:pt x="0" y="531"/>
                    <a:pt x="0" y="531"/>
                    <a:pt x="0" y="531"/>
                  </a:cubicBezTo>
                  <a:cubicBezTo>
                    <a:pt x="155" y="376"/>
                    <a:pt x="155" y="376"/>
                    <a:pt x="155" y="376"/>
                  </a:cubicBezTo>
                  <a:cubicBezTo>
                    <a:pt x="159" y="372"/>
                    <a:pt x="163" y="369"/>
                    <a:pt x="167" y="365"/>
                  </a:cubicBezTo>
                  <a:cubicBezTo>
                    <a:pt x="167" y="365"/>
                    <a:pt x="167" y="365"/>
                    <a:pt x="167" y="365"/>
                  </a:cubicBezTo>
                  <a:cubicBezTo>
                    <a:pt x="532" y="0"/>
                    <a:pt x="532" y="0"/>
                    <a:pt x="532" y="0"/>
                  </a:cubicBezTo>
                  <a:cubicBezTo>
                    <a:pt x="1062" y="531"/>
                    <a:pt x="1062" y="531"/>
                    <a:pt x="1062" y="531"/>
                  </a:cubicBezTo>
                  <a:cubicBezTo>
                    <a:pt x="911" y="682"/>
                    <a:pt x="911" y="682"/>
                    <a:pt x="911" y="682"/>
                  </a:cubicBezTo>
                  <a:cubicBezTo>
                    <a:pt x="884" y="710"/>
                    <a:pt x="866" y="733"/>
                    <a:pt x="857" y="753"/>
                  </a:cubicBezTo>
                  <a:cubicBezTo>
                    <a:pt x="842" y="788"/>
                    <a:pt x="855" y="809"/>
                    <a:pt x="865" y="819"/>
                  </a:cubicBezTo>
                  <a:cubicBezTo>
                    <a:pt x="870" y="824"/>
                    <a:pt x="877" y="829"/>
                    <a:pt x="886" y="832"/>
                  </a:cubicBezTo>
                  <a:cubicBezTo>
                    <a:pt x="906" y="840"/>
                    <a:pt x="925" y="841"/>
                    <a:pt x="940" y="843"/>
                  </a:cubicBezTo>
                  <a:cubicBezTo>
                    <a:pt x="960" y="845"/>
                    <a:pt x="972" y="846"/>
                    <a:pt x="986" y="860"/>
                  </a:cubicBezTo>
                  <a:cubicBezTo>
                    <a:pt x="990" y="864"/>
                    <a:pt x="993" y="868"/>
                    <a:pt x="997" y="873"/>
                  </a:cubicBezTo>
                  <a:cubicBezTo>
                    <a:pt x="1025" y="912"/>
                    <a:pt x="1007" y="954"/>
                    <a:pt x="982" y="979"/>
                  </a:cubicBezTo>
                  <a:cubicBezTo>
                    <a:pt x="958" y="1003"/>
                    <a:pt x="916" y="1022"/>
                    <a:pt x="877" y="993"/>
                  </a:cubicBezTo>
                  <a:cubicBezTo>
                    <a:pt x="872" y="990"/>
                    <a:pt x="867" y="986"/>
                    <a:pt x="864" y="982"/>
                  </a:cubicBezTo>
                  <a:cubicBezTo>
                    <a:pt x="850" y="968"/>
                    <a:pt x="849" y="957"/>
                    <a:pt x="847" y="936"/>
                  </a:cubicBezTo>
                  <a:cubicBezTo>
                    <a:pt x="845" y="921"/>
                    <a:pt x="843" y="903"/>
                    <a:pt x="836" y="882"/>
                  </a:cubicBezTo>
                  <a:cubicBezTo>
                    <a:pt x="832" y="874"/>
                    <a:pt x="828" y="866"/>
                    <a:pt x="822" y="861"/>
                  </a:cubicBezTo>
                  <a:cubicBezTo>
                    <a:pt x="777" y="816"/>
                    <a:pt x="708" y="885"/>
                    <a:pt x="686" y="907"/>
                  </a:cubicBezTo>
                  <a:cubicBezTo>
                    <a:pt x="531" y="1062"/>
                    <a:pt x="531" y="1062"/>
                    <a:pt x="531" y="1062"/>
                  </a:cubicBezTo>
                  <a:lnTo>
                    <a:pt x="378" y="908"/>
                  </a:lnTo>
                  <a:close/>
                </a:path>
              </a:pathLst>
            </a:custGeom>
            <a:solidFill>
              <a:srgbClr val="12ABDB"/>
            </a:solidFill>
            <a:ln>
              <a:noFill/>
            </a:ln>
          </p:spPr>
          <p:txBody>
            <a:bodyPr vert="horz" wrap="square" lIns="121920" tIns="60960" rIns="121920" bIns="609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ea typeface="+mn-ea"/>
                <a:cs typeface="+mn-cs"/>
              </a:endParaRPr>
            </a:p>
          </p:txBody>
        </p:sp>
        <p:sp>
          <p:nvSpPr>
            <p:cNvPr id="7" name="Freeform 159">
              <a:extLst>
                <a:ext uri="{FF2B5EF4-FFF2-40B4-BE49-F238E27FC236}">
                  <a16:creationId xmlns:a16="http://schemas.microsoft.com/office/drawing/2014/main" id="{15692FC2-05EE-94C7-CC45-519712889344}"/>
                </a:ext>
              </a:extLst>
            </p:cNvPr>
            <p:cNvSpPr>
              <a:spLocks/>
            </p:cNvSpPr>
            <p:nvPr/>
          </p:nvSpPr>
          <p:spPr bwMode="auto">
            <a:xfrm rot="18900000">
              <a:off x="3885908" y="3699071"/>
              <a:ext cx="2260550" cy="2221620"/>
            </a:xfrm>
            <a:custGeom>
              <a:avLst/>
              <a:gdLst>
                <a:gd name="T0" fmla="*/ 814 w 1143"/>
                <a:gd name="T1" fmla="*/ 656 h 1143"/>
                <a:gd name="T2" fmla="*/ 866 w 1143"/>
                <a:gd name="T3" fmla="*/ 780 h 1143"/>
                <a:gd name="T4" fmla="*/ 969 w 1143"/>
                <a:gd name="T5" fmla="*/ 745 h 1143"/>
                <a:gd name="T6" fmla="*/ 1143 w 1143"/>
                <a:gd name="T7" fmla="*/ 572 h 1143"/>
                <a:gd name="T8" fmla="*/ 968 w 1143"/>
                <a:gd name="T9" fmla="*/ 397 h 1143"/>
                <a:gd name="T10" fmla="*/ 932 w 1143"/>
                <a:gd name="T11" fmla="*/ 294 h 1143"/>
                <a:gd name="T12" fmla="*/ 1057 w 1143"/>
                <a:gd name="T13" fmla="*/ 243 h 1143"/>
                <a:gd name="T14" fmla="*/ 896 w 1143"/>
                <a:gd name="T15" fmla="*/ 83 h 1143"/>
                <a:gd name="T16" fmla="*/ 845 w 1143"/>
                <a:gd name="T17" fmla="*/ 207 h 1143"/>
                <a:gd name="T18" fmla="*/ 743 w 1143"/>
                <a:gd name="T19" fmla="*/ 172 h 1143"/>
                <a:gd name="T20" fmla="*/ 571 w 1143"/>
                <a:gd name="T21" fmla="*/ 0 h 1143"/>
                <a:gd name="T22" fmla="*/ 0 w 1143"/>
                <a:gd name="T23" fmla="*/ 571 h 1143"/>
                <a:gd name="T24" fmla="*/ 184 w 1143"/>
                <a:gd name="T25" fmla="*/ 755 h 1143"/>
                <a:gd name="T26" fmla="*/ 227 w 1143"/>
                <a:gd name="T27" fmla="*/ 798 h 1143"/>
                <a:gd name="T28" fmla="*/ 384 w 1143"/>
                <a:gd name="T29" fmla="*/ 956 h 1143"/>
                <a:gd name="T30" fmla="*/ 396 w 1143"/>
                <a:gd name="T31" fmla="*/ 968 h 1143"/>
                <a:gd name="T32" fmla="*/ 571 w 1143"/>
                <a:gd name="T33" fmla="*/ 1143 h 1143"/>
                <a:gd name="T34" fmla="*/ 571 w 1143"/>
                <a:gd name="T35" fmla="*/ 1143 h 1143"/>
                <a:gd name="T36" fmla="*/ 745 w 1143"/>
                <a:gd name="T37" fmla="*/ 969 h 1143"/>
                <a:gd name="T38" fmla="*/ 765 w 1143"/>
                <a:gd name="T39" fmla="*/ 949 h 1143"/>
                <a:gd name="T40" fmla="*/ 764 w 1143"/>
                <a:gd name="T41" fmla="*/ 949 h 1143"/>
                <a:gd name="T42" fmla="*/ 780 w 1143"/>
                <a:gd name="T43" fmla="*/ 867 h 1143"/>
                <a:gd name="T44" fmla="*/ 655 w 1143"/>
                <a:gd name="T45" fmla="*/ 815 h 1143"/>
                <a:gd name="T46" fmla="*/ 814 w 1143"/>
                <a:gd name="T47" fmla="*/ 656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814" y="656"/>
                  </a:moveTo>
                  <a:cubicBezTo>
                    <a:pt x="871" y="697"/>
                    <a:pt x="847" y="730"/>
                    <a:pt x="866" y="780"/>
                  </a:cubicBezTo>
                  <a:cubicBezTo>
                    <a:pt x="877" y="807"/>
                    <a:pt x="907" y="808"/>
                    <a:pt x="969" y="745"/>
                  </a:cubicBezTo>
                  <a:cubicBezTo>
                    <a:pt x="1143" y="572"/>
                    <a:pt x="1143" y="572"/>
                    <a:pt x="1143" y="572"/>
                  </a:cubicBezTo>
                  <a:cubicBezTo>
                    <a:pt x="968" y="397"/>
                    <a:pt x="968" y="397"/>
                    <a:pt x="968" y="397"/>
                  </a:cubicBezTo>
                  <a:cubicBezTo>
                    <a:pt x="905" y="334"/>
                    <a:pt x="905" y="304"/>
                    <a:pt x="932" y="294"/>
                  </a:cubicBezTo>
                  <a:cubicBezTo>
                    <a:pt x="983" y="275"/>
                    <a:pt x="1016" y="299"/>
                    <a:pt x="1057" y="243"/>
                  </a:cubicBezTo>
                  <a:cubicBezTo>
                    <a:pt x="1127" y="146"/>
                    <a:pt x="993" y="12"/>
                    <a:pt x="896" y="83"/>
                  </a:cubicBezTo>
                  <a:cubicBezTo>
                    <a:pt x="840" y="124"/>
                    <a:pt x="864" y="157"/>
                    <a:pt x="845" y="207"/>
                  </a:cubicBezTo>
                  <a:cubicBezTo>
                    <a:pt x="835" y="234"/>
                    <a:pt x="805" y="234"/>
                    <a:pt x="743" y="172"/>
                  </a:cubicBezTo>
                  <a:cubicBezTo>
                    <a:pt x="571" y="0"/>
                    <a:pt x="571" y="0"/>
                    <a:pt x="571" y="0"/>
                  </a:cubicBezTo>
                  <a:cubicBezTo>
                    <a:pt x="0" y="571"/>
                    <a:pt x="0" y="571"/>
                    <a:pt x="0" y="571"/>
                  </a:cubicBezTo>
                  <a:cubicBezTo>
                    <a:pt x="184" y="755"/>
                    <a:pt x="184" y="755"/>
                    <a:pt x="184" y="755"/>
                  </a:cubicBezTo>
                  <a:cubicBezTo>
                    <a:pt x="227" y="798"/>
                    <a:pt x="227" y="798"/>
                    <a:pt x="227" y="798"/>
                  </a:cubicBezTo>
                  <a:cubicBezTo>
                    <a:pt x="384" y="956"/>
                    <a:pt x="384" y="956"/>
                    <a:pt x="384" y="956"/>
                  </a:cubicBezTo>
                  <a:cubicBezTo>
                    <a:pt x="388" y="960"/>
                    <a:pt x="392" y="964"/>
                    <a:pt x="396" y="968"/>
                  </a:cubicBezTo>
                  <a:cubicBezTo>
                    <a:pt x="571" y="1143"/>
                    <a:pt x="571" y="1143"/>
                    <a:pt x="571" y="1143"/>
                  </a:cubicBezTo>
                  <a:cubicBezTo>
                    <a:pt x="571" y="1143"/>
                    <a:pt x="571" y="1143"/>
                    <a:pt x="571" y="1143"/>
                  </a:cubicBezTo>
                  <a:cubicBezTo>
                    <a:pt x="745" y="969"/>
                    <a:pt x="745" y="969"/>
                    <a:pt x="745" y="969"/>
                  </a:cubicBezTo>
                  <a:cubicBezTo>
                    <a:pt x="765" y="949"/>
                    <a:pt x="765" y="949"/>
                    <a:pt x="765" y="949"/>
                  </a:cubicBezTo>
                  <a:cubicBezTo>
                    <a:pt x="764" y="949"/>
                    <a:pt x="764" y="949"/>
                    <a:pt x="764" y="949"/>
                  </a:cubicBezTo>
                  <a:cubicBezTo>
                    <a:pt x="807" y="900"/>
                    <a:pt x="804" y="876"/>
                    <a:pt x="780" y="867"/>
                  </a:cubicBezTo>
                  <a:cubicBezTo>
                    <a:pt x="729" y="848"/>
                    <a:pt x="697" y="872"/>
                    <a:pt x="655" y="815"/>
                  </a:cubicBezTo>
                  <a:cubicBezTo>
                    <a:pt x="584" y="718"/>
                    <a:pt x="717" y="585"/>
                    <a:pt x="814" y="656"/>
                  </a:cubicBezTo>
                  <a:close/>
                </a:path>
              </a:pathLst>
            </a:custGeom>
            <a:solidFill>
              <a:srgbClr val="FFFFFF">
                <a:lumMod val="75000"/>
              </a:srgbClr>
            </a:solidFill>
            <a:ln>
              <a:noFill/>
            </a:ln>
          </p:spPr>
          <p:txBody>
            <a:bodyPr vert="horz" wrap="square" lIns="121920" tIns="60960" rIns="121920" bIns="609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ea typeface="+mn-ea"/>
                <a:cs typeface="+mn-cs"/>
              </a:endParaRPr>
            </a:p>
          </p:txBody>
        </p:sp>
        <p:sp>
          <p:nvSpPr>
            <p:cNvPr id="8" name="Freeform 161">
              <a:extLst>
                <a:ext uri="{FF2B5EF4-FFF2-40B4-BE49-F238E27FC236}">
                  <a16:creationId xmlns:a16="http://schemas.microsoft.com/office/drawing/2014/main" id="{B5EB3FDB-DAB3-F4DA-1706-67484285D544}"/>
                </a:ext>
              </a:extLst>
            </p:cNvPr>
            <p:cNvSpPr>
              <a:spLocks/>
            </p:cNvSpPr>
            <p:nvPr/>
          </p:nvSpPr>
          <p:spPr bwMode="auto">
            <a:xfrm rot="18900000">
              <a:off x="6026032" y="3705912"/>
              <a:ext cx="2260552" cy="2218561"/>
            </a:xfrm>
            <a:custGeom>
              <a:avLst/>
              <a:gdLst>
                <a:gd name="T0" fmla="*/ 655 w 1143"/>
                <a:gd name="T1" fmla="*/ 328 h 1143"/>
                <a:gd name="T2" fmla="*/ 780 w 1143"/>
                <a:gd name="T3" fmla="*/ 276 h 1143"/>
                <a:gd name="T4" fmla="*/ 745 w 1143"/>
                <a:gd name="T5" fmla="*/ 174 h 1143"/>
                <a:gd name="T6" fmla="*/ 571 w 1143"/>
                <a:gd name="T7" fmla="*/ 0 h 1143"/>
                <a:gd name="T8" fmla="*/ 396 w 1143"/>
                <a:gd name="T9" fmla="*/ 175 h 1143"/>
                <a:gd name="T10" fmla="*/ 294 w 1143"/>
                <a:gd name="T11" fmla="*/ 211 h 1143"/>
                <a:gd name="T12" fmla="*/ 243 w 1143"/>
                <a:gd name="T13" fmla="*/ 86 h 1143"/>
                <a:gd name="T14" fmla="*/ 82 w 1143"/>
                <a:gd name="T15" fmla="*/ 247 h 1143"/>
                <a:gd name="T16" fmla="*/ 207 w 1143"/>
                <a:gd name="T17" fmla="*/ 298 h 1143"/>
                <a:gd name="T18" fmla="*/ 171 w 1143"/>
                <a:gd name="T19" fmla="*/ 400 h 1143"/>
                <a:gd name="T20" fmla="*/ 0 w 1143"/>
                <a:gd name="T21" fmla="*/ 572 h 1143"/>
                <a:gd name="T22" fmla="*/ 571 w 1143"/>
                <a:gd name="T23" fmla="*/ 1143 h 1143"/>
                <a:gd name="T24" fmla="*/ 755 w 1143"/>
                <a:gd name="T25" fmla="*/ 959 h 1143"/>
                <a:gd name="T26" fmla="*/ 798 w 1143"/>
                <a:gd name="T27" fmla="*/ 916 h 1143"/>
                <a:gd name="T28" fmla="*/ 955 w 1143"/>
                <a:gd name="T29" fmla="*/ 759 h 1143"/>
                <a:gd name="T30" fmla="*/ 968 w 1143"/>
                <a:gd name="T31" fmla="*/ 747 h 1143"/>
                <a:gd name="T32" fmla="*/ 1143 w 1143"/>
                <a:gd name="T33" fmla="*/ 572 h 1143"/>
                <a:gd name="T34" fmla="*/ 1143 w 1143"/>
                <a:gd name="T35" fmla="*/ 572 h 1143"/>
                <a:gd name="T36" fmla="*/ 969 w 1143"/>
                <a:gd name="T37" fmla="*/ 398 h 1143"/>
                <a:gd name="T38" fmla="*/ 949 w 1143"/>
                <a:gd name="T39" fmla="*/ 378 h 1143"/>
                <a:gd name="T40" fmla="*/ 948 w 1143"/>
                <a:gd name="T41" fmla="*/ 379 h 1143"/>
                <a:gd name="T42" fmla="*/ 867 w 1143"/>
                <a:gd name="T43" fmla="*/ 363 h 1143"/>
                <a:gd name="T44" fmla="*/ 815 w 1143"/>
                <a:gd name="T45" fmla="*/ 488 h 1143"/>
                <a:gd name="T46" fmla="*/ 655 w 1143"/>
                <a:gd name="T47" fmla="*/ 328 h 1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3" h="1143">
                  <a:moveTo>
                    <a:pt x="655" y="328"/>
                  </a:moveTo>
                  <a:cubicBezTo>
                    <a:pt x="697" y="272"/>
                    <a:pt x="730" y="296"/>
                    <a:pt x="780" y="276"/>
                  </a:cubicBezTo>
                  <a:cubicBezTo>
                    <a:pt x="807" y="266"/>
                    <a:pt x="807" y="236"/>
                    <a:pt x="745" y="174"/>
                  </a:cubicBezTo>
                  <a:cubicBezTo>
                    <a:pt x="571" y="0"/>
                    <a:pt x="571" y="0"/>
                    <a:pt x="571" y="0"/>
                  </a:cubicBezTo>
                  <a:cubicBezTo>
                    <a:pt x="396" y="175"/>
                    <a:pt x="396" y="175"/>
                    <a:pt x="396" y="175"/>
                  </a:cubicBezTo>
                  <a:cubicBezTo>
                    <a:pt x="334" y="238"/>
                    <a:pt x="304" y="237"/>
                    <a:pt x="294" y="211"/>
                  </a:cubicBezTo>
                  <a:cubicBezTo>
                    <a:pt x="275" y="160"/>
                    <a:pt x="299" y="127"/>
                    <a:pt x="243" y="86"/>
                  </a:cubicBezTo>
                  <a:cubicBezTo>
                    <a:pt x="146" y="16"/>
                    <a:pt x="12" y="150"/>
                    <a:pt x="82" y="247"/>
                  </a:cubicBezTo>
                  <a:cubicBezTo>
                    <a:pt x="123" y="303"/>
                    <a:pt x="156" y="279"/>
                    <a:pt x="207" y="298"/>
                  </a:cubicBezTo>
                  <a:cubicBezTo>
                    <a:pt x="234" y="308"/>
                    <a:pt x="234" y="338"/>
                    <a:pt x="171" y="400"/>
                  </a:cubicBezTo>
                  <a:cubicBezTo>
                    <a:pt x="0" y="572"/>
                    <a:pt x="0" y="572"/>
                    <a:pt x="0" y="572"/>
                  </a:cubicBezTo>
                  <a:cubicBezTo>
                    <a:pt x="571" y="1143"/>
                    <a:pt x="571" y="1143"/>
                    <a:pt x="571" y="1143"/>
                  </a:cubicBezTo>
                  <a:cubicBezTo>
                    <a:pt x="755" y="959"/>
                    <a:pt x="755" y="959"/>
                    <a:pt x="755" y="959"/>
                  </a:cubicBezTo>
                  <a:cubicBezTo>
                    <a:pt x="798" y="916"/>
                    <a:pt x="798" y="916"/>
                    <a:pt x="798" y="916"/>
                  </a:cubicBezTo>
                  <a:cubicBezTo>
                    <a:pt x="955" y="759"/>
                    <a:pt x="955" y="759"/>
                    <a:pt x="955" y="759"/>
                  </a:cubicBezTo>
                  <a:cubicBezTo>
                    <a:pt x="959" y="755"/>
                    <a:pt x="964" y="751"/>
                    <a:pt x="968" y="747"/>
                  </a:cubicBezTo>
                  <a:cubicBezTo>
                    <a:pt x="1143" y="572"/>
                    <a:pt x="1143" y="572"/>
                    <a:pt x="1143" y="572"/>
                  </a:cubicBezTo>
                  <a:cubicBezTo>
                    <a:pt x="1143" y="572"/>
                    <a:pt x="1143" y="572"/>
                    <a:pt x="1143" y="572"/>
                  </a:cubicBezTo>
                  <a:cubicBezTo>
                    <a:pt x="969" y="398"/>
                    <a:pt x="969" y="398"/>
                    <a:pt x="969" y="398"/>
                  </a:cubicBezTo>
                  <a:cubicBezTo>
                    <a:pt x="949" y="378"/>
                    <a:pt x="949" y="378"/>
                    <a:pt x="949" y="378"/>
                  </a:cubicBezTo>
                  <a:cubicBezTo>
                    <a:pt x="948" y="379"/>
                    <a:pt x="948" y="379"/>
                    <a:pt x="948" y="379"/>
                  </a:cubicBezTo>
                  <a:cubicBezTo>
                    <a:pt x="900" y="336"/>
                    <a:pt x="876" y="339"/>
                    <a:pt x="867" y="363"/>
                  </a:cubicBezTo>
                  <a:cubicBezTo>
                    <a:pt x="847" y="413"/>
                    <a:pt x="871" y="446"/>
                    <a:pt x="815" y="488"/>
                  </a:cubicBezTo>
                  <a:cubicBezTo>
                    <a:pt x="718" y="559"/>
                    <a:pt x="584" y="425"/>
                    <a:pt x="655" y="328"/>
                  </a:cubicBezTo>
                  <a:close/>
                </a:path>
              </a:pathLst>
            </a:custGeom>
            <a:solidFill>
              <a:srgbClr val="BF97DD"/>
            </a:solidFill>
            <a:ln>
              <a:noFill/>
            </a:ln>
          </p:spPr>
          <p:txBody>
            <a:bodyPr vert="horz" wrap="square" lIns="121920" tIns="60960" rIns="121920" bIns="6096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prstClr val="black"/>
                </a:solidFill>
                <a:effectLst/>
                <a:uLnTx/>
                <a:uFillTx/>
                <a:ea typeface="+mn-ea"/>
                <a:cs typeface="+mn-cs"/>
              </a:endParaRPr>
            </a:p>
          </p:txBody>
        </p:sp>
        <p:sp>
          <p:nvSpPr>
            <p:cNvPr id="9" name="Rectangle 8">
              <a:extLst>
                <a:ext uri="{FF2B5EF4-FFF2-40B4-BE49-F238E27FC236}">
                  <a16:creationId xmlns:a16="http://schemas.microsoft.com/office/drawing/2014/main" id="{689BABB4-57EF-C77E-95A5-835531457673}"/>
                </a:ext>
              </a:extLst>
            </p:cNvPr>
            <p:cNvSpPr/>
            <p:nvPr/>
          </p:nvSpPr>
          <p:spPr>
            <a:xfrm>
              <a:off x="806368" y="4190948"/>
              <a:ext cx="3056270" cy="1077218"/>
            </a:xfrm>
            <a:prstGeom prst="rect">
              <a:avLst/>
            </a:prstGeom>
          </p:spPr>
          <p:txBody>
            <a:bodyPr wrap="square" lIns="0" tIns="0" rIns="0" bIns="0">
              <a:spAutoFit/>
            </a:bodyPr>
            <a:lstStyle/>
            <a:p>
              <a:pPr marL="0" marR="0" lvl="0" indent="0" algn="r" defTabSz="914400" rtl="0" eaLnBrk="1" fontAlgn="auto" latinLnBrk="0" hangingPunct="1">
                <a:lnSpc>
                  <a:spcPct val="100000"/>
                </a:lnSpc>
                <a:spcBef>
                  <a:spcPts val="400"/>
                </a:spcBef>
                <a:spcAft>
                  <a:spcPts val="0"/>
                </a:spcAft>
                <a:buClrTx/>
                <a:buSzTx/>
                <a:buFontTx/>
                <a:buNone/>
                <a:tabLst/>
                <a:defRPr/>
              </a:pPr>
              <a:r>
                <a:rPr kumimoji="0" lang="en-GB" sz="1400" b="1" i="0" u="none" strike="noStrike" kern="0" cap="none" spc="0" normalizeH="0" baseline="0" noProof="0">
                  <a:ln>
                    <a:noFill/>
                  </a:ln>
                  <a:solidFill>
                    <a:srgbClr val="0070AD"/>
                  </a:solidFill>
                  <a:effectLst/>
                  <a:uLnTx/>
                  <a:uFillTx/>
                  <a:ea typeface="+mn-ea"/>
                  <a:cs typeface="+mn-cs"/>
                </a:rPr>
                <a:t>Local team supported by international experts </a:t>
              </a:r>
              <a:r>
                <a:rPr kumimoji="0" lang="en-GB" sz="1400" b="0" i="0" u="none" strike="noStrike" kern="0" cap="none" spc="0" normalizeH="0" baseline="0" noProof="0">
                  <a:ln>
                    <a:noFill/>
                  </a:ln>
                  <a:solidFill>
                    <a:srgbClr val="FFFFFF"/>
                  </a:solidFill>
                  <a:effectLst/>
                  <a:uLnTx/>
                  <a:uFillTx/>
                  <a:ea typeface="+mn-ea"/>
                  <a:cs typeface="+mn-cs"/>
                </a:rPr>
                <a:t>that brings together the optimal combination of experience in RAN Strategy and Operations</a:t>
              </a:r>
              <a:endParaRPr kumimoji="0" lang="en-GB" sz="1400" b="1" i="0" u="none" strike="noStrike" kern="0" cap="none" spc="0" normalizeH="0" baseline="0" noProof="0">
                <a:ln>
                  <a:noFill/>
                </a:ln>
                <a:solidFill>
                  <a:srgbClr val="FFFFFF"/>
                </a:solidFill>
                <a:effectLst/>
                <a:uLnTx/>
                <a:uFillTx/>
                <a:ea typeface="+mn-ea"/>
                <a:cs typeface="+mn-cs"/>
              </a:endParaRPr>
            </a:p>
          </p:txBody>
        </p:sp>
        <p:sp>
          <p:nvSpPr>
            <p:cNvPr id="12" name="Rectangle 11">
              <a:extLst>
                <a:ext uri="{FF2B5EF4-FFF2-40B4-BE49-F238E27FC236}">
                  <a16:creationId xmlns:a16="http://schemas.microsoft.com/office/drawing/2014/main" id="{E1764498-7CAF-D2B6-E60B-CB5B5C0E01F8}"/>
                </a:ext>
              </a:extLst>
            </p:cNvPr>
            <p:cNvSpPr/>
            <p:nvPr/>
          </p:nvSpPr>
          <p:spPr>
            <a:xfrm flipH="1">
              <a:off x="8255385" y="4067837"/>
              <a:ext cx="3235670" cy="1077218"/>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400"/>
                </a:spcBef>
                <a:spcAft>
                  <a:spcPts val="0"/>
                </a:spcAft>
                <a:buClrTx/>
                <a:buSzTx/>
                <a:buFontTx/>
                <a:buNone/>
                <a:tabLst/>
                <a:defRPr/>
              </a:pPr>
              <a:r>
                <a:rPr kumimoji="0" lang="en-GB" sz="1400" b="1" i="0" u="none" strike="noStrike" kern="0" cap="none" spc="0" normalizeH="0" baseline="0" noProof="0">
                  <a:ln>
                    <a:noFill/>
                  </a:ln>
                  <a:solidFill>
                    <a:srgbClr val="0070AD"/>
                  </a:solidFill>
                  <a:effectLst/>
                  <a:uLnTx/>
                  <a:uFillTx/>
                  <a:ea typeface="+mn-ea"/>
                  <a:cs typeface="+mn-cs"/>
                </a:rPr>
                <a:t>Pragmatic</a:t>
              </a:r>
              <a:r>
                <a:rPr kumimoji="0" lang="en-GB" sz="1400" b="0" i="0" u="none" strike="noStrike" kern="0" cap="none" spc="0" normalizeH="0" baseline="0" noProof="0">
                  <a:ln>
                    <a:noFill/>
                  </a:ln>
                  <a:solidFill>
                    <a:srgbClr val="FFFFFF"/>
                  </a:solidFill>
                  <a:effectLst/>
                  <a:uLnTx/>
                  <a:uFillTx/>
                  <a:ea typeface="+mn-ea"/>
                  <a:cs typeface="+mn-cs"/>
                </a:rPr>
                <a:t> approach that takes advantage of our experience and that allows us to have our </a:t>
              </a:r>
              <a:r>
                <a:rPr kumimoji="0" lang="en-GB" sz="1400" b="1" i="0" u="none" strike="noStrike" kern="0" cap="none" spc="0" normalizeH="0" baseline="0" noProof="0">
                  <a:ln>
                    <a:noFill/>
                  </a:ln>
                  <a:solidFill>
                    <a:srgbClr val="0070AD"/>
                  </a:solidFill>
                  <a:effectLst/>
                  <a:uLnTx/>
                  <a:uFillTx/>
                  <a:ea typeface="+mn-ea"/>
                  <a:cs typeface="+mn-cs"/>
                </a:rPr>
                <a:t>own tools and assets </a:t>
              </a:r>
              <a:r>
                <a:rPr kumimoji="0" lang="en-GB" sz="1400" b="0" i="0" u="none" strike="noStrike" kern="0" cap="none" spc="0" normalizeH="0" baseline="0" noProof="0">
                  <a:ln>
                    <a:noFill/>
                  </a:ln>
                  <a:solidFill>
                    <a:srgbClr val="FFFFFF"/>
                  </a:solidFill>
                  <a:effectLst/>
                  <a:uLnTx/>
                  <a:uFillTx/>
                  <a:ea typeface="+mn-ea"/>
                  <a:cs typeface="+mn-cs"/>
                </a:rPr>
                <a:t>that facilitate the acceleration of the project</a:t>
              </a:r>
            </a:p>
          </p:txBody>
        </p:sp>
        <p:sp>
          <p:nvSpPr>
            <p:cNvPr id="13" name="TextBox 12">
              <a:extLst>
                <a:ext uri="{FF2B5EF4-FFF2-40B4-BE49-F238E27FC236}">
                  <a16:creationId xmlns:a16="http://schemas.microsoft.com/office/drawing/2014/main" id="{7D744389-116E-4823-67F9-0DC3A70AC48F}"/>
                </a:ext>
              </a:extLst>
            </p:cNvPr>
            <p:cNvSpPr txBox="1"/>
            <p:nvPr/>
          </p:nvSpPr>
          <p:spPr>
            <a:xfrm>
              <a:off x="4265558" y="5145055"/>
              <a:ext cx="1501249" cy="24622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chemeClr val="tx1">
                      <a:lumMod val="95000"/>
                      <a:lumOff val="5000"/>
                    </a:schemeClr>
                  </a:solidFill>
                  <a:effectLst/>
                  <a:uLnTx/>
                  <a:uFillTx/>
                  <a:ea typeface="+mn-ea"/>
                  <a:cs typeface="+mn-cs"/>
                </a:rPr>
                <a:t>Team</a:t>
              </a:r>
            </a:p>
          </p:txBody>
        </p:sp>
        <p:sp>
          <p:nvSpPr>
            <p:cNvPr id="14" name="TextBox 13">
              <a:extLst>
                <a:ext uri="{FF2B5EF4-FFF2-40B4-BE49-F238E27FC236}">
                  <a16:creationId xmlns:a16="http://schemas.microsoft.com/office/drawing/2014/main" id="{8D23D473-A6F2-1ADA-21C6-368E2381C7D1}"/>
                </a:ext>
              </a:extLst>
            </p:cNvPr>
            <p:cNvSpPr txBox="1"/>
            <p:nvPr/>
          </p:nvSpPr>
          <p:spPr>
            <a:xfrm>
              <a:off x="6373854" y="5022855"/>
              <a:ext cx="1406936" cy="492443"/>
            </a:xfrm>
            <a:prstGeom prst="rect">
              <a:avLst/>
            </a:prstGeom>
            <a:noFill/>
          </p:spPr>
          <p:txBody>
            <a:bodyPr wrap="square" lIns="0" tIns="0" rIns="0" bIns="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ea typeface="+mn-ea"/>
                  <a:cs typeface="+mn-cs"/>
                </a:rPr>
                <a:t>Assets and Accelerators</a:t>
              </a:r>
            </a:p>
          </p:txBody>
        </p:sp>
        <p:sp>
          <p:nvSpPr>
            <p:cNvPr id="15" name="TextBox 14">
              <a:extLst>
                <a:ext uri="{FF2B5EF4-FFF2-40B4-BE49-F238E27FC236}">
                  <a16:creationId xmlns:a16="http://schemas.microsoft.com/office/drawing/2014/main" id="{CE9B4590-E463-4D58-82B6-D8D60868F104}"/>
                </a:ext>
              </a:extLst>
            </p:cNvPr>
            <p:cNvSpPr txBox="1"/>
            <p:nvPr/>
          </p:nvSpPr>
          <p:spPr>
            <a:xfrm>
              <a:off x="6480443" y="2012886"/>
              <a:ext cx="1370507" cy="984885"/>
            </a:xfrm>
            <a:prstGeom prst="rect">
              <a:avLst/>
            </a:prstGeom>
            <a:noFill/>
          </p:spPr>
          <p:txBody>
            <a:bodyPr wrap="square" lIns="0" tIns="0" rIns="0" bIns="0" anchor="t">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ea typeface="+mn-ea"/>
                  <a:cs typeface="+mn-cs"/>
                </a:rPr>
                <a:t>Specific ORAN</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ea typeface="+mn-ea"/>
                  <a:cs typeface="+mn-cs"/>
                </a:rPr>
                <a:t> Focus &amp; Expertise</a:t>
              </a:r>
            </a:p>
          </p:txBody>
        </p:sp>
        <p:sp>
          <p:nvSpPr>
            <p:cNvPr id="16" name="TextBox 15">
              <a:extLst>
                <a:ext uri="{FF2B5EF4-FFF2-40B4-BE49-F238E27FC236}">
                  <a16:creationId xmlns:a16="http://schemas.microsoft.com/office/drawing/2014/main" id="{748BCD9D-A601-6908-B8E1-CBEE62C51D89}"/>
                </a:ext>
              </a:extLst>
            </p:cNvPr>
            <p:cNvSpPr txBox="1"/>
            <p:nvPr/>
          </p:nvSpPr>
          <p:spPr>
            <a:xfrm>
              <a:off x="4256437" y="1971806"/>
              <a:ext cx="1406936" cy="984885"/>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0" cap="none" spc="0" normalizeH="0" baseline="0" noProof="0">
                  <a:ln>
                    <a:noFill/>
                  </a:ln>
                  <a:solidFill>
                    <a:srgbClr val="FFFFFF"/>
                  </a:solidFill>
                  <a:effectLst/>
                  <a:uLnTx/>
                  <a:uFillTx/>
                  <a:ea typeface="+mn-ea"/>
                  <a:cs typeface="+mn-cs"/>
                </a:rPr>
                <a:t>Proven E2E Expertise – from strategy to execution</a:t>
              </a:r>
            </a:p>
          </p:txBody>
        </p:sp>
        <p:pic>
          <p:nvPicPr>
            <p:cNvPr id="17" name="pasted-image.pdf" descr="pasted-image.pdf">
              <a:extLst>
                <a:ext uri="{FF2B5EF4-FFF2-40B4-BE49-F238E27FC236}">
                  <a16:creationId xmlns:a16="http://schemas.microsoft.com/office/drawing/2014/main" id="{3887C1BC-3629-73E7-6037-C926F3E550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589787" y="5619905"/>
              <a:ext cx="753234" cy="455457"/>
            </a:xfrm>
            <a:prstGeom prst="rect">
              <a:avLst/>
            </a:prstGeom>
            <a:ln w="12700">
              <a:miter lim="400000"/>
            </a:ln>
          </p:spPr>
        </p:pic>
        <p:pic>
          <p:nvPicPr>
            <p:cNvPr id="18" name="pasted-image.pdf" descr="pasted-image.pdf">
              <a:extLst>
                <a:ext uri="{FF2B5EF4-FFF2-40B4-BE49-F238E27FC236}">
                  <a16:creationId xmlns:a16="http://schemas.microsoft.com/office/drawing/2014/main" id="{5B49F91F-4EF9-702D-5A9F-9C3FC425EBC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763643" y="1270354"/>
              <a:ext cx="627359" cy="680422"/>
            </a:xfrm>
            <a:prstGeom prst="rect">
              <a:avLst/>
            </a:prstGeom>
            <a:ln w="12700">
              <a:miter lim="400000"/>
            </a:ln>
          </p:spPr>
        </p:pic>
        <p:pic>
          <p:nvPicPr>
            <p:cNvPr id="19" name="pasted-image.pdf" descr="pasted-image.pdf">
              <a:extLst>
                <a:ext uri="{FF2B5EF4-FFF2-40B4-BE49-F238E27FC236}">
                  <a16:creationId xmlns:a16="http://schemas.microsoft.com/office/drawing/2014/main" id="{45796514-DB23-ED4D-7FF4-BCB8BC6380E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3340" y="1274534"/>
              <a:ext cx="504397" cy="680422"/>
            </a:xfrm>
            <a:prstGeom prst="rect">
              <a:avLst/>
            </a:prstGeom>
            <a:ln w="12700">
              <a:miter lim="400000"/>
            </a:ln>
          </p:spPr>
        </p:pic>
        <p:sp>
          <p:nvSpPr>
            <p:cNvPr id="21" name="Rectangle 20">
              <a:extLst>
                <a:ext uri="{FF2B5EF4-FFF2-40B4-BE49-F238E27FC236}">
                  <a16:creationId xmlns:a16="http://schemas.microsoft.com/office/drawing/2014/main" id="{BF961206-7927-286F-73BF-ABA1F3B1A158}"/>
                </a:ext>
              </a:extLst>
            </p:cNvPr>
            <p:cNvSpPr/>
            <p:nvPr/>
          </p:nvSpPr>
          <p:spPr>
            <a:xfrm flipH="1">
              <a:off x="621339" y="1971806"/>
              <a:ext cx="3337639" cy="1154162"/>
            </a:xfrm>
            <a:prstGeom prst="rect">
              <a:avLst/>
            </a:prstGeom>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none" strike="noStrike" kern="0" cap="none" spc="0" normalizeH="0" baseline="0" noProof="0">
                  <a:ln>
                    <a:noFill/>
                  </a:ln>
                  <a:solidFill>
                    <a:srgbClr val="0070AD"/>
                  </a:solidFill>
                  <a:effectLst/>
                  <a:uLnTx/>
                  <a:uFillTx/>
                  <a:ea typeface="+mn-ea"/>
                  <a:cs typeface="+mn-cs"/>
                </a:rPr>
                <a:t>E2E expertise in Network Area </a:t>
              </a:r>
              <a:r>
                <a:rPr kumimoji="0" lang="en-GB" sz="1400" b="0" i="0" u="none" strike="noStrike" kern="1200" cap="none" spc="0" normalizeH="0" baseline="0" noProof="0">
                  <a:ln>
                    <a:noFill/>
                  </a:ln>
                  <a:solidFill>
                    <a:srgbClr val="FFFFFF"/>
                  </a:solidFill>
                  <a:effectLst/>
                  <a:uLnTx/>
                  <a:uFillTx/>
                  <a:ea typeface="+mn-ea"/>
                  <a:cs typeface="+mn-cs"/>
                </a:rPr>
                <a:t>- From Strategy &amp; Innovation to Engineering &amp; Transformation Execution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0" i="0" u="none" strike="noStrike" kern="1200" cap="none" spc="0" normalizeH="0" baseline="0" noProof="0">
                  <a:ln>
                    <a:noFill/>
                  </a:ln>
                  <a:solidFill>
                    <a:srgbClr val="FFFFFF"/>
                  </a:solidFill>
                  <a:effectLst/>
                  <a:uLnTx/>
                  <a:uFillTx/>
                  <a:ea typeface="+mn-ea"/>
                  <a:cs typeface="+mn-cs"/>
                </a:rPr>
                <a:t> </a:t>
              </a:r>
              <a:r>
                <a:rPr kumimoji="0" lang="en-GB" sz="1400" b="1" i="0" u="none" strike="noStrike" kern="0" cap="none" spc="0" normalizeH="0" baseline="0" noProof="0">
                  <a:ln>
                    <a:noFill/>
                  </a:ln>
                  <a:solidFill>
                    <a:srgbClr val="0070AD"/>
                  </a:solidFill>
                  <a:effectLst/>
                  <a:uLnTx/>
                  <a:uFillTx/>
                  <a:ea typeface="+mn-ea"/>
                  <a:cs typeface="+mn-cs"/>
                </a:rPr>
                <a:t>Proven track record </a:t>
              </a:r>
              <a:r>
                <a:rPr kumimoji="0" lang="en-GB" sz="1400" b="0" i="0" u="none" strike="noStrike" kern="1200" cap="none" spc="0" normalizeH="0" baseline="0" noProof="0">
                  <a:ln>
                    <a:noFill/>
                  </a:ln>
                  <a:solidFill>
                    <a:srgbClr val="FFFFFF"/>
                  </a:solidFill>
                  <a:effectLst/>
                  <a:uLnTx/>
                  <a:uFillTx/>
                  <a:ea typeface="+mn-ea"/>
                  <a:cs typeface="+mn-cs"/>
                </a:rPr>
                <a:t>with major NEPs and Telcos  </a:t>
              </a:r>
            </a:p>
          </p:txBody>
        </p:sp>
        <p:pic>
          <p:nvPicPr>
            <p:cNvPr id="22" name="Picture 2">
              <a:extLst>
                <a:ext uri="{FF2B5EF4-FFF2-40B4-BE49-F238E27FC236}">
                  <a16:creationId xmlns:a16="http://schemas.microsoft.com/office/drawing/2014/main" id="{90DC4578-F5D1-F06E-77B9-F7AB56148A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69946" y="5644606"/>
              <a:ext cx="745707" cy="580627"/>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22">
              <a:extLst>
                <a:ext uri="{FF2B5EF4-FFF2-40B4-BE49-F238E27FC236}">
                  <a16:creationId xmlns:a16="http://schemas.microsoft.com/office/drawing/2014/main" id="{6699169F-90EA-B194-79B0-EDCDBC41688B}"/>
                </a:ext>
              </a:extLst>
            </p:cNvPr>
            <p:cNvSpPr/>
            <p:nvPr/>
          </p:nvSpPr>
          <p:spPr>
            <a:xfrm flipH="1">
              <a:off x="8255101" y="1971806"/>
              <a:ext cx="3502397" cy="1154162"/>
            </a:xfrm>
            <a:prstGeom prst="rect">
              <a:avLst/>
            </a:prstGeom>
          </p:spPr>
          <p:txBody>
            <a:bodyPr wrap="square" lIns="0" tIns="0" rIns="0" bIns="0" anchor="b">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b="1" kern="0">
                  <a:solidFill>
                    <a:srgbClr val="0070AD"/>
                  </a:solidFill>
                </a:rPr>
                <a:t>ORAN knowledge and hands-on experience </a:t>
              </a:r>
              <a:r>
                <a:rPr lang="en-GB" sz="1400">
                  <a:solidFill>
                    <a:srgbClr val="FFFFFF"/>
                  </a:solidFill>
                </a:rPr>
                <a:t>based on the research and tests performed in our own Labs.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400" b="1" kern="0">
                  <a:solidFill>
                    <a:srgbClr val="0070AD"/>
                  </a:solidFill>
                </a:rPr>
                <a:t>Knowledge</a:t>
              </a:r>
              <a:r>
                <a:rPr kumimoji="0" lang="en-GB" sz="1400" b="0" i="0" u="none" strike="noStrike" kern="1200" cap="none" spc="0" normalizeH="0" baseline="0" noProof="0">
                  <a:ln>
                    <a:noFill/>
                  </a:ln>
                  <a:solidFill>
                    <a:srgbClr val="FFFFFF"/>
                  </a:solidFill>
                  <a:effectLst/>
                  <a:uLnTx/>
                  <a:uFillTx/>
                </a:rPr>
                <a:t> and good relationships withing the e</a:t>
              </a:r>
              <a:r>
                <a:rPr lang="en-GB" sz="1400" b="1" kern="0">
                  <a:solidFill>
                    <a:srgbClr val="0070AD"/>
                  </a:solidFill>
                </a:rPr>
                <a:t>cosystem</a:t>
              </a:r>
              <a:r>
                <a:rPr kumimoji="0" lang="en-GB" sz="1400" b="0" i="0" u="none" strike="noStrike" kern="1200" cap="none" spc="0" normalizeH="0" baseline="0" noProof="0">
                  <a:ln>
                    <a:noFill/>
                  </a:ln>
                  <a:solidFill>
                    <a:srgbClr val="FFFFFF"/>
                  </a:solidFill>
                  <a:effectLst/>
                  <a:uLnTx/>
                  <a:uFillTx/>
                </a:rPr>
                <a:t>.</a:t>
              </a:r>
            </a:p>
          </p:txBody>
        </p:sp>
      </p:grpSp>
    </p:spTree>
    <p:extLst>
      <p:ext uri="{BB962C8B-B14F-4D97-AF65-F5344CB8AC3E}">
        <p14:creationId xmlns:p14="http://schemas.microsoft.com/office/powerpoint/2010/main" val="2156848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D9E2F-F233-64B5-88A3-981A4034BBD8}"/>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E41C9F6B-19AD-0300-41EB-2C42A974484F}"/>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911372BD-A7C6-B4BE-3B3F-7D81B998556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7" name="Group 6">
            <a:extLst>
              <a:ext uri="{FF2B5EF4-FFF2-40B4-BE49-F238E27FC236}">
                <a16:creationId xmlns:a16="http://schemas.microsoft.com/office/drawing/2014/main" id="{5CB41C78-C7F2-8846-C66A-C00909D62AAB}"/>
              </a:ext>
            </a:extLst>
          </p:cNvPr>
          <p:cNvGrpSpPr/>
          <p:nvPr/>
        </p:nvGrpSpPr>
        <p:grpSpPr>
          <a:xfrm>
            <a:off x="7227070" y="6517658"/>
            <a:ext cx="4746321" cy="219669"/>
            <a:chOff x="7227070" y="6517658"/>
            <a:chExt cx="4746321" cy="219669"/>
          </a:xfrm>
        </p:grpSpPr>
        <p:sp>
          <p:nvSpPr>
            <p:cNvPr id="8" name="Rectangle 27">
              <a:extLst>
                <a:ext uri="{FF2B5EF4-FFF2-40B4-BE49-F238E27FC236}">
                  <a16:creationId xmlns:a16="http://schemas.microsoft.com/office/drawing/2014/main" id="{BB38F1B9-BA50-B212-D24D-3DD94A6535B6}"/>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a:t>
              </a:r>
            </a:p>
          </p:txBody>
        </p:sp>
        <p:sp>
          <p:nvSpPr>
            <p:cNvPr id="9" name="Rectangle 43">
              <a:extLst>
                <a:ext uri="{FF2B5EF4-FFF2-40B4-BE49-F238E27FC236}">
                  <a16:creationId xmlns:a16="http://schemas.microsoft.com/office/drawing/2014/main" id="{F70B912F-0FFD-FF95-3869-6EB7E9D10510}"/>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GB" sz="800" smtClean="0">
                  <a:solidFill>
                    <a:srgbClr val="A6A6A6"/>
                  </a:solidFill>
                  <a:latin typeface="Ubuntu" panose="020B0504030602030204" pitchFamily="34" charset="0"/>
                  <a:cs typeface="Arial" panose="020B0604020202020204" pitchFamily="34" charset="0"/>
                </a:rPr>
                <a:pPr algn="r"/>
                <a:t>8</a:t>
              </a:fld>
              <a:endParaRPr lang="en-GB"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3DA73325-D290-31DE-4109-B446D32182EC}"/>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701" marR="3081">
              <a:lnSpc>
                <a:spcPct val="120000"/>
              </a:lnSpc>
              <a:spcBef>
                <a:spcPts val="0"/>
              </a:spcBef>
            </a:pPr>
            <a:r>
              <a:rPr lang="en-GB" sz="4800" spc="-6">
                <a:solidFill>
                  <a:schemeClr val="accent1"/>
                </a:solidFill>
                <a:latin typeface="Ubuntu" panose="020B0504030602030204" pitchFamily="34" charset="0"/>
              </a:rPr>
              <a:t>2.</a:t>
            </a:r>
          </a:p>
          <a:p>
            <a:pPr marL="7701" marR="3081">
              <a:lnSpc>
                <a:spcPct val="120000"/>
              </a:lnSpc>
              <a:spcBef>
                <a:spcPts val="0"/>
              </a:spcBef>
            </a:pPr>
            <a:r>
              <a:rPr lang="en-GB" sz="2800" b="1" spc="-6">
                <a:latin typeface="Ubuntu" panose="020B0504030602030204" pitchFamily="34" charset="0"/>
              </a:rPr>
              <a:t>Large Transformation Experience</a:t>
            </a:r>
          </a:p>
          <a:p>
            <a:pPr marL="7701" marR="3081">
              <a:lnSpc>
                <a:spcPct val="120000"/>
              </a:lnSpc>
              <a:spcBef>
                <a:spcPts val="0"/>
              </a:spcBef>
            </a:pPr>
            <a:r>
              <a:rPr lang="en-GB" sz="2400" b="1" spc="-6">
                <a:solidFill>
                  <a:schemeClr val="accent5"/>
                </a:solidFill>
                <a:latin typeface="Ubuntu" panose="020B0504030602030204" pitchFamily="34" charset="0"/>
              </a:rPr>
              <a:t>Transformation </a:t>
            </a:r>
            <a:r>
              <a:rPr lang="en-GB" sz="2400" b="1" spc="-6" err="1">
                <a:solidFill>
                  <a:schemeClr val="accent5"/>
                </a:solidFill>
                <a:latin typeface="Ubuntu" panose="020B0504030602030204" pitchFamily="34" charset="0"/>
              </a:rPr>
              <a:t>pmos</a:t>
            </a:r>
            <a:endParaRPr lang="en-GB" sz="2400" b="1" spc="-6">
              <a:solidFill>
                <a:schemeClr val="accent5"/>
              </a:solidFill>
              <a:latin typeface="Ubuntu" panose="020B0504030602030204" pitchFamily="34" charset="0"/>
            </a:endParaRPr>
          </a:p>
        </p:txBody>
      </p:sp>
      <p:sp>
        <p:nvSpPr>
          <p:cNvPr id="6" name="TextBox 5">
            <a:extLst>
              <a:ext uri="{FF2B5EF4-FFF2-40B4-BE49-F238E27FC236}">
                <a16:creationId xmlns:a16="http://schemas.microsoft.com/office/drawing/2014/main" id="{59595493-8652-18AB-7F99-058682AED188}"/>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2.2</a:t>
            </a:r>
          </a:p>
          <a:p>
            <a:pPr marL="0" lvl="1" algn="ctr">
              <a:lnSpc>
                <a:spcPct val="115000"/>
              </a:lnSpc>
              <a:buClr>
                <a:srgbClr val="4472C4"/>
              </a:buClr>
            </a:pPr>
            <a:r>
              <a:rPr lang="en-GB" sz="1100" b="1">
                <a:solidFill>
                  <a:schemeClr val="bg1"/>
                </a:solidFill>
                <a:effectLst/>
                <a:ea typeface="Times New Roman" panose="02020603050405020304" pitchFamily="18" charset="0"/>
              </a:rPr>
              <a:t>Experience with Telco’s supporting the delivery of large transformation projects that cover all aspects of the Radio Access Network.</a:t>
            </a:r>
            <a:endParaRPr lang="en-GB" sz="1100" b="1">
              <a:solidFill>
                <a:schemeClr val="bg1"/>
              </a:solidFill>
              <a:effectLst/>
            </a:endParaRPr>
          </a:p>
        </p:txBody>
      </p:sp>
    </p:spTree>
    <p:extLst>
      <p:ext uri="{BB962C8B-B14F-4D97-AF65-F5344CB8AC3E}">
        <p14:creationId xmlns:p14="http://schemas.microsoft.com/office/powerpoint/2010/main" val="4016950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BC94-91BD-701D-0B81-CEB076BF757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CE169AE-5F24-E8C5-CE48-B0EBB4F776D0}"/>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itle 1">
            <a:extLst>
              <a:ext uri="{FF2B5EF4-FFF2-40B4-BE49-F238E27FC236}">
                <a16:creationId xmlns:a16="http://schemas.microsoft.com/office/drawing/2014/main" id="{87DFEDB2-7328-D164-AE88-F7158BF59065}"/>
              </a:ext>
            </a:extLst>
          </p:cNvPr>
          <p:cNvSpPr>
            <a:spLocks noGrp="1"/>
          </p:cNvSpPr>
          <p:nvPr>
            <p:ph type="title"/>
          </p:nvPr>
        </p:nvSpPr>
        <p:spPr>
          <a:xfrm>
            <a:off x="404812" y="388188"/>
            <a:ext cx="11429835" cy="716711"/>
          </a:xfrm>
        </p:spPr>
        <p:txBody>
          <a:bodyPr vert="horz" lIns="0" tIns="0" rIns="0" bIns="0" rtlCol="0" anchor="b">
            <a:noAutofit/>
          </a:bodyPr>
          <a:lstStyle/>
          <a:p>
            <a:r>
              <a:rPr lang="en-US" sz="2400"/>
              <a:t>We have a rich experience of setting up and running PMO/ TMO across the world</a:t>
            </a:r>
            <a:endParaRPr lang="en-GB" sz="2400"/>
          </a:p>
        </p:txBody>
      </p:sp>
      <p:pic>
        <p:nvPicPr>
          <p:cNvPr id="13" name="Picture 12">
            <a:extLst>
              <a:ext uri="{FF2B5EF4-FFF2-40B4-BE49-F238E27FC236}">
                <a16:creationId xmlns:a16="http://schemas.microsoft.com/office/drawing/2014/main" id="{055D855A-B72E-6280-FE18-8718DA1FD477}"/>
              </a:ext>
            </a:extLst>
          </p:cNvPr>
          <p:cNvPicPr>
            <a:picLocks noChangeAspect="1"/>
          </p:cNvPicPr>
          <p:nvPr/>
        </p:nvPicPr>
        <p:blipFill>
          <a:blip r:embed="rId3"/>
          <a:stretch>
            <a:fillRect/>
          </a:stretch>
        </p:blipFill>
        <p:spPr>
          <a:xfrm>
            <a:off x="7385689" y="1860402"/>
            <a:ext cx="2560000" cy="1440000"/>
          </a:xfrm>
          <a:prstGeom prst="rect">
            <a:avLst/>
          </a:prstGeom>
          <a:ln>
            <a:solidFill>
              <a:schemeClr val="bg1"/>
            </a:solidFill>
          </a:ln>
        </p:spPr>
      </p:pic>
      <p:pic>
        <p:nvPicPr>
          <p:cNvPr id="14" name="Picture 13">
            <a:extLst>
              <a:ext uri="{FF2B5EF4-FFF2-40B4-BE49-F238E27FC236}">
                <a16:creationId xmlns:a16="http://schemas.microsoft.com/office/drawing/2014/main" id="{5134C6D7-6CB7-36B2-4DF0-968B54CB230B}"/>
              </a:ext>
            </a:extLst>
          </p:cNvPr>
          <p:cNvPicPr>
            <a:picLocks noChangeAspect="1"/>
          </p:cNvPicPr>
          <p:nvPr/>
        </p:nvPicPr>
        <p:blipFill>
          <a:blip r:embed="rId4"/>
          <a:stretch>
            <a:fillRect/>
          </a:stretch>
        </p:blipFill>
        <p:spPr>
          <a:xfrm>
            <a:off x="7905689" y="2477278"/>
            <a:ext cx="2560000" cy="1440000"/>
          </a:xfrm>
          <a:prstGeom prst="rect">
            <a:avLst/>
          </a:prstGeom>
          <a:ln>
            <a:solidFill>
              <a:schemeClr val="bg1"/>
            </a:solidFill>
          </a:ln>
        </p:spPr>
      </p:pic>
      <p:pic>
        <p:nvPicPr>
          <p:cNvPr id="15" name="Picture 14">
            <a:extLst>
              <a:ext uri="{FF2B5EF4-FFF2-40B4-BE49-F238E27FC236}">
                <a16:creationId xmlns:a16="http://schemas.microsoft.com/office/drawing/2014/main" id="{7FF0F6F4-90D0-A703-EEBE-77E00DE01AFC}"/>
              </a:ext>
            </a:extLst>
          </p:cNvPr>
          <p:cNvPicPr>
            <a:picLocks noChangeAspect="1"/>
          </p:cNvPicPr>
          <p:nvPr/>
        </p:nvPicPr>
        <p:blipFill>
          <a:blip r:embed="rId5"/>
          <a:stretch>
            <a:fillRect/>
          </a:stretch>
        </p:blipFill>
        <p:spPr>
          <a:xfrm>
            <a:off x="8665689" y="2962686"/>
            <a:ext cx="2560000" cy="1440000"/>
          </a:xfrm>
          <a:prstGeom prst="rect">
            <a:avLst/>
          </a:prstGeom>
          <a:ln>
            <a:solidFill>
              <a:schemeClr val="bg1"/>
            </a:solidFill>
          </a:ln>
        </p:spPr>
      </p:pic>
      <p:sp>
        <p:nvSpPr>
          <p:cNvPr id="3" name="TextBox 2">
            <a:extLst>
              <a:ext uri="{FF2B5EF4-FFF2-40B4-BE49-F238E27FC236}">
                <a16:creationId xmlns:a16="http://schemas.microsoft.com/office/drawing/2014/main" id="{8689ADEA-A734-4A23-8F5F-9B14916D20DB}"/>
              </a:ext>
            </a:extLst>
          </p:cNvPr>
          <p:cNvSpPr txBox="1"/>
          <p:nvPr/>
        </p:nvSpPr>
        <p:spPr>
          <a:xfrm>
            <a:off x="562423" y="1860402"/>
            <a:ext cx="6734307" cy="3496224"/>
          </a:xfrm>
          <a:prstGeom prst="rect">
            <a:avLst/>
          </a:prstGeom>
          <a:noFill/>
        </p:spPr>
        <p:txBody>
          <a:bodyPr wrap="square" lIns="0" tIns="0" rIns="0" bIns="0">
            <a:noAutofit/>
          </a:bodyPr>
          <a:lstStyle/>
          <a:p>
            <a:pPr marL="0" marR="0" lvl="1" indent="0" algn="l" defTabSz="914400" rtl="0" eaLnBrk="1" fontAlgn="auto" latinLnBrk="0" hangingPunct="1">
              <a:lnSpc>
                <a:spcPct val="100000"/>
              </a:lnSpc>
              <a:spcBef>
                <a:spcPts val="400"/>
              </a:spcBef>
              <a:spcAft>
                <a:spcPts val="400"/>
              </a:spcAft>
              <a:buClr>
                <a:srgbClr val="0070AD"/>
              </a:buClr>
              <a:buSzTx/>
              <a:buFontTx/>
              <a:buNone/>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PMO services are not </a:t>
            </a:r>
            <a:b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br>
            <a:r>
              <a:rPr kumimoji="0" lang="en-IN" sz="1800" b="1" i="0" u="none" strike="noStrike" kern="1200" cap="none" spc="0" normalizeH="0" baseline="0" noProof="0">
                <a:ln>
                  <a:noFill/>
                </a:ln>
                <a:solidFill>
                  <a:schemeClr val="bg1"/>
                </a:solidFill>
                <a:effectLst/>
                <a:uLnTx/>
                <a:uFillTx/>
                <a:latin typeface="Ubuntu"/>
                <a:ea typeface="Verdana" panose="020B0604030504040204" pitchFamily="34" charset="0"/>
                <a:cs typeface="+mn-cs"/>
              </a:rPr>
              <a:t>“One size fits all”…</a:t>
            </a:r>
          </a:p>
          <a:p>
            <a:pPr marL="0" marR="0" lvl="1" indent="0" algn="l" defTabSz="914400" rtl="0" eaLnBrk="1" fontAlgn="auto" latinLnBrk="0" hangingPunct="1">
              <a:lnSpc>
                <a:spcPct val="100000"/>
              </a:lnSpc>
              <a:spcBef>
                <a:spcPts val="400"/>
              </a:spcBef>
              <a:spcAft>
                <a:spcPts val="400"/>
              </a:spcAft>
              <a:buClr>
                <a:srgbClr val="0070AD"/>
              </a:buClr>
              <a:buSzTx/>
              <a:buFontTx/>
              <a:buNone/>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 therefore, </a:t>
            </a:r>
            <a:b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b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our </a:t>
            </a:r>
            <a:r>
              <a:rPr kumimoji="0" lang="en-IN" sz="1800" b="1" i="0" u="none" strike="noStrike" kern="1200" cap="none" spc="0" normalizeH="0" baseline="0" noProof="0">
                <a:ln>
                  <a:noFill/>
                </a:ln>
                <a:solidFill>
                  <a:schemeClr val="bg1"/>
                </a:solidFill>
                <a:effectLst/>
                <a:uLnTx/>
                <a:uFillTx/>
                <a:latin typeface="Ubuntu"/>
                <a:ea typeface="Verdana" panose="020B0604030504040204" pitchFamily="34" charset="0"/>
                <a:cs typeface="+mn-cs"/>
              </a:rPr>
              <a:t>PMO Solution offers</a:t>
            </a:r>
            <a:endPar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endParaRPr>
          </a:p>
          <a:p>
            <a:pPr marL="231775" marR="0" lvl="1" indent="-231775" algn="l" defTabSz="914400" rtl="0" eaLnBrk="1" fontAlgn="auto" latinLnBrk="0" hangingPunct="1">
              <a:lnSpc>
                <a:spcPct val="100000"/>
              </a:lnSpc>
              <a:spcBef>
                <a:spcPts val="400"/>
              </a:spcBef>
              <a:spcAft>
                <a:spcPts val="400"/>
              </a:spcAft>
              <a:buClr>
                <a:srgbClr val="0070AD"/>
              </a:buClr>
              <a:buSzTx/>
              <a:buFont typeface="Wingdings" panose="05000000000000000000" pitchFamily="2" charset="2"/>
              <a:buChar char="§"/>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Analysing and tailoring to the organization and client’s needs</a:t>
            </a:r>
          </a:p>
          <a:p>
            <a:pPr marL="231775" marR="0" lvl="1" indent="-231775" algn="l" defTabSz="914400" rtl="0" eaLnBrk="1" fontAlgn="auto" latinLnBrk="0" hangingPunct="1">
              <a:lnSpc>
                <a:spcPct val="100000"/>
              </a:lnSpc>
              <a:spcBef>
                <a:spcPts val="400"/>
              </a:spcBef>
              <a:spcAft>
                <a:spcPts val="400"/>
              </a:spcAft>
              <a:buClr>
                <a:srgbClr val="0070AD"/>
              </a:buClr>
              <a:buSzTx/>
              <a:buFont typeface="Wingdings" panose="05000000000000000000" pitchFamily="2" charset="2"/>
              <a:buChar char="§"/>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Scoping towards transformational demand</a:t>
            </a:r>
          </a:p>
          <a:p>
            <a:pPr marL="231775" marR="0" lvl="1" indent="-231775" algn="l" defTabSz="914400" rtl="0" eaLnBrk="1" fontAlgn="auto" latinLnBrk="0" hangingPunct="1">
              <a:lnSpc>
                <a:spcPct val="100000"/>
              </a:lnSpc>
              <a:spcBef>
                <a:spcPts val="400"/>
              </a:spcBef>
              <a:spcAft>
                <a:spcPts val="400"/>
              </a:spcAft>
              <a:buClr>
                <a:srgbClr val="0070AD"/>
              </a:buClr>
              <a:buSzTx/>
              <a:buFont typeface="Wingdings" panose="05000000000000000000" pitchFamily="2" charset="2"/>
              <a:buChar char="§"/>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Adjusting degree of steering and scope to project culture, phase and stakeholders</a:t>
            </a:r>
          </a:p>
          <a:p>
            <a:pPr marL="231775" marR="0" lvl="1" indent="-231775" algn="l" defTabSz="914400" rtl="0" eaLnBrk="1" fontAlgn="auto" latinLnBrk="0" hangingPunct="1">
              <a:lnSpc>
                <a:spcPct val="100000"/>
              </a:lnSpc>
              <a:spcBef>
                <a:spcPts val="400"/>
              </a:spcBef>
              <a:spcAft>
                <a:spcPts val="400"/>
              </a:spcAft>
              <a:buClr>
                <a:srgbClr val="0070AD"/>
              </a:buClr>
              <a:buSzTx/>
              <a:buFont typeface="Wingdings" panose="05000000000000000000" pitchFamily="2" charset="2"/>
              <a:buChar char="§"/>
              <a:tabLst/>
              <a:defRPr/>
            </a:pPr>
            <a:r>
              <a:rPr kumimoji="0" lang="en-IN" sz="1800" b="0" i="0" u="none" strike="noStrike" kern="1200" cap="none" spc="0" normalizeH="0" baseline="0" noProof="0">
                <a:ln>
                  <a:noFill/>
                </a:ln>
                <a:solidFill>
                  <a:schemeClr val="bg1"/>
                </a:solidFill>
                <a:effectLst/>
                <a:uLnTx/>
                <a:uFillTx/>
                <a:latin typeface="Ubuntu"/>
                <a:ea typeface="Verdana" panose="020B0604030504040204" pitchFamily="34" charset="0"/>
                <a:cs typeface="+mn-cs"/>
              </a:rPr>
              <a:t>Matching the right methodology, tools and skills to given situation </a:t>
            </a:r>
          </a:p>
        </p:txBody>
      </p:sp>
      <p:sp>
        <p:nvSpPr>
          <p:cNvPr id="9" name="TextBox 8">
            <a:extLst>
              <a:ext uri="{FF2B5EF4-FFF2-40B4-BE49-F238E27FC236}">
                <a16:creationId xmlns:a16="http://schemas.microsoft.com/office/drawing/2014/main" id="{A560F774-2D14-24CD-C83D-CEA45526333A}"/>
              </a:ext>
            </a:extLst>
          </p:cNvPr>
          <p:cNvSpPr txBox="1"/>
          <p:nvPr/>
        </p:nvSpPr>
        <p:spPr>
          <a:xfrm>
            <a:off x="562423" y="5394850"/>
            <a:ext cx="11272224" cy="646331"/>
          </a:xfrm>
          <a:prstGeom prst="rect">
            <a:avLst/>
          </a:prstGeom>
          <a:noFill/>
        </p:spPr>
        <p:txBody>
          <a:bodyPr wrap="square">
            <a:spAutoFit/>
          </a:bodyPr>
          <a:lstStyle/>
          <a:p>
            <a:pPr algn="ctr"/>
            <a:r>
              <a:rPr lang="en-US">
                <a:solidFill>
                  <a:schemeClr val="bg1"/>
                </a:solidFill>
              </a:rPr>
              <a:t>Our current footprint, IT deliveries and Insights help us to identify and focus to the most value-added transformation &amp; cost savings</a:t>
            </a:r>
          </a:p>
        </p:txBody>
      </p:sp>
      <p:pic>
        <p:nvPicPr>
          <p:cNvPr id="12" name="Picture 11">
            <a:extLst>
              <a:ext uri="{FF2B5EF4-FFF2-40B4-BE49-F238E27FC236}">
                <a16:creationId xmlns:a16="http://schemas.microsoft.com/office/drawing/2014/main" id="{09F8AF0B-6531-B712-0FBB-7BBA70A7C388}"/>
              </a:ext>
            </a:extLst>
          </p:cNvPr>
          <p:cNvPicPr>
            <a:picLocks noChangeAspect="1"/>
          </p:cNvPicPr>
          <p:nvPr/>
        </p:nvPicPr>
        <p:blipFill>
          <a:blip r:embed="rId6"/>
          <a:stretch>
            <a:fillRect/>
          </a:stretch>
        </p:blipFill>
        <p:spPr>
          <a:xfrm>
            <a:off x="9181772" y="3557599"/>
            <a:ext cx="2567833" cy="1440000"/>
          </a:xfrm>
          <a:prstGeom prst="rect">
            <a:avLst/>
          </a:prstGeom>
          <a:ln>
            <a:solidFill>
              <a:schemeClr val="bg1"/>
            </a:solidFill>
          </a:ln>
        </p:spPr>
      </p:pic>
    </p:spTree>
    <p:extLst>
      <p:ext uri="{BB962C8B-B14F-4D97-AF65-F5344CB8AC3E}">
        <p14:creationId xmlns:p14="http://schemas.microsoft.com/office/powerpoint/2010/main" val="2641531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55124-977F-B86B-96A5-3DA20BE54989}"/>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C4169246-D81C-DF43-5435-2E1996CAB7AC}"/>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itle 1">
            <a:extLst>
              <a:ext uri="{FF2B5EF4-FFF2-40B4-BE49-F238E27FC236}">
                <a16:creationId xmlns:a16="http://schemas.microsoft.com/office/drawing/2014/main" id="{3E47489E-06BD-97C0-E276-D11D8B5078B1}"/>
              </a:ext>
            </a:extLst>
          </p:cNvPr>
          <p:cNvSpPr>
            <a:spLocks noGrp="1"/>
          </p:cNvSpPr>
          <p:nvPr>
            <p:ph type="title"/>
          </p:nvPr>
        </p:nvSpPr>
        <p:spPr>
          <a:xfrm>
            <a:off x="404812" y="388188"/>
            <a:ext cx="11429835" cy="716711"/>
          </a:xfrm>
        </p:spPr>
        <p:txBody>
          <a:bodyPr vert="horz" lIns="0" tIns="0" rIns="0" bIns="0" rtlCol="0" anchor="b">
            <a:noAutofit/>
          </a:bodyPr>
          <a:lstStyle/>
          <a:p>
            <a:r>
              <a:rPr lang="en-US" sz="2400"/>
              <a:t>WE USE CAPGEMINI PROPRIETARY UNIFIED PROGRAMME MANAGEMNT (</a:t>
            </a:r>
            <a:r>
              <a:rPr lang="en-US" sz="2400" err="1"/>
              <a:t>upm</a:t>
            </a:r>
            <a:r>
              <a:rPr lang="en-US" sz="2400"/>
              <a:t>) to set up and run TRANSFORMATION PMOS</a:t>
            </a:r>
            <a:br>
              <a:rPr lang="en-US" sz="2400"/>
            </a:br>
            <a:endParaRPr lang="en-US" sz="2400"/>
          </a:p>
        </p:txBody>
      </p:sp>
      <p:grpSp>
        <p:nvGrpSpPr>
          <p:cNvPr id="3" name="Group 2">
            <a:extLst>
              <a:ext uri="{FF2B5EF4-FFF2-40B4-BE49-F238E27FC236}">
                <a16:creationId xmlns:a16="http://schemas.microsoft.com/office/drawing/2014/main" id="{ACD507AE-E1B3-56B9-FB25-9787D55E6231}"/>
              </a:ext>
            </a:extLst>
          </p:cNvPr>
          <p:cNvGrpSpPr/>
          <p:nvPr/>
        </p:nvGrpSpPr>
        <p:grpSpPr>
          <a:xfrm>
            <a:off x="663265" y="1184828"/>
            <a:ext cx="10981753" cy="4836020"/>
            <a:chOff x="705944" y="1054821"/>
            <a:chExt cx="10981753" cy="4836020"/>
          </a:xfrm>
        </p:grpSpPr>
        <p:sp>
          <p:nvSpPr>
            <p:cNvPr id="14" name="Arrow: Pentagon 13">
              <a:extLst>
                <a:ext uri="{FF2B5EF4-FFF2-40B4-BE49-F238E27FC236}">
                  <a16:creationId xmlns:a16="http://schemas.microsoft.com/office/drawing/2014/main" id="{BCA2B487-E6F6-9CA0-8041-89433315BEBB}"/>
                </a:ext>
              </a:extLst>
            </p:cNvPr>
            <p:cNvSpPr/>
            <p:nvPr/>
          </p:nvSpPr>
          <p:spPr bwMode="auto">
            <a:xfrm>
              <a:off x="750661" y="1704770"/>
              <a:ext cx="2376000" cy="629156"/>
            </a:xfrm>
            <a:prstGeom prst="homePlate">
              <a:avLst/>
            </a:prstGeom>
            <a:solidFill>
              <a:schemeClr val="accent2">
                <a:lumMod val="60000"/>
                <a:lumOff val="4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71463" indent="-271463" algn="ctr">
                <a:lnSpc>
                  <a:spcPct val="90000"/>
                </a:lnSpc>
                <a:spcBef>
                  <a:spcPts val="400"/>
                </a:spcBef>
              </a:pPr>
              <a:r>
                <a:rPr lang="en-US" sz="1600" b="1" kern="0">
                  <a:solidFill>
                    <a:schemeClr val="bg1"/>
                  </a:solidFill>
                  <a:latin typeface="+mj-lt"/>
                  <a:cs typeface="Calibri" panose="020F0502020204030204" pitchFamily="34" charset="0"/>
                </a:rPr>
                <a:t>     Set-up</a:t>
              </a:r>
            </a:p>
          </p:txBody>
        </p:sp>
        <p:sp>
          <p:nvSpPr>
            <p:cNvPr id="15" name="Arrow: Chevron 14">
              <a:extLst>
                <a:ext uri="{FF2B5EF4-FFF2-40B4-BE49-F238E27FC236}">
                  <a16:creationId xmlns:a16="http://schemas.microsoft.com/office/drawing/2014/main" id="{340E1253-7464-42A1-EE1F-970D0FBA53DD}"/>
                </a:ext>
              </a:extLst>
            </p:cNvPr>
            <p:cNvSpPr/>
            <p:nvPr/>
          </p:nvSpPr>
          <p:spPr bwMode="auto">
            <a:xfrm>
              <a:off x="2920385" y="1704770"/>
              <a:ext cx="6624000" cy="629156"/>
            </a:xfrm>
            <a:prstGeom prst="chevron">
              <a:avLst/>
            </a:prstGeom>
            <a:solidFill>
              <a:schemeClr val="accent2"/>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Bef>
                  <a:spcPts val="400"/>
                </a:spcBef>
              </a:pPr>
              <a:r>
                <a:rPr lang="en-US" sz="1600" b="1" kern="0">
                  <a:solidFill>
                    <a:srgbClr val="FFFFFF"/>
                  </a:solidFill>
                  <a:latin typeface="+mj-lt"/>
                  <a:cs typeface="Calibri"/>
                </a:rPr>
                <a:t>           PMO &amp; CMO Deployment and Operationalization</a:t>
              </a:r>
            </a:p>
          </p:txBody>
        </p:sp>
        <p:sp>
          <p:nvSpPr>
            <p:cNvPr id="16" name="TextBox 15">
              <a:extLst>
                <a:ext uri="{FF2B5EF4-FFF2-40B4-BE49-F238E27FC236}">
                  <a16:creationId xmlns:a16="http://schemas.microsoft.com/office/drawing/2014/main" id="{270921DC-0986-E0A0-E9B3-97EE64FA73AE}"/>
                </a:ext>
              </a:extLst>
            </p:cNvPr>
            <p:cNvSpPr txBox="1"/>
            <p:nvPr/>
          </p:nvSpPr>
          <p:spPr>
            <a:xfrm>
              <a:off x="705944" y="2406300"/>
              <a:ext cx="2265856" cy="2539157"/>
            </a:xfrm>
            <a:prstGeom prst="rect">
              <a:avLst/>
            </a:prstGeom>
            <a:noFill/>
          </p:spPr>
          <p:txBody>
            <a:bodyPr wrap="square" rtlCol="0">
              <a:spAutoFit/>
            </a:bodyPr>
            <a:lstStyle/>
            <a:p>
              <a:pPr marL="171450" indent="-171450">
                <a:buClr>
                  <a:srgbClr val="FFFFFF"/>
                </a:buClr>
                <a:buFont typeface="Wingdings" panose="05000000000000000000" pitchFamily="2" charset="2"/>
                <a:buChar char="§"/>
                <a:defRPr/>
              </a:pPr>
              <a:r>
                <a:rPr lang="en-US" sz="1100" b="1">
                  <a:solidFill>
                    <a:schemeClr val="bg1"/>
                  </a:solidFill>
                  <a:cs typeface="Calibri" panose="020F0502020204030204" pitchFamily="34" charset="0"/>
                </a:rPr>
                <a:t>Configuration </a:t>
              </a:r>
              <a:r>
                <a:rPr lang="en-US" sz="1100">
                  <a:solidFill>
                    <a:schemeClr val="bg1"/>
                  </a:solidFill>
                  <a:cs typeface="Calibri" panose="020F0502020204030204" pitchFamily="34" charset="0"/>
                </a:rPr>
                <a:t>of the </a:t>
              </a:r>
              <a:r>
                <a:rPr lang="en-US" sz="1100" kern="0">
                  <a:solidFill>
                    <a:schemeClr val="bg1"/>
                  </a:solidFill>
                </a:rPr>
                <a:t>Program Management Office (</a:t>
              </a:r>
              <a:r>
                <a:rPr lang="en-US" sz="1100" b="1" kern="0">
                  <a:solidFill>
                    <a:schemeClr val="bg1"/>
                  </a:solidFill>
                </a:rPr>
                <a:t>PMO</a:t>
              </a:r>
              <a:r>
                <a:rPr lang="en-US" sz="1100" kern="0">
                  <a:solidFill>
                    <a:schemeClr val="bg1"/>
                  </a:solidFill>
                </a:rPr>
                <a:t>): stakeholders and </a:t>
              </a:r>
              <a:r>
                <a:rPr lang="en-US" sz="1100" b="1" kern="0">
                  <a:solidFill>
                    <a:schemeClr val="bg1"/>
                  </a:solidFill>
                </a:rPr>
                <a:t>governance model</a:t>
              </a:r>
              <a:endParaRPr lang="en-US" sz="1100" b="1">
                <a:solidFill>
                  <a:schemeClr val="bg1"/>
                </a:solidFill>
                <a:cs typeface="Calibri" panose="020F0502020204030204" pitchFamily="34" charset="0"/>
              </a:endParaRPr>
            </a:p>
            <a:p>
              <a:pPr marL="176213" lvl="0" indent="-176213" fontAlgn="base">
                <a:lnSpc>
                  <a:spcPts val="1200"/>
                </a:lnSpc>
                <a:spcBef>
                  <a:spcPts val="500"/>
                </a:spcBef>
                <a:spcAft>
                  <a:spcPct val="0"/>
                </a:spcAft>
                <a:buClr>
                  <a:srgbClr val="FFFFFF"/>
                </a:buClr>
                <a:buFont typeface="Wingdings" pitchFamily="2" charset="2"/>
                <a:buChar char="§"/>
                <a:defRPr/>
              </a:pPr>
              <a:r>
                <a:rPr lang="en-US" sz="1100">
                  <a:solidFill>
                    <a:schemeClr val="bg1"/>
                  </a:solidFill>
                  <a:cs typeface="Calibri" panose="020F0502020204030204" pitchFamily="34" charset="0"/>
                </a:rPr>
                <a:t>Definition of the </a:t>
              </a:r>
              <a:r>
                <a:rPr lang="en-US" sz="1100" b="1">
                  <a:solidFill>
                    <a:schemeClr val="bg1"/>
                  </a:solidFill>
                  <a:cs typeface="Calibri" panose="020F0502020204030204" pitchFamily="34" charset="0"/>
                </a:rPr>
                <a:t>methodological approach</a:t>
              </a:r>
            </a:p>
            <a:p>
              <a:pPr marL="176213" lvl="0" indent="-176213" fontAlgn="base">
                <a:lnSpc>
                  <a:spcPts val="1200"/>
                </a:lnSpc>
                <a:spcBef>
                  <a:spcPts val="500"/>
                </a:spcBef>
                <a:spcAft>
                  <a:spcPct val="0"/>
                </a:spcAft>
                <a:buClr>
                  <a:srgbClr val="FFFFFF"/>
                </a:buClr>
                <a:buFont typeface="Wingdings" pitchFamily="2" charset="2"/>
                <a:buChar char="§"/>
                <a:defRPr/>
              </a:pPr>
              <a:r>
                <a:rPr lang="en-US" sz="1100" b="1">
                  <a:solidFill>
                    <a:schemeClr val="bg1"/>
                  </a:solidFill>
                  <a:cs typeface="Calibri" panose="020F0502020204030204" pitchFamily="34" charset="0"/>
                </a:rPr>
                <a:t>Context </a:t>
              </a:r>
              <a:r>
                <a:rPr lang="en-US" sz="1100">
                  <a:solidFill>
                    <a:schemeClr val="bg1"/>
                  </a:solidFill>
                  <a:cs typeface="Calibri" panose="020F0502020204030204" pitchFamily="34" charset="0"/>
                </a:rPr>
                <a:t>analysis</a:t>
              </a:r>
            </a:p>
            <a:p>
              <a:pPr marL="176213" lvl="0" indent="-176213" fontAlgn="base">
                <a:lnSpc>
                  <a:spcPts val="1200"/>
                </a:lnSpc>
                <a:spcBef>
                  <a:spcPts val="500"/>
                </a:spcBef>
                <a:spcAft>
                  <a:spcPct val="0"/>
                </a:spcAft>
                <a:buClr>
                  <a:srgbClr val="FFFFFF"/>
                </a:buClr>
                <a:buFont typeface="Wingdings" pitchFamily="2" charset="2"/>
                <a:buChar char="§"/>
                <a:defRPr/>
              </a:pPr>
              <a:r>
                <a:rPr lang="en-US" sz="1100" b="1">
                  <a:solidFill>
                    <a:schemeClr val="bg1"/>
                  </a:solidFill>
                  <a:cs typeface="Calibri" panose="020F0502020204030204" pitchFamily="34" charset="0"/>
                </a:rPr>
                <a:t>Stakeholder map </a:t>
              </a:r>
              <a:r>
                <a:rPr lang="en-US" sz="1100">
                  <a:solidFill>
                    <a:schemeClr val="bg1"/>
                  </a:solidFill>
                  <a:cs typeface="Calibri" panose="020F0502020204030204" pitchFamily="34" charset="0"/>
                </a:rPr>
                <a:t>and analysis</a:t>
              </a:r>
            </a:p>
            <a:p>
              <a:pPr marL="176213" lvl="0" indent="-176213" fontAlgn="base">
                <a:lnSpc>
                  <a:spcPts val="1200"/>
                </a:lnSpc>
                <a:spcBef>
                  <a:spcPts val="500"/>
                </a:spcBef>
                <a:spcAft>
                  <a:spcPct val="0"/>
                </a:spcAft>
                <a:buClr>
                  <a:srgbClr val="FFFFFF"/>
                </a:buClr>
                <a:buFont typeface="Wingdings" pitchFamily="2" charset="2"/>
                <a:buChar char="§"/>
                <a:defRPr/>
              </a:pPr>
              <a:r>
                <a:rPr lang="en-US" sz="1100" b="1">
                  <a:solidFill>
                    <a:schemeClr val="bg1"/>
                  </a:solidFill>
                  <a:cs typeface="Calibri" panose="020F0502020204030204" pitchFamily="34" charset="0"/>
                </a:rPr>
                <a:t>Impact </a:t>
              </a:r>
              <a:r>
                <a:rPr lang="en-US" sz="1100">
                  <a:solidFill>
                    <a:schemeClr val="bg1"/>
                  </a:solidFill>
                  <a:cs typeface="Calibri" panose="020F0502020204030204" pitchFamily="34" charset="0"/>
                </a:rPr>
                <a:t>analysis</a:t>
              </a:r>
            </a:p>
            <a:p>
              <a:pPr marL="176213" indent="-176213" fontAlgn="base">
                <a:lnSpc>
                  <a:spcPts val="1200"/>
                </a:lnSpc>
                <a:spcBef>
                  <a:spcPts val="500"/>
                </a:spcBef>
                <a:spcAft>
                  <a:spcPct val="0"/>
                </a:spcAft>
                <a:buClr>
                  <a:srgbClr val="FFFFFF"/>
                </a:buClr>
                <a:buFont typeface="Wingdings" pitchFamily="2" charset="2"/>
                <a:buChar char="§"/>
                <a:defRPr/>
              </a:pPr>
              <a:r>
                <a:rPr kumimoji="0" lang="en-US" sz="1100" i="0" u="none" strike="noStrike" kern="0" cap="none" spc="0" normalizeH="0" baseline="0" noProof="0">
                  <a:ln>
                    <a:noFill/>
                  </a:ln>
                  <a:solidFill>
                    <a:schemeClr val="bg1"/>
                  </a:solidFill>
                  <a:effectLst/>
                  <a:uLnTx/>
                  <a:uFillTx/>
                  <a:latin typeface="Verdana"/>
                  <a:ea typeface="+mn-ea"/>
                  <a:cs typeface="+mn-cs"/>
                </a:rPr>
                <a:t>Definition of the </a:t>
              </a:r>
              <a:r>
                <a:rPr kumimoji="0" lang="en-US" sz="1100" b="1" i="0" u="none" strike="noStrike" kern="0" cap="none" spc="0" normalizeH="0" baseline="0" noProof="0">
                  <a:ln>
                    <a:noFill/>
                  </a:ln>
                  <a:solidFill>
                    <a:schemeClr val="bg1"/>
                  </a:solidFill>
                  <a:effectLst/>
                  <a:uLnTx/>
                  <a:uFillTx/>
                  <a:latin typeface="Verdana"/>
                  <a:ea typeface="+mn-ea"/>
                  <a:cs typeface="+mn-cs"/>
                </a:rPr>
                <a:t>Change </a:t>
              </a:r>
              <a:r>
                <a:rPr kumimoji="0" lang="en-US" sz="1100" i="0" u="none" strike="noStrike" kern="0" cap="none" spc="0" normalizeH="0" baseline="0" noProof="0">
                  <a:ln>
                    <a:noFill/>
                  </a:ln>
                  <a:solidFill>
                    <a:schemeClr val="bg1"/>
                  </a:solidFill>
                  <a:effectLst/>
                  <a:uLnTx/>
                  <a:uFillTx/>
                  <a:latin typeface="Verdana"/>
                  <a:ea typeface="+mn-ea"/>
                  <a:cs typeface="+mn-cs"/>
                </a:rPr>
                <a:t>Management </a:t>
              </a:r>
              <a:r>
                <a:rPr kumimoji="0" lang="en-US" sz="1100" b="1" i="0" u="none" strike="noStrike" kern="0" cap="none" spc="0" normalizeH="0" baseline="0" noProof="0">
                  <a:ln>
                    <a:noFill/>
                  </a:ln>
                  <a:solidFill>
                    <a:schemeClr val="bg1"/>
                  </a:solidFill>
                  <a:effectLst/>
                  <a:uLnTx/>
                  <a:uFillTx/>
                  <a:latin typeface="Verdana"/>
                  <a:ea typeface="+mn-ea"/>
                  <a:cs typeface="+mn-cs"/>
                </a:rPr>
                <a:t>Plan</a:t>
              </a:r>
              <a:endParaRPr lang="en-US" sz="1100" b="1">
                <a:solidFill>
                  <a:schemeClr val="bg1"/>
                </a:solidFill>
                <a:cs typeface="Calibri" panose="020F0502020204030204" pitchFamily="34" charset="0"/>
              </a:endParaRPr>
            </a:p>
            <a:p>
              <a:pPr marL="176213" lvl="0" indent="-176213" fontAlgn="base">
                <a:lnSpc>
                  <a:spcPts val="1200"/>
                </a:lnSpc>
                <a:spcBef>
                  <a:spcPts val="500"/>
                </a:spcBef>
                <a:spcAft>
                  <a:spcPct val="0"/>
                </a:spcAft>
                <a:buClr>
                  <a:srgbClr val="FFFFFF"/>
                </a:buClr>
                <a:buFont typeface="Wingdings" pitchFamily="2" charset="2"/>
                <a:buChar char="§"/>
                <a:defRPr/>
              </a:pPr>
              <a:endParaRPr lang="en-US" sz="1100">
                <a:solidFill>
                  <a:schemeClr val="bg1"/>
                </a:solidFill>
                <a:cs typeface="Calibri" panose="020F0502020204030204" pitchFamily="34" charset="0"/>
              </a:endParaRPr>
            </a:p>
          </p:txBody>
        </p:sp>
        <p:cxnSp>
          <p:nvCxnSpPr>
            <p:cNvPr id="9" name="Straight Connector 8">
              <a:extLst>
                <a:ext uri="{FF2B5EF4-FFF2-40B4-BE49-F238E27FC236}">
                  <a16:creationId xmlns:a16="http://schemas.microsoft.com/office/drawing/2014/main" id="{1C26ACF6-35D7-1AC0-C6CC-4951DB0C34FC}"/>
                </a:ext>
              </a:extLst>
            </p:cNvPr>
            <p:cNvCxnSpPr>
              <a:cxnSpLocks/>
            </p:cNvCxnSpPr>
            <p:nvPr/>
          </p:nvCxnSpPr>
          <p:spPr bwMode="auto">
            <a:xfrm>
              <a:off x="750660" y="1560754"/>
              <a:ext cx="1872000" cy="0"/>
            </a:xfrm>
            <a:prstGeom prst="line">
              <a:avLst/>
            </a:prstGeom>
            <a:solidFill>
              <a:srgbClr val="FFFFFF"/>
            </a:solidFill>
            <a:ln w="9525" cap="flat" cmpd="sng" algn="ctr">
              <a:solidFill>
                <a:srgbClr val="FFFFFF">
                  <a:lumMod val="50000"/>
                </a:srgbClr>
              </a:solidFill>
              <a:prstDash val="solid"/>
              <a:round/>
              <a:headEnd type="diamond" w="med" len="med"/>
              <a:tailEnd type="diamond"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3" name="Graphic 12" descr="Bullseye">
              <a:extLst>
                <a:ext uri="{FF2B5EF4-FFF2-40B4-BE49-F238E27FC236}">
                  <a16:creationId xmlns:a16="http://schemas.microsoft.com/office/drawing/2014/main" id="{0CA215F3-0775-FFF8-9FD5-EF62BF09EA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41957" y="1776124"/>
              <a:ext cx="432000" cy="432000"/>
            </a:xfrm>
            <a:prstGeom prst="rect">
              <a:avLst/>
            </a:prstGeom>
          </p:spPr>
        </p:pic>
        <p:cxnSp>
          <p:nvCxnSpPr>
            <p:cNvPr id="26" name="Straight Connector 25">
              <a:extLst>
                <a:ext uri="{FF2B5EF4-FFF2-40B4-BE49-F238E27FC236}">
                  <a16:creationId xmlns:a16="http://schemas.microsoft.com/office/drawing/2014/main" id="{D2C4FBE7-155A-9FCB-BE23-5CA15FEE197E}"/>
                </a:ext>
              </a:extLst>
            </p:cNvPr>
            <p:cNvCxnSpPr>
              <a:cxnSpLocks/>
            </p:cNvCxnSpPr>
            <p:nvPr/>
          </p:nvCxnSpPr>
          <p:spPr bwMode="auto">
            <a:xfrm>
              <a:off x="2760242" y="1559061"/>
              <a:ext cx="6516000" cy="0"/>
            </a:xfrm>
            <a:prstGeom prst="line">
              <a:avLst/>
            </a:prstGeom>
            <a:solidFill>
              <a:srgbClr val="FFFFFF"/>
            </a:solidFill>
            <a:ln w="9525" cap="flat" cmpd="sng" algn="ctr">
              <a:solidFill>
                <a:srgbClr val="FFFFFF">
                  <a:lumMod val="50000"/>
                </a:srgbClr>
              </a:solidFill>
              <a:prstDash val="solid"/>
              <a:round/>
              <a:headEnd type="diamond" w="med" len="med"/>
              <a:tailEnd type="diamond"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5" name="Groupe 382">
              <a:extLst>
                <a:ext uri="{FF2B5EF4-FFF2-40B4-BE49-F238E27FC236}">
                  <a16:creationId xmlns:a16="http://schemas.microsoft.com/office/drawing/2014/main" id="{73093700-F386-358E-25AD-2237902EE97D}"/>
                </a:ext>
              </a:extLst>
            </p:cNvPr>
            <p:cNvGrpSpPr/>
            <p:nvPr/>
          </p:nvGrpSpPr>
          <p:grpSpPr>
            <a:xfrm>
              <a:off x="3734243" y="1774877"/>
              <a:ext cx="460691" cy="394616"/>
              <a:chOff x="3043238" y="3425825"/>
              <a:chExt cx="398463" cy="341313"/>
            </a:xfrm>
            <a:solidFill>
              <a:srgbClr val="FFFFFF"/>
            </a:solidFill>
          </p:grpSpPr>
          <p:sp>
            <p:nvSpPr>
              <p:cNvPr id="66" name="Line 424">
                <a:extLst>
                  <a:ext uri="{FF2B5EF4-FFF2-40B4-BE49-F238E27FC236}">
                    <a16:creationId xmlns:a16="http://schemas.microsoft.com/office/drawing/2014/main" id="{69830D7E-BFC1-529D-E3FF-6BD3FA0B3DCA}"/>
                  </a:ext>
                </a:extLst>
              </p:cNvPr>
              <p:cNvSpPr>
                <a:spLocks noChangeShapeType="1"/>
              </p:cNvSpPr>
              <p:nvPr/>
            </p:nvSpPr>
            <p:spPr bwMode="auto">
              <a:xfrm>
                <a:off x="3435351" y="3597275"/>
                <a:ext cx="1588" cy="1588"/>
              </a:xfrm>
              <a:prstGeom prst="line">
                <a:avLst/>
              </a:prstGeom>
              <a:grpFill/>
              <a:ln w="19050" cap="flat">
                <a:solidFill>
                  <a:srgbClr val="FFFFFF">
                    <a:lumMod val="85000"/>
                  </a:srgbClr>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15000"/>
                  </a:lnSpc>
                  <a:spcBef>
                    <a:spcPct val="0"/>
                  </a:spcBef>
                  <a:spcAft>
                    <a:spcPct val="0"/>
                  </a:spcAft>
                  <a:buClrTx/>
                  <a:buSzTx/>
                  <a:buFontTx/>
                  <a:buNone/>
                  <a:tabLst/>
                  <a:defRPr/>
                </a:pPr>
                <a:endParaRPr kumimoji="0" lang="en-US" sz="1361" b="0" i="0" u="none" strike="noStrike" kern="0" cap="none" spc="0" normalizeH="0" baseline="0">
                  <a:ln>
                    <a:noFill/>
                  </a:ln>
                  <a:solidFill>
                    <a:srgbClr val="000000"/>
                  </a:solidFill>
                  <a:effectLst/>
                  <a:uLnTx/>
                  <a:uFillTx/>
                  <a:latin typeface="+mj-lt"/>
                  <a:cs typeface="Arial" pitchFamily="34" charset="0"/>
                </a:endParaRPr>
              </a:p>
            </p:txBody>
          </p:sp>
          <p:sp>
            <p:nvSpPr>
              <p:cNvPr id="67" name="Freeform 425">
                <a:extLst>
                  <a:ext uri="{FF2B5EF4-FFF2-40B4-BE49-F238E27FC236}">
                    <a16:creationId xmlns:a16="http://schemas.microsoft.com/office/drawing/2014/main" id="{B6D94E98-1800-FE72-C302-61417F34FC5B}"/>
                  </a:ext>
                </a:extLst>
              </p:cNvPr>
              <p:cNvSpPr>
                <a:spLocks/>
              </p:cNvSpPr>
              <p:nvPr/>
            </p:nvSpPr>
            <p:spPr bwMode="auto">
              <a:xfrm>
                <a:off x="3043238" y="3425825"/>
                <a:ext cx="398463" cy="341313"/>
              </a:xfrm>
              <a:custGeom>
                <a:avLst/>
                <a:gdLst/>
                <a:ahLst/>
                <a:cxnLst>
                  <a:cxn ang="0">
                    <a:pos x="28" y="151"/>
                  </a:cxn>
                  <a:cxn ang="0">
                    <a:pos x="7" y="119"/>
                  </a:cxn>
                  <a:cxn ang="0">
                    <a:pos x="2" y="81"/>
                  </a:cxn>
                  <a:cxn ang="0">
                    <a:pos x="44" y="16"/>
                  </a:cxn>
                  <a:cxn ang="0">
                    <a:pos x="123" y="10"/>
                  </a:cxn>
                  <a:cxn ang="0">
                    <a:pos x="177" y="72"/>
                  </a:cxn>
                  <a:cxn ang="0">
                    <a:pos x="157" y="76"/>
                  </a:cxn>
                  <a:cxn ang="0">
                    <a:pos x="117" y="24"/>
                  </a:cxn>
                  <a:cxn ang="0">
                    <a:pos x="49" y="25"/>
                  </a:cxn>
                  <a:cxn ang="0">
                    <a:pos x="7" y="82"/>
                  </a:cxn>
                  <a:cxn ang="0">
                    <a:pos x="9" y="119"/>
                  </a:cxn>
                  <a:cxn ang="0">
                    <a:pos x="28" y="151"/>
                  </a:cxn>
                </a:cxnLst>
                <a:rect l="0" t="0" r="r" b="b"/>
                <a:pathLst>
                  <a:path w="177" h="151">
                    <a:moveTo>
                      <a:pt x="28" y="151"/>
                    </a:moveTo>
                    <a:cubicBezTo>
                      <a:pt x="18" y="143"/>
                      <a:pt x="11" y="132"/>
                      <a:pt x="7" y="119"/>
                    </a:cubicBezTo>
                    <a:cubicBezTo>
                      <a:pt x="2" y="107"/>
                      <a:pt x="0" y="94"/>
                      <a:pt x="2" y="81"/>
                    </a:cubicBezTo>
                    <a:cubicBezTo>
                      <a:pt x="4" y="55"/>
                      <a:pt x="20" y="30"/>
                      <a:pt x="44" y="16"/>
                    </a:cubicBezTo>
                    <a:cubicBezTo>
                      <a:pt x="67" y="2"/>
                      <a:pt x="97" y="0"/>
                      <a:pt x="123" y="10"/>
                    </a:cubicBezTo>
                    <a:cubicBezTo>
                      <a:pt x="149" y="21"/>
                      <a:pt x="170" y="44"/>
                      <a:pt x="177" y="72"/>
                    </a:cubicBezTo>
                    <a:cubicBezTo>
                      <a:pt x="157" y="76"/>
                      <a:pt x="157" y="76"/>
                      <a:pt x="157" y="76"/>
                    </a:cubicBezTo>
                    <a:cubicBezTo>
                      <a:pt x="153" y="54"/>
                      <a:pt x="138" y="34"/>
                      <a:pt x="117" y="24"/>
                    </a:cubicBezTo>
                    <a:cubicBezTo>
                      <a:pt x="96" y="14"/>
                      <a:pt x="70" y="14"/>
                      <a:pt x="49" y="25"/>
                    </a:cubicBezTo>
                    <a:cubicBezTo>
                      <a:pt x="27" y="36"/>
                      <a:pt x="11" y="57"/>
                      <a:pt x="7" y="82"/>
                    </a:cubicBezTo>
                    <a:cubicBezTo>
                      <a:pt x="5" y="94"/>
                      <a:pt x="5" y="107"/>
                      <a:pt x="9" y="119"/>
                    </a:cubicBezTo>
                    <a:cubicBezTo>
                      <a:pt x="13" y="131"/>
                      <a:pt x="19" y="142"/>
                      <a:pt x="28" y="151"/>
                    </a:cubicBezTo>
                    <a:close/>
                  </a:path>
                </a:pathLst>
              </a:custGeom>
              <a:grpFill/>
              <a:ln w="19050">
                <a:no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15000"/>
                  </a:lnSpc>
                  <a:spcBef>
                    <a:spcPct val="0"/>
                  </a:spcBef>
                  <a:spcAft>
                    <a:spcPct val="0"/>
                  </a:spcAft>
                  <a:buClrTx/>
                  <a:buSzTx/>
                  <a:buFontTx/>
                  <a:buNone/>
                  <a:tabLst/>
                  <a:defRPr/>
                </a:pPr>
                <a:endParaRPr kumimoji="0" lang="en-US" sz="1361" b="0" i="0" u="none" strike="noStrike" kern="0" cap="none" spc="0" normalizeH="0" baseline="0">
                  <a:ln>
                    <a:noFill/>
                  </a:ln>
                  <a:solidFill>
                    <a:srgbClr val="000000"/>
                  </a:solidFill>
                  <a:effectLst/>
                  <a:uLnTx/>
                  <a:uFillTx/>
                  <a:latin typeface="+mj-lt"/>
                  <a:cs typeface="Arial" pitchFamily="34" charset="0"/>
                </a:endParaRPr>
              </a:p>
            </p:txBody>
          </p:sp>
          <p:sp>
            <p:nvSpPr>
              <p:cNvPr id="68" name="Line 426">
                <a:extLst>
                  <a:ext uri="{FF2B5EF4-FFF2-40B4-BE49-F238E27FC236}">
                    <a16:creationId xmlns:a16="http://schemas.microsoft.com/office/drawing/2014/main" id="{B8704C89-5FD2-011D-93A9-C0A8F1E8619A}"/>
                  </a:ext>
                </a:extLst>
              </p:cNvPr>
              <p:cNvSpPr>
                <a:spLocks noChangeShapeType="1"/>
              </p:cNvSpPr>
              <p:nvPr/>
            </p:nvSpPr>
            <p:spPr bwMode="auto">
              <a:xfrm>
                <a:off x="3184526" y="3570288"/>
                <a:ext cx="47625" cy="47625"/>
              </a:xfrm>
              <a:prstGeom prst="line">
                <a:avLst/>
              </a:prstGeom>
              <a:grpFill/>
              <a:ln w="190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15000"/>
                  </a:lnSpc>
                  <a:spcBef>
                    <a:spcPct val="0"/>
                  </a:spcBef>
                  <a:spcAft>
                    <a:spcPct val="0"/>
                  </a:spcAft>
                  <a:buClrTx/>
                  <a:buSzTx/>
                  <a:buFontTx/>
                  <a:buNone/>
                  <a:tabLst/>
                  <a:defRPr/>
                </a:pPr>
                <a:endParaRPr kumimoji="0" lang="en-US" sz="1361" b="0" i="0" u="none" strike="noStrike" kern="0" cap="none" spc="0" normalizeH="0" baseline="0">
                  <a:ln>
                    <a:noFill/>
                  </a:ln>
                  <a:solidFill>
                    <a:srgbClr val="000000"/>
                  </a:solidFill>
                  <a:effectLst/>
                  <a:uLnTx/>
                  <a:uFillTx/>
                  <a:latin typeface="+mj-lt"/>
                  <a:cs typeface="Arial" pitchFamily="34" charset="0"/>
                </a:endParaRPr>
              </a:p>
            </p:txBody>
          </p:sp>
          <p:sp>
            <p:nvSpPr>
              <p:cNvPr id="69" name="Freeform 427">
                <a:extLst>
                  <a:ext uri="{FF2B5EF4-FFF2-40B4-BE49-F238E27FC236}">
                    <a16:creationId xmlns:a16="http://schemas.microsoft.com/office/drawing/2014/main" id="{785F9324-EA48-5A15-BB51-7B343BC4FEED}"/>
                  </a:ext>
                </a:extLst>
              </p:cNvPr>
              <p:cNvSpPr>
                <a:spLocks/>
              </p:cNvSpPr>
              <p:nvPr/>
            </p:nvSpPr>
            <p:spPr bwMode="auto">
              <a:xfrm>
                <a:off x="3157538" y="3543300"/>
                <a:ext cx="52388" cy="52388"/>
              </a:xfrm>
              <a:custGeom>
                <a:avLst/>
                <a:gdLst/>
                <a:ahLst/>
                <a:cxnLst>
                  <a:cxn ang="0">
                    <a:pos x="9" y="33"/>
                  </a:cxn>
                  <a:cxn ang="0">
                    <a:pos x="0" y="0"/>
                  </a:cxn>
                  <a:cxn ang="0">
                    <a:pos x="33" y="9"/>
                  </a:cxn>
                  <a:cxn ang="0">
                    <a:pos x="9" y="33"/>
                  </a:cxn>
                </a:cxnLst>
                <a:rect l="0" t="0" r="r" b="b"/>
                <a:pathLst>
                  <a:path w="33" h="33">
                    <a:moveTo>
                      <a:pt x="9" y="33"/>
                    </a:moveTo>
                    <a:lnTo>
                      <a:pt x="0" y="0"/>
                    </a:lnTo>
                    <a:lnTo>
                      <a:pt x="33" y="9"/>
                    </a:lnTo>
                    <a:lnTo>
                      <a:pt x="9" y="33"/>
                    </a:lnTo>
                    <a:close/>
                  </a:path>
                </a:pathLst>
              </a:custGeom>
              <a:grpFill/>
              <a:ln w="19050">
                <a:solidFill>
                  <a:srgbClr val="FFFFFF"/>
                </a:solidFill>
                <a:round/>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15000"/>
                  </a:lnSpc>
                  <a:spcBef>
                    <a:spcPct val="0"/>
                  </a:spcBef>
                  <a:spcAft>
                    <a:spcPct val="0"/>
                  </a:spcAft>
                  <a:buClrTx/>
                  <a:buSzTx/>
                  <a:buFontTx/>
                  <a:buNone/>
                  <a:tabLst/>
                  <a:defRPr/>
                </a:pPr>
                <a:endParaRPr kumimoji="0" lang="en-US" sz="1361" b="0" i="0" u="none" strike="noStrike" kern="0" cap="none" spc="0" normalizeH="0" baseline="0">
                  <a:ln>
                    <a:noFill/>
                  </a:ln>
                  <a:solidFill>
                    <a:srgbClr val="000000"/>
                  </a:solidFill>
                  <a:effectLst/>
                  <a:uLnTx/>
                  <a:uFillTx/>
                  <a:latin typeface="+mj-lt"/>
                  <a:cs typeface="Arial" pitchFamily="34" charset="0"/>
                </a:endParaRPr>
              </a:p>
            </p:txBody>
          </p:sp>
          <p:sp>
            <p:nvSpPr>
              <p:cNvPr id="89" name="Oval 428">
                <a:extLst>
                  <a:ext uri="{FF2B5EF4-FFF2-40B4-BE49-F238E27FC236}">
                    <a16:creationId xmlns:a16="http://schemas.microsoft.com/office/drawing/2014/main" id="{579B1154-05AF-FB3F-74AE-7FB2AE9EA8FF}"/>
                  </a:ext>
                </a:extLst>
              </p:cNvPr>
              <p:cNvSpPr>
                <a:spLocks noChangeArrowheads="1"/>
              </p:cNvSpPr>
              <p:nvPr/>
            </p:nvSpPr>
            <p:spPr bwMode="auto">
              <a:xfrm>
                <a:off x="3230563" y="3613150"/>
                <a:ext cx="49213" cy="49213"/>
              </a:xfrm>
              <a:prstGeom prst="ellipse">
                <a:avLst/>
              </a:prstGeom>
              <a:grpFill/>
              <a:ln w="19050" cap="flat">
                <a:solidFill>
                  <a:srgbClr val="FFFFFF"/>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eaLnBrk="1" fontAlgn="base" latinLnBrk="0" hangingPunct="1">
                  <a:lnSpc>
                    <a:spcPct val="115000"/>
                  </a:lnSpc>
                  <a:spcBef>
                    <a:spcPct val="0"/>
                  </a:spcBef>
                  <a:spcAft>
                    <a:spcPct val="0"/>
                  </a:spcAft>
                  <a:buClrTx/>
                  <a:buSzTx/>
                  <a:buFontTx/>
                  <a:buNone/>
                  <a:tabLst/>
                  <a:defRPr/>
                </a:pPr>
                <a:endParaRPr kumimoji="0" lang="en-US" sz="1361" b="0" i="0" u="none" strike="noStrike" kern="0" cap="none" spc="0" normalizeH="0" baseline="0">
                  <a:ln>
                    <a:noFill/>
                  </a:ln>
                  <a:solidFill>
                    <a:srgbClr val="000000"/>
                  </a:solidFill>
                  <a:effectLst/>
                  <a:uLnTx/>
                  <a:uFillTx/>
                  <a:latin typeface="+mj-lt"/>
                  <a:cs typeface="Arial" pitchFamily="34" charset="0"/>
                </a:endParaRPr>
              </a:p>
            </p:txBody>
          </p:sp>
        </p:grpSp>
        <p:sp>
          <p:nvSpPr>
            <p:cNvPr id="70" name="Arrow: Chevron 69">
              <a:extLst>
                <a:ext uri="{FF2B5EF4-FFF2-40B4-BE49-F238E27FC236}">
                  <a16:creationId xmlns:a16="http://schemas.microsoft.com/office/drawing/2014/main" id="{3677E10D-2317-0CA4-31C0-E9E10F58E9A1}"/>
                </a:ext>
              </a:extLst>
            </p:cNvPr>
            <p:cNvSpPr/>
            <p:nvPr/>
          </p:nvSpPr>
          <p:spPr bwMode="auto">
            <a:xfrm>
              <a:off x="9347697" y="1690234"/>
              <a:ext cx="2340000" cy="629156"/>
            </a:xfrm>
            <a:prstGeom prst="chevron">
              <a:avLst/>
            </a:prstGeom>
            <a:solidFill>
              <a:schemeClr val="accent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Bef>
                  <a:spcPts val="400"/>
                </a:spcBef>
              </a:pPr>
              <a:r>
                <a:rPr lang="en-US" sz="1600" b="1" kern="0">
                  <a:solidFill>
                    <a:srgbClr val="FFFFFF"/>
                  </a:solidFill>
                  <a:latin typeface="+mj-lt"/>
                  <a:cs typeface="Calibri" panose="020F0502020204030204" pitchFamily="34" charset="0"/>
                </a:rPr>
                <a:t>     Closing</a:t>
              </a:r>
            </a:p>
          </p:txBody>
        </p:sp>
        <p:sp>
          <p:nvSpPr>
            <p:cNvPr id="71" name="Rectangle 70">
              <a:extLst>
                <a:ext uri="{FF2B5EF4-FFF2-40B4-BE49-F238E27FC236}">
                  <a16:creationId xmlns:a16="http://schemas.microsoft.com/office/drawing/2014/main" id="{761D3948-B3B5-FDBE-00FA-767FFD34810E}"/>
                </a:ext>
              </a:extLst>
            </p:cNvPr>
            <p:cNvSpPr/>
            <p:nvPr/>
          </p:nvSpPr>
          <p:spPr>
            <a:xfrm>
              <a:off x="9410067" y="2406300"/>
              <a:ext cx="2194189" cy="1374735"/>
            </a:xfrm>
            <a:prstGeom prst="rect">
              <a:avLst/>
            </a:prstGeom>
            <a:noFill/>
          </p:spPr>
          <p:txBody>
            <a:bodyPr wrap="square">
              <a:spAutoFit/>
            </a:bodyPr>
            <a:lstStyle/>
            <a:p>
              <a:pPr marL="176213" indent="-176213" fontAlgn="auto">
                <a:lnSpc>
                  <a:spcPts val="1200"/>
                </a:lnSpc>
                <a:spcBef>
                  <a:spcPts val="500"/>
                </a:spcBef>
                <a:spcAft>
                  <a:spcPts val="300"/>
                </a:spcAft>
                <a:buClr>
                  <a:srgbClr val="FFFFFF"/>
                </a:buClr>
                <a:buFont typeface="Wingdings" pitchFamily="2" charset="2"/>
                <a:buChar char="§"/>
                <a:defRPr/>
              </a:pPr>
              <a:r>
                <a:rPr lang="en-US" sz="1100" b="1">
                  <a:solidFill>
                    <a:schemeClr val="bg1"/>
                  </a:solidFill>
                  <a:cs typeface="Calibri" panose="020F0502020204030204" pitchFamily="34" charset="0"/>
                </a:rPr>
                <a:t>Lessons learned</a:t>
              </a:r>
            </a:p>
            <a:p>
              <a:pPr marL="176213" indent="-176213" fontAlgn="auto">
                <a:lnSpc>
                  <a:spcPts val="1200"/>
                </a:lnSpc>
                <a:spcBef>
                  <a:spcPts val="500"/>
                </a:spcBef>
                <a:spcAft>
                  <a:spcPts val="300"/>
                </a:spcAft>
                <a:buClr>
                  <a:srgbClr val="FFFFFF"/>
                </a:buClr>
                <a:buFont typeface="Wingdings" pitchFamily="2" charset="2"/>
                <a:buChar char="§"/>
                <a:defRPr/>
              </a:pPr>
              <a:r>
                <a:rPr lang="en-US" sz="1100" b="1">
                  <a:solidFill>
                    <a:schemeClr val="bg1"/>
                  </a:solidFill>
                  <a:cs typeface="Calibri" panose="020F0502020204030204" pitchFamily="34" charset="0"/>
                </a:rPr>
                <a:t>Closing </a:t>
              </a:r>
              <a:r>
                <a:rPr lang="en-US" sz="1100">
                  <a:solidFill>
                    <a:schemeClr val="bg1"/>
                  </a:solidFill>
                  <a:cs typeface="Calibri" panose="020F0502020204030204" pitchFamily="34" charset="0"/>
                </a:rPr>
                <a:t>the program to give way to the development of day-to-day operations</a:t>
              </a:r>
            </a:p>
            <a:p>
              <a:pPr marL="176213" indent="-176213" fontAlgn="auto">
                <a:lnSpc>
                  <a:spcPts val="1200"/>
                </a:lnSpc>
                <a:spcBef>
                  <a:spcPts val="500"/>
                </a:spcBef>
                <a:spcAft>
                  <a:spcPts val="300"/>
                </a:spcAft>
                <a:buClr>
                  <a:srgbClr val="FFFFFF"/>
                </a:buClr>
                <a:buFont typeface="Wingdings" pitchFamily="2" charset="2"/>
                <a:buChar char="§"/>
                <a:defRPr/>
              </a:pPr>
              <a:r>
                <a:rPr lang="en-US" sz="1100" b="1">
                  <a:solidFill>
                    <a:schemeClr val="bg1"/>
                  </a:solidFill>
                  <a:cs typeface="Calibri" panose="020F0502020204030204" pitchFamily="34" charset="0"/>
                </a:rPr>
                <a:t>Transfer knowledge </a:t>
              </a:r>
              <a:r>
                <a:rPr lang="en-US" sz="1100">
                  <a:solidFill>
                    <a:schemeClr val="bg1"/>
                  </a:solidFill>
                  <a:cs typeface="Calibri" panose="020F0502020204030204" pitchFamily="34" charset="0"/>
                </a:rPr>
                <a:t>of the new processes and tools to the people in charge</a:t>
              </a:r>
            </a:p>
          </p:txBody>
        </p:sp>
        <p:cxnSp>
          <p:nvCxnSpPr>
            <p:cNvPr id="72" name="Straight Connector 71">
              <a:extLst>
                <a:ext uri="{FF2B5EF4-FFF2-40B4-BE49-F238E27FC236}">
                  <a16:creationId xmlns:a16="http://schemas.microsoft.com/office/drawing/2014/main" id="{47DD16B5-EAA6-69E3-CD49-8EEF94686177}"/>
                </a:ext>
              </a:extLst>
            </p:cNvPr>
            <p:cNvCxnSpPr>
              <a:cxnSpLocks/>
            </p:cNvCxnSpPr>
            <p:nvPr/>
          </p:nvCxnSpPr>
          <p:spPr bwMode="auto">
            <a:xfrm>
              <a:off x="9423899" y="1559061"/>
              <a:ext cx="1850893" cy="0"/>
            </a:xfrm>
            <a:prstGeom prst="line">
              <a:avLst/>
            </a:prstGeom>
            <a:solidFill>
              <a:srgbClr val="FFFFFF"/>
            </a:solidFill>
            <a:ln w="9525" cap="flat" cmpd="sng" algn="ctr">
              <a:solidFill>
                <a:srgbClr val="FFFFFF">
                  <a:lumMod val="50000"/>
                </a:srgbClr>
              </a:solidFill>
              <a:prstDash val="solid"/>
              <a:round/>
              <a:headEnd type="diamond" w="med" len="med"/>
              <a:tailEnd type="diamond"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3" name="Gruppieren 20">
              <a:extLst>
                <a:ext uri="{FF2B5EF4-FFF2-40B4-BE49-F238E27FC236}">
                  <a16:creationId xmlns:a16="http://schemas.microsoft.com/office/drawing/2014/main" id="{B79E649E-2ED4-449B-F0F3-769CBDBFDC41}"/>
                </a:ext>
              </a:extLst>
            </p:cNvPr>
            <p:cNvGrpSpPr/>
            <p:nvPr/>
          </p:nvGrpSpPr>
          <p:grpSpPr>
            <a:xfrm>
              <a:off x="9789995" y="1776124"/>
              <a:ext cx="347165" cy="367023"/>
              <a:chOff x="4993899" y="2083723"/>
              <a:chExt cx="514066" cy="541792"/>
            </a:xfrm>
            <a:solidFill>
              <a:srgbClr val="FFFFFF"/>
            </a:solidFill>
          </p:grpSpPr>
          <p:sp>
            <p:nvSpPr>
              <p:cNvPr id="74" name="Freeform 1074">
                <a:extLst>
                  <a:ext uri="{FF2B5EF4-FFF2-40B4-BE49-F238E27FC236}">
                    <a16:creationId xmlns:a16="http://schemas.microsoft.com/office/drawing/2014/main" id="{C2CB829C-0081-FB4D-3763-9D06505B6644}"/>
                  </a:ext>
                </a:extLst>
              </p:cNvPr>
              <p:cNvSpPr>
                <a:spLocks/>
              </p:cNvSpPr>
              <p:nvPr/>
            </p:nvSpPr>
            <p:spPr bwMode="auto">
              <a:xfrm>
                <a:off x="5203050" y="2252564"/>
                <a:ext cx="304915" cy="372951"/>
              </a:xfrm>
              <a:custGeom>
                <a:avLst/>
                <a:gdLst>
                  <a:gd name="T0" fmla="*/ 52 w 169"/>
                  <a:gd name="T1" fmla="*/ 207 h 207"/>
                  <a:gd name="T2" fmla="*/ 0 w 169"/>
                  <a:gd name="T3" fmla="*/ 207 h 207"/>
                  <a:gd name="T4" fmla="*/ 2 w 169"/>
                  <a:gd name="T5" fmla="*/ 185 h 207"/>
                  <a:gd name="T6" fmla="*/ 13 w 169"/>
                  <a:gd name="T7" fmla="*/ 129 h 207"/>
                  <a:gd name="T8" fmla="*/ 78 w 169"/>
                  <a:gd name="T9" fmla="*/ 42 h 207"/>
                  <a:gd name="T10" fmla="*/ 104 w 169"/>
                  <a:gd name="T11" fmla="*/ 27 h 207"/>
                  <a:gd name="T12" fmla="*/ 93 w 169"/>
                  <a:gd name="T13" fmla="*/ 0 h 207"/>
                  <a:gd name="T14" fmla="*/ 169 w 169"/>
                  <a:gd name="T15" fmla="*/ 30 h 207"/>
                  <a:gd name="T16" fmla="*/ 135 w 169"/>
                  <a:gd name="T17" fmla="*/ 104 h 207"/>
                  <a:gd name="T18" fmla="*/ 123 w 169"/>
                  <a:gd name="T19" fmla="*/ 76 h 207"/>
                  <a:gd name="T20" fmla="*/ 104 w 169"/>
                  <a:gd name="T21" fmla="*/ 89 h 207"/>
                  <a:gd name="T22" fmla="*/ 57 w 169"/>
                  <a:gd name="T23" fmla="*/ 167 h 207"/>
                  <a:gd name="T24" fmla="*/ 52 w 169"/>
                  <a:gd name="T25" fmla="*/ 207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 h="207">
                    <a:moveTo>
                      <a:pt x="52" y="207"/>
                    </a:moveTo>
                    <a:cubicBezTo>
                      <a:pt x="35" y="207"/>
                      <a:pt x="18" y="207"/>
                      <a:pt x="0" y="207"/>
                    </a:cubicBezTo>
                    <a:cubicBezTo>
                      <a:pt x="0" y="199"/>
                      <a:pt x="1" y="192"/>
                      <a:pt x="2" y="185"/>
                    </a:cubicBezTo>
                    <a:cubicBezTo>
                      <a:pt x="4" y="166"/>
                      <a:pt x="7" y="147"/>
                      <a:pt x="13" y="129"/>
                    </a:cubicBezTo>
                    <a:cubicBezTo>
                      <a:pt x="25" y="92"/>
                      <a:pt x="46" y="63"/>
                      <a:pt x="78" y="42"/>
                    </a:cubicBezTo>
                    <a:cubicBezTo>
                      <a:pt x="86" y="37"/>
                      <a:pt x="95" y="32"/>
                      <a:pt x="104" y="27"/>
                    </a:cubicBezTo>
                    <a:cubicBezTo>
                      <a:pt x="100" y="19"/>
                      <a:pt x="97" y="10"/>
                      <a:pt x="93" y="0"/>
                    </a:cubicBezTo>
                    <a:cubicBezTo>
                      <a:pt x="118" y="10"/>
                      <a:pt x="143" y="20"/>
                      <a:pt x="169" y="30"/>
                    </a:cubicBezTo>
                    <a:cubicBezTo>
                      <a:pt x="157" y="55"/>
                      <a:pt x="146" y="79"/>
                      <a:pt x="135" y="104"/>
                    </a:cubicBezTo>
                    <a:cubicBezTo>
                      <a:pt x="131" y="95"/>
                      <a:pt x="127" y="86"/>
                      <a:pt x="123" y="76"/>
                    </a:cubicBezTo>
                    <a:cubicBezTo>
                      <a:pt x="117" y="81"/>
                      <a:pt x="110" y="84"/>
                      <a:pt x="104" y="89"/>
                    </a:cubicBezTo>
                    <a:cubicBezTo>
                      <a:pt x="77" y="108"/>
                      <a:pt x="63" y="135"/>
                      <a:pt x="57" y="167"/>
                    </a:cubicBezTo>
                    <a:cubicBezTo>
                      <a:pt x="55" y="180"/>
                      <a:pt x="54" y="193"/>
                      <a:pt x="52" y="207"/>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a:solidFill>
                    <a:schemeClr val="tx2">
                      <a:lumMod val="50000"/>
                    </a:schemeClr>
                  </a:solidFill>
                  <a:latin typeface="Calibri"/>
                  <a:sym typeface="Calibri"/>
                </a:endParaRPr>
              </a:p>
            </p:txBody>
          </p:sp>
          <p:sp>
            <p:nvSpPr>
              <p:cNvPr id="75" name="Freeform 1075">
                <a:extLst>
                  <a:ext uri="{FF2B5EF4-FFF2-40B4-BE49-F238E27FC236}">
                    <a16:creationId xmlns:a16="http://schemas.microsoft.com/office/drawing/2014/main" id="{5EA181ED-8BF3-0ECB-A057-5D29BDE1B1FA}"/>
                  </a:ext>
                </a:extLst>
              </p:cNvPr>
              <p:cNvSpPr>
                <a:spLocks/>
              </p:cNvSpPr>
              <p:nvPr/>
            </p:nvSpPr>
            <p:spPr bwMode="auto">
              <a:xfrm>
                <a:off x="4993899" y="2252562"/>
                <a:ext cx="231835" cy="249473"/>
              </a:xfrm>
              <a:custGeom>
                <a:avLst/>
                <a:gdLst>
                  <a:gd name="T0" fmla="*/ 46 w 129"/>
                  <a:gd name="T1" fmla="*/ 76 h 138"/>
                  <a:gd name="T2" fmla="*/ 34 w 129"/>
                  <a:gd name="T3" fmla="*/ 103 h 138"/>
                  <a:gd name="T4" fmla="*/ 0 w 129"/>
                  <a:gd name="T5" fmla="*/ 28 h 138"/>
                  <a:gd name="T6" fmla="*/ 77 w 129"/>
                  <a:gd name="T7" fmla="*/ 0 h 138"/>
                  <a:gd name="T8" fmla="*/ 66 w 129"/>
                  <a:gd name="T9" fmla="*/ 27 h 138"/>
                  <a:gd name="T10" fmla="*/ 83 w 129"/>
                  <a:gd name="T11" fmla="*/ 37 h 138"/>
                  <a:gd name="T12" fmla="*/ 127 w 129"/>
                  <a:gd name="T13" fmla="*/ 75 h 138"/>
                  <a:gd name="T14" fmla="*/ 128 w 129"/>
                  <a:gd name="T15" fmla="*/ 79 h 138"/>
                  <a:gd name="T16" fmla="*/ 104 w 129"/>
                  <a:gd name="T17" fmla="*/ 136 h 138"/>
                  <a:gd name="T18" fmla="*/ 103 w 129"/>
                  <a:gd name="T19" fmla="*/ 138 h 138"/>
                  <a:gd name="T20" fmla="*/ 46 w 129"/>
                  <a:gd name="T21" fmla="*/ 76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9" h="138">
                    <a:moveTo>
                      <a:pt x="46" y="76"/>
                    </a:moveTo>
                    <a:cubicBezTo>
                      <a:pt x="42" y="85"/>
                      <a:pt x="38" y="94"/>
                      <a:pt x="34" y="103"/>
                    </a:cubicBezTo>
                    <a:cubicBezTo>
                      <a:pt x="23" y="78"/>
                      <a:pt x="11" y="53"/>
                      <a:pt x="0" y="28"/>
                    </a:cubicBezTo>
                    <a:cubicBezTo>
                      <a:pt x="25" y="19"/>
                      <a:pt x="51" y="9"/>
                      <a:pt x="77" y="0"/>
                    </a:cubicBezTo>
                    <a:cubicBezTo>
                      <a:pt x="73" y="9"/>
                      <a:pt x="69" y="18"/>
                      <a:pt x="66" y="27"/>
                    </a:cubicBezTo>
                    <a:cubicBezTo>
                      <a:pt x="71" y="30"/>
                      <a:pt x="77" y="33"/>
                      <a:pt x="83" y="37"/>
                    </a:cubicBezTo>
                    <a:cubicBezTo>
                      <a:pt x="100" y="47"/>
                      <a:pt x="115" y="60"/>
                      <a:pt x="127" y="75"/>
                    </a:cubicBezTo>
                    <a:cubicBezTo>
                      <a:pt x="128" y="76"/>
                      <a:pt x="129" y="77"/>
                      <a:pt x="128" y="79"/>
                    </a:cubicBezTo>
                    <a:cubicBezTo>
                      <a:pt x="117" y="97"/>
                      <a:pt x="109" y="116"/>
                      <a:pt x="104" y="136"/>
                    </a:cubicBezTo>
                    <a:cubicBezTo>
                      <a:pt x="104" y="136"/>
                      <a:pt x="104" y="137"/>
                      <a:pt x="103" y="138"/>
                    </a:cubicBezTo>
                    <a:cubicBezTo>
                      <a:pt x="92" y="110"/>
                      <a:pt x="72" y="90"/>
                      <a:pt x="46" y="76"/>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a:solidFill>
                    <a:schemeClr val="tx2">
                      <a:lumMod val="50000"/>
                    </a:schemeClr>
                  </a:solidFill>
                  <a:latin typeface="Calibri"/>
                  <a:sym typeface="Calibri"/>
                </a:endParaRPr>
              </a:p>
            </p:txBody>
          </p:sp>
          <p:sp>
            <p:nvSpPr>
              <p:cNvPr id="76" name="Freeform 1076">
                <a:extLst>
                  <a:ext uri="{FF2B5EF4-FFF2-40B4-BE49-F238E27FC236}">
                    <a16:creationId xmlns:a16="http://schemas.microsoft.com/office/drawing/2014/main" id="{B3081D05-E877-1A10-A76B-437939874F28}"/>
                  </a:ext>
                </a:extLst>
              </p:cNvPr>
              <p:cNvSpPr>
                <a:spLocks/>
              </p:cNvSpPr>
              <p:nvPr/>
            </p:nvSpPr>
            <p:spPr bwMode="auto">
              <a:xfrm>
                <a:off x="5150130" y="2083723"/>
                <a:ext cx="201596" cy="274672"/>
              </a:xfrm>
              <a:custGeom>
                <a:avLst/>
                <a:gdLst>
                  <a:gd name="T0" fmla="*/ 30 w 112"/>
                  <a:gd name="T1" fmla="*/ 61 h 152"/>
                  <a:gd name="T2" fmla="*/ 0 w 112"/>
                  <a:gd name="T3" fmla="*/ 61 h 152"/>
                  <a:gd name="T4" fmla="*/ 57 w 112"/>
                  <a:gd name="T5" fmla="*/ 0 h 152"/>
                  <a:gd name="T6" fmla="*/ 112 w 112"/>
                  <a:gd name="T7" fmla="*/ 61 h 152"/>
                  <a:gd name="T8" fmla="*/ 82 w 112"/>
                  <a:gd name="T9" fmla="*/ 61 h 152"/>
                  <a:gd name="T10" fmla="*/ 82 w 112"/>
                  <a:gd name="T11" fmla="*/ 66 h 152"/>
                  <a:gd name="T12" fmla="*/ 82 w 112"/>
                  <a:gd name="T13" fmla="*/ 124 h 152"/>
                  <a:gd name="T14" fmla="*/ 81 w 112"/>
                  <a:gd name="T15" fmla="*/ 129 h 152"/>
                  <a:gd name="T16" fmla="*/ 57 w 112"/>
                  <a:gd name="T17" fmla="*/ 152 h 152"/>
                  <a:gd name="T18" fmla="*/ 57 w 112"/>
                  <a:gd name="T19" fmla="*/ 152 h 152"/>
                  <a:gd name="T20" fmla="*/ 37 w 112"/>
                  <a:gd name="T21" fmla="*/ 133 h 152"/>
                  <a:gd name="T22" fmla="*/ 30 w 112"/>
                  <a:gd name="T23" fmla="*/ 118 h 152"/>
                  <a:gd name="T24" fmla="*/ 30 w 112"/>
                  <a:gd name="T25" fmla="*/ 66 h 152"/>
                  <a:gd name="T26" fmla="*/ 30 w 112"/>
                  <a:gd name="T27" fmla="*/ 61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2" h="152">
                    <a:moveTo>
                      <a:pt x="30" y="61"/>
                    </a:moveTo>
                    <a:cubicBezTo>
                      <a:pt x="20" y="61"/>
                      <a:pt x="11" y="61"/>
                      <a:pt x="0" y="61"/>
                    </a:cubicBezTo>
                    <a:cubicBezTo>
                      <a:pt x="20" y="41"/>
                      <a:pt x="38" y="21"/>
                      <a:pt x="57" y="0"/>
                    </a:cubicBezTo>
                    <a:cubicBezTo>
                      <a:pt x="76" y="21"/>
                      <a:pt x="94" y="41"/>
                      <a:pt x="112" y="61"/>
                    </a:cubicBezTo>
                    <a:cubicBezTo>
                      <a:pt x="102" y="61"/>
                      <a:pt x="92" y="61"/>
                      <a:pt x="82" y="61"/>
                    </a:cubicBezTo>
                    <a:cubicBezTo>
                      <a:pt x="82" y="63"/>
                      <a:pt x="82" y="64"/>
                      <a:pt x="82" y="66"/>
                    </a:cubicBezTo>
                    <a:cubicBezTo>
                      <a:pt x="82" y="85"/>
                      <a:pt x="83" y="105"/>
                      <a:pt x="82" y="124"/>
                    </a:cubicBezTo>
                    <a:cubicBezTo>
                      <a:pt x="82" y="126"/>
                      <a:pt x="82" y="128"/>
                      <a:pt x="81" y="129"/>
                    </a:cubicBezTo>
                    <a:cubicBezTo>
                      <a:pt x="73" y="136"/>
                      <a:pt x="65" y="144"/>
                      <a:pt x="57" y="152"/>
                    </a:cubicBezTo>
                    <a:cubicBezTo>
                      <a:pt x="57" y="152"/>
                      <a:pt x="56" y="152"/>
                      <a:pt x="57" y="152"/>
                    </a:cubicBezTo>
                    <a:cubicBezTo>
                      <a:pt x="50" y="146"/>
                      <a:pt x="44" y="139"/>
                      <a:pt x="37" y="133"/>
                    </a:cubicBezTo>
                    <a:cubicBezTo>
                      <a:pt x="31" y="129"/>
                      <a:pt x="30" y="125"/>
                      <a:pt x="30" y="118"/>
                    </a:cubicBezTo>
                    <a:cubicBezTo>
                      <a:pt x="30" y="101"/>
                      <a:pt x="30" y="83"/>
                      <a:pt x="30" y="66"/>
                    </a:cubicBezTo>
                    <a:cubicBezTo>
                      <a:pt x="30" y="64"/>
                      <a:pt x="30" y="63"/>
                      <a:pt x="30" y="6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US" sz="1800">
                  <a:solidFill>
                    <a:schemeClr val="tx2">
                      <a:lumMod val="50000"/>
                    </a:schemeClr>
                  </a:solidFill>
                  <a:latin typeface="Calibri"/>
                  <a:sym typeface="Calibri"/>
                </a:endParaRPr>
              </a:p>
            </p:txBody>
          </p:sp>
        </p:grpSp>
        <p:sp>
          <p:nvSpPr>
            <p:cNvPr id="77" name="Rectangle 76">
              <a:extLst>
                <a:ext uri="{FF2B5EF4-FFF2-40B4-BE49-F238E27FC236}">
                  <a16:creationId xmlns:a16="http://schemas.microsoft.com/office/drawing/2014/main" id="{08F3EBA7-F360-B0D4-BDA5-C7C63E0FF5C7}"/>
                </a:ext>
              </a:extLst>
            </p:cNvPr>
            <p:cNvSpPr/>
            <p:nvPr/>
          </p:nvSpPr>
          <p:spPr>
            <a:xfrm>
              <a:off x="2966595" y="2406300"/>
              <a:ext cx="3096344" cy="2734082"/>
            </a:xfrm>
            <a:prstGeom prst="rect">
              <a:avLst/>
            </a:prstGeom>
          </p:spPr>
          <p:txBody>
            <a:bodyPr wrap="square">
              <a:spAutoFit/>
            </a:bodyPr>
            <a:lstStyle/>
            <a:p>
              <a:pPr marL="176213" indent="-176213">
                <a:lnSpc>
                  <a:spcPts val="1200"/>
                </a:lnSpc>
                <a:spcBef>
                  <a:spcPts val="500"/>
                </a:spcBef>
                <a:buClr>
                  <a:srgbClr val="FFFFFF"/>
                </a:buClr>
                <a:buFont typeface="Wingdings" pitchFamily="2" charset="2"/>
                <a:buChar char="§"/>
              </a:pPr>
              <a:r>
                <a:rPr lang="en-US" sz="1100" b="1">
                  <a:solidFill>
                    <a:schemeClr val="bg1"/>
                  </a:solidFill>
                  <a:cs typeface="Calibri" panose="020F0502020204030204" pitchFamily="34" charset="0"/>
                </a:rPr>
                <a:t>Deployment of </a:t>
              </a:r>
              <a:r>
                <a:rPr lang="en-US" sz="1100">
                  <a:solidFill>
                    <a:schemeClr val="bg1"/>
                  </a:solidFill>
                  <a:cs typeface="Calibri" panose="020F0502020204030204" pitchFamily="34" charset="0"/>
                </a:rPr>
                <a:t>the Agile PMO:</a:t>
              </a:r>
            </a:p>
            <a:p>
              <a:pPr marL="492125" lvl="1" indent="-228600">
                <a:lnSpc>
                  <a:spcPts val="1200"/>
                </a:lnSpc>
                <a:spcBef>
                  <a:spcPts val="500"/>
                </a:spcBef>
                <a:buClr>
                  <a:srgbClr val="FFFFFF"/>
                </a:buClr>
                <a:buFont typeface="+mj-lt"/>
                <a:buAutoNum type="arabicPeriod"/>
              </a:pPr>
              <a:r>
                <a:rPr lang="en-US" sz="1050" b="1">
                  <a:solidFill>
                    <a:schemeClr val="bg1"/>
                  </a:solidFill>
                  <a:cs typeface="Calibri" panose="020F0502020204030204" pitchFamily="34" charset="0"/>
                </a:rPr>
                <a:t>Control and visibility </a:t>
              </a:r>
            </a:p>
            <a:p>
              <a:pPr marL="492125" lvl="1" indent="-228600">
                <a:lnSpc>
                  <a:spcPts val="1200"/>
                </a:lnSpc>
                <a:spcBef>
                  <a:spcPts val="500"/>
                </a:spcBef>
                <a:buClr>
                  <a:srgbClr val="FFFFFF"/>
                </a:buClr>
                <a:buFont typeface="+mj-lt"/>
                <a:buAutoNum type="arabicPeriod"/>
              </a:pPr>
              <a:r>
                <a:rPr lang="en-US" sz="1050" b="1">
                  <a:solidFill>
                    <a:schemeClr val="bg1"/>
                  </a:solidFill>
                  <a:cs typeface="Calibri" panose="020F0502020204030204" pitchFamily="34" charset="0"/>
                </a:rPr>
                <a:t>Planning</a:t>
              </a:r>
              <a:endParaRPr lang="en-US" sz="1050">
                <a:solidFill>
                  <a:schemeClr val="bg1"/>
                </a:solidFill>
                <a:cs typeface="Calibri" panose="020F0502020204030204" pitchFamily="34" charset="0"/>
              </a:endParaRPr>
            </a:p>
            <a:p>
              <a:pPr marL="492125" lvl="1" indent="-228600">
                <a:lnSpc>
                  <a:spcPts val="1200"/>
                </a:lnSpc>
                <a:spcBef>
                  <a:spcPts val="500"/>
                </a:spcBef>
                <a:buClr>
                  <a:srgbClr val="FFFFFF"/>
                </a:buClr>
                <a:buFont typeface="+mj-lt"/>
                <a:buAutoNum type="arabicPeriod"/>
              </a:pPr>
              <a:r>
                <a:rPr lang="en-US" sz="1050" b="1">
                  <a:solidFill>
                    <a:schemeClr val="bg1"/>
                  </a:solidFill>
                  <a:cs typeface="Calibri" panose="020F0502020204030204" pitchFamily="34" charset="0"/>
                </a:rPr>
                <a:t>Risk </a:t>
              </a:r>
              <a:r>
                <a:rPr lang="en-US" sz="1050">
                  <a:solidFill>
                    <a:schemeClr val="bg1"/>
                  </a:solidFill>
                  <a:cs typeface="Calibri" panose="020F0502020204030204" pitchFamily="34" charset="0"/>
                </a:rPr>
                <a:t>Management</a:t>
              </a:r>
            </a:p>
            <a:p>
              <a:pPr marL="492125" lvl="1" indent="-228600">
                <a:lnSpc>
                  <a:spcPts val="1200"/>
                </a:lnSpc>
                <a:spcBef>
                  <a:spcPts val="500"/>
                </a:spcBef>
                <a:buClr>
                  <a:srgbClr val="FFFFFF"/>
                </a:buClr>
                <a:buFont typeface="+mj-lt"/>
                <a:buAutoNum type="arabicPeriod"/>
              </a:pPr>
              <a:r>
                <a:rPr lang="en-US" sz="1050" b="1">
                  <a:solidFill>
                    <a:schemeClr val="bg1"/>
                  </a:solidFill>
                  <a:cs typeface="Calibri" panose="020F0502020204030204" pitchFamily="34" charset="0"/>
                </a:rPr>
                <a:t>Incident </a:t>
              </a:r>
              <a:r>
                <a:rPr lang="en-US" sz="1050">
                  <a:solidFill>
                    <a:schemeClr val="bg1"/>
                  </a:solidFill>
                  <a:cs typeface="Calibri" panose="020F0502020204030204" pitchFamily="34" charset="0"/>
                </a:rPr>
                <a:t>management</a:t>
              </a:r>
            </a:p>
            <a:p>
              <a:pPr marL="492125" lvl="1" indent="-228600">
                <a:lnSpc>
                  <a:spcPts val="1200"/>
                </a:lnSpc>
                <a:spcBef>
                  <a:spcPts val="500"/>
                </a:spcBef>
                <a:buClr>
                  <a:srgbClr val="FFFFFF"/>
                </a:buClr>
                <a:buFont typeface="+mj-lt"/>
                <a:buAutoNum type="arabicPeriod"/>
              </a:pPr>
              <a:r>
                <a:rPr lang="en-US" sz="1050">
                  <a:solidFill>
                    <a:schemeClr val="bg1"/>
                  </a:solidFill>
                  <a:cs typeface="Calibri" panose="020F0502020204030204" pitchFamily="34" charset="0"/>
                </a:rPr>
                <a:t>Ensure </a:t>
              </a:r>
              <a:r>
                <a:rPr lang="en-US" sz="1050" b="1">
                  <a:solidFill>
                    <a:schemeClr val="bg1"/>
                  </a:solidFill>
                  <a:cs typeface="Calibri" panose="020F0502020204030204" pitchFamily="34" charset="0"/>
                </a:rPr>
                <a:t>alignment </a:t>
              </a:r>
              <a:r>
                <a:rPr lang="en-US" sz="1050">
                  <a:solidFill>
                    <a:schemeClr val="bg1"/>
                  </a:solidFill>
                  <a:cs typeface="Calibri" panose="020F0502020204030204" pitchFamily="34" charset="0"/>
                </a:rPr>
                <a:t>between the different initiatives</a:t>
              </a:r>
            </a:p>
            <a:p>
              <a:pPr marL="492125" lvl="1" indent="-228600">
                <a:lnSpc>
                  <a:spcPts val="1200"/>
                </a:lnSpc>
                <a:spcBef>
                  <a:spcPts val="500"/>
                </a:spcBef>
                <a:buClr>
                  <a:srgbClr val="FFFFFF"/>
                </a:buClr>
                <a:buFont typeface="+mj-lt"/>
                <a:buAutoNum type="arabicPeriod"/>
              </a:pPr>
              <a:r>
                <a:rPr lang="en-US" sz="1050" b="1">
                  <a:solidFill>
                    <a:schemeClr val="bg1"/>
                  </a:solidFill>
                  <a:cs typeface="Calibri" panose="020F0502020204030204" pitchFamily="34" charset="0"/>
                </a:rPr>
                <a:t>Centralization </a:t>
              </a:r>
              <a:r>
                <a:rPr lang="en-US" sz="1050">
                  <a:solidFill>
                    <a:schemeClr val="bg1"/>
                  </a:solidFill>
                  <a:cs typeface="Calibri" panose="020F0502020204030204" pitchFamily="34" charset="0"/>
                </a:rPr>
                <a:t>of </a:t>
              </a:r>
              <a:r>
                <a:rPr lang="en-US" sz="1050" b="1">
                  <a:solidFill>
                    <a:schemeClr val="bg1"/>
                  </a:solidFill>
                  <a:cs typeface="Calibri" panose="020F0502020204030204" pitchFamily="34" charset="0"/>
                </a:rPr>
                <a:t>information</a:t>
              </a:r>
            </a:p>
            <a:p>
              <a:pPr marL="492125" lvl="1" indent="-228600">
                <a:lnSpc>
                  <a:spcPts val="1200"/>
                </a:lnSpc>
                <a:spcBef>
                  <a:spcPts val="500"/>
                </a:spcBef>
                <a:buClr>
                  <a:srgbClr val="FFFFFF"/>
                </a:buClr>
                <a:buFont typeface="+mj-lt"/>
                <a:buAutoNum type="arabicPeriod"/>
              </a:pPr>
              <a:r>
                <a:rPr lang="en-US" sz="1050">
                  <a:solidFill>
                    <a:schemeClr val="bg1"/>
                  </a:solidFill>
                  <a:cs typeface="Calibri" panose="020F0502020204030204" pitchFamily="34" charset="0"/>
                </a:rPr>
                <a:t>Ensure the </a:t>
              </a:r>
              <a:r>
                <a:rPr lang="en-US" sz="1050" b="1">
                  <a:solidFill>
                    <a:schemeClr val="bg1"/>
                  </a:solidFill>
                  <a:cs typeface="Calibri" panose="020F0502020204030204" pitchFamily="34" charset="0"/>
                </a:rPr>
                <a:t>quality of </a:t>
              </a:r>
              <a:r>
                <a:rPr lang="en-US" sz="1050">
                  <a:solidFill>
                    <a:schemeClr val="bg1"/>
                  </a:solidFill>
                  <a:cs typeface="Calibri" panose="020F0502020204030204" pitchFamily="34" charset="0"/>
                </a:rPr>
                <a:t>deliverables</a:t>
              </a:r>
            </a:p>
            <a:p>
              <a:pPr marL="492125" lvl="1" indent="-228600">
                <a:lnSpc>
                  <a:spcPts val="1200"/>
                </a:lnSpc>
                <a:spcBef>
                  <a:spcPts val="500"/>
                </a:spcBef>
                <a:buClr>
                  <a:srgbClr val="FFFFFF"/>
                </a:buClr>
                <a:buFont typeface="+mj-lt"/>
                <a:buAutoNum type="arabicPeriod"/>
              </a:pPr>
              <a:r>
                <a:rPr lang="en-US" sz="1050">
                  <a:solidFill>
                    <a:schemeClr val="bg1"/>
                  </a:solidFill>
                  <a:cs typeface="Calibri" panose="020F0502020204030204" pitchFamily="34" charset="0"/>
                </a:rPr>
                <a:t>Preparation of </a:t>
              </a:r>
              <a:r>
                <a:rPr lang="en-US" sz="1050" b="1">
                  <a:solidFill>
                    <a:schemeClr val="bg1"/>
                  </a:solidFill>
                  <a:cs typeface="Calibri" panose="020F0502020204030204" pitchFamily="34" charset="0"/>
                </a:rPr>
                <a:t>reports </a:t>
              </a:r>
              <a:r>
                <a:rPr lang="en-US" sz="1050">
                  <a:solidFill>
                    <a:schemeClr val="bg1"/>
                  </a:solidFill>
                  <a:cs typeface="Calibri" panose="020F0502020204030204" pitchFamily="34" charset="0"/>
                </a:rPr>
                <a:t>for steering committees</a:t>
              </a:r>
            </a:p>
            <a:p>
              <a:pPr marL="492125" lvl="1" indent="-228600">
                <a:lnSpc>
                  <a:spcPts val="1200"/>
                </a:lnSpc>
                <a:spcBef>
                  <a:spcPts val="500"/>
                </a:spcBef>
                <a:buClr>
                  <a:srgbClr val="FFFFFF"/>
                </a:buClr>
                <a:buFont typeface="+mj-lt"/>
                <a:buAutoNum type="arabicPeriod"/>
              </a:pPr>
              <a:r>
                <a:rPr lang="en-US" sz="1050">
                  <a:solidFill>
                    <a:schemeClr val="bg1"/>
                  </a:solidFill>
                  <a:cs typeface="Calibri" panose="020F0502020204030204" pitchFamily="34" charset="0"/>
                </a:rPr>
                <a:t>Expert </a:t>
              </a:r>
              <a:r>
                <a:rPr lang="en-US" sz="1050" b="1">
                  <a:solidFill>
                    <a:schemeClr val="bg1"/>
                  </a:solidFill>
                  <a:cs typeface="Calibri" panose="020F0502020204030204" pitchFamily="34" charset="0"/>
                </a:rPr>
                <a:t>advice</a:t>
              </a:r>
            </a:p>
            <a:p>
              <a:pPr marL="492125" lvl="1" indent="-228600">
                <a:lnSpc>
                  <a:spcPts val="1200"/>
                </a:lnSpc>
                <a:spcBef>
                  <a:spcPts val="500"/>
                </a:spcBef>
                <a:buClr>
                  <a:srgbClr val="FFFFFF"/>
                </a:buClr>
                <a:buFont typeface="+mj-lt"/>
                <a:buAutoNum type="arabicPeriod"/>
              </a:pPr>
              <a:r>
                <a:rPr kumimoji="0" lang="en-US" sz="1050" b="1" i="0" u="none" strike="noStrike" kern="1200" cap="none" spc="0" normalizeH="0" baseline="0" noProof="0">
                  <a:ln>
                    <a:noFill/>
                  </a:ln>
                  <a:solidFill>
                    <a:schemeClr val="bg1"/>
                  </a:solidFill>
                  <a:effectLst/>
                  <a:uLnTx/>
                  <a:uFillTx/>
                  <a:latin typeface="Verdana"/>
                  <a:ea typeface="+mn-ea"/>
                  <a:cs typeface="Calibri" panose="020F0502020204030204" pitchFamily="34" charset="0"/>
                </a:rPr>
                <a:t>Monitoring </a:t>
              </a:r>
              <a:r>
                <a:rPr kumimoji="0" lang="en-US" sz="1050" b="0" i="0" u="none" strike="noStrike" kern="1200" cap="none" spc="0" normalizeH="0" baseline="0" noProof="0">
                  <a:ln>
                    <a:noFill/>
                  </a:ln>
                  <a:solidFill>
                    <a:schemeClr val="bg1"/>
                  </a:solidFill>
                  <a:effectLst/>
                  <a:uLnTx/>
                  <a:uFillTx/>
                  <a:latin typeface="Verdana"/>
                  <a:ea typeface="+mn-ea"/>
                  <a:cs typeface="Calibri" panose="020F0502020204030204" pitchFamily="34" charset="0"/>
                </a:rPr>
                <a:t>and tracking</a:t>
              </a:r>
            </a:p>
          </p:txBody>
        </p:sp>
        <p:sp>
          <p:nvSpPr>
            <p:cNvPr id="78" name="TextBox 77">
              <a:extLst>
                <a:ext uri="{FF2B5EF4-FFF2-40B4-BE49-F238E27FC236}">
                  <a16:creationId xmlns:a16="http://schemas.microsoft.com/office/drawing/2014/main" id="{251EC709-8020-395F-259B-6A2C2FBDFD69}"/>
                </a:ext>
              </a:extLst>
            </p:cNvPr>
            <p:cNvSpPr txBox="1"/>
            <p:nvPr/>
          </p:nvSpPr>
          <p:spPr>
            <a:xfrm>
              <a:off x="9633402" y="1054821"/>
              <a:ext cx="143188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chemeClr val="accent1"/>
                  </a:solidFill>
                  <a:effectLst/>
                  <a:uLnTx/>
                  <a:uFillTx/>
                  <a:latin typeface="Verdana"/>
                </a:rPr>
                <a:t>TRANSFER</a:t>
              </a:r>
            </a:p>
          </p:txBody>
        </p:sp>
        <p:sp>
          <p:nvSpPr>
            <p:cNvPr id="79" name="TextBox 78">
              <a:extLst>
                <a:ext uri="{FF2B5EF4-FFF2-40B4-BE49-F238E27FC236}">
                  <a16:creationId xmlns:a16="http://schemas.microsoft.com/office/drawing/2014/main" id="{736E7F4B-6332-27B4-1E5E-44748AD170DD}"/>
                </a:ext>
              </a:extLst>
            </p:cNvPr>
            <p:cNvSpPr txBox="1"/>
            <p:nvPr/>
          </p:nvSpPr>
          <p:spPr>
            <a:xfrm>
              <a:off x="3886200" y="1054821"/>
              <a:ext cx="437185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chemeClr val="accent2"/>
                  </a:solidFill>
                  <a:effectLst/>
                  <a:uLnTx/>
                  <a:uFillTx/>
                  <a:latin typeface="Verdana"/>
                </a:rPr>
                <a:t>TO PROMOTE, SUSTAIN AND SECURE</a:t>
              </a:r>
            </a:p>
          </p:txBody>
        </p:sp>
        <p:sp>
          <p:nvSpPr>
            <p:cNvPr id="80" name="TextBox 79">
              <a:extLst>
                <a:ext uri="{FF2B5EF4-FFF2-40B4-BE49-F238E27FC236}">
                  <a16:creationId xmlns:a16="http://schemas.microsoft.com/office/drawing/2014/main" id="{767E0951-C7CD-48FD-BE2C-0AAB60717DBC}"/>
                </a:ext>
              </a:extLst>
            </p:cNvPr>
            <p:cNvSpPr txBox="1"/>
            <p:nvPr/>
          </p:nvSpPr>
          <p:spPr>
            <a:xfrm>
              <a:off x="886840" y="1054821"/>
              <a:ext cx="1431886"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i="0" u="none" strike="noStrike" kern="1200" cap="none" spc="0" normalizeH="0" baseline="0" noProof="0">
                  <a:ln>
                    <a:noFill/>
                  </a:ln>
                  <a:solidFill>
                    <a:srgbClr val="68D1F3"/>
                  </a:solidFill>
                  <a:effectLst/>
                  <a:uLnTx/>
                  <a:uFillTx/>
                  <a:latin typeface="Verdana"/>
                </a:rPr>
                <a:t>PREPARE</a:t>
              </a:r>
            </a:p>
          </p:txBody>
        </p:sp>
        <p:sp>
          <p:nvSpPr>
            <p:cNvPr id="81" name="Rectangle 80">
              <a:extLst>
                <a:ext uri="{FF2B5EF4-FFF2-40B4-BE49-F238E27FC236}">
                  <a16:creationId xmlns:a16="http://schemas.microsoft.com/office/drawing/2014/main" id="{B8F6B539-213B-9A8B-C240-C5FA2ED6636E}"/>
                </a:ext>
              </a:extLst>
            </p:cNvPr>
            <p:cNvSpPr/>
            <p:nvPr/>
          </p:nvSpPr>
          <p:spPr>
            <a:xfrm>
              <a:off x="6029930" y="2406300"/>
              <a:ext cx="3222069" cy="3323987"/>
            </a:xfrm>
            <a:prstGeom prst="rect">
              <a:avLst/>
            </a:prstGeom>
          </p:spPr>
          <p:txBody>
            <a:bodyPr wrap="square">
              <a:spAutoFit/>
            </a:bodyPr>
            <a:lstStyle/>
            <a:p>
              <a:pPr marL="176213" indent="-176213">
                <a:lnSpc>
                  <a:spcPts val="1200"/>
                </a:lnSpc>
                <a:spcBef>
                  <a:spcPts val="500"/>
                </a:spcBef>
                <a:buClr>
                  <a:srgbClr val="FFFFFF"/>
                </a:buClr>
                <a:buFont typeface="Wingdings" pitchFamily="2" charset="2"/>
                <a:buChar char="§"/>
              </a:pPr>
              <a:r>
                <a:rPr lang="en-US" sz="1100" b="1">
                  <a:solidFill>
                    <a:schemeClr val="bg1"/>
                  </a:solidFill>
                  <a:cs typeface="Calibri" panose="020F0502020204030204" pitchFamily="34" charset="0"/>
                </a:rPr>
                <a:t>Implementation of </a:t>
              </a:r>
              <a:r>
                <a:rPr lang="en-US" sz="1100">
                  <a:solidFill>
                    <a:schemeClr val="bg1"/>
                  </a:solidFill>
                  <a:cs typeface="Calibri" panose="020F0502020204030204" pitchFamily="34" charset="0"/>
                </a:rPr>
                <a:t>the </a:t>
              </a:r>
              <a:r>
                <a:rPr lang="en-US" sz="1100" b="1">
                  <a:solidFill>
                    <a:schemeClr val="bg1"/>
                  </a:solidFill>
                  <a:cs typeface="Calibri" panose="020F0502020204030204" pitchFamily="34" charset="0"/>
                </a:rPr>
                <a:t>Change Management Plan by Scrum Master</a:t>
              </a:r>
            </a:p>
            <a:p>
              <a:pPr marL="434975" lvl="1" indent="-171450">
                <a:lnSpc>
                  <a:spcPts val="1200"/>
                </a:lnSpc>
                <a:spcBef>
                  <a:spcPts val="500"/>
                </a:spcBef>
                <a:buClr>
                  <a:srgbClr val="FFFFFF"/>
                </a:buClr>
                <a:buFont typeface="Verdana" panose="020B0604030504040204" pitchFamily="34" charset="0"/>
                <a:buChar char="-"/>
              </a:pPr>
              <a:r>
                <a:rPr lang="en-US" sz="1050">
                  <a:solidFill>
                    <a:schemeClr val="bg1"/>
                  </a:solidFill>
                  <a:cs typeface="Calibri" panose="020F0502020204030204" pitchFamily="34" charset="0"/>
                </a:rPr>
                <a:t>Implementation of </a:t>
              </a:r>
              <a:r>
                <a:rPr lang="en-US" sz="1050" b="1">
                  <a:solidFill>
                    <a:schemeClr val="bg1"/>
                  </a:solidFill>
                  <a:cs typeface="Calibri" panose="020F0502020204030204" pitchFamily="34" charset="0"/>
                </a:rPr>
                <a:t>communication and engagement </a:t>
              </a:r>
              <a:r>
                <a:rPr lang="en-US" sz="1050">
                  <a:solidFill>
                    <a:schemeClr val="bg1"/>
                  </a:solidFill>
                  <a:cs typeface="Calibri" panose="020F0502020204030204" pitchFamily="34" charset="0"/>
                </a:rPr>
                <a:t>initiatives</a:t>
              </a:r>
              <a:endParaRPr lang="en-US" sz="1050" b="1">
                <a:solidFill>
                  <a:schemeClr val="bg1"/>
                </a:solidFill>
                <a:cs typeface="Calibri" panose="020F0502020204030204" pitchFamily="34" charset="0"/>
              </a:endParaRPr>
            </a:p>
            <a:p>
              <a:pPr marL="434975" lvl="1" indent="-171450">
                <a:lnSpc>
                  <a:spcPts val="1200"/>
                </a:lnSpc>
                <a:spcBef>
                  <a:spcPts val="500"/>
                </a:spcBef>
                <a:buClr>
                  <a:srgbClr val="FFFFFF"/>
                </a:buClr>
                <a:buFont typeface="Verdana" panose="020B0604030504040204" pitchFamily="34" charset="0"/>
                <a:buChar char="-"/>
              </a:pPr>
              <a:r>
                <a:rPr lang="en-US" sz="1050">
                  <a:solidFill>
                    <a:schemeClr val="bg1"/>
                  </a:solidFill>
                  <a:cs typeface="Calibri" panose="020F0502020204030204" pitchFamily="34" charset="0"/>
                </a:rPr>
                <a:t>Implementation of </a:t>
              </a:r>
              <a:r>
                <a:rPr lang="en-US" sz="1050" b="1">
                  <a:solidFill>
                    <a:schemeClr val="bg1"/>
                  </a:solidFill>
                  <a:cs typeface="Calibri" panose="020F0502020204030204" pitchFamily="34" charset="0"/>
                </a:rPr>
                <a:t>training actions</a:t>
              </a:r>
            </a:p>
            <a:p>
              <a:pPr marL="434975" lvl="1" indent="-171450">
                <a:lnSpc>
                  <a:spcPts val="1200"/>
                </a:lnSpc>
                <a:spcBef>
                  <a:spcPts val="500"/>
                </a:spcBef>
                <a:buClr>
                  <a:srgbClr val="FFFFFF"/>
                </a:buClr>
                <a:buFont typeface="Verdana" panose="020B0604030504040204" pitchFamily="34" charset="0"/>
                <a:buChar char="-"/>
              </a:pPr>
              <a:r>
                <a:rPr lang="en-US" sz="1050">
                  <a:solidFill>
                    <a:schemeClr val="bg1"/>
                  </a:solidFill>
                  <a:cs typeface="Calibri" panose="020F0502020204030204" pitchFamily="34" charset="0"/>
                </a:rPr>
                <a:t>Creation and mobilization of the </a:t>
              </a:r>
              <a:r>
                <a:rPr lang="en-US" sz="1050" b="1">
                  <a:solidFill>
                    <a:schemeClr val="bg1"/>
                  </a:solidFill>
                  <a:cs typeface="Calibri" panose="020F0502020204030204" pitchFamily="34" charset="0"/>
                </a:rPr>
                <a:t>network of ambassadors</a:t>
              </a:r>
            </a:p>
            <a:p>
              <a:pPr marL="434975" lvl="1" indent="-171450">
                <a:lnSpc>
                  <a:spcPts val="1200"/>
                </a:lnSpc>
                <a:spcBef>
                  <a:spcPts val="500"/>
                </a:spcBef>
                <a:buClr>
                  <a:srgbClr val="FFFFFF"/>
                </a:buClr>
                <a:buFont typeface="Verdana" panose="020B0604030504040204" pitchFamily="34" charset="0"/>
                <a:buChar char="-"/>
              </a:pPr>
              <a:r>
                <a:rPr lang="en-US" sz="1050" b="1">
                  <a:solidFill>
                    <a:schemeClr val="bg1"/>
                  </a:solidFill>
                  <a:cs typeface="Calibri" panose="020F0502020204030204" pitchFamily="34" charset="0"/>
                </a:rPr>
                <a:t>Adoption monitoring </a:t>
              </a:r>
              <a:r>
                <a:rPr lang="en-US" sz="1050">
                  <a:solidFill>
                    <a:schemeClr val="bg1"/>
                  </a:solidFill>
                  <a:cs typeface="Calibri" panose="020F0502020204030204" pitchFamily="34" charset="0"/>
                </a:rPr>
                <a:t>and tracking</a:t>
              </a:r>
            </a:p>
            <a:p>
              <a:pPr marL="434975" lvl="1" indent="-171450">
                <a:lnSpc>
                  <a:spcPts val="1200"/>
                </a:lnSpc>
                <a:spcBef>
                  <a:spcPts val="500"/>
                </a:spcBef>
                <a:buClr>
                  <a:srgbClr val="FFFFFF"/>
                </a:buClr>
                <a:buFont typeface="Verdana" panose="020B0604030504040204" pitchFamily="34" charset="0"/>
                <a:buChar char="-"/>
              </a:pPr>
              <a:r>
                <a:rPr lang="es-ES" sz="1050">
                  <a:solidFill>
                    <a:schemeClr val="bg1"/>
                  </a:solidFill>
                </a:rPr>
                <a:t>Support to the team:</a:t>
              </a:r>
            </a:p>
            <a:p>
              <a:pPr marL="892175" lvl="2" indent="-171450">
                <a:lnSpc>
                  <a:spcPts val="1200"/>
                </a:lnSpc>
                <a:spcBef>
                  <a:spcPts val="500"/>
                </a:spcBef>
                <a:buClr>
                  <a:srgbClr val="FFFFFF"/>
                </a:buClr>
                <a:buFont typeface="Verdana" panose="020B0604030504040204" pitchFamily="34" charset="0"/>
                <a:buChar char="-"/>
              </a:pPr>
              <a:r>
                <a:rPr lang="es-ES" sz="1050">
                  <a:solidFill>
                    <a:schemeClr val="bg1"/>
                  </a:solidFill>
                </a:rPr>
                <a:t>Meeting facilitation</a:t>
              </a:r>
            </a:p>
            <a:p>
              <a:pPr marL="892175" lvl="2" indent="-171450">
                <a:lnSpc>
                  <a:spcPts val="1200"/>
                </a:lnSpc>
                <a:spcBef>
                  <a:spcPts val="500"/>
                </a:spcBef>
                <a:buClr>
                  <a:srgbClr val="FFFFFF"/>
                </a:buClr>
                <a:buFont typeface="Verdana" panose="020B0604030504040204" pitchFamily="34" charset="0"/>
                <a:buChar char="-"/>
              </a:pPr>
              <a:r>
                <a:rPr lang="es-ES" sz="1050">
                  <a:solidFill>
                    <a:schemeClr val="bg1"/>
                  </a:solidFill>
                </a:rPr>
                <a:t>Impediment Management</a:t>
              </a:r>
            </a:p>
            <a:p>
              <a:pPr marL="892175" lvl="2" indent="-171450">
                <a:lnSpc>
                  <a:spcPts val="1200"/>
                </a:lnSpc>
                <a:spcBef>
                  <a:spcPts val="500"/>
                </a:spcBef>
                <a:buClr>
                  <a:srgbClr val="FFFFFF"/>
                </a:buClr>
                <a:buFont typeface="Verdana" panose="020B0604030504040204" pitchFamily="34" charset="0"/>
                <a:buChar char="-"/>
              </a:pPr>
              <a:r>
                <a:rPr lang="es-ES" sz="1050">
                  <a:solidFill>
                    <a:schemeClr val="bg1"/>
                  </a:solidFill>
                </a:rPr>
                <a:t>Dependency Management</a:t>
              </a:r>
            </a:p>
            <a:p>
              <a:pPr marL="892175" lvl="2" indent="-171450">
                <a:lnSpc>
                  <a:spcPts val="1200"/>
                </a:lnSpc>
                <a:spcBef>
                  <a:spcPts val="500"/>
                </a:spcBef>
                <a:buClr>
                  <a:srgbClr val="FFFFFF"/>
                </a:buClr>
                <a:buFont typeface="Verdana" panose="020B0604030504040204" pitchFamily="34" charset="0"/>
                <a:buChar char="-"/>
              </a:pPr>
              <a:r>
                <a:rPr lang="es-ES" sz="1050">
                  <a:solidFill>
                    <a:schemeClr val="bg1"/>
                  </a:solidFill>
                </a:rPr>
                <a:t>Team performance</a:t>
              </a:r>
            </a:p>
            <a:p>
              <a:pPr marL="892175" lvl="2" indent="-171450">
                <a:lnSpc>
                  <a:spcPts val="1200"/>
                </a:lnSpc>
                <a:spcBef>
                  <a:spcPts val="500"/>
                </a:spcBef>
                <a:buClr>
                  <a:srgbClr val="FFFFFF"/>
                </a:buClr>
                <a:buFont typeface="Verdana" panose="020B0604030504040204" pitchFamily="34" charset="0"/>
                <a:buChar char="-"/>
              </a:pPr>
              <a:r>
                <a:rPr lang="es-ES" sz="1050">
                  <a:solidFill>
                    <a:schemeClr val="bg1"/>
                  </a:solidFill>
                </a:rPr>
                <a:t>Visual thinking</a:t>
              </a:r>
            </a:p>
            <a:p>
              <a:pPr marL="434975" lvl="1" indent="-171450">
                <a:lnSpc>
                  <a:spcPts val="1200"/>
                </a:lnSpc>
                <a:spcBef>
                  <a:spcPts val="500"/>
                </a:spcBef>
                <a:buClr>
                  <a:schemeClr val="tx2">
                    <a:lumMod val="90000"/>
                    <a:lumOff val="10000"/>
                  </a:schemeClr>
                </a:buClr>
                <a:buFont typeface="Verdana" panose="020B0604030504040204" pitchFamily="34" charset="0"/>
                <a:buChar char="-"/>
              </a:pPr>
              <a:endParaRPr lang="en-US" sz="1050">
                <a:solidFill>
                  <a:schemeClr val="bg1"/>
                </a:solidFill>
                <a:cs typeface="Calibri" panose="020F0502020204030204" pitchFamily="34" charset="0"/>
              </a:endParaRPr>
            </a:p>
            <a:p>
              <a:pPr marL="176213" indent="-176213">
                <a:lnSpc>
                  <a:spcPts val="1200"/>
                </a:lnSpc>
                <a:spcBef>
                  <a:spcPts val="500"/>
                </a:spcBef>
                <a:buClr>
                  <a:schemeClr val="tx2">
                    <a:lumMod val="90000"/>
                    <a:lumOff val="10000"/>
                  </a:schemeClr>
                </a:buClr>
                <a:buFont typeface="Wingdings" pitchFamily="2" charset="2"/>
                <a:buChar char="§"/>
              </a:pPr>
              <a:endParaRPr lang="en-US" sz="1100">
                <a:solidFill>
                  <a:schemeClr val="bg1"/>
                </a:solidFill>
                <a:cs typeface="Calibri" panose="020F0502020204030204" pitchFamily="34" charset="0"/>
              </a:endParaRPr>
            </a:p>
          </p:txBody>
        </p:sp>
        <p:sp>
          <p:nvSpPr>
            <p:cNvPr id="82" name="Right Brace 81">
              <a:extLst>
                <a:ext uri="{FF2B5EF4-FFF2-40B4-BE49-F238E27FC236}">
                  <a16:creationId xmlns:a16="http://schemas.microsoft.com/office/drawing/2014/main" id="{B924C51C-3E29-FE66-8642-39F87452F7E2}"/>
                </a:ext>
              </a:extLst>
            </p:cNvPr>
            <p:cNvSpPr/>
            <p:nvPr/>
          </p:nvSpPr>
          <p:spPr>
            <a:xfrm rot="5400000">
              <a:off x="6015634" y="10507"/>
              <a:ext cx="337147" cy="10722883"/>
            </a:xfrm>
            <a:prstGeom prst="rightBrace">
              <a:avLst>
                <a:gd name="adj1" fmla="val 48770"/>
                <a:gd name="adj2" fmla="val 50000"/>
              </a:avLst>
            </a:prstGeom>
            <a:ln w="1270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3" name="TextBox 82">
              <a:extLst>
                <a:ext uri="{FF2B5EF4-FFF2-40B4-BE49-F238E27FC236}">
                  <a16:creationId xmlns:a16="http://schemas.microsoft.com/office/drawing/2014/main" id="{0ECF5086-2842-C5CF-121A-B66AC66F6C23}"/>
                </a:ext>
              </a:extLst>
            </p:cNvPr>
            <p:cNvSpPr txBox="1"/>
            <p:nvPr/>
          </p:nvSpPr>
          <p:spPr>
            <a:xfrm>
              <a:off x="762000" y="5613842"/>
              <a:ext cx="10744200" cy="276999"/>
            </a:xfrm>
            <a:prstGeom prst="rect">
              <a:avLst/>
            </a:prstGeom>
            <a:noFill/>
          </p:spPr>
          <p:txBody>
            <a:bodyPr wrap="square" rtlCol="0">
              <a:spAutoFit/>
            </a:bodyPr>
            <a:lstStyle/>
            <a:p>
              <a:pPr algn="ctr"/>
              <a:r>
                <a:rPr lang="en-US" sz="1200" i="1">
                  <a:solidFill>
                    <a:schemeClr val="bg1"/>
                  </a:solidFill>
                </a:rPr>
                <a:t>Agile approach throughout all phases, monitoring on a frequent and continuous basis to adjust in a timely manner</a:t>
              </a:r>
            </a:p>
          </p:txBody>
        </p:sp>
        <p:grpSp>
          <p:nvGrpSpPr>
            <p:cNvPr id="84" name="Group 83">
              <a:extLst>
                <a:ext uri="{FF2B5EF4-FFF2-40B4-BE49-F238E27FC236}">
                  <a16:creationId xmlns:a16="http://schemas.microsoft.com/office/drawing/2014/main" id="{A59458B1-1147-970B-7D60-30F79A7DEA6D}"/>
                </a:ext>
              </a:extLst>
            </p:cNvPr>
            <p:cNvGrpSpPr/>
            <p:nvPr/>
          </p:nvGrpSpPr>
          <p:grpSpPr>
            <a:xfrm>
              <a:off x="5830228" y="3364644"/>
              <a:ext cx="505257" cy="483987"/>
              <a:chOff x="5503431" y="3326651"/>
              <a:chExt cx="1031885" cy="1039118"/>
            </a:xfrm>
          </p:grpSpPr>
          <p:sp>
            <p:nvSpPr>
              <p:cNvPr id="85" name="Oval 84">
                <a:extLst>
                  <a:ext uri="{FF2B5EF4-FFF2-40B4-BE49-F238E27FC236}">
                    <a16:creationId xmlns:a16="http://schemas.microsoft.com/office/drawing/2014/main" id="{6F4925B4-8EDF-C6EE-BDCC-26ABDA17611E}"/>
                  </a:ext>
                </a:extLst>
              </p:cNvPr>
              <p:cNvSpPr/>
              <p:nvPr/>
            </p:nvSpPr>
            <p:spPr>
              <a:xfrm>
                <a:off x="5503431" y="3326651"/>
                <a:ext cx="1031885" cy="1039118"/>
              </a:xfrm>
              <a:prstGeom prst="ellipse">
                <a:avLst/>
              </a:prstGeom>
              <a:solidFill>
                <a:schemeClr val="accent1"/>
              </a:solidFill>
              <a:ln w="19050">
                <a:noFill/>
                <a:round/>
                <a:headEnd/>
                <a:tailEnd/>
              </a:ln>
              <a:effectLst/>
            </p:spPr>
            <p:txBody>
              <a:bodyPr vert="horz" wrap="square" lIns="0" tIns="0" rIns="0" bIns="0" numCol="1" anchor="ctr" anchorCtr="0" compatLnSpc="1">
                <a:prstTxWarp prst="textNoShape">
                  <a:avLst/>
                </a:prstTxWarp>
              </a:bodyP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es-ES_tradnl" sz="975" b="1" i="0" u="none" strike="noStrike" kern="0" cap="none" spc="0" normalizeH="0" baseline="0">
                  <a:ln>
                    <a:noFill/>
                  </a:ln>
                  <a:solidFill>
                    <a:srgbClr val="0070AD">
                      <a:lumMod val="50000"/>
                    </a:srgbClr>
                  </a:solidFill>
                  <a:effectLst/>
                  <a:uLnTx/>
                  <a:uFillTx/>
                  <a:latin typeface="+mj-lt"/>
                  <a:cs typeface="Arial" pitchFamily="34" charset="0"/>
                  <a:sym typeface="Arial"/>
                </a:endParaRPr>
              </a:p>
            </p:txBody>
          </p:sp>
          <p:grpSp>
            <p:nvGrpSpPr>
              <p:cNvPr id="86" name="Group 84">
                <a:extLst>
                  <a:ext uri="{FF2B5EF4-FFF2-40B4-BE49-F238E27FC236}">
                    <a16:creationId xmlns:a16="http://schemas.microsoft.com/office/drawing/2014/main" id="{5D425F76-7198-7B74-3DE0-C6B7CD3EB6D3}"/>
                  </a:ext>
                </a:extLst>
              </p:cNvPr>
              <p:cNvGrpSpPr/>
              <p:nvPr/>
            </p:nvGrpSpPr>
            <p:grpSpPr>
              <a:xfrm rot="15977165">
                <a:off x="5764291" y="3474882"/>
                <a:ext cx="532649" cy="742657"/>
                <a:chOff x="4695825" y="2109788"/>
                <a:chExt cx="457200" cy="637625"/>
              </a:xfrm>
              <a:solidFill>
                <a:srgbClr val="EDEDED"/>
              </a:solidFill>
            </p:grpSpPr>
            <p:sp>
              <p:nvSpPr>
                <p:cNvPr id="87" name="Freeform 7">
                  <a:extLst>
                    <a:ext uri="{FF2B5EF4-FFF2-40B4-BE49-F238E27FC236}">
                      <a16:creationId xmlns:a16="http://schemas.microsoft.com/office/drawing/2014/main" id="{1D17B8A2-26B1-2B73-18F1-24C57A00A680}"/>
                    </a:ext>
                  </a:extLst>
                </p:cNvPr>
                <p:cNvSpPr>
                  <a:spLocks/>
                </p:cNvSpPr>
                <p:nvPr/>
              </p:nvSpPr>
              <p:spPr bwMode="auto">
                <a:xfrm rot="20850266">
                  <a:off x="4695825" y="2367919"/>
                  <a:ext cx="457200" cy="379494"/>
                </a:xfrm>
                <a:custGeom>
                  <a:avLst/>
                  <a:gdLst/>
                  <a:ahLst/>
                  <a:cxnLst>
                    <a:cxn ang="0">
                      <a:pos x="56" y="18"/>
                    </a:cxn>
                    <a:cxn ang="0">
                      <a:pos x="107" y="53"/>
                    </a:cxn>
                    <a:cxn ang="0">
                      <a:pos x="56" y="89"/>
                    </a:cxn>
                    <a:cxn ang="0">
                      <a:pos x="56" y="69"/>
                    </a:cxn>
                    <a:cxn ang="0">
                      <a:pos x="37" y="69"/>
                    </a:cxn>
                    <a:cxn ang="0">
                      <a:pos x="0" y="36"/>
                    </a:cxn>
                    <a:cxn ang="0">
                      <a:pos x="21" y="0"/>
                    </a:cxn>
                    <a:cxn ang="0">
                      <a:pos x="21" y="24"/>
                    </a:cxn>
                    <a:cxn ang="0">
                      <a:pos x="39" y="38"/>
                    </a:cxn>
                    <a:cxn ang="0">
                      <a:pos x="56" y="38"/>
                    </a:cxn>
                  </a:cxnLst>
                  <a:rect l="0" t="0" r="r" b="b"/>
                  <a:pathLst>
                    <a:path w="107" h="89">
                      <a:moveTo>
                        <a:pt x="56" y="18"/>
                      </a:moveTo>
                      <a:cubicBezTo>
                        <a:pt x="107" y="53"/>
                        <a:pt x="107" y="53"/>
                        <a:pt x="107" y="53"/>
                      </a:cubicBezTo>
                      <a:cubicBezTo>
                        <a:pt x="56" y="89"/>
                        <a:pt x="56" y="89"/>
                        <a:pt x="56" y="89"/>
                      </a:cubicBezTo>
                      <a:cubicBezTo>
                        <a:pt x="56" y="69"/>
                        <a:pt x="56" y="69"/>
                        <a:pt x="56" y="69"/>
                      </a:cubicBezTo>
                      <a:cubicBezTo>
                        <a:pt x="56" y="69"/>
                        <a:pt x="47" y="69"/>
                        <a:pt x="37" y="69"/>
                      </a:cubicBezTo>
                      <a:cubicBezTo>
                        <a:pt x="23" y="69"/>
                        <a:pt x="0" y="58"/>
                        <a:pt x="0" y="36"/>
                      </a:cubicBezTo>
                      <a:cubicBezTo>
                        <a:pt x="0" y="18"/>
                        <a:pt x="15" y="2"/>
                        <a:pt x="21" y="0"/>
                      </a:cubicBezTo>
                      <a:cubicBezTo>
                        <a:pt x="21" y="0"/>
                        <a:pt x="20" y="20"/>
                        <a:pt x="21" y="24"/>
                      </a:cubicBezTo>
                      <a:cubicBezTo>
                        <a:pt x="21" y="26"/>
                        <a:pt x="22" y="38"/>
                        <a:pt x="39" y="38"/>
                      </a:cubicBezTo>
                      <a:cubicBezTo>
                        <a:pt x="56" y="38"/>
                        <a:pt x="56" y="38"/>
                        <a:pt x="56" y="38"/>
                      </a:cubicBezTo>
                    </a:path>
                  </a:pathLst>
                </a:custGeom>
                <a:grpFill/>
                <a:ln w="9525" cap="rnd">
                  <a:no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s-ES_tradnl" sz="1350" b="0" i="0" u="none" strike="noStrike" kern="0" cap="none" spc="0" normalizeH="0" baseline="0">
                    <a:ln>
                      <a:noFill/>
                    </a:ln>
                    <a:solidFill>
                      <a:srgbClr val="000000"/>
                    </a:solidFill>
                    <a:effectLst/>
                    <a:uLnTx/>
                    <a:uFillTx/>
                    <a:latin typeface="+mj-lt"/>
                    <a:cs typeface="Arial"/>
                    <a:sym typeface="Arial"/>
                  </a:endParaRPr>
                </a:p>
              </p:txBody>
            </p:sp>
            <p:sp>
              <p:nvSpPr>
                <p:cNvPr id="88" name="Freeform 7">
                  <a:extLst>
                    <a:ext uri="{FF2B5EF4-FFF2-40B4-BE49-F238E27FC236}">
                      <a16:creationId xmlns:a16="http://schemas.microsoft.com/office/drawing/2014/main" id="{B17599CA-8875-D52C-CCA8-59E9FB691910}"/>
                    </a:ext>
                  </a:extLst>
                </p:cNvPr>
                <p:cNvSpPr>
                  <a:spLocks/>
                </p:cNvSpPr>
                <p:nvPr/>
              </p:nvSpPr>
              <p:spPr bwMode="auto">
                <a:xfrm rot="20374799" flipH="1" flipV="1">
                  <a:off x="4695825" y="2109788"/>
                  <a:ext cx="457200" cy="379494"/>
                </a:xfrm>
                <a:custGeom>
                  <a:avLst/>
                  <a:gdLst/>
                  <a:ahLst/>
                  <a:cxnLst>
                    <a:cxn ang="0">
                      <a:pos x="56" y="18"/>
                    </a:cxn>
                    <a:cxn ang="0">
                      <a:pos x="107" y="53"/>
                    </a:cxn>
                    <a:cxn ang="0">
                      <a:pos x="56" y="89"/>
                    </a:cxn>
                    <a:cxn ang="0">
                      <a:pos x="56" y="69"/>
                    </a:cxn>
                    <a:cxn ang="0">
                      <a:pos x="37" y="69"/>
                    </a:cxn>
                    <a:cxn ang="0">
                      <a:pos x="0" y="36"/>
                    </a:cxn>
                    <a:cxn ang="0">
                      <a:pos x="21" y="0"/>
                    </a:cxn>
                    <a:cxn ang="0">
                      <a:pos x="21" y="24"/>
                    </a:cxn>
                    <a:cxn ang="0">
                      <a:pos x="39" y="38"/>
                    </a:cxn>
                    <a:cxn ang="0">
                      <a:pos x="56" y="38"/>
                    </a:cxn>
                  </a:cxnLst>
                  <a:rect l="0" t="0" r="r" b="b"/>
                  <a:pathLst>
                    <a:path w="107" h="89">
                      <a:moveTo>
                        <a:pt x="56" y="18"/>
                      </a:moveTo>
                      <a:cubicBezTo>
                        <a:pt x="107" y="53"/>
                        <a:pt x="107" y="53"/>
                        <a:pt x="107" y="53"/>
                      </a:cubicBezTo>
                      <a:cubicBezTo>
                        <a:pt x="56" y="89"/>
                        <a:pt x="56" y="89"/>
                        <a:pt x="56" y="89"/>
                      </a:cubicBezTo>
                      <a:cubicBezTo>
                        <a:pt x="56" y="69"/>
                        <a:pt x="56" y="69"/>
                        <a:pt x="56" y="69"/>
                      </a:cubicBezTo>
                      <a:cubicBezTo>
                        <a:pt x="56" y="69"/>
                        <a:pt x="47" y="69"/>
                        <a:pt x="37" y="69"/>
                      </a:cubicBezTo>
                      <a:cubicBezTo>
                        <a:pt x="23" y="69"/>
                        <a:pt x="0" y="58"/>
                        <a:pt x="0" y="36"/>
                      </a:cubicBezTo>
                      <a:cubicBezTo>
                        <a:pt x="0" y="18"/>
                        <a:pt x="15" y="2"/>
                        <a:pt x="21" y="0"/>
                      </a:cubicBezTo>
                      <a:cubicBezTo>
                        <a:pt x="21" y="0"/>
                        <a:pt x="20" y="20"/>
                        <a:pt x="21" y="24"/>
                      </a:cubicBezTo>
                      <a:cubicBezTo>
                        <a:pt x="21" y="26"/>
                        <a:pt x="22" y="38"/>
                        <a:pt x="39" y="38"/>
                      </a:cubicBezTo>
                      <a:cubicBezTo>
                        <a:pt x="56" y="38"/>
                        <a:pt x="56" y="38"/>
                        <a:pt x="56" y="38"/>
                      </a:cubicBezTo>
                    </a:path>
                  </a:pathLst>
                </a:custGeom>
                <a:grpFill/>
                <a:ln w="9525" cap="rnd">
                  <a:noFill/>
                  <a:prstDash val="solid"/>
                  <a:round/>
                  <a:headEnd/>
                  <a:tailEnd/>
                </a:ln>
              </p:spPr>
              <p:txBody>
                <a:bodyPr vert="horz" wrap="square" lIns="68580" tIns="34290" rIns="68580" bIns="34290" numCol="1" anchor="t" anchorCtr="0" compatLnSpc="1">
                  <a:prstTxWarp prst="textNoShape">
                    <a:avLst/>
                  </a:prstTxWarp>
                </a:bodyPr>
                <a:lstStyle/>
                <a:p>
                  <a:pPr marL="0" marR="0" lvl="0" indent="0" defTabSz="685800" eaLnBrk="1" fontAlgn="auto" latinLnBrk="0" hangingPunct="1">
                    <a:lnSpc>
                      <a:spcPct val="100000"/>
                    </a:lnSpc>
                    <a:spcBef>
                      <a:spcPts val="0"/>
                    </a:spcBef>
                    <a:spcAft>
                      <a:spcPts val="0"/>
                    </a:spcAft>
                    <a:buClrTx/>
                    <a:buSzTx/>
                    <a:buFontTx/>
                    <a:buNone/>
                    <a:tabLst/>
                    <a:defRPr/>
                  </a:pPr>
                  <a:endParaRPr kumimoji="0" lang="es-ES_tradnl" sz="1350" b="0" i="0" u="none" strike="noStrike" kern="0" cap="none" spc="0" normalizeH="0" baseline="0">
                    <a:ln>
                      <a:noFill/>
                    </a:ln>
                    <a:solidFill>
                      <a:srgbClr val="000000"/>
                    </a:solidFill>
                    <a:effectLst/>
                    <a:uLnTx/>
                    <a:uFillTx/>
                    <a:latin typeface="+mj-lt"/>
                    <a:cs typeface="Arial"/>
                    <a:sym typeface="Arial"/>
                  </a:endParaRPr>
                </a:p>
              </p:txBody>
            </p:sp>
          </p:grpSp>
        </p:grpSp>
      </p:grpSp>
    </p:spTree>
    <p:extLst>
      <p:ext uri="{BB962C8B-B14F-4D97-AF65-F5344CB8AC3E}">
        <p14:creationId xmlns:p14="http://schemas.microsoft.com/office/powerpoint/2010/main" val="365403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ABC94-91BD-701D-0B81-CEB076BF757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3CE169AE-5F24-E8C5-CE48-B0EBB4F776D0}"/>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itle 1">
            <a:extLst>
              <a:ext uri="{FF2B5EF4-FFF2-40B4-BE49-F238E27FC236}">
                <a16:creationId xmlns:a16="http://schemas.microsoft.com/office/drawing/2014/main" id="{87DFEDB2-7328-D164-AE88-F7158BF59065}"/>
              </a:ext>
            </a:extLst>
          </p:cNvPr>
          <p:cNvSpPr>
            <a:spLocks noGrp="1"/>
          </p:cNvSpPr>
          <p:nvPr>
            <p:ph type="title"/>
          </p:nvPr>
        </p:nvSpPr>
        <p:spPr>
          <a:xfrm>
            <a:off x="404812" y="388188"/>
            <a:ext cx="11429835" cy="716711"/>
          </a:xfrm>
        </p:spPr>
        <p:txBody>
          <a:bodyPr vert="horz" lIns="0" tIns="0" rIns="0" bIns="0" rtlCol="0" anchor="b">
            <a:noAutofit/>
          </a:bodyPr>
          <a:lstStyle/>
          <a:p>
            <a:r>
              <a:rPr lang="en-US" sz="2400"/>
              <a:t>WE WILL USE RELEVANT ELEMENTS OF CAPGEMINI UPM MODEL TO ACCELERATE SETTING UP CLINT MAE PMO</a:t>
            </a:r>
            <a:br>
              <a:rPr lang="en-US" sz="2400"/>
            </a:br>
            <a:endParaRPr lang="en-US" sz="2400"/>
          </a:p>
        </p:txBody>
      </p:sp>
      <p:grpSp>
        <p:nvGrpSpPr>
          <p:cNvPr id="7" name="Group 6">
            <a:extLst>
              <a:ext uri="{FF2B5EF4-FFF2-40B4-BE49-F238E27FC236}">
                <a16:creationId xmlns:a16="http://schemas.microsoft.com/office/drawing/2014/main" id="{ECB704F6-3DA1-FE53-1361-0F0F33DA643D}"/>
              </a:ext>
            </a:extLst>
          </p:cNvPr>
          <p:cNvGrpSpPr>
            <a:grpSpLocks noChangeAspect="1"/>
          </p:cNvGrpSpPr>
          <p:nvPr/>
        </p:nvGrpSpPr>
        <p:grpSpPr>
          <a:xfrm>
            <a:off x="337891" y="891224"/>
            <a:ext cx="11591447" cy="5436000"/>
            <a:chOff x="173255" y="807087"/>
            <a:chExt cx="11969991" cy="5613523"/>
          </a:xfrm>
        </p:grpSpPr>
        <p:sp>
          <p:nvSpPr>
            <p:cNvPr id="10" name="Rectangle 9">
              <a:extLst>
                <a:ext uri="{FF2B5EF4-FFF2-40B4-BE49-F238E27FC236}">
                  <a16:creationId xmlns:a16="http://schemas.microsoft.com/office/drawing/2014/main" id="{2AA22715-B676-A72A-A2B2-C9D14A0C1024}"/>
                </a:ext>
              </a:extLst>
            </p:cNvPr>
            <p:cNvSpPr/>
            <p:nvPr/>
          </p:nvSpPr>
          <p:spPr>
            <a:xfrm>
              <a:off x="3730112" y="1619628"/>
              <a:ext cx="6191128" cy="4800982"/>
            </a:xfrm>
            <a:prstGeom prst="rect">
              <a:avLst/>
            </a:prstGeom>
            <a:solidFill>
              <a:schemeClr val="tx2">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Ubuntu" panose="020B0504030602030204" pitchFamily="34" charset="0"/>
              </a:endParaRPr>
            </a:p>
          </p:txBody>
        </p:sp>
        <p:sp>
          <p:nvSpPr>
            <p:cNvPr id="11" name="TextBox 10">
              <a:extLst>
                <a:ext uri="{FF2B5EF4-FFF2-40B4-BE49-F238E27FC236}">
                  <a16:creationId xmlns:a16="http://schemas.microsoft.com/office/drawing/2014/main" id="{2BDA96AE-5CB4-AE24-6821-44E4BEB3D92E}"/>
                </a:ext>
              </a:extLst>
            </p:cNvPr>
            <p:cNvSpPr txBox="1"/>
            <p:nvPr/>
          </p:nvSpPr>
          <p:spPr>
            <a:xfrm>
              <a:off x="2093632" y="1272607"/>
              <a:ext cx="1522231" cy="338554"/>
            </a:xfrm>
            <a:prstGeom prst="rect">
              <a:avLst/>
            </a:prstGeom>
            <a:noFill/>
          </p:spPr>
          <p:txBody>
            <a:bodyPr wrap="square" rtlCol="0">
              <a:spAutoFit/>
            </a:bodyPr>
            <a:lstStyle/>
            <a:p>
              <a:pPr algn="ctr"/>
              <a:r>
                <a:rPr lang="en-IN" sz="1600" b="1">
                  <a:solidFill>
                    <a:schemeClr val="bg1"/>
                  </a:solidFill>
                  <a:latin typeface="Ubuntu" panose="020B0504030602030204" pitchFamily="34" charset="0"/>
                </a:rPr>
                <a:t>Themes</a:t>
              </a:r>
            </a:p>
          </p:txBody>
        </p:sp>
        <p:sp>
          <p:nvSpPr>
            <p:cNvPr id="12" name="TextBox 11">
              <a:extLst>
                <a:ext uri="{FF2B5EF4-FFF2-40B4-BE49-F238E27FC236}">
                  <a16:creationId xmlns:a16="http://schemas.microsoft.com/office/drawing/2014/main" id="{14B9BD91-9253-2A37-A522-C3EF6F8C933C}"/>
                </a:ext>
              </a:extLst>
            </p:cNvPr>
            <p:cNvSpPr txBox="1"/>
            <p:nvPr/>
          </p:nvSpPr>
          <p:spPr>
            <a:xfrm>
              <a:off x="411652" y="1274702"/>
              <a:ext cx="1522231" cy="338554"/>
            </a:xfrm>
            <a:prstGeom prst="rect">
              <a:avLst/>
            </a:prstGeom>
            <a:noFill/>
          </p:spPr>
          <p:txBody>
            <a:bodyPr wrap="square" rtlCol="0">
              <a:spAutoFit/>
            </a:bodyPr>
            <a:lstStyle/>
            <a:p>
              <a:pPr algn="ctr"/>
              <a:r>
                <a:rPr lang="en-IN" sz="1600" b="1">
                  <a:solidFill>
                    <a:schemeClr val="bg1"/>
                  </a:solidFill>
                  <a:latin typeface="Ubuntu" panose="020B0504030602030204" pitchFamily="34" charset="0"/>
                </a:rPr>
                <a:t>Objectives</a:t>
              </a:r>
            </a:p>
          </p:txBody>
        </p:sp>
        <p:sp>
          <p:nvSpPr>
            <p:cNvPr id="22" name="Rectangle 21">
              <a:extLst>
                <a:ext uri="{FF2B5EF4-FFF2-40B4-BE49-F238E27FC236}">
                  <a16:creationId xmlns:a16="http://schemas.microsoft.com/office/drawing/2014/main" id="{01A3C000-62CB-6006-1E8B-2C6876C42FE6}"/>
                </a:ext>
              </a:extLst>
            </p:cNvPr>
            <p:cNvSpPr/>
            <p:nvPr/>
          </p:nvSpPr>
          <p:spPr>
            <a:xfrm>
              <a:off x="1852569" y="1619628"/>
              <a:ext cx="1816482" cy="4800982"/>
            </a:xfrm>
            <a:prstGeom prst="rect">
              <a:avLst/>
            </a:prstGeom>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Ubuntu" panose="020B0504030602030204" pitchFamily="34" charset="0"/>
              </a:endParaRPr>
            </a:p>
          </p:txBody>
        </p:sp>
        <p:grpSp>
          <p:nvGrpSpPr>
            <p:cNvPr id="23" name="Group 22">
              <a:extLst>
                <a:ext uri="{FF2B5EF4-FFF2-40B4-BE49-F238E27FC236}">
                  <a16:creationId xmlns:a16="http://schemas.microsoft.com/office/drawing/2014/main" id="{068945B9-086D-C7DD-FBBF-CE840655034E}"/>
                </a:ext>
              </a:extLst>
            </p:cNvPr>
            <p:cNvGrpSpPr/>
            <p:nvPr/>
          </p:nvGrpSpPr>
          <p:grpSpPr>
            <a:xfrm>
              <a:off x="599268" y="1619628"/>
              <a:ext cx="1192239" cy="4800982"/>
              <a:chOff x="1080444" y="1592491"/>
              <a:chExt cx="1589583" cy="4800982"/>
            </a:xfrm>
          </p:grpSpPr>
          <p:sp>
            <p:nvSpPr>
              <p:cNvPr id="24" name="Rectangle 23">
                <a:extLst>
                  <a:ext uri="{FF2B5EF4-FFF2-40B4-BE49-F238E27FC236}">
                    <a16:creationId xmlns:a16="http://schemas.microsoft.com/office/drawing/2014/main" id="{C6960289-1C52-9A3E-0C79-C2B7260D9F89}"/>
                  </a:ext>
                </a:extLst>
              </p:cNvPr>
              <p:cNvSpPr/>
              <p:nvPr/>
            </p:nvSpPr>
            <p:spPr>
              <a:xfrm>
                <a:off x="1080444" y="1592491"/>
                <a:ext cx="479979" cy="4800982"/>
              </a:xfrm>
              <a:prstGeom prst="rect">
                <a:avLst/>
              </a:prstGeom>
              <a:solidFill>
                <a:schemeClr val="accent5">
                  <a:alpha val="4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IN" sz="1600" b="1">
                    <a:solidFill>
                      <a:schemeClr val="bg1">
                        <a:lumMod val="95000"/>
                      </a:schemeClr>
                    </a:solidFill>
                    <a:latin typeface="Ubuntu" panose="020B0504030602030204" pitchFamily="34" charset="0"/>
                  </a:rPr>
                  <a:t>System Improvements</a:t>
                </a:r>
              </a:p>
            </p:txBody>
          </p:sp>
          <p:sp>
            <p:nvSpPr>
              <p:cNvPr id="25" name="Rectangle 24">
                <a:extLst>
                  <a:ext uri="{FF2B5EF4-FFF2-40B4-BE49-F238E27FC236}">
                    <a16:creationId xmlns:a16="http://schemas.microsoft.com/office/drawing/2014/main" id="{BCDA8C1F-18D0-CBA0-1780-184A8FD5235A}"/>
                  </a:ext>
                </a:extLst>
              </p:cNvPr>
              <p:cNvSpPr/>
              <p:nvPr/>
            </p:nvSpPr>
            <p:spPr>
              <a:xfrm>
                <a:off x="1635247" y="1592491"/>
                <a:ext cx="479979" cy="4800982"/>
              </a:xfrm>
              <a:prstGeom prst="rect">
                <a:avLst/>
              </a:prstGeom>
              <a:solidFill>
                <a:schemeClr val="accent5">
                  <a:alpha val="4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IN" sz="1600" b="1">
                    <a:solidFill>
                      <a:schemeClr val="bg1">
                        <a:lumMod val="95000"/>
                      </a:schemeClr>
                    </a:solidFill>
                    <a:latin typeface="Ubuntu" panose="020B0504030602030204" pitchFamily="34" charset="0"/>
                  </a:rPr>
                  <a:t>Savings</a:t>
                </a:r>
              </a:p>
            </p:txBody>
          </p:sp>
          <p:sp>
            <p:nvSpPr>
              <p:cNvPr id="27" name="Rectangle 26">
                <a:extLst>
                  <a:ext uri="{FF2B5EF4-FFF2-40B4-BE49-F238E27FC236}">
                    <a16:creationId xmlns:a16="http://schemas.microsoft.com/office/drawing/2014/main" id="{4E3CD73B-9E86-CE69-1D6F-4F500C8C975C}"/>
                  </a:ext>
                </a:extLst>
              </p:cNvPr>
              <p:cNvSpPr/>
              <p:nvPr/>
            </p:nvSpPr>
            <p:spPr>
              <a:xfrm>
                <a:off x="2190048" y="1592491"/>
                <a:ext cx="479979" cy="4800982"/>
              </a:xfrm>
              <a:prstGeom prst="rect">
                <a:avLst/>
              </a:prstGeom>
              <a:solidFill>
                <a:schemeClr val="accent5">
                  <a:alpha val="4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IN" sz="1600" b="1">
                    <a:solidFill>
                      <a:schemeClr val="bg1">
                        <a:lumMod val="95000"/>
                      </a:schemeClr>
                    </a:solidFill>
                    <a:latin typeface="Ubuntu" panose="020B0504030602030204" pitchFamily="34" charset="0"/>
                  </a:rPr>
                  <a:t>Operating Model Flexibility </a:t>
                </a:r>
              </a:p>
            </p:txBody>
          </p:sp>
        </p:grpSp>
        <p:grpSp>
          <p:nvGrpSpPr>
            <p:cNvPr id="28" name="Group 27">
              <a:extLst>
                <a:ext uri="{FF2B5EF4-FFF2-40B4-BE49-F238E27FC236}">
                  <a16:creationId xmlns:a16="http://schemas.microsoft.com/office/drawing/2014/main" id="{84B49D3B-3902-D9F6-F807-73B4254FA650}"/>
                </a:ext>
              </a:extLst>
            </p:cNvPr>
            <p:cNvGrpSpPr/>
            <p:nvPr/>
          </p:nvGrpSpPr>
          <p:grpSpPr>
            <a:xfrm>
              <a:off x="173255" y="807087"/>
              <a:ext cx="10223535" cy="562709"/>
              <a:chOff x="-257594" y="563298"/>
              <a:chExt cx="10389802" cy="826926"/>
            </a:xfrm>
          </p:grpSpPr>
          <p:sp>
            <p:nvSpPr>
              <p:cNvPr id="29" name="Arrow: Left-Right 28">
                <a:extLst>
                  <a:ext uri="{FF2B5EF4-FFF2-40B4-BE49-F238E27FC236}">
                    <a16:creationId xmlns:a16="http://schemas.microsoft.com/office/drawing/2014/main" id="{E1E8BBB7-6C6D-30A4-EE43-B1FC34363E41}"/>
                  </a:ext>
                </a:extLst>
              </p:cNvPr>
              <p:cNvSpPr/>
              <p:nvPr/>
            </p:nvSpPr>
            <p:spPr>
              <a:xfrm>
                <a:off x="-257594" y="563298"/>
                <a:ext cx="10389802" cy="826926"/>
              </a:xfrm>
              <a:prstGeom prst="leftRightArrow">
                <a:avLst>
                  <a:gd name="adj1" fmla="val 52657"/>
                  <a:gd name="adj2" fmla="val 50000"/>
                </a:avLst>
              </a:prstGeom>
              <a:solidFill>
                <a:schemeClr val="accent1">
                  <a:lumMod val="5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4625" rtl="0"/>
                <a:r>
                  <a:rPr lang="en-IN" sz="1200" b="1">
                    <a:effectLst/>
                    <a:latin typeface="Ubuntu" panose="020B0504030602030204" pitchFamily="34" charset="0"/>
                  </a:rPr>
                  <a:t>KPI Agreement</a:t>
                </a:r>
              </a:p>
            </p:txBody>
          </p:sp>
          <p:grpSp>
            <p:nvGrpSpPr>
              <p:cNvPr id="30" name="Group 29">
                <a:extLst>
                  <a:ext uri="{FF2B5EF4-FFF2-40B4-BE49-F238E27FC236}">
                    <a16:creationId xmlns:a16="http://schemas.microsoft.com/office/drawing/2014/main" id="{83A8BD2B-F6DC-8A54-0133-9057A16AD396}"/>
                  </a:ext>
                </a:extLst>
              </p:cNvPr>
              <p:cNvGrpSpPr/>
              <p:nvPr/>
            </p:nvGrpSpPr>
            <p:grpSpPr>
              <a:xfrm>
                <a:off x="1943663" y="850761"/>
                <a:ext cx="7208535" cy="252000"/>
                <a:chOff x="2072991" y="849482"/>
                <a:chExt cx="7208535" cy="252000"/>
              </a:xfrm>
            </p:grpSpPr>
            <p:sp>
              <p:nvSpPr>
                <p:cNvPr id="31" name="Rectangle: Rounded Corners 30">
                  <a:extLst>
                    <a:ext uri="{FF2B5EF4-FFF2-40B4-BE49-F238E27FC236}">
                      <a16:creationId xmlns:a16="http://schemas.microsoft.com/office/drawing/2014/main" id="{E8947D01-B454-DB96-442D-3AF7230798CF}"/>
                    </a:ext>
                  </a:extLst>
                </p:cNvPr>
                <p:cNvSpPr/>
                <p:nvPr/>
              </p:nvSpPr>
              <p:spPr>
                <a:xfrm>
                  <a:off x="2072991" y="849482"/>
                  <a:ext cx="1258022" cy="252000"/>
                </a:xfrm>
                <a:prstGeom prst="roundRect">
                  <a:avLst/>
                </a:prstGeom>
                <a:noFill/>
                <a:ln w="9525">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solidFill>
                        <a:schemeClr val="bg1"/>
                      </a:solidFill>
                      <a:latin typeface="Ubuntu" panose="020B0504030602030204" pitchFamily="34" charset="0"/>
                    </a:rPr>
                    <a:t>Dependability</a:t>
                  </a:r>
                </a:p>
              </p:txBody>
            </p:sp>
            <p:sp>
              <p:nvSpPr>
                <p:cNvPr id="32" name="Rectangle: Rounded Corners 31">
                  <a:extLst>
                    <a:ext uri="{FF2B5EF4-FFF2-40B4-BE49-F238E27FC236}">
                      <a16:creationId xmlns:a16="http://schemas.microsoft.com/office/drawing/2014/main" id="{45A42641-E7CD-DDF8-9716-76EA33E7A32C}"/>
                    </a:ext>
                  </a:extLst>
                </p:cNvPr>
                <p:cNvSpPr/>
                <p:nvPr/>
              </p:nvSpPr>
              <p:spPr>
                <a:xfrm>
                  <a:off x="5048248" y="849482"/>
                  <a:ext cx="1258022" cy="252000"/>
                </a:xfrm>
                <a:prstGeom prst="roundRect">
                  <a:avLst/>
                </a:prstGeom>
                <a:noFill/>
                <a:ln w="9525">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solidFill>
                        <a:schemeClr val="bg1"/>
                      </a:solidFill>
                      <a:latin typeface="Ubuntu" panose="020B0504030602030204" pitchFamily="34" charset="0"/>
                    </a:rPr>
                    <a:t>Velocity</a:t>
                  </a:r>
                </a:p>
              </p:txBody>
            </p:sp>
            <p:sp>
              <p:nvSpPr>
                <p:cNvPr id="33" name="Rectangle: Rounded Corners 32">
                  <a:extLst>
                    <a:ext uri="{FF2B5EF4-FFF2-40B4-BE49-F238E27FC236}">
                      <a16:creationId xmlns:a16="http://schemas.microsoft.com/office/drawing/2014/main" id="{0F1D5B92-2779-F116-BC66-0CF12F6976E1}"/>
                    </a:ext>
                  </a:extLst>
                </p:cNvPr>
                <p:cNvSpPr/>
                <p:nvPr/>
              </p:nvSpPr>
              <p:spPr>
                <a:xfrm>
                  <a:off x="6535876" y="849482"/>
                  <a:ext cx="1258022" cy="252000"/>
                </a:xfrm>
                <a:prstGeom prst="roundRect">
                  <a:avLst/>
                </a:prstGeom>
                <a:noFill/>
                <a:ln w="9525">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solidFill>
                        <a:schemeClr val="bg1"/>
                      </a:solidFill>
                      <a:latin typeface="Ubuntu" panose="020B0504030602030204" pitchFamily="34" charset="0"/>
                    </a:rPr>
                    <a:t>Quality</a:t>
                  </a:r>
                </a:p>
              </p:txBody>
            </p:sp>
            <p:sp>
              <p:nvSpPr>
                <p:cNvPr id="34" name="Rectangle: Rounded Corners 33">
                  <a:extLst>
                    <a:ext uri="{FF2B5EF4-FFF2-40B4-BE49-F238E27FC236}">
                      <a16:creationId xmlns:a16="http://schemas.microsoft.com/office/drawing/2014/main" id="{0F240528-3249-9515-8444-54C30465F019}"/>
                    </a:ext>
                  </a:extLst>
                </p:cNvPr>
                <p:cNvSpPr/>
                <p:nvPr/>
              </p:nvSpPr>
              <p:spPr>
                <a:xfrm>
                  <a:off x="8023504" y="849482"/>
                  <a:ext cx="1258022" cy="252000"/>
                </a:xfrm>
                <a:prstGeom prst="roundRect">
                  <a:avLst/>
                </a:prstGeom>
                <a:noFill/>
                <a:ln w="9525">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solidFill>
                        <a:schemeClr val="bg1"/>
                      </a:solidFill>
                      <a:latin typeface="Ubuntu" panose="020B0504030602030204" pitchFamily="34" charset="0"/>
                    </a:rPr>
                    <a:t>Operations</a:t>
                  </a:r>
                </a:p>
              </p:txBody>
            </p:sp>
            <p:sp>
              <p:nvSpPr>
                <p:cNvPr id="35" name="Rectangle: Rounded Corners 34">
                  <a:extLst>
                    <a:ext uri="{FF2B5EF4-FFF2-40B4-BE49-F238E27FC236}">
                      <a16:creationId xmlns:a16="http://schemas.microsoft.com/office/drawing/2014/main" id="{5CA102C4-1C18-7A60-D634-AF3FFE024952}"/>
                    </a:ext>
                  </a:extLst>
                </p:cNvPr>
                <p:cNvSpPr/>
                <p:nvPr/>
              </p:nvSpPr>
              <p:spPr>
                <a:xfrm>
                  <a:off x="3560619" y="849482"/>
                  <a:ext cx="1258022" cy="252000"/>
                </a:xfrm>
                <a:prstGeom prst="roundRect">
                  <a:avLst/>
                </a:prstGeom>
                <a:noFill/>
                <a:ln w="9525">
                  <a:solidFill>
                    <a:schemeClr val="bg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50" b="1">
                      <a:solidFill>
                        <a:schemeClr val="bg1"/>
                      </a:solidFill>
                      <a:latin typeface="Ubuntu" panose="020B0504030602030204" pitchFamily="34" charset="0"/>
                    </a:rPr>
                    <a:t>Resources</a:t>
                  </a:r>
                </a:p>
              </p:txBody>
            </p:sp>
          </p:grpSp>
        </p:grpSp>
        <p:sp>
          <p:nvSpPr>
            <p:cNvPr id="36" name="Rectangle 35">
              <a:extLst>
                <a:ext uri="{FF2B5EF4-FFF2-40B4-BE49-F238E27FC236}">
                  <a16:creationId xmlns:a16="http://schemas.microsoft.com/office/drawing/2014/main" id="{2A500D1E-8889-E834-ED03-2DD81E281D9F}"/>
                </a:ext>
              </a:extLst>
            </p:cNvPr>
            <p:cNvSpPr/>
            <p:nvPr/>
          </p:nvSpPr>
          <p:spPr>
            <a:xfrm>
              <a:off x="3730107" y="1688568"/>
              <a:ext cx="6191128" cy="1476000"/>
            </a:xfrm>
            <a:prstGeom prst="rect">
              <a:avLst/>
            </a:prstGeom>
            <a:solidFill>
              <a:schemeClr val="tx2">
                <a:lumMod val="60000"/>
                <a:lumOff val="40000"/>
                <a:alpha val="64000"/>
              </a:schemeClr>
            </a:solidFill>
            <a:ln w="952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050" b="1">
                  <a:solidFill>
                    <a:schemeClr val="bg1"/>
                  </a:solidFill>
                  <a:latin typeface="Ubuntu" panose="020B0504030602030204" pitchFamily="34" charset="0"/>
                </a:rPr>
                <a:t>TRANSFORMATION MANAGEMENT OFFICE</a:t>
              </a:r>
            </a:p>
          </p:txBody>
        </p:sp>
        <p:sp>
          <p:nvSpPr>
            <p:cNvPr id="37" name="TextBox 36">
              <a:extLst>
                <a:ext uri="{FF2B5EF4-FFF2-40B4-BE49-F238E27FC236}">
                  <a16:creationId xmlns:a16="http://schemas.microsoft.com/office/drawing/2014/main" id="{891B9D5C-C36E-3E5B-6EE8-7B5DF4C0A273}"/>
                </a:ext>
              </a:extLst>
            </p:cNvPr>
            <p:cNvSpPr txBox="1"/>
            <p:nvPr/>
          </p:nvSpPr>
          <p:spPr>
            <a:xfrm>
              <a:off x="1878810" y="2041848"/>
              <a:ext cx="1764000" cy="769441"/>
            </a:xfrm>
            <a:prstGeom prst="rect">
              <a:avLst/>
            </a:prstGeom>
            <a:noFill/>
          </p:spPr>
          <p:txBody>
            <a:bodyPr wrap="square" rtlCol="0">
              <a:spAutoFit/>
            </a:bodyPr>
            <a:lstStyle/>
            <a:p>
              <a:r>
                <a:rPr lang="en-IN" sz="1200">
                  <a:latin typeface="Ubuntu" panose="020B0504030602030204" pitchFamily="34" charset="0"/>
                </a:rPr>
                <a:t>Manage the </a:t>
              </a:r>
              <a:r>
                <a:rPr lang="en-IN" sz="1550" b="1">
                  <a:solidFill>
                    <a:schemeClr val="bg1"/>
                  </a:solidFill>
                  <a:latin typeface="Ubuntu" panose="020B0504030602030204" pitchFamily="34" charset="0"/>
                </a:rPr>
                <a:t>Transformation Engine</a:t>
              </a:r>
            </a:p>
          </p:txBody>
        </p:sp>
        <p:sp>
          <p:nvSpPr>
            <p:cNvPr id="38" name="TextBox 37">
              <a:extLst>
                <a:ext uri="{FF2B5EF4-FFF2-40B4-BE49-F238E27FC236}">
                  <a16:creationId xmlns:a16="http://schemas.microsoft.com/office/drawing/2014/main" id="{522CAAED-86F1-D4C6-1947-54B1F4720B83}"/>
                </a:ext>
              </a:extLst>
            </p:cNvPr>
            <p:cNvSpPr txBox="1"/>
            <p:nvPr/>
          </p:nvSpPr>
          <p:spPr>
            <a:xfrm>
              <a:off x="3815689" y="2195736"/>
              <a:ext cx="1296000" cy="461665"/>
            </a:xfrm>
            <a:prstGeom prst="rect">
              <a:avLst/>
            </a:prstGeom>
            <a:noFill/>
          </p:spPr>
          <p:txBody>
            <a:bodyPr wrap="square" rtlCol="0" anchor="ctr">
              <a:spAutoFit/>
            </a:bodyPr>
            <a:lstStyle/>
            <a:p>
              <a:r>
                <a:rPr lang="en-IN" sz="1200" b="1">
                  <a:solidFill>
                    <a:schemeClr val="bg1"/>
                  </a:solidFill>
                  <a:latin typeface="Ubuntu" panose="020B0504030602030204" pitchFamily="34" charset="0"/>
                </a:rPr>
                <a:t>Initiate the preparation </a:t>
              </a:r>
              <a:endParaRPr lang="en-IN" b="1">
                <a:solidFill>
                  <a:schemeClr val="bg1"/>
                </a:solidFill>
                <a:latin typeface="Ubuntu" panose="020B0504030602030204" pitchFamily="34" charset="0"/>
              </a:endParaRPr>
            </a:p>
          </p:txBody>
        </p:sp>
        <p:sp>
          <p:nvSpPr>
            <p:cNvPr id="39" name="Rectangle 38">
              <a:extLst>
                <a:ext uri="{FF2B5EF4-FFF2-40B4-BE49-F238E27FC236}">
                  <a16:creationId xmlns:a16="http://schemas.microsoft.com/office/drawing/2014/main" id="{7FB96B3A-6BCE-615C-7752-3BE16AADA423}"/>
                </a:ext>
              </a:extLst>
            </p:cNvPr>
            <p:cNvSpPr/>
            <p:nvPr/>
          </p:nvSpPr>
          <p:spPr>
            <a:xfrm>
              <a:off x="3730107" y="3287138"/>
              <a:ext cx="6191128" cy="1476000"/>
            </a:xfrm>
            <a:prstGeom prst="rect">
              <a:avLst/>
            </a:prstGeom>
            <a:solidFill>
              <a:schemeClr val="accent1">
                <a:lumMod val="75000"/>
                <a:alpha val="64000"/>
              </a:schemeClr>
            </a:solidFill>
            <a:ln w="952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050" b="1">
                  <a:solidFill>
                    <a:schemeClr val="bg1"/>
                  </a:solidFill>
                  <a:latin typeface="Ubuntu" panose="020B0504030602030204" pitchFamily="34" charset="0"/>
                </a:rPr>
                <a:t>OPTIMIZATION</a:t>
              </a:r>
            </a:p>
          </p:txBody>
        </p:sp>
        <p:sp>
          <p:nvSpPr>
            <p:cNvPr id="40" name="TextBox 39">
              <a:extLst>
                <a:ext uri="{FF2B5EF4-FFF2-40B4-BE49-F238E27FC236}">
                  <a16:creationId xmlns:a16="http://schemas.microsoft.com/office/drawing/2014/main" id="{EC5DFC8C-44E6-BFF1-0132-1033A53E4000}"/>
                </a:ext>
              </a:extLst>
            </p:cNvPr>
            <p:cNvSpPr txBox="1"/>
            <p:nvPr/>
          </p:nvSpPr>
          <p:spPr>
            <a:xfrm>
              <a:off x="1878810" y="3517307"/>
              <a:ext cx="1764000" cy="1015663"/>
            </a:xfrm>
            <a:prstGeom prst="rect">
              <a:avLst/>
            </a:prstGeom>
            <a:noFill/>
          </p:spPr>
          <p:txBody>
            <a:bodyPr wrap="square" rtlCol="0">
              <a:spAutoFit/>
            </a:bodyPr>
            <a:lstStyle/>
            <a:p>
              <a:r>
                <a:rPr lang="en-IN" sz="1200">
                  <a:latin typeface="Ubuntu" panose="020B0504030602030204" pitchFamily="34" charset="0"/>
                </a:rPr>
                <a:t>Fact-based decisions on </a:t>
              </a:r>
              <a:r>
                <a:rPr lang="en-IN" sz="1600" b="1">
                  <a:solidFill>
                    <a:schemeClr val="bg1"/>
                  </a:solidFill>
                  <a:latin typeface="Ubuntu" panose="020B0504030602030204" pitchFamily="34" charset="0"/>
                </a:rPr>
                <a:t>Portfolio Optimization &amp; Modernization</a:t>
              </a:r>
              <a:endParaRPr lang="en-IN" b="1">
                <a:solidFill>
                  <a:schemeClr val="bg1"/>
                </a:solidFill>
                <a:latin typeface="Ubuntu" panose="020B0504030602030204" pitchFamily="34" charset="0"/>
              </a:endParaRPr>
            </a:p>
          </p:txBody>
        </p:sp>
        <p:sp>
          <p:nvSpPr>
            <p:cNvPr id="41" name="TextBox 40">
              <a:extLst>
                <a:ext uri="{FF2B5EF4-FFF2-40B4-BE49-F238E27FC236}">
                  <a16:creationId xmlns:a16="http://schemas.microsoft.com/office/drawing/2014/main" id="{C78292ED-7C56-8D16-6CE0-A861794FC79E}"/>
                </a:ext>
              </a:extLst>
            </p:cNvPr>
            <p:cNvSpPr txBox="1"/>
            <p:nvPr/>
          </p:nvSpPr>
          <p:spPr>
            <a:xfrm>
              <a:off x="3806064" y="3701973"/>
              <a:ext cx="1296000" cy="646331"/>
            </a:xfrm>
            <a:prstGeom prst="rect">
              <a:avLst/>
            </a:prstGeom>
            <a:noFill/>
          </p:spPr>
          <p:txBody>
            <a:bodyPr wrap="square" rtlCol="0" anchor="ctr">
              <a:spAutoFit/>
            </a:bodyPr>
            <a:lstStyle/>
            <a:p>
              <a:r>
                <a:rPr lang="en-IN" sz="1200" b="1">
                  <a:solidFill>
                    <a:schemeClr val="bg1"/>
                  </a:solidFill>
                  <a:latin typeface="Ubuntu" panose="020B0504030602030204" pitchFamily="34" charset="0"/>
                </a:rPr>
                <a:t>Set up portfolio management</a:t>
              </a:r>
              <a:endParaRPr lang="en-IN" b="1">
                <a:solidFill>
                  <a:schemeClr val="bg1"/>
                </a:solidFill>
                <a:latin typeface="Ubuntu" panose="020B0504030602030204" pitchFamily="34" charset="0"/>
              </a:endParaRPr>
            </a:p>
          </p:txBody>
        </p:sp>
        <p:sp>
          <p:nvSpPr>
            <p:cNvPr id="42" name="Rectangle 41">
              <a:extLst>
                <a:ext uri="{FF2B5EF4-FFF2-40B4-BE49-F238E27FC236}">
                  <a16:creationId xmlns:a16="http://schemas.microsoft.com/office/drawing/2014/main" id="{960C7AA0-D1CF-704E-52CB-6016EAA0F2F6}"/>
                </a:ext>
              </a:extLst>
            </p:cNvPr>
            <p:cNvSpPr/>
            <p:nvPr/>
          </p:nvSpPr>
          <p:spPr>
            <a:xfrm>
              <a:off x="3730107" y="4885709"/>
              <a:ext cx="6191128" cy="1476000"/>
            </a:xfrm>
            <a:prstGeom prst="rect">
              <a:avLst/>
            </a:prstGeom>
            <a:solidFill>
              <a:schemeClr val="accent4">
                <a:lumMod val="75000"/>
                <a:alpha val="64000"/>
              </a:schemeClr>
            </a:solidFill>
            <a:ln w="9525">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IN" sz="1050" b="1">
                  <a:solidFill>
                    <a:schemeClr val="bg1"/>
                  </a:solidFill>
                  <a:latin typeface="Ubuntu" panose="020B0504030602030204" pitchFamily="34" charset="0"/>
                </a:rPr>
                <a:t>OPERATING MODEL</a:t>
              </a:r>
            </a:p>
          </p:txBody>
        </p:sp>
        <p:sp>
          <p:nvSpPr>
            <p:cNvPr id="43" name="TextBox 42">
              <a:extLst>
                <a:ext uri="{FF2B5EF4-FFF2-40B4-BE49-F238E27FC236}">
                  <a16:creationId xmlns:a16="http://schemas.microsoft.com/office/drawing/2014/main" id="{1663FFE4-4B15-2084-C17D-A1A8F03BFAED}"/>
                </a:ext>
              </a:extLst>
            </p:cNvPr>
            <p:cNvSpPr txBox="1"/>
            <p:nvPr/>
          </p:nvSpPr>
          <p:spPr>
            <a:xfrm>
              <a:off x="1878810" y="5100489"/>
              <a:ext cx="1764000" cy="1046440"/>
            </a:xfrm>
            <a:prstGeom prst="rect">
              <a:avLst/>
            </a:prstGeom>
            <a:noFill/>
          </p:spPr>
          <p:txBody>
            <a:bodyPr wrap="square" rtlCol="0">
              <a:spAutoFit/>
            </a:bodyPr>
            <a:lstStyle/>
            <a:p>
              <a:r>
                <a:rPr lang="en-IN" sz="1200">
                  <a:latin typeface="Ubuntu" panose="020B0504030602030204" pitchFamily="34" charset="0"/>
                </a:rPr>
                <a:t>Design your best fit future</a:t>
              </a:r>
              <a:r>
                <a:rPr lang="en-IN">
                  <a:latin typeface="Ubuntu" panose="020B0504030602030204" pitchFamily="34" charset="0"/>
                </a:rPr>
                <a:t> </a:t>
              </a:r>
              <a:r>
                <a:rPr lang="en-IN" sz="1600" b="1">
                  <a:solidFill>
                    <a:schemeClr val="bg1"/>
                  </a:solidFill>
                  <a:latin typeface="Ubuntu" panose="020B0504030602030204" pitchFamily="34" charset="0"/>
                </a:rPr>
                <a:t>Target Operating Model</a:t>
              </a:r>
            </a:p>
          </p:txBody>
        </p:sp>
        <p:sp>
          <p:nvSpPr>
            <p:cNvPr id="44" name="TextBox 43">
              <a:extLst>
                <a:ext uri="{FF2B5EF4-FFF2-40B4-BE49-F238E27FC236}">
                  <a16:creationId xmlns:a16="http://schemas.microsoft.com/office/drawing/2014/main" id="{72B9C39C-4869-256C-44A7-FAEBB9251628}"/>
                </a:ext>
              </a:extLst>
            </p:cNvPr>
            <p:cNvSpPr txBox="1"/>
            <p:nvPr/>
          </p:nvSpPr>
          <p:spPr>
            <a:xfrm>
              <a:off x="3806064" y="5300544"/>
              <a:ext cx="1296000" cy="646331"/>
            </a:xfrm>
            <a:prstGeom prst="rect">
              <a:avLst/>
            </a:prstGeom>
            <a:noFill/>
          </p:spPr>
          <p:txBody>
            <a:bodyPr wrap="square" rtlCol="0" anchor="ctr">
              <a:spAutoFit/>
            </a:bodyPr>
            <a:lstStyle/>
            <a:p>
              <a:r>
                <a:rPr lang="en-IN" sz="1200" b="1">
                  <a:solidFill>
                    <a:schemeClr val="bg1"/>
                  </a:solidFill>
                  <a:latin typeface="Ubuntu" panose="020B0504030602030204" pitchFamily="34" charset="0"/>
                </a:rPr>
                <a:t>Set up models for new ways of working</a:t>
              </a:r>
              <a:endParaRPr lang="en-IN" b="1">
                <a:solidFill>
                  <a:schemeClr val="bg1"/>
                </a:solidFill>
                <a:latin typeface="Ubuntu" panose="020B0504030602030204" pitchFamily="34" charset="0"/>
              </a:endParaRPr>
            </a:p>
          </p:txBody>
        </p:sp>
        <p:sp>
          <p:nvSpPr>
            <p:cNvPr id="45" name="TextBox 44">
              <a:extLst>
                <a:ext uri="{FF2B5EF4-FFF2-40B4-BE49-F238E27FC236}">
                  <a16:creationId xmlns:a16="http://schemas.microsoft.com/office/drawing/2014/main" id="{73495ECC-11ED-F36C-A8AA-C639ABAC6729}"/>
                </a:ext>
              </a:extLst>
            </p:cNvPr>
            <p:cNvSpPr txBox="1"/>
            <p:nvPr/>
          </p:nvSpPr>
          <p:spPr>
            <a:xfrm>
              <a:off x="5988366" y="1272607"/>
              <a:ext cx="1522231" cy="338554"/>
            </a:xfrm>
            <a:prstGeom prst="rect">
              <a:avLst/>
            </a:prstGeom>
            <a:noFill/>
          </p:spPr>
          <p:txBody>
            <a:bodyPr wrap="square" rtlCol="0">
              <a:spAutoFit/>
            </a:bodyPr>
            <a:lstStyle/>
            <a:p>
              <a:pPr algn="ctr"/>
              <a:r>
                <a:rPr lang="en-IN" sz="1600" b="1">
                  <a:solidFill>
                    <a:schemeClr val="bg1"/>
                  </a:solidFill>
                  <a:latin typeface="Ubuntu" panose="020B0504030602030204" pitchFamily="34" charset="0"/>
                </a:rPr>
                <a:t>Inclusions</a:t>
              </a:r>
            </a:p>
          </p:txBody>
        </p:sp>
        <p:cxnSp>
          <p:nvCxnSpPr>
            <p:cNvPr id="46" name="Straight Connector 45">
              <a:extLst>
                <a:ext uri="{FF2B5EF4-FFF2-40B4-BE49-F238E27FC236}">
                  <a16:creationId xmlns:a16="http://schemas.microsoft.com/office/drawing/2014/main" id="{73475CE8-C79D-5D30-849B-316131AAFF34}"/>
                </a:ext>
              </a:extLst>
            </p:cNvPr>
            <p:cNvCxnSpPr>
              <a:cxnSpLocks/>
            </p:cNvCxnSpPr>
            <p:nvPr/>
          </p:nvCxnSpPr>
          <p:spPr>
            <a:xfrm>
              <a:off x="4524739" y="4824423"/>
              <a:ext cx="4344538" cy="0"/>
            </a:xfrm>
            <a:prstGeom prst="line">
              <a:avLst/>
            </a:prstGeom>
            <a:ln>
              <a:solidFill>
                <a:schemeClr val="accent2">
                  <a:lumMod val="75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42AE5504-E639-D06F-78A0-E2A18E117AAA}"/>
                </a:ext>
              </a:extLst>
            </p:cNvPr>
            <p:cNvCxnSpPr>
              <a:cxnSpLocks/>
            </p:cNvCxnSpPr>
            <p:nvPr/>
          </p:nvCxnSpPr>
          <p:spPr>
            <a:xfrm>
              <a:off x="4524739" y="3225853"/>
              <a:ext cx="4344538" cy="0"/>
            </a:xfrm>
            <a:prstGeom prst="line">
              <a:avLst/>
            </a:prstGeom>
            <a:ln>
              <a:solidFill>
                <a:schemeClr val="accent2">
                  <a:lumMod val="75000"/>
                </a:schemeClr>
              </a:solidFill>
              <a:prstDash val="dash"/>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16155135-5A4D-516C-5C9E-459CAB797DC4}"/>
                </a:ext>
              </a:extLst>
            </p:cNvPr>
            <p:cNvSpPr txBox="1"/>
            <p:nvPr/>
          </p:nvSpPr>
          <p:spPr>
            <a:xfrm>
              <a:off x="10471328" y="1272607"/>
              <a:ext cx="1522231" cy="338555"/>
            </a:xfrm>
            <a:prstGeom prst="rect">
              <a:avLst/>
            </a:prstGeom>
            <a:noFill/>
          </p:spPr>
          <p:txBody>
            <a:bodyPr wrap="square" rtlCol="0">
              <a:spAutoFit/>
            </a:bodyPr>
            <a:lstStyle/>
            <a:p>
              <a:pPr algn="ctr"/>
              <a:r>
                <a:rPr lang="en-IN" sz="1600" b="1">
                  <a:solidFill>
                    <a:schemeClr val="bg1"/>
                  </a:solidFill>
                  <a:latin typeface="Ubuntu" panose="020B0504030602030204" pitchFamily="34" charset="0"/>
                </a:rPr>
                <a:t>Enablers</a:t>
              </a:r>
            </a:p>
          </p:txBody>
        </p:sp>
        <p:sp>
          <p:nvSpPr>
            <p:cNvPr id="53" name="Rectangle: Rounded Corners 52">
              <a:extLst>
                <a:ext uri="{FF2B5EF4-FFF2-40B4-BE49-F238E27FC236}">
                  <a16:creationId xmlns:a16="http://schemas.microsoft.com/office/drawing/2014/main" id="{66D198D1-D369-37BB-810D-757AF4D327E0}"/>
                </a:ext>
              </a:extLst>
            </p:cNvPr>
            <p:cNvSpPr/>
            <p:nvPr/>
          </p:nvSpPr>
          <p:spPr>
            <a:xfrm>
              <a:off x="5376300" y="2117335"/>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Transformation Program Management</a:t>
              </a:r>
            </a:p>
          </p:txBody>
        </p:sp>
        <p:sp>
          <p:nvSpPr>
            <p:cNvPr id="54" name="Rectangle: Rounded Corners 53">
              <a:extLst>
                <a:ext uri="{FF2B5EF4-FFF2-40B4-BE49-F238E27FC236}">
                  <a16:creationId xmlns:a16="http://schemas.microsoft.com/office/drawing/2014/main" id="{9810F887-4C4F-5522-6B07-106787ABD59B}"/>
                </a:ext>
              </a:extLst>
            </p:cNvPr>
            <p:cNvSpPr/>
            <p:nvPr/>
          </p:nvSpPr>
          <p:spPr>
            <a:xfrm>
              <a:off x="7480199" y="2117335"/>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Change &amp; Communication Management </a:t>
              </a:r>
            </a:p>
          </p:txBody>
        </p:sp>
        <p:sp>
          <p:nvSpPr>
            <p:cNvPr id="55" name="Rectangle: Rounded Corners 54">
              <a:extLst>
                <a:ext uri="{FF2B5EF4-FFF2-40B4-BE49-F238E27FC236}">
                  <a16:creationId xmlns:a16="http://schemas.microsoft.com/office/drawing/2014/main" id="{4B44D6D5-5C60-32D2-DFB0-53AC6068A241}"/>
                </a:ext>
              </a:extLst>
            </p:cNvPr>
            <p:cNvSpPr/>
            <p:nvPr/>
          </p:nvSpPr>
          <p:spPr>
            <a:xfrm>
              <a:off x="5376300" y="2669233"/>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Governance &amp; Transition Planning </a:t>
              </a:r>
            </a:p>
          </p:txBody>
        </p:sp>
        <p:sp>
          <p:nvSpPr>
            <p:cNvPr id="56" name="Rectangle: Rounded Corners 55">
              <a:extLst>
                <a:ext uri="{FF2B5EF4-FFF2-40B4-BE49-F238E27FC236}">
                  <a16:creationId xmlns:a16="http://schemas.microsoft.com/office/drawing/2014/main" id="{259FFDC3-8312-CF88-6A7A-8ED1156C3F30}"/>
                </a:ext>
              </a:extLst>
            </p:cNvPr>
            <p:cNvSpPr/>
            <p:nvPr/>
          </p:nvSpPr>
          <p:spPr>
            <a:xfrm>
              <a:off x="7480199" y="2669233"/>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Value Management</a:t>
              </a:r>
            </a:p>
          </p:txBody>
        </p:sp>
        <p:sp>
          <p:nvSpPr>
            <p:cNvPr id="57" name="Rectangle: Rounded Corners 56">
              <a:extLst>
                <a:ext uri="{FF2B5EF4-FFF2-40B4-BE49-F238E27FC236}">
                  <a16:creationId xmlns:a16="http://schemas.microsoft.com/office/drawing/2014/main" id="{D1C06D14-3E13-1096-A894-F8C638A4EB06}"/>
                </a:ext>
              </a:extLst>
            </p:cNvPr>
            <p:cNvSpPr/>
            <p:nvPr/>
          </p:nvSpPr>
          <p:spPr>
            <a:xfrm>
              <a:off x="5835671" y="3705331"/>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Modernization</a:t>
              </a:r>
            </a:p>
          </p:txBody>
        </p:sp>
        <p:sp>
          <p:nvSpPr>
            <p:cNvPr id="58" name="Rectangle: Rounded Corners 57">
              <a:extLst>
                <a:ext uri="{FF2B5EF4-FFF2-40B4-BE49-F238E27FC236}">
                  <a16:creationId xmlns:a16="http://schemas.microsoft.com/office/drawing/2014/main" id="{46D5AF00-B1A6-7322-52F2-37AC42269D47}"/>
                </a:ext>
              </a:extLst>
            </p:cNvPr>
            <p:cNvSpPr/>
            <p:nvPr/>
          </p:nvSpPr>
          <p:spPr>
            <a:xfrm>
              <a:off x="5376300" y="5337427"/>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Offshoring/ Vendor Consolidation </a:t>
              </a:r>
            </a:p>
          </p:txBody>
        </p:sp>
        <p:sp>
          <p:nvSpPr>
            <p:cNvPr id="59" name="Rectangle: Rounded Corners 58">
              <a:extLst>
                <a:ext uri="{FF2B5EF4-FFF2-40B4-BE49-F238E27FC236}">
                  <a16:creationId xmlns:a16="http://schemas.microsoft.com/office/drawing/2014/main" id="{49E0EDA0-E455-E73B-8916-F919A2FDF91D}"/>
                </a:ext>
              </a:extLst>
            </p:cNvPr>
            <p:cNvSpPr/>
            <p:nvPr/>
          </p:nvSpPr>
          <p:spPr>
            <a:xfrm>
              <a:off x="5376300" y="5829956"/>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Flex Model</a:t>
              </a:r>
            </a:p>
          </p:txBody>
        </p:sp>
        <p:sp>
          <p:nvSpPr>
            <p:cNvPr id="60" name="Rectangle: Rounded Corners 59">
              <a:extLst>
                <a:ext uri="{FF2B5EF4-FFF2-40B4-BE49-F238E27FC236}">
                  <a16:creationId xmlns:a16="http://schemas.microsoft.com/office/drawing/2014/main" id="{7FB1C005-E70D-DB14-2E5B-492DEEB02ADB}"/>
                </a:ext>
              </a:extLst>
            </p:cNvPr>
            <p:cNvSpPr/>
            <p:nvPr/>
          </p:nvSpPr>
          <p:spPr>
            <a:xfrm>
              <a:off x="7480199" y="5836452"/>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err="1">
                  <a:solidFill>
                    <a:schemeClr val="bg1"/>
                  </a:solidFill>
                  <a:latin typeface="Ubuntu" panose="020B0504030602030204" pitchFamily="34" charset="0"/>
                </a:rPr>
                <a:t>NewCo</a:t>
              </a:r>
              <a:r>
                <a:rPr lang="en-IN" sz="950">
                  <a:solidFill>
                    <a:schemeClr val="bg1"/>
                  </a:solidFill>
                  <a:latin typeface="Ubuntu" panose="020B0504030602030204" pitchFamily="34" charset="0"/>
                </a:rPr>
                <a:t> Interaction Operating Model</a:t>
              </a:r>
            </a:p>
          </p:txBody>
        </p:sp>
        <p:sp>
          <p:nvSpPr>
            <p:cNvPr id="61" name="Rectangle: Rounded Corners 60">
              <a:extLst>
                <a:ext uri="{FF2B5EF4-FFF2-40B4-BE49-F238E27FC236}">
                  <a16:creationId xmlns:a16="http://schemas.microsoft.com/office/drawing/2014/main" id="{F5127113-0A28-92A3-8455-5116765CC5D2}"/>
                </a:ext>
              </a:extLst>
            </p:cNvPr>
            <p:cNvSpPr/>
            <p:nvPr/>
          </p:nvSpPr>
          <p:spPr>
            <a:xfrm>
              <a:off x="7480199" y="5341837"/>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R&amp;R to Align with BO</a:t>
              </a:r>
            </a:p>
          </p:txBody>
        </p:sp>
        <p:sp>
          <p:nvSpPr>
            <p:cNvPr id="62" name="Rectangle: Rounded Corners 61">
              <a:extLst>
                <a:ext uri="{FF2B5EF4-FFF2-40B4-BE49-F238E27FC236}">
                  <a16:creationId xmlns:a16="http://schemas.microsoft.com/office/drawing/2014/main" id="{A17D047A-2DE9-251A-621B-3E7146243280}"/>
                </a:ext>
              </a:extLst>
            </p:cNvPr>
            <p:cNvSpPr/>
            <p:nvPr/>
          </p:nvSpPr>
          <p:spPr>
            <a:xfrm>
              <a:off x="5835671" y="4299166"/>
              <a:ext cx="1980000" cy="360000"/>
            </a:xfrm>
            <a:prstGeom prst="roundRect">
              <a:avLst/>
            </a:prstGeom>
            <a:noFill/>
            <a:ln w="9525">
              <a:solidFill>
                <a:schemeClr val="bg1">
                  <a:lumMod val="8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950">
                  <a:solidFill>
                    <a:schemeClr val="bg1"/>
                  </a:solidFill>
                  <a:latin typeface="Ubuntu" panose="020B0504030602030204" pitchFamily="34" charset="0"/>
                </a:rPr>
                <a:t>Rationalization</a:t>
              </a:r>
            </a:p>
          </p:txBody>
        </p:sp>
        <p:sp>
          <p:nvSpPr>
            <p:cNvPr id="63" name="Arrow: Striped Right 62">
              <a:extLst>
                <a:ext uri="{FF2B5EF4-FFF2-40B4-BE49-F238E27FC236}">
                  <a16:creationId xmlns:a16="http://schemas.microsoft.com/office/drawing/2014/main" id="{0DF615D6-600E-5E96-6B60-0D68B4380F3C}"/>
                </a:ext>
              </a:extLst>
            </p:cNvPr>
            <p:cNvSpPr/>
            <p:nvPr/>
          </p:nvSpPr>
          <p:spPr>
            <a:xfrm flipH="1">
              <a:off x="9782420" y="3820069"/>
              <a:ext cx="525427" cy="441196"/>
            </a:xfrm>
            <a:prstGeom prst="stripedRightArrow">
              <a:avLst/>
            </a:prstGeom>
            <a:solidFill>
              <a:srgbClr val="12ABDB"/>
            </a:solidFill>
            <a:ln w="63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Ubuntu" panose="020B0504030602030204" pitchFamily="34" charset="0"/>
              </a:endParaRPr>
            </a:p>
          </p:txBody>
        </p:sp>
        <p:sp>
          <p:nvSpPr>
            <p:cNvPr id="64" name="Rectangle 63">
              <a:extLst>
                <a:ext uri="{FF2B5EF4-FFF2-40B4-BE49-F238E27FC236}">
                  <a16:creationId xmlns:a16="http://schemas.microsoft.com/office/drawing/2014/main" id="{7A3FF7CF-2EB0-4DE6-C9FD-F0AA0A9EF43A}"/>
                </a:ext>
              </a:extLst>
            </p:cNvPr>
            <p:cNvSpPr/>
            <p:nvPr/>
          </p:nvSpPr>
          <p:spPr>
            <a:xfrm>
              <a:off x="10321639" y="1640176"/>
              <a:ext cx="1821607" cy="4721533"/>
            </a:xfrm>
            <a:prstGeom prst="rect">
              <a:avLst/>
            </a:prstGeom>
            <a:solidFill>
              <a:schemeClr val="accent1">
                <a:lumMod val="75000"/>
                <a:alpha val="65000"/>
              </a:schemeClr>
            </a:solidFill>
            <a:ln w="6350">
              <a:solidFill>
                <a:schemeClr val="bg1">
                  <a:lumMod val="8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Enterprise Architecture</a:t>
              </a:r>
            </a:p>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Security/Compliance</a:t>
              </a:r>
            </a:p>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Design Authority</a:t>
              </a:r>
            </a:p>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Internal Developer Platform</a:t>
              </a:r>
            </a:p>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Change Management Guidelines</a:t>
              </a:r>
            </a:p>
            <a:p>
              <a:pPr marL="177800" indent="-177800">
                <a:spcBef>
                  <a:spcPts val="300"/>
                </a:spcBef>
                <a:spcAft>
                  <a:spcPts val="300"/>
                </a:spcAft>
                <a:buFont typeface="Wingdings" panose="05000000000000000000" pitchFamily="2" charset="2"/>
                <a:buChar char="v"/>
              </a:pPr>
              <a:r>
                <a:rPr lang="en-IN" sz="1100" b="1">
                  <a:solidFill>
                    <a:schemeClr val="bg1"/>
                  </a:solidFill>
                  <a:latin typeface="Ubuntu" panose="020B0504030602030204" pitchFamily="34" charset="0"/>
                </a:rPr>
                <a:t>Transformation Management</a:t>
              </a:r>
              <a:endParaRPr lang="en-IN" sz="1100" b="1">
                <a:solidFill>
                  <a:schemeClr val="tx1">
                    <a:lumMod val="65000"/>
                    <a:lumOff val="35000"/>
                  </a:schemeClr>
                </a:solidFill>
                <a:latin typeface="Ubuntu" panose="020B0504030602030204" pitchFamily="34" charset="0"/>
              </a:endParaRPr>
            </a:p>
          </p:txBody>
        </p:sp>
      </p:grpSp>
    </p:spTree>
    <p:extLst>
      <p:ext uri="{BB962C8B-B14F-4D97-AF65-F5344CB8AC3E}">
        <p14:creationId xmlns:p14="http://schemas.microsoft.com/office/powerpoint/2010/main" val="1420754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7" name="Group 6">
            <a:extLst>
              <a:ext uri="{FF2B5EF4-FFF2-40B4-BE49-F238E27FC236}">
                <a16:creationId xmlns:a16="http://schemas.microsoft.com/office/drawing/2014/main" id="{AAD6D2DB-D4CE-E20B-235A-68B60099FEC6}"/>
              </a:ext>
            </a:extLst>
          </p:cNvPr>
          <p:cNvGrpSpPr/>
          <p:nvPr/>
        </p:nvGrpSpPr>
        <p:grpSpPr>
          <a:xfrm>
            <a:off x="7227070" y="6517658"/>
            <a:ext cx="4746321" cy="219669"/>
            <a:chOff x="7227070" y="6517658"/>
            <a:chExt cx="4746321" cy="219669"/>
          </a:xfrm>
        </p:grpSpPr>
        <p:sp>
          <p:nvSpPr>
            <p:cNvPr id="8" name="Rectangle 27">
              <a:extLst>
                <a:ext uri="{FF2B5EF4-FFF2-40B4-BE49-F238E27FC236}">
                  <a16:creationId xmlns:a16="http://schemas.microsoft.com/office/drawing/2014/main" id="{6FFB1DE0-88FD-F6F2-010E-6833751F2F1D}"/>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a:t>
              </a:r>
            </a:p>
          </p:txBody>
        </p:sp>
        <p:sp>
          <p:nvSpPr>
            <p:cNvPr id="9" name="Rectangle 43">
              <a:extLst>
                <a:ext uri="{FF2B5EF4-FFF2-40B4-BE49-F238E27FC236}">
                  <a16:creationId xmlns:a16="http://schemas.microsoft.com/office/drawing/2014/main" id="{F84A017C-7CE0-8868-B8B1-8BB3A8CEBEE8}"/>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GB" sz="800" smtClean="0">
                  <a:solidFill>
                    <a:srgbClr val="A6A6A6"/>
                  </a:solidFill>
                  <a:latin typeface="Ubuntu" panose="020B0504030602030204" pitchFamily="34" charset="0"/>
                  <a:cs typeface="Arial" panose="020B0604020202020204" pitchFamily="34" charset="0"/>
                </a:rPr>
                <a:pPr algn="r"/>
                <a:t>12</a:t>
              </a:fld>
              <a:endParaRPr lang="en-GB"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613F45C7-44FE-C472-B42D-1C404FC66221}"/>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701" marR="3081">
              <a:lnSpc>
                <a:spcPct val="120000"/>
              </a:lnSpc>
              <a:spcBef>
                <a:spcPts val="0"/>
              </a:spcBef>
            </a:pPr>
            <a:r>
              <a:rPr lang="en-GB" sz="4800" spc="-6">
                <a:solidFill>
                  <a:schemeClr val="accent1"/>
                </a:solidFill>
                <a:latin typeface="Ubuntu" panose="020B0504030602030204" pitchFamily="34" charset="0"/>
              </a:rPr>
              <a:t>3.</a:t>
            </a:r>
          </a:p>
          <a:p>
            <a:pPr marL="7701" marR="3081">
              <a:lnSpc>
                <a:spcPct val="120000"/>
              </a:lnSpc>
              <a:spcBef>
                <a:spcPts val="0"/>
              </a:spcBef>
            </a:pPr>
            <a:r>
              <a:rPr lang="en-GB" sz="2800" b="1" spc="-6">
                <a:latin typeface="Ubuntu" panose="020B0504030602030204" pitchFamily="34" charset="0"/>
              </a:rPr>
              <a:t>Large Transformation Experience</a:t>
            </a:r>
          </a:p>
          <a:p>
            <a:pPr marL="7701" marR="3081">
              <a:lnSpc>
                <a:spcPct val="120000"/>
              </a:lnSpc>
              <a:spcBef>
                <a:spcPts val="0"/>
              </a:spcBef>
            </a:pPr>
            <a:r>
              <a:rPr lang="en-GB" sz="2400" b="1" spc="-6">
                <a:solidFill>
                  <a:schemeClr val="accent5"/>
                </a:solidFill>
                <a:latin typeface="Ubuntu" panose="020B0504030602030204" pitchFamily="34" charset="0"/>
              </a:rPr>
              <a:t>RAN</a:t>
            </a:r>
          </a:p>
        </p:txBody>
      </p:sp>
      <p:sp>
        <p:nvSpPr>
          <p:cNvPr id="5" name="TextBox 4">
            <a:extLst>
              <a:ext uri="{FF2B5EF4-FFF2-40B4-BE49-F238E27FC236}">
                <a16:creationId xmlns:a16="http://schemas.microsoft.com/office/drawing/2014/main" id="{F71AC96F-6A75-968F-FE4E-012A94E09268}"/>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2.2</a:t>
            </a:r>
          </a:p>
          <a:p>
            <a:pPr marL="0" lvl="1" algn="ctr">
              <a:lnSpc>
                <a:spcPct val="115000"/>
              </a:lnSpc>
              <a:buClr>
                <a:srgbClr val="4472C4"/>
              </a:buClr>
            </a:pPr>
            <a:r>
              <a:rPr lang="en-GB" sz="1100" b="1">
                <a:solidFill>
                  <a:schemeClr val="bg1"/>
                </a:solidFill>
                <a:effectLst/>
                <a:ea typeface="Times New Roman" panose="02020603050405020304" pitchFamily="18" charset="0"/>
              </a:rPr>
              <a:t>Experience with Telco’s supporting the delivery of large transformation projects that cover all aspects of the Radio Access Network.</a:t>
            </a:r>
            <a:endParaRPr lang="en-GB" sz="1100" b="1">
              <a:solidFill>
                <a:schemeClr val="bg1"/>
              </a:solidFill>
              <a:effectLst/>
            </a:endParaRPr>
          </a:p>
        </p:txBody>
      </p:sp>
    </p:spTree>
    <p:extLst>
      <p:ext uri="{BB962C8B-B14F-4D97-AF65-F5344CB8AC3E}">
        <p14:creationId xmlns:p14="http://schemas.microsoft.com/office/powerpoint/2010/main" val="6413293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4B1D-A407-74BF-814A-3FAC830E4464}"/>
            </a:ext>
          </a:extLst>
        </p:cNvPr>
        <p:cNvGrpSpPr/>
        <p:nvPr/>
      </p:nvGrpSpPr>
      <p:grpSpPr>
        <a:xfrm>
          <a:off x="0" y="0"/>
          <a:ext cx="0" cy="0"/>
          <a:chOff x="0" y="0"/>
          <a:chExt cx="0" cy="0"/>
        </a:xfrm>
      </p:grpSpPr>
      <p:grpSp>
        <p:nvGrpSpPr>
          <p:cNvPr id="119" name="Group 118">
            <a:extLst>
              <a:ext uri="{FF2B5EF4-FFF2-40B4-BE49-F238E27FC236}">
                <a16:creationId xmlns:a16="http://schemas.microsoft.com/office/drawing/2014/main" id="{CE6EECF6-163D-7019-0723-107D052769B5}"/>
              </a:ext>
            </a:extLst>
          </p:cNvPr>
          <p:cNvGrpSpPr/>
          <p:nvPr/>
        </p:nvGrpSpPr>
        <p:grpSpPr>
          <a:xfrm>
            <a:off x="47176" y="1414023"/>
            <a:ext cx="12073870" cy="4482615"/>
            <a:chOff x="47176" y="1678883"/>
            <a:chExt cx="12073870" cy="4482615"/>
          </a:xfrm>
        </p:grpSpPr>
        <p:grpSp>
          <p:nvGrpSpPr>
            <p:cNvPr id="115" name="Group 114">
              <a:extLst>
                <a:ext uri="{FF2B5EF4-FFF2-40B4-BE49-F238E27FC236}">
                  <a16:creationId xmlns:a16="http://schemas.microsoft.com/office/drawing/2014/main" id="{4917F823-BD2D-E74E-2ABD-7DC49BBBE7F8}"/>
                </a:ext>
              </a:extLst>
            </p:cNvPr>
            <p:cNvGrpSpPr/>
            <p:nvPr/>
          </p:nvGrpSpPr>
          <p:grpSpPr>
            <a:xfrm>
              <a:off x="4084724" y="1678883"/>
              <a:ext cx="1980000" cy="4482614"/>
              <a:chOff x="4058602" y="1678883"/>
              <a:chExt cx="1980000" cy="4482614"/>
            </a:xfrm>
          </p:grpSpPr>
          <p:pic>
            <p:nvPicPr>
              <p:cNvPr id="75" name="Picture 6">
                <a:extLst>
                  <a:ext uri="{FF2B5EF4-FFF2-40B4-BE49-F238E27FC236}">
                    <a16:creationId xmlns:a16="http://schemas.microsoft.com/office/drawing/2014/main" id="{7DFA3FA4-7B3B-61F6-11EA-2CAFA2E44146}"/>
                  </a:ext>
                </a:extLst>
              </p:cNvPr>
              <p:cNvPicPr>
                <a:picLocks noChangeAspect="1" noChangeArrowheads="1"/>
              </p:cNvPicPr>
              <p:nvPr/>
            </p:nvPicPr>
            <p:blipFill rotWithShape="1">
              <a:blip r:embed="rId3" cstate="screen">
                <a:extLst>
                  <a:ext uri="{28A0092B-C50C-407E-A947-70E740481C1C}">
                    <a14:useLocalDpi xmlns:a14="http://schemas.microsoft.com/office/drawing/2010/main" val="0"/>
                  </a:ext>
                </a:extLst>
              </a:blip>
              <a:srcRect l="17379" r="10164" b="9136"/>
              <a:stretch/>
            </p:blipFill>
            <p:spPr bwMode="auto">
              <a:xfrm>
                <a:off x="4058602" y="1678883"/>
                <a:ext cx="1980000" cy="1620000"/>
              </a:xfrm>
              <a:prstGeom prst="rect">
                <a:avLst/>
              </a:prstGeom>
              <a:noFill/>
              <a:extLst>
                <a:ext uri="{909E8E84-426E-40DD-AFC4-6F175D3DCCD1}">
                  <a14:hiddenFill xmlns:a14="http://schemas.microsoft.com/office/drawing/2010/main">
                    <a:solidFill>
                      <a:srgbClr val="FFFFFF"/>
                    </a:solidFill>
                  </a14:hiddenFill>
                </a:ext>
              </a:extLst>
            </p:spPr>
          </p:pic>
          <p:grpSp>
            <p:nvGrpSpPr>
              <p:cNvPr id="109" name="Group 108">
                <a:extLst>
                  <a:ext uri="{FF2B5EF4-FFF2-40B4-BE49-F238E27FC236}">
                    <a16:creationId xmlns:a16="http://schemas.microsoft.com/office/drawing/2014/main" id="{6C22EDA9-2F33-AFC7-1AED-1AAD682182FC}"/>
                  </a:ext>
                </a:extLst>
              </p:cNvPr>
              <p:cNvGrpSpPr/>
              <p:nvPr/>
            </p:nvGrpSpPr>
            <p:grpSpPr>
              <a:xfrm>
                <a:off x="4148844" y="3510304"/>
                <a:ext cx="1799517" cy="2651193"/>
                <a:chOff x="4190629" y="3510304"/>
                <a:chExt cx="1799517" cy="2651193"/>
              </a:xfrm>
            </p:grpSpPr>
            <p:pic>
              <p:nvPicPr>
                <p:cNvPr id="60" name="Picture 59">
                  <a:extLst>
                    <a:ext uri="{FF2B5EF4-FFF2-40B4-BE49-F238E27FC236}">
                      <a16:creationId xmlns:a16="http://schemas.microsoft.com/office/drawing/2014/main" id="{699BF1F1-36B0-5F7D-5FA0-4FCE075C402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4190630" y="5900067"/>
                  <a:ext cx="1799516" cy="261430"/>
                </a:xfrm>
                <a:prstGeom prst="rect">
                  <a:avLst/>
                </a:prstGeom>
              </p:spPr>
            </p:pic>
            <p:pic>
              <p:nvPicPr>
                <p:cNvPr id="61" name="Picture 60">
                  <a:extLst>
                    <a:ext uri="{FF2B5EF4-FFF2-40B4-BE49-F238E27FC236}">
                      <a16:creationId xmlns:a16="http://schemas.microsoft.com/office/drawing/2014/main" id="{2844EC26-6D1A-438A-0C6D-F0E5C689E74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190629" y="3510304"/>
                  <a:ext cx="1799516" cy="261428"/>
                </a:xfrm>
                <a:prstGeom prst="rect">
                  <a:avLst/>
                </a:prstGeom>
              </p:spPr>
            </p:pic>
            <p:sp>
              <p:nvSpPr>
                <p:cNvPr id="68" name="Title 1">
                  <a:extLst>
                    <a:ext uri="{FF2B5EF4-FFF2-40B4-BE49-F238E27FC236}">
                      <a16:creationId xmlns:a16="http://schemas.microsoft.com/office/drawing/2014/main" id="{EB196ADD-8075-8355-5875-68765FAF25BC}"/>
                    </a:ext>
                  </a:extLst>
                </p:cNvPr>
                <p:cNvSpPr txBox="1">
                  <a:spLocks/>
                </p:cNvSpPr>
                <p:nvPr/>
              </p:nvSpPr>
              <p:spPr>
                <a:xfrm>
                  <a:off x="4221707" y="3639775"/>
                  <a:ext cx="1737360" cy="7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12ABDB"/>
                      </a:solidFill>
                      <a:effectLst/>
                      <a:uLnTx/>
                      <a:uFillTx/>
                      <a:latin typeface="+mn-lt"/>
                    </a:rPr>
                    <a:t>O-RAN OTIC Lab build and Vendor Validation</a:t>
                  </a:r>
                  <a:endParaRPr lang="en-GB" sz="1150" cap="none">
                    <a:solidFill>
                      <a:srgbClr val="FFFFFF"/>
                    </a:solidFill>
                    <a:latin typeface="+mn-lt"/>
                  </a:endParaRPr>
                </a:p>
              </p:txBody>
            </p:sp>
            <p:sp>
              <p:nvSpPr>
                <p:cNvPr id="101" name="Title 1">
                  <a:extLst>
                    <a:ext uri="{FF2B5EF4-FFF2-40B4-BE49-F238E27FC236}">
                      <a16:creationId xmlns:a16="http://schemas.microsoft.com/office/drawing/2014/main" id="{761381EE-D879-E2C9-DEE4-67AC88BA386D}"/>
                    </a:ext>
                  </a:extLst>
                </p:cNvPr>
                <p:cNvSpPr txBox="1">
                  <a:spLocks/>
                </p:cNvSpPr>
                <p:nvPr/>
              </p:nvSpPr>
              <p:spPr>
                <a:xfrm>
                  <a:off x="4220987" y="4423595"/>
                  <a:ext cx="1738800" cy="16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1150" cap="none">
                      <a:solidFill>
                        <a:srgbClr val="FFFFFF"/>
                      </a:solidFill>
                      <a:latin typeface="+mn-lt"/>
                    </a:rPr>
                    <a:t>OTIC LAB design &amp; build integrating and validating </a:t>
                  </a:r>
                </a:p>
                <a:p>
                  <a:pPr algn="ctr">
                    <a:lnSpc>
                      <a:spcPct val="100000"/>
                    </a:lnSpc>
                    <a:defRPr/>
                  </a:pPr>
                  <a:r>
                    <a:rPr lang="en-GB" sz="1150" cap="none">
                      <a:solidFill>
                        <a:srgbClr val="FFFFFF"/>
                      </a:solidFill>
                      <a:latin typeface="+mn-lt"/>
                    </a:rPr>
                    <a:t>O-RAN 2G/4G/5G multi-vendor solutions.</a:t>
                  </a:r>
                </a:p>
                <a:p>
                  <a:pPr algn="ctr">
                    <a:lnSpc>
                      <a:spcPct val="100000"/>
                    </a:lnSpc>
                    <a:defRPr/>
                  </a:pPr>
                  <a:r>
                    <a:rPr lang="en-GB" sz="1150" cap="none">
                      <a:solidFill>
                        <a:srgbClr val="FFFFFF"/>
                      </a:solidFill>
                      <a:latin typeface="+mn-lt"/>
                    </a:rPr>
                    <a:t>Test strategy, definition </a:t>
                  </a:r>
                </a:p>
                <a:p>
                  <a:pPr algn="ctr">
                    <a:lnSpc>
                      <a:spcPct val="100000"/>
                    </a:lnSpc>
                    <a:defRPr/>
                  </a:pPr>
                  <a:r>
                    <a:rPr lang="en-GB" sz="1150" cap="none">
                      <a:solidFill>
                        <a:srgbClr val="FFFFFF"/>
                      </a:solidFill>
                      <a:latin typeface="+mn-lt"/>
                    </a:rPr>
                    <a:t>and execution.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1150" cap="none">
                      <a:solidFill>
                        <a:srgbClr val="FFFFFF"/>
                      </a:solidFill>
                      <a:latin typeface="+mn-lt"/>
                    </a:rPr>
                    <a:t>Project and Multi-Vendor ecosystem, Management,</a:t>
                  </a:r>
                </a:p>
              </p:txBody>
            </p:sp>
          </p:grpSp>
        </p:grpSp>
        <p:grpSp>
          <p:nvGrpSpPr>
            <p:cNvPr id="113" name="Group 112">
              <a:extLst>
                <a:ext uri="{FF2B5EF4-FFF2-40B4-BE49-F238E27FC236}">
                  <a16:creationId xmlns:a16="http://schemas.microsoft.com/office/drawing/2014/main" id="{14D75BB1-180E-7F19-5A2A-12530D4B6521}"/>
                </a:ext>
              </a:extLst>
            </p:cNvPr>
            <p:cNvGrpSpPr/>
            <p:nvPr/>
          </p:nvGrpSpPr>
          <p:grpSpPr>
            <a:xfrm>
              <a:off x="47176" y="1678883"/>
              <a:ext cx="1980000" cy="4482615"/>
              <a:chOff x="47176" y="1678883"/>
              <a:chExt cx="1980000" cy="4482615"/>
            </a:xfrm>
          </p:grpSpPr>
          <p:pic>
            <p:nvPicPr>
              <p:cNvPr id="73" name="Picture 72" descr="Investigation process">
                <a:extLst>
                  <a:ext uri="{FF2B5EF4-FFF2-40B4-BE49-F238E27FC236}">
                    <a16:creationId xmlns:a16="http://schemas.microsoft.com/office/drawing/2014/main" id="{408C8961-630B-39D3-C5F4-D799806807F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451" r="18234" b="8294"/>
              <a:stretch/>
            </p:blipFill>
            <p:spPr bwMode="auto">
              <a:xfrm>
                <a:off x="47176" y="1678883"/>
                <a:ext cx="1980000" cy="1620000"/>
              </a:xfrm>
              <a:prstGeom prst="rect">
                <a:avLst/>
              </a:prstGeom>
              <a:noFill/>
              <a:extLst>
                <a:ext uri="{909E8E84-426E-40DD-AFC4-6F175D3DCCD1}">
                  <a14:hiddenFill xmlns:a14="http://schemas.microsoft.com/office/drawing/2010/main">
                    <a:solidFill>
                      <a:srgbClr val="FFFFFF"/>
                    </a:solidFill>
                  </a14:hiddenFill>
                </a:ext>
              </a:extLst>
            </p:spPr>
          </p:pic>
          <p:grpSp>
            <p:nvGrpSpPr>
              <p:cNvPr id="107" name="Group 106">
                <a:extLst>
                  <a:ext uri="{FF2B5EF4-FFF2-40B4-BE49-F238E27FC236}">
                    <a16:creationId xmlns:a16="http://schemas.microsoft.com/office/drawing/2014/main" id="{FDE7C7B2-042C-A8C2-714A-E478B9A1C983}"/>
                  </a:ext>
                </a:extLst>
              </p:cNvPr>
              <p:cNvGrpSpPr/>
              <p:nvPr/>
            </p:nvGrpSpPr>
            <p:grpSpPr>
              <a:xfrm>
                <a:off x="137418" y="3510304"/>
                <a:ext cx="1799516" cy="2651194"/>
                <a:chOff x="145106" y="3510304"/>
                <a:chExt cx="1799516" cy="2651194"/>
              </a:xfrm>
            </p:grpSpPr>
            <p:pic>
              <p:nvPicPr>
                <p:cNvPr id="56" name="Picture 53">
                  <a:extLst>
                    <a:ext uri="{FF2B5EF4-FFF2-40B4-BE49-F238E27FC236}">
                      <a16:creationId xmlns:a16="http://schemas.microsoft.com/office/drawing/2014/main" id="{2732D5EE-2658-CD66-AE01-BF2AE8EDE28A}"/>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145106" y="5900068"/>
                  <a:ext cx="1799516" cy="261430"/>
                </a:xfrm>
                <a:prstGeom prst="rect">
                  <a:avLst/>
                </a:prstGeom>
              </p:spPr>
            </p:pic>
            <p:pic>
              <p:nvPicPr>
                <p:cNvPr id="57" name="Picture 54">
                  <a:extLst>
                    <a:ext uri="{FF2B5EF4-FFF2-40B4-BE49-F238E27FC236}">
                      <a16:creationId xmlns:a16="http://schemas.microsoft.com/office/drawing/2014/main" id="{85B74817-E46A-5E73-5A36-0477F497D82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45106" y="3510304"/>
                  <a:ext cx="1799516" cy="261428"/>
                </a:xfrm>
                <a:prstGeom prst="rect">
                  <a:avLst/>
                </a:prstGeom>
              </p:spPr>
            </p:pic>
            <p:sp>
              <p:nvSpPr>
                <p:cNvPr id="69" name="Title 1">
                  <a:extLst>
                    <a:ext uri="{FF2B5EF4-FFF2-40B4-BE49-F238E27FC236}">
                      <a16:creationId xmlns:a16="http://schemas.microsoft.com/office/drawing/2014/main" id="{F4A67D58-F4C8-1861-EB9C-1F167E87B2D0}"/>
                    </a:ext>
                  </a:extLst>
                </p:cNvPr>
                <p:cNvSpPr txBox="1">
                  <a:spLocks/>
                </p:cNvSpPr>
                <p:nvPr/>
              </p:nvSpPr>
              <p:spPr>
                <a:xfrm>
                  <a:off x="176184" y="3639775"/>
                  <a:ext cx="1737360" cy="7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12ABDB"/>
                      </a:solidFill>
                      <a:effectLst/>
                      <a:uLnTx/>
                      <a:uFillTx/>
                      <a:latin typeface="+mn-lt"/>
                    </a:rPr>
                    <a:t>O-RAN Lab Design &amp; Test/ Strategy/ Planning</a:t>
                  </a:r>
                  <a:endParaRPr kumimoji="0" lang="en-US" sz="1150" b="0" i="0" u="none" strike="noStrike" kern="1200" cap="none" spc="0" normalizeH="0" baseline="0" noProof="0">
                    <a:ln>
                      <a:noFill/>
                    </a:ln>
                    <a:solidFill>
                      <a:srgbClr val="FFFFFF"/>
                    </a:solidFill>
                    <a:effectLst/>
                    <a:uLnTx/>
                    <a:uFillTx/>
                    <a:latin typeface="+mn-lt"/>
                  </a:endParaRPr>
                </a:p>
              </p:txBody>
            </p:sp>
            <p:sp>
              <p:nvSpPr>
                <p:cNvPr id="102" name="Title 1">
                  <a:extLst>
                    <a:ext uri="{FF2B5EF4-FFF2-40B4-BE49-F238E27FC236}">
                      <a16:creationId xmlns:a16="http://schemas.microsoft.com/office/drawing/2014/main" id="{2F4BE224-9C56-9758-F8C4-22D28F69F9D7}"/>
                    </a:ext>
                  </a:extLst>
                </p:cNvPr>
                <p:cNvSpPr txBox="1">
                  <a:spLocks/>
                </p:cNvSpPr>
                <p:nvPr/>
              </p:nvSpPr>
              <p:spPr>
                <a:xfrm>
                  <a:off x="175464" y="4423595"/>
                  <a:ext cx="1738800" cy="16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lvl="0" algn="ctr">
                    <a:lnSpc>
                      <a:spcPct val="100000"/>
                    </a:lnSpc>
                    <a:defRPr/>
                  </a:pPr>
                  <a:r>
                    <a:rPr lang="en-US" sz="1150" cap="none">
                      <a:solidFill>
                        <a:srgbClr val="FFFFFF"/>
                      </a:solidFill>
                      <a:latin typeface="+mn-lt"/>
                    </a:rPr>
                    <a:t>Multi vendor 5G O-RAN High </a:t>
                  </a:r>
                  <a:r>
                    <a:rPr kumimoji="0" lang="en-US" sz="1150" b="0" i="0" u="none" strike="noStrike" kern="1200" cap="none" spc="0" normalizeH="0" baseline="0" noProof="0">
                      <a:ln>
                        <a:noFill/>
                      </a:ln>
                      <a:solidFill>
                        <a:srgbClr val="FFFFFF"/>
                      </a:solidFill>
                      <a:effectLst/>
                      <a:uLnTx/>
                      <a:uFillTx/>
                      <a:latin typeface="+mn-lt"/>
                    </a:rPr>
                    <a:t>and Low-level architecture elaboration.</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1150" b="0" i="0" u="none" strike="noStrike" kern="1200" cap="none" spc="0" normalizeH="0" baseline="0" noProof="0">
                    <a:ln>
                      <a:noFill/>
                    </a:ln>
                    <a:solidFill>
                      <a:srgbClr val="FFFFFF"/>
                    </a:solidFill>
                    <a:effectLst/>
                    <a:uLnTx/>
                    <a:uFillTx/>
                    <a:latin typeface="+mn-lt"/>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150" b="0" i="0" u="none" strike="noStrike" kern="1200" cap="none" spc="0" normalizeH="0" baseline="0" noProof="0">
                      <a:ln>
                        <a:noFill/>
                      </a:ln>
                      <a:solidFill>
                        <a:srgbClr val="FFFFFF"/>
                      </a:solidFill>
                      <a:effectLst/>
                      <a:uLnTx/>
                      <a:uFillTx/>
                      <a:latin typeface="+mn-lt"/>
                    </a:rPr>
                    <a:t>Test plan strategy design &amp; evaluation and selection of </a:t>
                  </a:r>
                  <a:r>
                    <a:rPr lang="en-US" sz="1150" cap="none">
                      <a:solidFill>
                        <a:srgbClr val="FFFFFF"/>
                      </a:solidFill>
                      <a:latin typeface="+mn-lt"/>
                    </a:rPr>
                    <a:t>T&amp;M</a:t>
                  </a:r>
                  <a:r>
                    <a:rPr kumimoji="0" lang="en-US" sz="1150" b="0" i="0" u="none" strike="noStrike" kern="1200" cap="none" spc="0" normalizeH="0" baseline="0" noProof="0">
                      <a:ln>
                        <a:noFill/>
                      </a:ln>
                      <a:solidFill>
                        <a:srgbClr val="FFFFFF"/>
                      </a:solidFill>
                      <a:effectLst/>
                      <a:uLnTx/>
                      <a:uFillTx/>
                      <a:latin typeface="+mn-lt"/>
                    </a:rPr>
                    <a:t> tools</a:t>
                  </a:r>
                  <a:r>
                    <a:rPr lang="en-GB" sz="1150" cap="none">
                      <a:solidFill>
                        <a:srgbClr val="FFFFFF"/>
                      </a:solidFill>
                      <a:latin typeface="+mn-lt"/>
                    </a:rPr>
                    <a:t>.</a:t>
                  </a:r>
                  <a:endParaRPr kumimoji="0" lang="en-US" sz="1150" b="0" i="0" u="none" strike="noStrike" kern="1200" cap="none" spc="0" normalizeH="0" baseline="0" noProof="0">
                    <a:ln>
                      <a:noFill/>
                    </a:ln>
                    <a:solidFill>
                      <a:srgbClr val="FFFFFF"/>
                    </a:solidFill>
                    <a:effectLst/>
                    <a:uLnTx/>
                    <a:uFillTx/>
                    <a:latin typeface="+mn-lt"/>
                  </a:endParaRPr>
                </a:p>
              </p:txBody>
            </p:sp>
          </p:grpSp>
        </p:grpSp>
        <p:grpSp>
          <p:nvGrpSpPr>
            <p:cNvPr id="114" name="Group 113">
              <a:extLst>
                <a:ext uri="{FF2B5EF4-FFF2-40B4-BE49-F238E27FC236}">
                  <a16:creationId xmlns:a16="http://schemas.microsoft.com/office/drawing/2014/main" id="{CB84E48F-6ED5-9993-6BAE-66F2B2F59C0B}"/>
                </a:ext>
              </a:extLst>
            </p:cNvPr>
            <p:cNvGrpSpPr/>
            <p:nvPr/>
          </p:nvGrpSpPr>
          <p:grpSpPr>
            <a:xfrm>
              <a:off x="2065950" y="1678883"/>
              <a:ext cx="1980000" cy="4482614"/>
              <a:chOff x="2068437" y="1678883"/>
              <a:chExt cx="1980000" cy="4482614"/>
            </a:xfrm>
          </p:grpSpPr>
          <p:pic>
            <p:nvPicPr>
              <p:cNvPr id="74" name="Picture 8" descr="A Complete Picture Of The Data Monetization Market">
                <a:extLst>
                  <a:ext uri="{FF2B5EF4-FFF2-40B4-BE49-F238E27FC236}">
                    <a16:creationId xmlns:a16="http://schemas.microsoft.com/office/drawing/2014/main" id="{B2598C0F-0C36-F6EE-B51C-A1B2940A6928}"/>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36942"/>
              <a:stretch/>
            </p:blipFill>
            <p:spPr bwMode="auto">
              <a:xfrm>
                <a:off x="2068437" y="1678883"/>
                <a:ext cx="1980000" cy="1620000"/>
              </a:xfrm>
              <a:prstGeom prst="rect">
                <a:avLst/>
              </a:prstGeom>
              <a:noFill/>
              <a:extLst>
                <a:ext uri="{909E8E84-426E-40DD-AFC4-6F175D3DCCD1}">
                  <a14:hiddenFill xmlns:a14="http://schemas.microsoft.com/office/drawing/2010/main">
                    <a:solidFill>
                      <a:srgbClr val="FFFFFF"/>
                    </a:solidFill>
                  </a14:hiddenFill>
                </a:ext>
              </a:extLst>
            </p:spPr>
          </p:pic>
          <p:grpSp>
            <p:nvGrpSpPr>
              <p:cNvPr id="108" name="Group 107">
                <a:extLst>
                  <a:ext uri="{FF2B5EF4-FFF2-40B4-BE49-F238E27FC236}">
                    <a16:creationId xmlns:a16="http://schemas.microsoft.com/office/drawing/2014/main" id="{6675EA36-F9DA-68A0-978A-B10E9CBBA0C9}"/>
                  </a:ext>
                </a:extLst>
              </p:cNvPr>
              <p:cNvGrpSpPr/>
              <p:nvPr/>
            </p:nvGrpSpPr>
            <p:grpSpPr>
              <a:xfrm>
                <a:off x="2158679" y="3510304"/>
                <a:ext cx="1799516" cy="2651193"/>
                <a:chOff x="2167868" y="3510304"/>
                <a:chExt cx="1799516" cy="2651193"/>
              </a:xfrm>
            </p:grpSpPr>
            <p:pic>
              <p:nvPicPr>
                <p:cNvPr id="58" name="Picture 56">
                  <a:extLst>
                    <a:ext uri="{FF2B5EF4-FFF2-40B4-BE49-F238E27FC236}">
                      <a16:creationId xmlns:a16="http://schemas.microsoft.com/office/drawing/2014/main" id="{54B57B2F-2519-5791-8A18-E787856197D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2167868" y="5900067"/>
                  <a:ext cx="1799516" cy="261430"/>
                </a:xfrm>
                <a:prstGeom prst="rect">
                  <a:avLst/>
                </a:prstGeom>
              </p:spPr>
            </p:pic>
            <p:pic>
              <p:nvPicPr>
                <p:cNvPr id="59" name="Picture 57">
                  <a:extLst>
                    <a:ext uri="{FF2B5EF4-FFF2-40B4-BE49-F238E27FC236}">
                      <a16:creationId xmlns:a16="http://schemas.microsoft.com/office/drawing/2014/main" id="{13E01B0D-2BDB-B6F5-59B5-CD055E35B98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2167868" y="3510304"/>
                  <a:ext cx="1799516" cy="261428"/>
                </a:xfrm>
                <a:prstGeom prst="rect">
                  <a:avLst/>
                </a:prstGeom>
              </p:spPr>
            </p:pic>
            <p:sp>
              <p:nvSpPr>
                <p:cNvPr id="70" name="Title 1">
                  <a:extLst>
                    <a:ext uri="{FF2B5EF4-FFF2-40B4-BE49-F238E27FC236}">
                      <a16:creationId xmlns:a16="http://schemas.microsoft.com/office/drawing/2014/main" id="{6A19AD68-7DF0-0B8F-0D39-314577754CF1}"/>
                    </a:ext>
                  </a:extLst>
                </p:cNvPr>
                <p:cNvSpPr txBox="1">
                  <a:spLocks/>
                </p:cNvSpPr>
                <p:nvPr/>
              </p:nvSpPr>
              <p:spPr>
                <a:xfrm>
                  <a:off x="2198946" y="3639775"/>
                  <a:ext cx="1737360" cy="7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400" b="0" i="0" u="none" strike="noStrike" kern="0" cap="none" spc="0" normalizeH="0" baseline="0" noProof="0">
                      <a:ln>
                        <a:noFill/>
                      </a:ln>
                      <a:solidFill>
                        <a:srgbClr val="12ABDB"/>
                      </a:solidFill>
                      <a:effectLst/>
                      <a:uLnTx/>
                      <a:uFillTx/>
                      <a:latin typeface="+mn-lt"/>
                      <a:ea typeface="+mj-ea"/>
                      <a:cs typeface="+mj-cs"/>
                    </a:rPr>
                    <a:t>APAC 5G Massive MIMO – E2E System Implementation</a:t>
                  </a:r>
                  <a:endParaRPr kumimoji="0" lang="en-GB" sz="1150" b="0" i="0" u="none" strike="noStrike" kern="1200" cap="none" spc="0" normalizeH="0" baseline="0" noProof="0">
                    <a:ln>
                      <a:noFill/>
                    </a:ln>
                    <a:solidFill>
                      <a:srgbClr val="FFFFFF"/>
                    </a:solidFill>
                    <a:effectLst/>
                    <a:uLnTx/>
                    <a:uFillTx/>
                    <a:latin typeface="+mn-lt"/>
                    <a:ea typeface="+mj-ea"/>
                    <a:cs typeface="+mj-cs"/>
                  </a:endParaRPr>
                </a:p>
              </p:txBody>
            </p:sp>
            <p:sp>
              <p:nvSpPr>
                <p:cNvPr id="103" name="Title 1">
                  <a:extLst>
                    <a:ext uri="{FF2B5EF4-FFF2-40B4-BE49-F238E27FC236}">
                      <a16:creationId xmlns:a16="http://schemas.microsoft.com/office/drawing/2014/main" id="{EBE12C5B-6964-03F6-F69F-240D7DFB0173}"/>
                    </a:ext>
                  </a:extLst>
                </p:cNvPr>
                <p:cNvSpPr txBox="1">
                  <a:spLocks/>
                </p:cNvSpPr>
                <p:nvPr/>
              </p:nvSpPr>
              <p:spPr>
                <a:xfrm>
                  <a:off x="2198226" y="4423595"/>
                  <a:ext cx="1738800" cy="16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algn="ctr">
                    <a:lnSpc>
                      <a:spcPct val="100000"/>
                    </a:lnSpc>
                    <a:defRPr/>
                  </a:pPr>
                  <a:r>
                    <a:rPr kumimoji="0" lang="en-GB" sz="1150" b="0" i="0" u="none" strike="noStrike" kern="1200" cap="none" spc="0" normalizeH="0" baseline="0" noProof="0">
                      <a:ln>
                        <a:noFill/>
                      </a:ln>
                      <a:solidFill>
                        <a:srgbClr val="FFFFFF"/>
                      </a:solidFill>
                      <a:effectLst/>
                      <a:uLnTx/>
                      <a:uFillTx/>
                      <a:latin typeface="+mn-lt"/>
                    </a:rPr>
                    <a:t>Lab Design. Complete 5G E2E system bring up and Network integration.</a:t>
                  </a:r>
                </a:p>
                <a:p>
                  <a:pPr algn="ctr">
                    <a:lnSpc>
                      <a:spcPct val="100000"/>
                    </a:lnSpc>
                    <a:defRPr/>
                  </a:pPr>
                  <a:endParaRPr kumimoji="0" lang="en-GB" sz="1150" b="0" i="0" u="none" strike="noStrike" kern="1200" cap="none" spc="0" normalizeH="0" baseline="0" noProof="0">
                    <a:ln>
                      <a:noFill/>
                    </a:ln>
                    <a:solidFill>
                      <a:srgbClr val="FFFFFF"/>
                    </a:solidFill>
                    <a:effectLst/>
                    <a:uLnTx/>
                    <a:uFillTx/>
                    <a:latin typeface="+mn-lt"/>
                  </a:endParaRPr>
                </a:p>
                <a:p>
                  <a:pPr algn="ctr">
                    <a:lnSpc>
                      <a:spcPct val="100000"/>
                    </a:lnSpc>
                    <a:defRPr/>
                  </a:pPr>
                  <a:r>
                    <a:rPr kumimoji="0" lang="en-GB" sz="1150" b="0" i="0" u="none" strike="noStrike" kern="1200" cap="none" spc="0" normalizeH="0" baseline="0" noProof="0">
                      <a:ln>
                        <a:noFill/>
                      </a:ln>
                      <a:solidFill>
                        <a:srgbClr val="FFFFFF"/>
                      </a:solidFill>
                      <a:effectLst/>
                      <a:uLnTx/>
                      <a:uFillTx/>
                      <a:latin typeface="+mn-lt"/>
                    </a:rPr>
                    <a:t>E2E, 5G O-RU Fronthaul Inter-operability and WG4 O-RAN conformance and IOT test and validation</a:t>
                  </a:r>
                  <a:r>
                    <a:rPr lang="en-GB" sz="1150" cap="none">
                      <a:solidFill>
                        <a:srgbClr val="FFFFFF"/>
                      </a:solidFill>
                      <a:latin typeface="+mn-lt"/>
                    </a:rPr>
                    <a:t>.</a:t>
                  </a:r>
                  <a:endParaRPr kumimoji="0" lang="en-GB" sz="1150" b="0" i="0" u="none" strike="noStrike" kern="1200" cap="none" spc="0" normalizeH="0" baseline="0" noProof="0">
                    <a:ln>
                      <a:noFill/>
                    </a:ln>
                    <a:solidFill>
                      <a:srgbClr val="FFFFFF"/>
                    </a:solidFill>
                    <a:effectLst/>
                    <a:uLnTx/>
                    <a:uFillTx/>
                    <a:latin typeface="+mn-lt"/>
                  </a:endParaRPr>
                </a:p>
              </p:txBody>
            </p:sp>
          </p:grpSp>
        </p:grpSp>
        <p:grpSp>
          <p:nvGrpSpPr>
            <p:cNvPr id="117" name="Group 116">
              <a:extLst>
                <a:ext uri="{FF2B5EF4-FFF2-40B4-BE49-F238E27FC236}">
                  <a16:creationId xmlns:a16="http://schemas.microsoft.com/office/drawing/2014/main" id="{E62E13F9-B1AE-6ACA-82E4-55089FC60B28}"/>
                </a:ext>
              </a:extLst>
            </p:cNvPr>
            <p:cNvGrpSpPr/>
            <p:nvPr/>
          </p:nvGrpSpPr>
          <p:grpSpPr>
            <a:xfrm>
              <a:off x="8122272" y="1678883"/>
              <a:ext cx="1980000" cy="4482614"/>
              <a:chOff x="8103469" y="1678883"/>
              <a:chExt cx="1980000" cy="4482614"/>
            </a:xfrm>
          </p:grpSpPr>
          <p:pic>
            <p:nvPicPr>
              <p:cNvPr id="52" name="Picture 51">
                <a:extLst>
                  <a:ext uri="{FF2B5EF4-FFF2-40B4-BE49-F238E27FC236}">
                    <a16:creationId xmlns:a16="http://schemas.microsoft.com/office/drawing/2014/main" id="{5F77540E-E0BB-6489-54BE-F81CB10EC9E1}"/>
                  </a:ext>
                </a:extLst>
              </p:cNvPr>
              <p:cNvPicPr>
                <a:picLocks noChangeAspect="1"/>
              </p:cNvPicPr>
              <p:nvPr/>
            </p:nvPicPr>
            <p:blipFill rotWithShape="1">
              <a:blip r:embed="rId7"/>
              <a:srcRect l="10984" r="16477"/>
              <a:stretch/>
            </p:blipFill>
            <p:spPr>
              <a:xfrm>
                <a:off x="8103469" y="1678883"/>
                <a:ext cx="1980000" cy="1620000"/>
              </a:xfrm>
              <a:prstGeom prst="rect">
                <a:avLst/>
              </a:prstGeom>
            </p:spPr>
          </p:pic>
          <p:grpSp>
            <p:nvGrpSpPr>
              <p:cNvPr id="111" name="Group 110">
                <a:extLst>
                  <a:ext uri="{FF2B5EF4-FFF2-40B4-BE49-F238E27FC236}">
                    <a16:creationId xmlns:a16="http://schemas.microsoft.com/office/drawing/2014/main" id="{4B5FE4DC-205B-7FCB-FF0D-74868E9921B6}"/>
                  </a:ext>
                </a:extLst>
              </p:cNvPr>
              <p:cNvGrpSpPr/>
              <p:nvPr/>
            </p:nvGrpSpPr>
            <p:grpSpPr>
              <a:xfrm>
                <a:off x="8193711" y="3510304"/>
                <a:ext cx="1799516" cy="2651193"/>
                <a:chOff x="8226831" y="3510304"/>
                <a:chExt cx="1799516" cy="2651193"/>
              </a:xfrm>
            </p:grpSpPr>
            <p:pic>
              <p:nvPicPr>
                <p:cNvPr id="64" name="Picture 65">
                  <a:extLst>
                    <a:ext uri="{FF2B5EF4-FFF2-40B4-BE49-F238E27FC236}">
                      <a16:creationId xmlns:a16="http://schemas.microsoft.com/office/drawing/2014/main" id="{A1E27ADE-BC97-4B62-622C-1A16A5B2A81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8226831" y="5900067"/>
                  <a:ext cx="1799516" cy="261430"/>
                </a:xfrm>
                <a:prstGeom prst="rect">
                  <a:avLst/>
                </a:prstGeom>
              </p:spPr>
            </p:pic>
            <p:pic>
              <p:nvPicPr>
                <p:cNvPr id="65" name="Picture 66">
                  <a:extLst>
                    <a:ext uri="{FF2B5EF4-FFF2-40B4-BE49-F238E27FC236}">
                      <a16:creationId xmlns:a16="http://schemas.microsoft.com/office/drawing/2014/main" id="{BCEDFEA6-C187-AA6B-4B17-392B271B08D1}"/>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8226831" y="3510304"/>
                  <a:ext cx="1799516" cy="261428"/>
                </a:xfrm>
                <a:prstGeom prst="rect">
                  <a:avLst/>
                </a:prstGeom>
              </p:spPr>
            </p:pic>
            <p:sp>
              <p:nvSpPr>
                <p:cNvPr id="71" name="Title 1">
                  <a:extLst>
                    <a:ext uri="{FF2B5EF4-FFF2-40B4-BE49-F238E27FC236}">
                      <a16:creationId xmlns:a16="http://schemas.microsoft.com/office/drawing/2014/main" id="{D0F84549-454D-CF46-7A7E-72DEDA656660}"/>
                    </a:ext>
                  </a:extLst>
                </p:cNvPr>
                <p:cNvSpPr txBox="1">
                  <a:spLocks/>
                </p:cNvSpPr>
                <p:nvPr/>
              </p:nvSpPr>
              <p:spPr>
                <a:xfrm>
                  <a:off x="8226832" y="3639775"/>
                  <a:ext cx="1799515" cy="7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1400" b="0" i="0" u="none" strike="noStrike" kern="0" cap="none" spc="0" normalizeH="0" baseline="0" noProof="0">
                      <a:ln>
                        <a:noFill/>
                      </a:ln>
                      <a:solidFill>
                        <a:srgbClr val="12ABDB"/>
                      </a:solidFill>
                      <a:effectLst/>
                      <a:uLnTx/>
                      <a:uFillTx/>
                      <a:latin typeface="+mn-lt"/>
                    </a:rPr>
                    <a:t>Neutral Host Technology Strategy</a:t>
                  </a:r>
                  <a:endParaRPr lang="en-GB" sz="1150" cap="none">
                    <a:solidFill>
                      <a:srgbClr val="FFFFFF"/>
                    </a:solidFill>
                    <a:latin typeface="+mn-lt"/>
                  </a:endParaRPr>
                </a:p>
              </p:txBody>
            </p:sp>
            <p:sp>
              <p:nvSpPr>
                <p:cNvPr id="104" name="Title 1">
                  <a:extLst>
                    <a:ext uri="{FF2B5EF4-FFF2-40B4-BE49-F238E27FC236}">
                      <a16:creationId xmlns:a16="http://schemas.microsoft.com/office/drawing/2014/main" id="{449F91F6-97D7-33D2-09C6-05FE70C57748}"/>
                    </a:ext>
                  </a:extLst>
                </p:cNvPr>
                <p:cNvSpPr txBox="1">
                  <a:spLocks/>
                </p:cNvSpPr>
                <p:nvPr/>
              </p:nvSpPr>
              <p:spPr>
                <a:xfrm>
                  <a:off x="8257189" y="4423595"/>
                  <a:ext cx="1738800" cy="16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1150" cap="none">
                      <a:solidFill>
                        <a:srgbClr val="FFFFFF"/>
                      </a:solidFill>
                      <a:latin typeface="+mn-lt"/>
                    </a:rPr>
                    <a:t>Technology Strategy and network evolution roadmap for Active Network Neutral Host for Major European </a:t>
                  </a:r>
                  <a:r>
                    <a:rPr lang="en-GB" sz="1150" cap="none" err="1">
                      <a:solidFill>
                        <a:srgbClr val="FFFFFF"/>
                      </a:solidFill>
                      <a:latin typeface="+mn-lt"/>
                    </a:rPr>
                    <a:t>Towerco</a:t>
                  </a:r>
                  <a:r>
                    <a:rPr lang="en-GB" sz="1150" cap="none">
                      <a:solidFill>
                        <a:srgbClr val="FFFFFF"/>
                      </a:solidFill>
                      <a:latin typeface="+mn-lt"/>
                    </a:rPr>
                    <a:t>.</a:t>
                  </a:r>
                </a:p>
                <a:p>
                  <a:pPr marL="0" marR="0" lvl="0" indent="0" algn="ctr" defTabSz="914400" rtl="0" eaLnBrk="1" fontAlgn="auto" latinLnBrk="0" hangingPunct="1">
                    <a:lnSpc>
                      <a:spcPct val="100000"/>
                    </a:lnSpc>
                    <a:spcBef>
                      <a:spcPct val="0"/>
                    </a:spcBef>
                    <a:spcAft>
                      <a:spcPts val="0"/>
                    </a:spcAft>
                    <a:buClrTx/>
                    <a:buSzTx/>
                    <a:buFontTx/>
                    <a:buNone/>
                    <a:tabLst/>
                    <a:defRPr/>
                  </a:pPr>
                  <a:r>
                    <a:rPr lang="en-GB" sz="1150" cap="none">
                      <a:solidFill>
                        <a:srgbClr val="FFFFFF"/>
                      </a:solidFill>
                      <a:latin typeface="+mn-lt"/>
                    </a:rPr>
                    <a:t>Focus on Biz. Strategy,  E2E Architecture Evolution (RAN, TX) and operating model.</a:t>
                  </a:r>
                </a:p>
              </p:txBody>
            </p:sp>
          </p:grpSp>
        </p:grpSp>
        <p:grpSp>
          <p:nvGrpSpPr>
            <p:cNvPr id="118" name="Group 117">
              <a:extLst>
                <a:ext uri="{FF2B5EF4-FFF2-40B4-BE49-F238E27FC236}">
                  <a16:creationId xmlns:a16="http://schemas.microsoft.com/office/drawing/2014/main" id="{B0312BC7-A8F7-3790-1DC8-3491626E7F31}"/>
                </a:ext>
              </a:extLst>
            </p:cNvPr>
            <p:cNvGrpSpPr/>
            <p:nvPr/>
          </p:nvGrpSpPr>
          <p:grpSpPr>
            <a:xfrm>
              <a:off x="10141046" y="1678883"/>
              <a:ext cx="1980000" cy="4482614"/>
              <a:chOff x="10141046" y="1678883"/>
              <a:chExt cx="1980000" cy="4482614"/>
            </a:xfrm>
          </p:grpSpPr>
          <p:pic>
            <p:nvPicPr>
              <p:cNvPr id="54" name="Picture 53" descr="A city with blue lights&#10;&#10;Description automatically generated">
                <a:extLst>
                  <a:ext uri="{FF2B5EF4-FFF2-40B4-BE49-F238E27FC236}">
                    <a16:creationId xmlns:a16="http://schemas.microsoft.com/office/drawing/2014/main" id="{06C5D23B-97E6-39E5-9EAF-76533180E1DA}"/>
                  </a:ext>
                </a:extLst>
              </p:cNvPr>
              <p:cNvPicPr>
                <a:picLocks noChangeAspect="1"/>
              </p:cNvPicPr>
              <p:nvPr/>
            </p:nvPicPr>
            <p:blipFill rotWithShape="1">
              <a:blip r:embed="rId8">
                <a:extLst>
                  <a:ext uri="{28A0092B-C50C-407E-A947-70E740481C1C}">
                    <a14:useLocalDpi xmlns:a14="http://schemas.microsoft.com/office/drawing/2010/main" val="0"/>
                  </a:ext>
                </a:extLst>
              </a:blip>
              <a:srcRect r="17539"/>
              <a:stretch/>
            </p:blipFill>
            <p:spPr>
              <a:xfrm>
                <a:off x="10141046" y="1678883"/>
                <a:ext cx="1980000" cy="1620000"/>
              </a:xfrm>
              <a:prstGeom prst="rect">
                <a:avLst/>
              </a:prstGeom>
            </p:spPr>
          </p:pic>
          <p:grpSp>
            <p:nvGrpSpPr>
              <p:cNvPr id="112" name="Group 111">
                <a:extLst>
                  <a:ext uri="{FF2B5EF4-FFF2-40B4-BE49-F238E27FC236}">
                    <a16:creationId xmlns:a16="http://schemas.microsoft.com/office/drawing/2014/main" id="{E8D24075-DDFC-058B-D200-412CAFF48538}"/>
                  </a:ext>
                </a:extLst>
              </p:cNvPr>
              <p:cNvGrpSpPr/>
              <p:nvPr/>
            </p:nvGrpSpPr>
            <p:grpSpPr>
              <a:xfrm>
                <a:off x="10231288" y="3510304"/>
                <a:ext cx="1799516" cy="2651193"/>
                <a:chOff x="10258917" y="3510304"/>
                <a:chExt cx="1799516" cy="2651193"/>
              </a:xfrm>
            </p:grpSpPr>
            <p:pic>
              <p:nvPicPr>
                <p:cNvPr id="66" name="Picture 68">
                  <a:extLst>
                    <a:ext uri="{FF2B5EF4-FFF2-40B4-BE49-F238E27FC236}">
                      <a16:creationId xmlns:a16="http://schemas.microsoft.com/office/drawing/2014/main" id="{8780F2C2-894D-89AA-4FF2-BAF646F95F1C}"/>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10258917" y="5900067"/>
                  <a:ext cx="1799516" cy="261430"/>
                </a:xfrm>
                <a:prstGeom prst="rect">
                  <a:avLst/>
                </a:prstGeom>
              </p:spPr>
            </p:pic>
            <p:pic>
              <p:nvPicPr>
                <p:cNvPr id="67" name="Picture 69">
                  <a:extLst>
                    <a:ext uri="{FF2B5EF4-FFF2-40B4-BE49-F238E27FC236}">
                      <a16:creationId xmlns:a16="http://schemas.microsoft.com/office/drawing/2014/main" id="{202B4F3C-B2F0-A459-10FA-FC929FFDD289}"/>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0258917" y="3510304"/>
                  <a:ext cx="1799516" cy="261428"/>
                </a:xfrm>
                <a:prstGeom prst="rect">
                  <a:avLst/>
                </a:prstGeom>
                <a:ln>
                  <a:noFill/>
                </a:ln>
              </p:spPr>
            </p:pic>
            <p:sp>
              <p:nvSpPr>
                <p:cNvPr id="72" name="Title 1">
                  <a:extLst>
                    <a:ext uri="{FF2B5EF4-FFF2-40B4-BE49-F238E27FC236}">
                      <a16:creationId xmlns:a16="http://schemas.microsoft.com/office/drawing/2014/main" id="{B06F52F3-5EB7-DFCA-903A-79698D76F04B}"/>
                    </a:ext>
                  </a:extLst>
                </p:cNvPr>
                <p:cNvSpPr txBox="1">
                  <a:spLocks/>
                </p:cNvSpPr>
                <p:nvPr/>
              </p:nvSpPr>
              <p:spPr>
                <a:xfrm>
                  <a:off x="10289995" y="3639775"/>
                  <a:ext cx="1737360" cy="720000"/>
                </a:xfrm>
                <a:prstGeom prst="rect">
                  <a:avLst/>
                </a:prstGeom>
                <a:ln>
                  <a:noFill/>
                </a:ln>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pt-BR" sz="1400" b="0" i="0" u="none" strike="noStrike" kern="0" cap="none" spc="0" normalizeH="0" baseline="0" noProof="0">
                      <a:ln>
                        <a:noFill/>
                      </a:ln>
                      <a:solidFill>
                        <a:srgbClr val="12ABDB"/>
                      </a:solidFill>
                      <a:effectLst/>
                      <a:uLnTx/>
                      <a:uFillTx/>
                      <a:latin typeface="+mn-lt"/>
                    </a:rPr>
                    <a:t>Malaga O-RAN EU Silicon R&amp;D center</a:t>
                  </a:r>
                  <a:endParaRPr kumimoji="0" lang="en-GB" sz="1200" b="0" i="0" u="none" strike="noStrike" kern="1200" cap="none" spc="0" normalizeH="0" baseline="0" noProof="0">
                    <a:ln>
                      <a:noFill/>
                    </a:ln>
                    <a:solidFill>
                      <a:srgbClr val="FFFFFF"/>
                    </a:solidFill>
                    <a:effectLst/>
                    <a:uLnTx/>
                    <a:uFillTx/>
                    <a:latin typeface="+mn-lt"/>
                  </a:endParaRPr>
                </a:p>
              </p:txBody>
            </p:sp>
            <p:sp>
              <p:nvSpPr>
                <p:cNvPr id="105" name="Title 1">
                  <a:extLst>
                    <a:ext uri="{FF2B5EF4-FFF2-40B4-BE49-F238E27FC236}">
                      <a16:creationId xmlns:a16="http://schemas.microsoft.com/office/drawing/2014/main" id="{805CD0F2-A79B-8156-695D-BCF47C6AA41E}"/>
                    </a:ext>
                  </a:extLst>
                </p:cNvPr>
                <p:cNvSpPr txBox="1">
                  <a:spLocks/>
                </p:cNvSpPr>
                <p:nvPr/>
              </p:nvSpPr>
              <p:spPr>
                <a:xfrm>
                  <a:off x="10289275" y="4423595"/>
                  <a:ext cx="1738800" cy="1620000"/>
                </a:xfrm>
                <a:prstGeom prst="rect">
                  <a:avLst/>
                </a:prstGeom>
                <a:ln>
                  <a:noFill/>
                </a:ln>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GB" sz="1150" cap="none">
                      <a:solidFill>
                        <a:srgbClr val="FFFFFF"/>
                      </a:solidFill>
                      <a:latin typeface="+mn-lt"/>
                    </a:rPr>
                    <a:t>O-RAN Lab Design and physical engineering support,</a:t>
                  </a:r>
                </a:p>
                <a:p>
                  <a:pPr algn="ctr">
                    <a:lnSpc>
                      <a:spcPct val="100000"/>
                    </a:lnSpc>
                    <a:defRPr/>
                  </a:pPr>
                  <a:r>
                    <a:rPr lang="en-GB" sz="1150" cap="none">
                      <a:solidFill>
                        <a:srgbClr val="FFFFFF"/>
                      </a:solidFill>
                      <a:latin typeface="+mn-lt"/>
                    </a:rPr>
                    <a:t>O-RAN, 5G Core, Test tools, RU, CU / DU, CaaS vendors management and proposals review.</a:t>
                  </a:r>
                  <a:endParaRPr kumimoji="0" lang="en-GB" sz="1150" b="0" i="0" u="none" strike="noStrike" kern="1200" cap="none" spc="0" normalizeH="0" baseline="0" noProof="0">
                    <a:ln>
                      <a:noFill/>
                    </a:ln>
                    <a:solidFill>
                      <a:srgbClr val="FFFFFF"/>
                    </a:solidFill>
                    <a:effectLst/>
                    <a:uLnTx/>
                    <a:uFillTx/>
                    <a:latin typeface="+mn-lt"/>
                  </a:endParaRP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mn-lt"/>
                  </a:endParaRPr>
                </a:p>
              </p:txBody>
            </p:sp>
          </p:grpSp>
        </p:grpSp>
        <p:grpSp>
          <p:nvGrpSpPr>
            <p:cNvPr id="116" name="Group 115">
              <a:extLst>
                <a:ext uri="{FF2B5EF4-FFF2-40B4-BE49-F238E27FC236}">
                  <a16:creationId xmlns:a16="http://schemas.microsoft.com/office/drawing/2014/main" id="{D1D0FB21-C493-2EFF-18A3-AEBA79C5E647}"/>
                </a:ext>
              </a:extLst>
            </p:cNvPr>
            <p:cNvGrpSpPr/>
            <p:nvPr/>
          </p:nvGrpSpPr>
          <p:grpSpPr>
            <a:xfrm>
              <a:off x="6103498" y="1678883"/>
              <a:ext cx="1980000" cy="4482614"/>
              <a:chOff x="6081413" y="1678883"/>
              <a:chExt cx="1980000" cy="4482614"/>
            </a:xfrm>
          </p:grpSpPr>
          <p:pic>
            <p:nvPicPr>
              <p:cNvPr id="53" name="Picture 52" descr="A city with blue lights&#10;&#10;Description automatically generated">
                <a:extLst>
                  <a:ext uri="{FF2B5EF4-FFF2-40B4-BE49-F238E27FC236}">
                    <a16:creationId xmlns:a16="http://schemas.microsoft.com/office/drawing/2014/main" id="{4EC6CD2A-1618-EDF2-D088-7C5A21EC3B79}"/>
                  </a:ext>
                </a:extLst>
              </p:cNvPr>
              <p:cNvPicPr>
                <a:picLocks noChangeAspect="1"/>
              </p:cNvPicPr>
              <p:nvPr/>
            </p:nvPicPr>
            <p:blipFill rotWithShape="1">
              <a:blip r:embed="rId8">
                <a:extLst>
                  <a:ext uri="{28A0092B-C50C-407E-A947-70E740481C1C}">
                    <a14:useLocalDpi xmlns:a14="http://schemas.microsoft.com/office/drawing/2010/main" val="0"/>
                  </a:ext>
                </a:extLst>
              </a:blip>
              <a:srcRect r="17539"/>
              <a:stretch/>
            </p:blipFill>
            <p:spPr>
              <a:xfrm>
                <a:off x="6081413" y="1678883"/>
                <a:ext cx="1980000" cy="1620000"/>
              </a:xfrm>
              <a:prstGeom prst="rect">
                <a:avLst/>
              </a:prstGeom>
            </p:spPr>
          </p:pic>
          <p:grpSp>
            <p:nvGrpSpPr>
              <p:cNvPr id="110" name="Group 109">
                <a:extLst>
                  <a:ext uri="{FF2B5EF4-FFF2-40B4-BE49-F238E27FC236}">
                    <a16:creationId xmlns:a16="http://schemas.microsoft.com/office/drawing/2014/main" id="{18A7AC1C-075B-104C-5958-B37CC2E55574}"/>
                  </a:ext>
                </a:extLst>
              </p:cNvPr>
              <p:cNvGrpSpPr/>
              <p:nvPr/>
            </p:nvGrpSpPr>
            <p:grpSpPr>
              <a:xfrm>
                <a:off x="6171655" y="3510304"/>
                <a:ext cx="1799517" cy="2651193"/>
                <a:chOff x="6210284" y="3510304"/>
                <a:chExt cx="1799517" cy="2651193"/>
              </a:xfrm>
            </p:grpSpPr>
            <p:pic>
              <p:nvPicPr>
                <p:cNvPr id="62" name="Picture 62">
                  <a:extLst>
                    <a:ext uri="{FF2B5EF4-FFF2-40B4-BE49-F238E27FC236}">
                      <a16:creationId xmlns:a16="http://schemas.microsoft.com/office/drawing/2014/main" id="{E71D9C42-DC31-054D-0592-E6C5C294F9B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rot="10800000">
                  <a:off x="6210285" y="5900067"/>
                  <a:ext cx="1799516" cy="261430"/>
                </a:xfrm>
                <a:prstGeom prst="rect">
                  <a:avLst/>
                </a:prstGeom>
              </p:spPr>
            </p:pic>
            <p:pic>
              <p:nvPicPr>
                <p:cNvPr id="63" name="Picture 63">
                  <a:extLst>
                    <a:ext uri="{FF2B5EF4-FFF2-40B4-BE49-F238E27FC236}">
                      <a16:creationId xmlns:a16="http://schemas.microsoft.com/office/drawing/2014/main" id="{86103C4D-E0C6-98CE-95AB-6DF2CF5C210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6210284" y="3510304"/>
                  <a:ext cx="1799516" cy="261428"/>
                </a:xfrm>
                <a:prstGeom prst="rect">
                  <a:avLst/>
                </a:prstGeom>
              </p:spPr>
            </p:pic>
            <p:sp>
              <p:nvSpPr>
                <p:cNvPr id="100" name="Title 1">
                  <a:extLst>
                    <a:ext uri="{FF2B5EF4-FFF2-40B4-BE49-F238E27FC236}">
                      <a16:creationId xmlns:a16="http://schemas.microsoft.com/office/drawing/2014/main" id="{838DEEE0-B175-F22F-CBCD-8CDF569C4806}"/>
                    </a:ext>
                  </a:extLst>
                </p:cNvPr>
                <p:cNvSpPr txBox="1">
                  <a:spLocks/>
                </p:cNvSpPr>
                <p:nvPr/>
              </p:nvSpPr>
              <p:spPr>
                <a:xfrm>
                  <a:off x="6241362" y="3639775"/>
                  <a:ext cx="1737360" cy="7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12ABDB"/>
                      </a:solidFill>
                      <a:effectLst/>
                      <a:uLnTx/>
                      <a:uFillTx/>
                      <a:latin typeface="+mn-lt"/>
                      <a:ea typeface="+mj-ea"/>
                      <a:cs typeface="+mj-cs"/>
                    </a:rPr>
                    <a:t>TIP Community</a:t>
                  </a: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0" cap="none" spc="0" normalizeH="0" baseline="0" noProof="0">
                      <a:ln>
                        <a:noFill/>
                      </a:ln>
                      <a:solidFill>
                        <a:srgbClr val="12ABDB"/>
                      </a:solidFill>
                      <a:effectLst/>
                      <a:uLnTx/>
                      <a:uFillTx/>
                      <a:latin typeface="+mn-lt"/>
                      <a:ea typeface="+mj-ea"/>
                      <a:cs typeface="+mj-cs"/>
                    </a:rPr>
                    <a:t>Lab Project</a:t>
                  </a:r>
                  <a:endParaRPr kumimoji="0" lang="en-GB" sz="1200" b="0" i="0" u="none" strike="noStrike" kern="1200" cap="none" spc="0" normalizeH="0" baseline="0" noProof="0">
                    <a:ln>
                      <a:noFill/>
                    </a:ln>
                    <a:solidFill>
                      <a:srgbClr val="FFFFFF"/>
                    </a:solidFill>
                    <a:effectLst/>
                    <a:uLnTx/>
                    <a:uFillTx/>
                    <a:latin typeface="+mn-lt"/>
                    <a:ea typeface="+mj-ea"/>
                    <a:cs typeface="+mj-cs"/>
                  </a:endParaRPr>
                </a:p>
              </p:txBody>
            </p:sp>
            <p:sp>
              <p:nvSpPr>
                <p:cNvPr id="106" name="Title 1">
                  <a:extLst>
                    <a:ext uri="{FF2B5EF4-FFF2-40B4-BE49-F238E27FC236}">
                      <a16:creationId xmlns:a16="http://schemas.microsoft.com/office/drawing/2014/main" id="{06103C86-10C7-F368-7FA2-663EEF9AB940}"/>
                    </a:ext>
                  </a:extLst>
                </p:cNvPr>
                <p:cNvSpPr txBox="1">
                  <a:spLocks/>
                </p:cNvSpPr>
                <p:nvPr/>
              </p:nvSpPr>
              <p:spPr>
                <a:xfrm>
                  <a:off x="6240642" y="4423595"/>
                  <a:ext cx="1738800" cy="1620000"/>
                </a:xfrm>
                <a:prstGeom prst="rect">
                  <a:avLst/>
                </a:prstGeom>
              </p:spPr>
              <p:txBody>
                <a:bodyPr wrap="square" lIns="0" tIns="0" rIns="0" bIns="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1150" cap="none">
                      <a:solidFill>
                        <a:srgbClr val="FFFFFF"/>
                      </a:solidFill>
                      <a:latin typeface="+mn-lt"/>
                    </a:rPr>
                    <a:t>Define, Implement  and validate a  blueprint for the outdoor macro, rural deployment, 5G NSA use case.</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1150" cap="none">
                      <a:solidFill>
                        <a:srgbClr val="FFFFFF"/>
                      </a:solidFill>
                      <a:latin typeface="+mn-lt"/>
                    </a:rPr>
                    <a:t>Lab Delivery, Commission and Integration.</a:t>
                  </a:r>
                </a:p>
                <a:p>
                  <a:pPr marL="0" marR="0" lvl="0" indent="0" algn="ctr" defTabSz="914400" rtl="0" eaLnBrk="1" fontAlgn="auto" latinLnBrk="0" hangingPunct="1">
                    <a:lnSpc>
                      <a:spcPct val="100000"/>
                    </a:lnSpc>
                    <a:spcBef>
                      <a:spcPct val="0"/>
                    </a:spcBef>
                    <a:spcAft>
                      <a:spcPts val="0"/>
                    </a:spcAft>
                    <a:buClrTx/>
                    <a:buSzTx/>
                    <a:buFontTx/>
                    <a:buNone/>
                    <a:tabLst/>
                    <a:defRPr/>
                  </a:pPr>
                  <a:r>
                    <a:rPr lang="en-US" sz="1150" cap="none">
                      <a:solidFill>
                        <a:srgbClr val="FFFFFF"/>
                      </a:solidFill>
                      <a:latin typeface="+mn-lt"/>
                    </a:rPr>
                    <a:t>Test execution &amp; Troubleshooting.</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mn-lt"/>
                  </a:endParaRPr>
                </a:p>
              </p:txBody>
            </p:sp>
          </p:grpSp>
        </p:grpSp>
      </p:grpSp>
      <p:sp>
        <p:nvSpPr>
          <p:cNvPr id="55" name="Rectangle 54">
            <a:extLst>
              <a:ext uri="{FF2B5EF4-FFF2-40B4-BE49-F238E27FC236}">
                <a16:creationId xmlns:a16="http://schemas.microsoft.com/office/drawing/2014/main" id="{327DB15D-6742-0D14-AC11-242406C68F2E}"/>
              </a:ext>
            </a:extLst>
          </p:cNvPr>
          <p:cNvSpPr/>
          <p:nvPr/>
        </p:nvSpPr>
        <p:spPr>
          <a:xfrm>
            <a:off x="0" y="1383353"/>
            <a:ext cx="12192000" cy="1692000"/>
          </a:xfrm>
          <a:prstGeom prst="rect">
            <a:avLst/>
          </a:prstGeom>
          <a:solidFill>
            <a:srgbClr val="272936">
              <a:alpha val="2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endParaRPr>
          </a:p>
        </p:txBody>
      </p:sp>
      <p:sp>
        <p:nvSpPr>
          <p:cNvPr id="8" name="Rectangle 7">
            <a:extLst>
              <a:ext uri="{FF2B5EF4-FFF2-40B4-BE49-F238E27FC236}">
                <a16:creationId xmlns:a16="http://schemas.microsoft.com/office/drawing/2014/main" id="{1DABCE04-390A-6CC3-5CB0-07070C58E5DB}"/>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itle 1">
            <a:extLst>
              <a:ext uri="{FF2B5EF4-FFF2-40B4-BE49-F238E27FC236}">
                <a16:creationId xmlns:a16="http://schemas.microsoft.com/office/drawing/2014/main" id="{53E33A35-46D2-2DA6-0C14-C9B8BD6051E2}"/>
              </a:ext>
            </a:extLst>
          </p:cNvPr>
          <p:cNvSpPr>
            <a:spLocks noGrp="1"/>
          </p:cNvSpPr>
          <p:nvPr>
            <p:ph type="title"/>
          </p:nvPr>
        </p:nvSpPr>
        <p:spPr>
          <a:xfrm>
            <a:off x="404812" y="388188"/>
            <a:ext cx="11429835" cy="716711"/>
          </a:xfrm>
        </p:spPr>
        <p:txBody>
          <a:bodyPr vert="horz" lIns="0" tIns="0" rIns="0" bIns="0" rtlCol="0" anchor="b">
            <a:noAutofit/>
          </a:bodyPr>
          <a:lstStyle/>
          <a:p>
            <a:r>
              <a:rPr lang="en-US" sz="2400"/>
              <a:t>We have E2E expertise in the Network area, delivering from Strategy &amp; Innovation to Engineering &amp; Transformation Execution</a:t>
            </a:r>
            <a:endParaRPr lang="en-GB" sz="2400"/>
          </a:p>
        </p:txBody>
      </p:sp>
      <p:sp>
        <p:nvSpPr>
          <p:cNvPr id="3" name="TextBox 2">
            <a:extLst>
              <a:ext uri="{FF2B5EF4-FFF2-40B4-BE49-F238E27FC236}">
                <a16:creationId xmlns:a16="http://schemas.microsoft.com/office/drawing/2014/main" id="{04EA0FF7-E05C-4F51-888C-92C0B1AC1401}"/>
              </a:ext>
            </a:extLst>
          </p:cNvPr>
          <p:cNvSpPr txBox="1"/>
          <p:nvPr/>
        </p:nvSpPr>
        <p:spPr>
          <a:xfrm>
            <a:off x="175632" y="5890215"/>
            <a:ext cx="1799516" cy="369332"/>
          </a:xfrm>
          <a:prstGeom prst="rect">
            <a:avLst/>
          </a:prstGeom>
          <a:noFill/>
        </p:spPr>
        <p:txBody>
          <a:bodyPr wrap="square" rtlCol="0">
            <a:spAutoFit/>
          </a:bodyPr>
          <a:lstStyle/>
          <a:p>
            <a:pPr algn="ctr"/>
            <a:r>
              <a:rPr lang="en-IN" sz="900" b="1">
                <a:solidFill>
                  <a:schemeClr val="accent2"/>
                </a:solidFill>
              </a:rPr>
              <a:t>European Tier-1 Service Provider</a:t>
            </a:r>
            <a:endParaRPr lang="en-US" sz="900" b="1">
              <a:solidFill>
                <a:schemeClr val="accent2"/>
              </a:solidFill>
            </a:endParaRPr>
          </a:p>
        </p:txBody>
      </p:sp>
      <p:sp>
        <p:nvSpPr>
          <p:cNvPr id="9" name="TextBox 8">
            <a:extLst>
              <a:ext uri="{FF2B5EF4-FFF2-40B4-BE49-F238E27FC236}">
                <a16:creationId xmlns:a16="http://schemas.microsoft.com/office/drawing/2014/main" id="{39FCA3FD-EF6B-426D-FBBC-FA7612609B17}"/>
              </a:ext>
            </a:extLst>
          </p:cNvPr>
          <p:cNvSpPr txBox="1"/>
          <p:nvPr/>
        </p:nvSpPr>
        <p:spPr>
          <a:xfrm>
            <a:off x="2400990" y="5909012"/>
            <a:ext cx="1309920" cy="230832"/>
          </a:xfrm>
          <a:prstGeom prst="rect">
            <a:avLst/>
          </a:prstGeom>
          <a:noFill/>
        </p:spPr>
        <p:txBody>
          <a:bodyPr wrap="square" rtlCol="0">
            <a:spAutoFit/>
          </a:bodyPr>
          <a:lstStyle>
            <a:defPPr>
              <a:defRPr lang="pt-PT"/>
            </a:defPPr>
            <a:lvl1pPr algn="ctr">
              <a:defRPr sz="900" b="1">
                <a:solidFill>
                  <a:schemeClr val="accent2">
                    <a:lumMod val="40000"/>
                    <a:lumOff val="60000"/>
                  </a:schemeClr>
                </a:solidFill>
              </a:defRPr>
            </a:lvl1pPr>
          </a:lstStyle>
          <a:p>
            <a:r>
              <a:rPr lang="en-US">
                <a:solidFill>
                  <a:schemeClr val="accent2"/>
                </a:solidFill>
              </a:rPr>
              <a:t>APAC Tier-1 OEM </a:t>
            </a:r>
          </a:p>
        </p:txBody>
      </p:sp>
      <p:sp>
        <p:nvSpPr>
          <p:cNvPr id="10" name="TextBox 9">
            <a:extLst>
              <a:ext uri="{FF2B5EF4-FFF2-40B4-BE49-F238E27FC236}">
                <a16:creationId xmlns:a16="http://schemas.microsoft.com/office/drawing/2014/main" id="{93505979-9D90-44F2-CC0B-4E5DDC1E0504}"/>
              </a:ext>
            </a:extLst>
          </p:cNvPr>
          <p:cNvSpPr txBox="1"/>
          <p:nvPr/>
        </p:nvSpPr>
        <p:spPr>
          <a:xfrm>
            <a:off x="4265208" y="5909012"/>
            <a:ext cx="1799516" cy="369332"/>
          </a:xfrm>
          <a:prstGeom prst="rect">
            <a:avLst/>
          </a:prstGeom>
          <a:noFill/>
        </p:spPr>
        <p:txBody>
          <a:bodyPr wrap="square" rtlCol="0">
            <a:spAutoFit/>
          </a:bodyPr>
          <a:lstStyle/>
          <a:p>
            <a:pPr algn="ctr"/>
            <a:r>
              <a:rPr lang="en-IN" sz="900" b="1">
                <a:solidFill>
                  <a:schemeClr val="accent2"/>
                </a:solidFill>
              </a:rPr>
              <a:t>European Tier-1 Service Provider</a:t>
            </a:r>
            <a:endParaRPr lang="en-US" sz="900" b="1">
              <a:solidFill>
                <a:schemeClr val="accent2"/>
              </a:solidFill>
            </a:endParaRPr>
          </a:p>
        </p:txBody>
      </p:sp>
      <p:sp>
        <p:nvSpPr>
          <p:cNvPr id="11" name="TextBox 10">
            <a:extLst>
              <a:ext uri="{FF2B5EF4-FFF2-40B4-BE49-F238E27FC236}">
                <a16:creationId xmlns:a16="http://schemas.microsoft.com/office/drawing/2014/main" id="{67485BE6-2A71-1E86-F105-9039E8A4A287}"/>
              </a:ext>
            </a:extLst>
          </p:cNvPr>
          <p:cNvSpPr txBox="1"/>
          <p:nvPr/>
        </p:nvSpPr>
        <p:spPr>
          <a:xfrm>
            <a:off x="8254785" y="5896638"/>
            <a:ext cx="1799516" cy="230832"/>
          </a:xfrm>
          <a:prstGeom prst="rect">
            <a:avLst/>
          </a:prstGeom>
          <a:noFill/>
        </p:spPr>
        <p:txBody>
          <a:bodyPr wrap="square" rtlCol="0">
            <a:spAutoFit/>
          </a:bodyPr>
          <a:lstStyle/>
          <a:p>
            <a:pPr algn="ctr"/>
            <a:r>
              <a:rPr lang="en-IN" sz="900" b="1">
                <a:solidFill>
                  <a:schemeClr val="accent2"/>
                </a:solidFill>
              </a:rPr>
              <a:t>Major European </a:t>
            </a:r>
            <a:r>
              <a:rPr lang="en-IN" sz="900" b="1" err="1">
                <a:solidFill>
                  <a:schemeClr val="accent2"/>
                </a:solidFill>
              </a:rPr>
              <a:t>TowerCo</a:t>
            </a:r>
            <a:endParaRPr lang="en-US" sz="900" b="1">
              <a:solidFill>
                <a:schemeClr val="accent2"/>
              </a:solidFill>
            </a:endParaRPr>
          </a:p>
        </p:txBody>
      </p:sp>
      <p:sp>
        <p:nvSpPr>
          <p:cNvPr id="12" name="TextBox 11">
            <a:extLst>
              <a:ext uri="{FF2B5EF4-FFF2-40B4-BE49-F238E27FC236}">
                <a16:creationId xmlns:a16="http://schemas.microsoft.com/office/drawing/2014/main" id="{008BFC24-C6E8-319E-DF60-8BD4CC89F559}"/>
              </a:ext>
            </a:extLst>
          </p:cNvPr>
          <p:cNvSpPr txBox="1"/>
          <p:nvPr/>
        </p:nvSpPr>
        <p:spPr>
          <a:xfrm>
            <a:off x="10363800" y="5878907"/>
            <a:ext cx="1799516" cy="369332"/>
          </a:xfrm>
          <a:prstGeom prst="rect">
            <a:avLst/>
          </a:prstGeom>
          <a:noFill/>
        </p:spPr>
        <p:txBody>
          <a:bodyPr wrap="square" rtlCol="0">
            <a:spAutoFit/>
          </a:bodyPr>
          <a:lstStyle/>
          <a:p>
            <a:pPr algn="ctr"/>
            <a:r>
              <a:rPr lang="en-IN" sz="900" b="1">
                <a:solidFill>
                  <a:schemeClr val="accent2"/>
                </a:solidFill>
              </a:rPr>
              <a:t>European Tier-1 Service Provider</a:t>
            </a:r>
            <a:endParaRPr lang="en-US" sz="900" b="1">
              <a:solidFill>
                <a:schemeClr val="accent2"/>
              </a:solidFill>
            </a:endParaRPr>
          </a:p>
        </p:txBody>
      </p:sp>
      <p:sp>
        <p:nvSpPr>
          <p:cNvPr id="7" name="TextBox 6">
            <a:extLst>
              <a:ext uri="{FF2B5EF4-FFF2-40B4-BE49-F238E27FC236}">
                <a16:creationId xmlns:a16="http://schemas.microsoft.com/office/drawing/2014/main" id="{53DF2D8F-FEE8-19A8-4578-DE4DD646DC12}"/>
              </a:ext>
            </a:extLst>
          </p:cNvPr>
          <p:cNvSpPr txBox="1"/>
          <p:nvPr/>
        </p:nvSpPr>
        <p:spPr>
          <a:xfrm>
            <a:off x="6210470" y="5909012"/>
            <a:ext cx="1799516" cy="230832"/>
          </a:xfrm>
          <a:prstGeom prst="rect">
            <a:avLst/>
          </a:prstGeom>
          <a:noFill/>
        </p:spPr>
        <p:txBody>
          <a:bodyPr wrap="square" rtlCol="0">
            <a:spAutoFit/>
          </a:bodyPr>
          <a:lstStyle/>
          <a:p>
            <a:pPr algn="ctr"/>
            <a:r>
              <a:rPr lang="en-IN" sz="900" b="1">
                <a:solidFill>
                  <a:schemeClr val="accent2"/>
                </a:solidFill>
              </a:rPr>
              <a:t>TIP Community</a:t>
            </a:r>
            <a:endParaRPr lang="en-US" sz="900" b="1">
              <a:solidFill>
                <a:schemeClr val="accent2"/>
              </a:solidFill>
            </a:endParaRPr>
          </a:p>
        </p:txBody>
      </p:sp>
    </p:spTree>
    <p:extLst>
      <p:ext uri="{BB962C8B-B14F-4D97-AF65-F5344CB8AC3E}">
        <p14:creationId xmlns:p14="http://schemas.microsoft.com/office/powerpoint/2010/main" val="34578544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C9536-82ED-4E93-0043-C4F7CDBDE361}"/>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 name="Title 1">
            <a:extLst>
              <a:ext uri="{FF2B5EF4-FFF2-40B4-BE49-F238E27FC236}">
                <a16:creationId xmlns:a16="http://schemas.microsoft.com/office/drawing/2014/main" id="{3CC5349A-99F8-5259-DCE7-BAB2D30FEDCA}"/>
              </a:ext>
            </a:extLst>
          </p:cNvPr>
          <p:cNvSpPr>
            <a:spLocks noGrp="1"/>
          </p:cNvSpPr>
          <p:nvPr>
            <p:ph type="title"/>
          </p:nvPr>
        </p:nvSpPr>
        <p:spPr>
          <a:xfrm>
            <a:off x="404812" y="388188"/>
            <a:ext cx="11429835" cy="716711"/>
          </a:xfrm>
        </p:spPr>
        <p:txBody>
          <a:bodyPr vert="horz" lIns="0" tIns="0" rIns="0" bIns="0" rtlCol="0" anchor="b">
            <a:noAutofit/>
          </a:bodyPr>
          <a:lstStyle/>
          <a:p>
            <a:r>
              <a:rPr lang="en-GB" sz="2700"/>
              <a:t>Capgemini open RAN industry engagement</a:t>
            </a:r>
            <a:br>
              <a:rPr lang="en-GB" sz="2700"/>
            </a:br>
            <a:endParaRPr lang="en-GB" sz="2700"/>
          </a:p>
        </p:txBody>
      </p:sp>
      <p:grpSp>
        <p:nvGrpSpPr>
          <p:cNvPr id="45" name="Group 44">
            <a:extLst>
              <a:ext uri="{FF2B5EF4-FFF2-40B4-BE49-F238E27FC236}">
                <a16:creationId xmlns:a16="http://schemas.microsoft.com/office/drawing/2014/main" id="{779BA518-C1C7-50FD-E64C-446966014142}"/>
              </a:ext>
            </a:extLst>
          </p:cNvPr>
          <p:cNvGrpSpPr/>
          <p:nvPr/>
        </p:nvGrpSpPr>
        <p:grpSpPr>
          <a:xfrm>
            <a:off x="395811" y="1102687"/>
            <a:ext cx="11388203" cy="5119280"/>
            <a:chOff x="395811" y="1333907"/>
            <a:chExt cx="11388203" cy="5119280"/>
          </a:xfrm>
        </p:grpSpPr>
        <p:sp>
          <p:nvSpPr>
            <p:cNvPr id="3" name="Rectangle: Top Corners Rounded 102">
              <a:extLst>
                <a:ext uri="{FF2B5EF4-FFF2-40B4-BE49-F238E27FC236}">
                  <a16:creationId xmlns:a16="http://schemas.microsoft.com/office/drawing/2014/main" id="{3CBA5B70-01B2-0836-E54D-BC313CABBD78}"/>
                </a:ext>
              </a:extLst>
            </p:cNvPr>
            <p:cNvSpPr/>
            <p:nvPr/>
          </p:nvSpPr>
          <p:spPr>
            <a:xfrm flipH="1" flipV="1">
              <a:off x="404810" y="1628800"/>
              <a:ext cx="3602959" cy="3744416"/>
            </a:xfrm>
            <a:prstGeom prst="round2SameRect">
              <a:avLst>
                <a:gd name="adj1" fmla="val 5401"/>
                <a:gd name="adj2" fmla="val 0"/>
              </a:avLst>
            </a:prstGeom>
            <a:solidFill>
              <a:srgbClr val="272936">
                <a:lumMod val="90000"/>
                <a:lumOff val="10000"/>
              </a:srgbClr>
            </a:solidFill>
            <a:ln w="12700" cap="flat" cmpd="sng" algn="ctr">
              <a:solidFill>
                <a:srgbClr val="0070AD"/>
              </a:solidFill>
              <a:prstDash val="solid"/>
              <a:miter lim="800000"/>
            </a:ln>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GB" sz="1000" b="0" i="0" u="none" strike="noStrike" kern="0" cap="none" spc="0" normalizeH="0" baseline="0">
                <a:ln>
                  <a:noFill/>
                </a:ln>
                <a:solidFill>
                  <a:srgbClr val="FFFFFF"/>
                </a:solidFill>
                <a:effectLst/>
                <a:uLnTx/>
                <a:uFillTx/>
                <a:ea typeface="+mn-ea"/>
                <a:cs typeface="+mn-cs"/>
              </a:endParaRPr>
            </a:p>
          </p:txBody>
        </p:sp>
        <p:sp>
          <p:nvSpPr>
            <p:cNvPr id="7" name="Rectangle: Top Corners Rounded 102">
              <a:extLst>
                <a:ext uri="{FF2B5EF4-FFF2-40B4-BE49-F238E27FC236}">
                  <a16:creationId xmlns:a16="http://schemas.microsoft.com/office/drawing/2014/main" id="{396CF260-0183-0D7F-B217-714332E6123B}"/>
                </a:ext>
              </a:extLst>
            </p:cNvPr>
            <p:cNvSpPr/>
            <p:nvPr/>
          </p:nvSpPr>
          <p:spPr>
            <a:xfrm flipH="1" flipV="1">
              <a:off x="4291209" y="1628801"/>
              <a:ext cx="3602959" cy="2606791"/>
            </a:xfrm>
            <a:prstGeom prst="round2SameRect">
              <a:avLst>
                <a:gd name="adj1" fmla="val 5401"/>
                <a:gd name="adj2" fmla="val 0"/>
              </a:avLst>
            </a:prstGeom>
            <a:solidFill>
              <a:srgbClr val="272936">
                <a:lumMod val="90000"/>
                <a:lumOff val="10000"/>
              </a:srgbClr>
            </a:solidFill>
            <a:ln w="12700" cap="flat" cmpd="sng" algn="ctr">
              <a:solidFill>
                <a:srgbClr val="12ABDB"/>
              </a:solidFill>
              <a:prstDash val="solid"/>
              <a:miter lim="800000"/>
            </a:ln>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GB" sz="1000" b="0" i="0" u="none" strike="noStrike" kern="0" cap="none" spc="0" normalizeH="0" baseline="0">
                <a:ln>
                  <a:noFill/>
                </a:ln>
                <a:solidFill>
                  <a:srgbClr val="FFFFFF"/>
                </a:solidFill>
                <a:effectLst/>
                <a:uLnTx/>
                <a:uFillTx/>
                <a:ea typeface="+mn-ea"/>
                <a:cs typeface="+mn-cs"/>
              </a:endParaRPr>
            </a:p>
          </p:txBody>
        </p:sp>
        <p:sp>
          <p:nvSpPr>
            <p:cNvPr id="9" name="Rectangle: Top Corners Rounded 102">
              <a:extLst>
                <a:ext uri="{FF2B5EF4-FFF2-40B4-BE49-F238E27FC236}">
                  <a16:creationId xmlns:a16="http://schemas.microsoft.com/office/drawing/2014/main" id="{18626CBD-47DB-D091-4817-41290EE22B56}"/>
                </a:ext>
              </a:extLst>
            </p:cNvPr>
            <p:cNvSpPr/>
            <p:nvPr/>
          </p:nvSpPr>
          <p:spPr>
            <a:xfrm flipH="1" flipV="1">
              <a:off x="8177607" y="1628800"/>
              <a:ext cx="3602959" cy="3744416"/>
            </a:xfrm>
            <a:prstGeom prst="round2SameRect">
              <a:avLst>
                <a:gd name="adj1" fmla="val 5401"/>
                <a:gd name="adj2" fmla="val 0"/>
              </a:avLst>
            </a:prstGeom>
            <a:solidFill>
              <a:srgbClr val="272936">
                <a:lumMod val="90000"/>
                <a:lumOff val="10000"/>
              </a:srgbClr>
            </a:solidFill>
            <a:ln w="12700" cap="flat" cmpd="sng" algn="ctr">
              <a:solidFill>
                <a:srgbClr val="00BFBF"/>
              </a:solidFill>
              <a:prstDash val="solid"/>
              <a:miter lim="800000"/>
            </a:ln>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GB" sz="1000" b="0" i="0" u="none" strike="noStrike" kern="0" cap="none" spc="0" normalizeH="0" baseline="0">
                <a:ln>
                  <a:noFill/>
                </a:ln>
                <a:solidFill>
                  <a:srgbClr val="FFFFFF"/>
                </a:solidFill>
                <a:effectLst/>
                <a:uLnTx/>
                <a:uFillTx/>
                <a:ea typeface="+mn-ea"/>
                <a:cs typeface="+mn-cs"/>
              </a:endParaRPr>
            </a:p>
          </p:txBody>
        </p:sp>
        <p:sp>
          <p:nvSpPr>
            <p:cNvPr id="10" name="TextBox 161">
              <a:extLst>
                <a:ext uri="{FF2B5EF4-FFF2-40B4-BE49-F238E27FC236}">
                  <a16:creationId xmlns:a16="http://schemas.microsoft.com/office/drawing/2014/main" id="{69BAD5B3-3C65-2F41-620A-22BA812F5D99}"/>
                </a:ext>
              </a:extLst>
            </p:cNvPr>
            <p:cNvSpPr txBox="1"/>
            <p:nvPr/>
          </p:nvSpPr>
          <p:spPr>
            <a:xfrm>
              <a:off x="482599" y="1966624"/>
              <a:ext cx="3447383" cy="3312368"/>
            </a:xfrm>
            <a:prstGeom prst="rect">
              <a:avLst/>
            </a:prstGeom>
            <a:noFill/>
          </p:spPr>
          <p:txBody>
            <a:bodyPr wrap="square" lIns="0" tIns="0" rIns="0" bIns="0" rtlCol="0">
              <a:noAutofit/>
            </a:bodyPr>
            <a:lstStyle/>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Collaborating with TIP consortium members to develop reference use cases for 5G NR</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Key contributor for </a:t>
              </a:r>
              <a:r>
                <a:rPr lang="en-GB" sz="1000" err="1">
                  <a:solidFill>
                    <a:srgbClr val="FFFFFF"/>
                  </a:solidFill>
                  <a:ea typeface="ＭＳ Ｐゴシック" charset="0"/>
                  <a:cs typeface="Arial" panose="020B0604020202020204" pitchFamily="34" charset="0"/>
                </a:rPr>
                <a:t>gNB</a:t>
              </a:r>
              <a:r>
                <a:rPr lang="en-GB" sz="1000">
                  <a:solidFill>
                    <a:srgbClr val="FFFFFF"/>
                  </a:solidFill>
                  <a:ea typeface="ＭＳ Ｐゴシック" charset="0"/>
                  <a:cs typeface="Arial" panose="020B0604020202020204" pitchFamily="34" charset="0"/>
                </a:rPr>
                <a:t> software framework</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Developed TIP compliant DCSG whose specification was given by TIP and OOPT group this solution is available on </a:t>
              </a:r>
              <a:r>
                <a:rPr lang="en-GB" sz="1000" err="1">
                  <a:solidFill>
                    <a:srgbClr val="FFFFFF"/>
                  </a:solidFill>
                  <a:ea typeface="ＭＳ Ｐゴシック" charset="0"/>
                  <a:cs typeface="Arial" panose="020B0604020202020204" pitchFamily="34" charset="0"/>
                </a:rPr>
                <a:t>Edgecore</a:t>
              </a:r>
              <a:endParaRPr lang="en-GB" sz="1000">
                <a:solidFill>
                  <a:srgbClr val="FFFFFF"/>
                </a:solidFill>
                <a:ea typeface="ＭＳ Ｐゴシック" charset="0"/>
                <a:cs typeface="Arial" panose="020B0604020202020204" pitchFamily="34" charset="0"/>
              </a:endParaRP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Contributing to </a:t>
              </a:r>
              <a:r>
                <a:rPr lang="en-GB" sz="1000" err="1">
                  <a:solidFill>
                    <a:srgbClr val="FFFFFF"/>
                  </a:solidFill>
                  <a:ea typeface="ＭＳ Ｐゴシック" charset="0"/>
                  <a:cs typeface="Arial" panose="020B0604020202020204" pitchFamily="34" charset="0"/>
                </a:rPr>
                <a:t>vRAN</a:t>
              </a:r>
              <a:r>
                <a:rPr lang="en-GB" sz="1000">
                  <a:solidFill>
                    <a:srgbClr val="FFFFFF"/>
                  </a:solidFill>
                  <a:ea typeface="ＭＳ Ｐゴシック" charset="0"/>
                  <a:cs typeface="Arial" panose="020B0604020202020204" pitchFamily="34" charset="0"/>
                </a:rPr>
                <a:t> Fronthaul group- Defining Open Interface between disaggregated RAN layer 3/Layer 2 and Layer 1. </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For the non-ideal Fronthaul Layer 1 split, Capgemini is contributing to the O-RAN interface specification under TIP.  </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Partnered with </a:t>
              </a:r>
              <a:r>
                <a:rPr lang="en-GB" sz="1000" err="1">
                  <a:solidFill>
                    <a:srgbClr val="FFFFFF"/>
                  </a:solidFill>
                  <a:ea typeface="ＭＳ Ｐゴシック" charset="0"/>
                  <a:cs typeface="Arial" panose="020B0604020202020204" pitchFamily="34" charset="0"/>
                </a:rPr>
                <a:t>Benetel</a:t>
              </a:r>
              <a:r>
                <a:rPr lang="en-GB" sz="1000">
                  <a:solidFill>
                    <a:srgbClr val="FFFFFF"/>
                  </a:solidFill>
                  <a:ea typeface="ＭＳ Ｐゴシック" charset="0"/>
                  <a:cs typeface="Arial" panose="020B0604020202020204" pitchFamily="34" charset="0"/>
                </a:rPr>
                <a:t> and </a:t>
              </a:r>
              <a:r>
                <a:rPr lang="en-GB" sz="1000" err="1">
                  <a:solidFill>
                    <a:srgbClr val="FFFFFF"/>
                  </a:solidFill>
                  <a:ea typeface="ＭＳ Ｐゴシック" charset="0"/>
                  <a:cs typeface="Arial" panose="020B0604020202020204" pitchFamily="34" charset="0"/>
                </a:rPr>
                <a:t>Phluido</a:t>
              </a:r>
              <a:r>
                <a:rPr lang="en-GB" sz="1000">
                  <a:solidFill>
                    <a:srgbClr val="FFFFFF"/>
                  </a:solidFill>
                  <a:ea typeface="ＭＳ Ｐゴシック" charset="0"/>
                  <a:cs typeface="Arial" panose="020B0604020202020204" pitchFamily="34" charset="0"/>
                </a:rPr>
                <a:t> to create a disaggregated LTE RAN solution over existing cable network (under guidance of </a:t>
              </a:r>
              <a:r>
                <a:rPr lang="en-GB" sz="1000" err="1">
                  <a:solidFill>
                    <a:srgbClr val="FFFFFF"/>
                  </a:solidFill>
                  <a:ea typeface="ＭＳ Ｐゴシック" charset="0"/>
                  <a:cs typeface="Arial" panose="020B0604020202020204" pitchFamily="34" charset="0"/>
                </a:rPr>
                <a:t>Cablelabs</a:t>
              </a:r>
              <a:r>
                <a:rPr lang="en-GB" sz="1000">
                  <a:solidFill>
                    <a:srgbClr val="FFFFFF"/>
                  </a:solidFill>
                  <a:ea typeface="ＭＳ Ｐゴシック" charset="0"/>
                  <a:cs typeface="Arial" panose="020B0604020202020204" pitchFamily="34" charset="0"/>
                </a:rPr>
                <a:t>)</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RIC innovation (TIP RIA) - Joint PoC with Vodafone, Cohere, VMWare &amp; Intel for 5G MU-MIMO use case</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Rural Use Case with Tier-1 EU CSP</a:t>
              </a:r>
            </a:p>
            <a:p>
              <a:pPr marL="180000" indent="-180000" defTabSz="914354">
                <a:spcBef>
                  <a:spcPts val="600"/>
                </a:spcBef>
                <a:spcAft>
                  <a:spcPct val="0"/>
                </a:spcAft>
                <a:buClr>
                  <a:srgbClr val="FFFFFF"/>
                </a:buClr>
                <a:buFont typeface="Wingdings" panose="05000000000000000000" pitchFamily="2" charset="2"/>
                <a:buChar char="§"/>
                <a:defRPr/>
              </a:pPr>
              <a:endParaRPr lang="en-GB" sz="1000">
                <a:solidFill>
                  <a:srgbClr val="FFFFFF"/>
                </a:solidFill>
                <a:ea typeface="ＭＳ Ｐゴシック" charset="0"/>
                <a:cs typeface="Arial" panose="020B0604020202020204" pitchFamily="34" charset="0"/>
              </a:endParaRPr>
            </a:p>
          </p:txBody>
        </p:sp>
        <p:sp>
          <p:nvSpPr>
            <p:cNvPr id="11" name="TextBox 161">
              <a:extLst>
                <a:ext uri="{FF2B5EF4-FFF2-40B4-BE49-F238E27FC236}">
                  <a16:creationId xmlns:a16="http://schemas.microsoft.com/office/drawing/2014/main" id="{BABEFBF8-C647-3655-C505-CDF7E27BF7CB}"/>
                </a:ext>
              </a:extLst>
            </p:cNvPr>
            <p:cNvSpPr txBox="1"/>
            <p:nvPr/>
          </p:nvSpPr>
          <p:spPr>
            <a:xfrm>
              <a:off x="4372310" y="1966624"/>
              <a:ext cx="3447383" cy="2084432"/>
            </a:xfrm>
            <a:prstGeom prst="rect">
              <a:avLst/>
            </a:prstGeom>
            <a:noFill/>
          </p:spPr>
          <p:txBody>
            <a:bodyPr wrap="square" lIns="0" tIns="0" rIns="0" bIns="0" rtlCol="0">
              <a:noAutofit/>
            </a:bodyPr>
            <a:lstStyle/>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Contributing to WG8 L2/L3 Architecture, API specification, L2 scheduler interface</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Contributing to WG8 Testability specification</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Actively participating in WG6, WG2, WG3</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Actively following specifications in WG4, WG5</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Demonstrated Industry’s first Artificial Intelligence / Machine Learning (AI/ML) based radio network application for 5G Medium Access Control (MAC) scheduler. The project, titled Project Marconi, was done jointly with Intel and was showcased in MWC 2021 on O-RAN and Intel booth</a:t>
              </a:r>
            </a:p>
          </p:txBody>
        </p:sp>
        <p:sp>
          <p:nvSpPr>
            <p:cNvPr id="12" name="TextBox 161">
              <a:extLst>
                <a:ext uri="{FF2B5EF4-FFF2-40B4-BE49-F238E27FC236}">
                  <a16:creationId xmlns:a16="http://schemas.microsoft.com/office/drawing/2014/main" id="{B6780BFB-57ED-3A42-4CD0-44CA0629FA09}"/>
                </a:ext>
              </a:extLst>
            </p:cNvPr>
            <p:cNvSpPr txBox="1"/>
            <p:nvPr/>
          </p:nvSpPr>
          <p:spPr>
            <a:xfrm>
              <a:off x="8255395" y="1966624"/>
              <a:ext cx="3447383" cy="3263201"/>
            </a:xfrm>
            <a:prstGeom prst="rect">
              <a:avLst/>
            </a:prstGeom>
            <a:noFill/>
          </p:spPr>
          <p:txBody>
            <a:bodyPr wrap="square" lIns="0" tIns="0" rIns="0" bIns="0" rtlCol="0">
              <a:noAutofit/>
            </a:bodyPr>
            <a:lstStyle/>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OTIC Plugfest India - O-RAN specification based Open X2 interface between Capgemini gNB and Capgemini MeNB</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OTIC Plugfest Europe - End-to-end system performance testing and functional sub-system pairing testing . Participants were -  Baicells (5G NR O-RU),  QCT (DU Server) , Wind River (Cloud Platform), Capgemini (5G NR O-DU/O-CU) and Viavi (5G NR Core emulator and UE emulator)</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MWC 2019 Shanghai - Capgemini O-RAN Frameworks integrated with Lenovo Orchestration framework</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MWC 2020 – Capgemini, Baicells and China Mobile showcased a Whitebox hardware demo that for an indoor Pico cell</a:t>
              </a:r>
            </a:p>
            <a:p>
              <a:pPr marL="180000" indent="-180000" defTabSz="914354">
                <a:spcBef>
                  <a:spcPts val="600"/>
                </a:spcBef>
                <a:spcAft>
                  <a:spcPct val="0"/>
                </a:spcAft>
                <a:buClr>
                  <a:srgbClr val="FFFFFF"/>
                </a:buClr>
                <a:buFont typeface="Wingdings" panose="05000000000000000000" pitchFamily="2" charset="2"/>
                <a:buChar char="§"/>
                <a:defRPr/>
              </a:pPr>
              <a:r>
                <a:rPr lang="en-GB" sz="1000">
                  <a:solidFill>
                    <a:srgbClr val="FFFFFF"/>
                  </a:solidFill>
                  <a:ea typeface="ＭＳ Ｐゴシック" charset="0"/>
                  <a:cs typeface="Arial" panose="020B0604020202020204" pitchFamily="34" charset="0"/>
                </a:rPr>
                <a:t>MWC 2021 – Capgemini and ARM demonstrated a scalable 5G-enabled Open RAN system based on arm Neorverse N1 CPU. ARM Neoverse based platforms provide up to 40% TCO savings for operators and enable scaling their virtualized RAN solutions or combine RAN and MEC platforms on a single SoC</a:t>
              </a:r>
            </a:p>
          </p:txBody>
        </p:sp>
        <p:grpSp>
          <p:nvGrpSpPr>
            <p:cNvPr id="13" name="Group 12">
              <a:extLst>
                <a:ext uri="{FF2B5EF4-FFF2-40B4-BE49-F238E27FC236}">
                  <a16:creationId xmlns:a16="http://schemas.microsoft.com/office/drawing/2014/main" id="{EC09ECA3-574F-B49B-3064-DF9DD5C476AB}"/>
                </a:ext>
              </a:extLst>
            </p:cNvPr>
            <p:cNvGrpSpPr/>
            <p:nvPr/>
          </p:nvGrpSpPr>
          <p:grpSpPr>
            <a:xfrm>
              <a:off x="395811" y="1333907"/>
              <a:ext cx="3602956" cy="542635"/>
              <a:chOff x="656657" y="1145431"/>
              <a:chExt cx="3689368" cy="301128"/>
            </a:xfrm>
          </p:grpSpPr>
          <p:sp>
            <p:nvSpPr>
              <p:cNvPr id="14" name="Round Same Side Corner Rectangle 66">
                <a:extLst>
                  <a:ext uri="{FF2B5EF4-FFF2-40B4-BE49-F238E27FC236}">
                    <a16:creationId xmlns:a16="http://schemas.microsoft.com/office/drawing/2014/main" id="{3AA2C1D7-694F-4A34-1567-AFA8AD13A4DB}"/>
                  </a:ext>
                </a:extLst>
              </p:cNvPr>
              <p:cNvSpPr>
                <a:spLocks/>
              </p:cNvSpPr>
              <p:nvPr/>
            </p:nvSpPr>
            <p:spPr bwMode="auto">
              <a:xfrm>
                <a:off x="656657" y="1145431"/>
                <a:ext cx="3689368" cy="159663"/>
              </a:xfrm>
              <a:custGeom>
                <a:avLst/>
                <a:gdLst/>
                <a:ahLst/>
                <a:cxnLst/>
                <a:rect l="l" t="t" r="r" b="b"/>
                <a:pathLst>
                  <a:path w="3587472" h="85700">
                    <a:moveTo>
                      <a:pt x="85700" y="0"/>
                    </a:moveTo>
                    <a:lnTo>
                      <a:pt x="3501772" y="0"/>
                    </a:lnTo>
                    <a:cubicBezTo>
                      <a:pt x="3549103" y="0"/>
                      <a:pt x="3587472" y="38369"/>
                      <a:pt x="3587472" y="85700"/>
                    </a:cubicBezTo>
                    <a:lnTo>
                      <a:pt x="0" y="85700"/>
                    </a:lnTo>
                    <a:cubicBezTo>
                      <a:pt x="0" y="38369"/>
                      <a:pt x="38369" y="0"/>
                      <a:pt x="85700" y="0"/>
                    </a:cubicBezTo>
                    <a:close/>
                  </a:path>
                </a:pathLst>
              </a:custGeom>
              <a:gradFill>
                <a:gsLst>
                  <a:gs pos="100000">
                    <a:srgbClr val="FFFFFF">
                      <a:lumMod val="95000"/>
                      <a:alpha val="0"/>
                    </a:srgbClr>
                  </a:gs>
                  <a:gs pos="10000">
                    <a:srgbClr val="FFFFFF">
                      <a:lumMod val="65000"/>
                    </a:srgbClr>
                  </a:gs>
                </a:gsLst>
                <a:lin ang="5400000" scaled="1"/>
              </a:gradFill>
              <a:ln w="9525">
                <a:noFill/>
                <a:round/>
                <a:headEnd/>
                <a:tailEnd/>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58959" rtl="0" eaLnBrk="1" fontAlgn="base" latinLnBrk="0" hangingPunct="1">
                  <a:lnSpc>
                    <a:spcPct val="100000"/>
                  </a:lnSpc>
                  <a:spcBef>
                    <a:spcPct val="0"/>
                  </a:spcBef>
                  <a:spcAft>
                    <a:spcPct val="0"/>
                  </a:spcAft>
                  <a:buClrTx/>
                  <a:buSzTx/>
                  <a:buFontTx/>
                  <a:buNone/>
                  <a:tabLst/>
                  <a:defRPr/>
                </a:pPr>
                <a:endParaRPr kumimoji="0" lang="en-GB" sz="1000" b="1" i="0" u="none" strike="noStrike" kern="1200" cap="none" spc="0" normalizeH="0" baseline="0">
                  <a:ln>
                    <a:noFill/>
                  </a:ln>
                  <a:solidFill>
                    <a:prstClr val="white"/>
                  </a:solidFill>
                  <a:effectLst/>
                  <a:uLnTx/>
                  <a:uFillTx/>
                  <a:ea typeface="Verdana" panose="020B0604030504040204" pitchFamily="34" charset="0"/>
                  <a:cs typeface="Verdana" panose="020B0604030504040204" pitchFamily="34" charset="0"/>
                </a:endParaRPr>
              </a:p>
            </p:txBody>
          </p:sp>
          <p:sp>
            <p:nvSpPr>
              <p:cNvPr id="15" name="Oval 16">
                <a:extLst>
                  <a:ext uri="{FF2B5EF4-FFF2-40B4-BE49-F238E27FC236}">
                    <a16:creationId xmlns:a16="http://schemas.microsoft.com/office/drawing/2014/main" id="{0FB670AF-B02B-6A87-6F32-00709C8CE8EF}"/>
                  </a:ext>
                </a:extLst>
              </p:cNvPr>
              <p:cNvSpPr/>
              <p:nvPr/>
            </p:nvSpPr>
            <p:spPr>
              <a:xfrm>
                <a:off x="713452" y="1145433"/>
                <a:ext cx="3575778" cy="301126"/>
              </a:xfrm>
              <a:custGeom>
                <a:avLst/>
                <a:gdLst/>
                <a:ahLst/>
                <a:cxnLst/>
                <a:rect l="l" t="t" r="r" b="b"/>
                <a:pathLst>
                  <a:path w="2440224" h="301126">
                    <a:moveTo>
                      <a:pt x="0" y="0"/>
                    </a:moveTo>
                    <a:cubicBezTo>
                      <a:pt x="1135853" y="0"/>
                      <a:pt x="1135853" y="0"/>
                      <a:pt x="1135853" y="0"/>
                    </a:cubicBezTo>
                    <a:cubicBezTo>
                      <a:pt x="2440224" y="0"/>
                      <a:pt x="2440224" y="0"/>
                      <a:pt x="2440224" y="0"/>
                    </a:cubicBezTo>
                    <a:cubicBezTo>
                      <a:pt x="2326420" y="0"/>
                      <a:pt x="2289215" y="301126"/>
                      <a:pt x="1985007" y="301126"/>
                    </a:cubicBezTo>
                    <a:cubicBezTo>
                      <a:pt x="1766153" y="301126"/>
                      <a:pt x="1135853" y="301126"/>
                      <a:pt x="1135853" y="301126"/>
                    </a:cubicBezTo>
                    <a:cubicBezTo>
                      <a:pt x="1135725" y="301126"/>
                      <a:pt x="674040" y="301126"/>
                      <a:pt x="453028" y="301126"/>
                    </a:cubicBezTo>
                    <a:cubicBezTo>
                      <a:pt x="148821" y="301126"/>
                      <a:pt x="113804" y="0"/>
                      <a:pt x="0" y="0"/>
                    </a:cubicBezTo>
                    <a:close/>
                  </a:path>
                </a:pathLst>
              </a:custGeom>
              <a:solidFill>
                <a:srgbClr val="0070AD"/>
              </a:solidFill>
              <a:ln w="9525">
                <a:noFill/>
                <a:round/>
                <a:headEnd/>
                <a:tailEnd/>
              </a:ln>
            </p:spPr>
            <p:txBody>
              <a:bodyPr anchor="ctr"/>
              <a:lstStyle/>
              <a:p>
                <a:pPr marL="0" marR="0" lvl="0" indent="0" algn="ctr" defTabSz="958959" eaLnBrk="1" fontAlgn="base" latinLnBrk="0" hangingPunct="1">
                  <a:lnSpc>
                    <a:spcPct val="100000"/>
                  </a:lnSpc>
                  <a:spcBef>
                    <a:spcPct val="0"/>
                  </a:spcBef>
                  <a:spcAft>
                    <a:spcPct val="0"/>
                  </a:spcAft>
                  <a:buClrTx/>
                  <a:buSzTx/>
                  <a:buFontTx/>
                  <a:buNone/>
                  <a:tabLst/>
                  <a:defRPr/>
                </a:pP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Capgemini is active and </a:t>
                </a:r>
                <a:b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b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key  contributor to the TIP</a:t>
                </a:r>
              </a:p>
            </p:txBody>
          </p:sp>
        </p:grpSp>
        <p:grpSp>
          <p:nvGrpSpPr>
            <p:cNvPr id="16" name="Group 15">
              <a:extLst>
                <a:ext uri="{FF2B5EF4-FFF2-40B4-BE49-F238E27FC236}">
                  <a16:creationId xmlns:a16="http://schemas.microsoft.com/office/drawing/2014/main" id="{BE6EB984-E19C-1EC8-985B-8D0DD1D24BBE}"/>
                </a:ext>
              </a:extLst>
            </p:cNvPr>
            <p:cNvGrpSpPr/>
            <p:nvPr/>
          </p:nvGrpSpPr>
          <p:grpSpPr>
            <a:xfrm>
              <a:off x="4292935" y="1333907"/>
              <a:ext cx="3602956" cy="542635"/>
              <a:chOff x="656657" y="1145431"/>
              <a:chExt cx="3689368" cy="301128"/>
            </a:xfrm>
          </p:grpSpPr>
          <p:sp>
            <p:nvSpPr>
              <p:cNvPr id="22" name="Round Same Side Corner Rectangle 66">
                <a:extLst>
                  <a:ext uri="{FF2B5EF4-FFF2-40B4-BE49-F238E27FC236}">
                    <a16:creationId xmlns:a16="http://schemas.microsoft.com/office/drawing/2014/main" id="{122BE36A-B71D-636C-5F17-D570B8FD46D7}"/>
                  </a:ext>
                </a:extLst>
              </p:cNvPr>
              <p:cNvSpPr>
                <a:spLocks/>
              </p:cNvSpPr>
              <p:nvPr/>
            </p:nvSpPr>
            <p:spPr bwMode="auto">
              <a:xfrm>
                <a:off x="656657" y="1145431"/>
                <a:ext cx="3689368" cy="159663"/>
              </a:xfrm>
              <a:custGeom>
                <a:avLst/>
                <a:gdLst/>
                <a:ahLst/>
                <a:cxnLst/>
                <a:rect l="l" t="t" r="r" b="b"/>
                <a:pathLst>
                  <a:path w="3587472" h="85700">
                    <a:moveTo>
                      <a:pt x="85700" y="0"/>
                    </a:moveTo>
                    <a:lnTo>
                      <a:pt x="3501772" y="0"/>
                    </a:lnTo>
                    <a:cubicBezTo>
                      <a:pt x="3549103" y="0"/>
                      <a:pt x="3587472" y="38369"/>
                      <a:pt x="3587472" y="85700"/>
                    </a:cubicBezTo>
                    <a:lnTo>
                      <a:pt x="0" y="85700"/>
                    </a:lnTo>
                    <a:cubicBezTo>
                      <a:pt x="0" y="38369"/>
                      <a:pt x="38369" y="0"/>
                      <a:pt x="85700" y="0"/>
                    </a:cubicBezTo>
                    <a:close/>
                  </a:path>
                </a:pathLst>
              </a:custGeom>
              <a:gradFill>
                <a:gsLst>
                  <a:gs pos="100000">
                    <a:srgbClr val="FFFFFF">
                      <a:lumMod val="95000"/>
                      <a:alpha val="0"/>
                    </a:srgbClr>
                  </a:gs>
                  <a:gs pos="10000">
                    <a:srgbClr val="FFFFFF">
                      <a:lumMod val="65000"/>
                    </a:srgbClr>
                  </a:gs>
                </a:gsLst>
                <a:lin ang="5400000" scaled="1"/>
              </a:gradFill>
              <a:ln w="9525">
                <a:noFill/>
                <a:round/>
                <a:headEnd/>
                <a:tailEnd/>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58959" rtl="0" eaLnBrk="1" fontAlgn="base" latinLnBrk="0" hangingPunct="1">
                  <a:lnSpc>
                    <a:spcPct val="100000"/>
                  </a:lnSpc>
                  <a:spcBef>
                    <a:spcPct val="0"/>
                  </a:spcBef>
                  <a:spcAft>
                    <a:spcPct val="0"/>
                  </a:spcAft>
                  <a:buClrTx/>
                  <a:buSzTx/>
                  <a:buFontTx/>
                  <a:buNone/>
                  <a:tabLst/>
                  <a:defRPr/>
                </a:pPr>
                <a:endParaRPr kumimoji="0" lang="en-GB" sz="1000" b="1" i="0" u="none" strike="noStrike" kern="1200" cap="none" spc="0" normalizeH="0" baseline="0">
                  <a:ln>
                    <a:noFill/>
                  </a:ln>
                  <a:solidFill>
                    <a:prstClr val="white"/>
                  </a:solidFill>
                  <a:effectLst/>
                  <a:uLnTx/>
                  <a:uFillTx/>
                  <a:ea typeface="Verdana" panose="020B0604030504040204" pitchFamily="34" charset="0"/>
                  <a:cs typeface="Verdana" panose="020B0604030504040204" pitchFamily="34" charset="0"/>
                </a:endParaRPr>
              </a:p>
            </p:txBody>
          </p:sp>
          <p:sp>
            <p:nvSpPr>
              <p:cNvPr id="23" name="Oval 16">
                <a:extLst>
                  <a:ext uri="{FF2B5EF4-FFF2-40B4-BE49-F238E27FC236}">
                    <a16:creationId xmlns:a16="http://schemas.microsoft.com/office/drawing/2014/main" id="{18E8D1CB-5718-B482-FA6A-0EED390FAFA5}"/>
                  </a:ext>
                </a:extLst>
              </p:cNvPr>
              <p:cNvSpPr/>
              <p:nvPr/>
            </p:nvSpPr>
            <p:spPr>
              <a:xfrm>
                <a:off x="713452" y="1145433"/>
                <a:ext cx="3575778" cy="301126"/>
              </a:xfrm>
              <a:custGeom>
                <a:avLst/>
                <a:gdLst/>
                <a:ahLst/>
                <a:cxnLst/>
                <a:rect l="l" t="t" r="r" b="b"/>
                <a:pathLst>
                  <a:path w="2440224" h="301126">
                    <a:moveTo>
                      <a:pt x="0" y="0"/>
                    </a:moveTo>
                    <a:cubicBezTo>
                      <a:pt x="1135853" y="0"/>
                      <a:pt x="1135853" y="0"/>
                      <a:pt x="1135853" y="0"/>
                    </a:cubicBezTo>
                    <a:cubicBezTo>
                      <a:pt x="2440224" y="0"/>
                      <a:pt x="2440224" y="0"/>
                      <a:pt x="2440224" y="0"/>
                    </a:cubicBezTo>
                    <a:cubicBezTo>
                      <a:pt x="2326420" y="0"/>
                      <a:pt x="2289215" y="301126"/>
                      <a:pt x="1985007" y="301126"/>
                    </a:cubicBezTo>
                    <a:cubicBezTo>
                      <a:pt x="1766153" y="301126"/>
                      <a:pt x="1135853" y="301126"/>
                      <a:pt x="1135853" y="301126"/>
                    </a:cubicBezTo>
                    <a:cubicBezTo>
                      <a:pt x="1135725" y="301126"/>
                      <a:pt x="674040" y="301126"/>
                      <a:pt x="453028" y="301126"/>
                    </a:cubicBezTo>
                    <a:cubicBezTo>
                      <a:pt x="148821" y="301126"/>
                      <a:pt x="113804" y="0"/>
                      <a:pt x="0" y="0"/>
                    </a:cubicBezTo>
                    <a:close/>
                  </a:path>
                </a:pathLst>
              </a:custGeom>
              <a:solidFill>
                <a:srgbClr val="12ABDB"/>
              </a:solidFill>
              <a:ln w="9525">
                <a:noFill/>
                <a:round/>
                <a:headEnd/>
                <a:tailEnd/>
              </a:ln>
            </p:spPr>
            <p:txBody>
              <a:bodyPr anchor="ctr"/>
              <a:lstStyle/>
              <a:p>
                <a:pPr marL="0" marR="0" lvl="0" indent="0" algn="ctr" defTabSz="958959" eaLnBrk="1" fontAlgn="base" latinLnBrk="0" hangingPunct="1">
                  <a:lnSpc>
                    <a:spcPct val="100000"/>
                  </a:lnSpc>
                  <a:spcBef>
                    <a:spcPct val="0"/>
                  </a:spcBef>
                  <a:spcAft>
                    <a:spcPct val="0"/>
                  </a:spcAft>
                  <a:buClrTx/>
                  <a:buSzTx/>
                  <a:buFontTx/>
                  <a:buNone/>
                  <a:tabLst/>
                  <a:defRPr/>
                </a:pP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Capgemini partners with O-RAN forum </a:t>
                </a:r>
                <a:b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b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members for working groups </a:t>
                </a:r>
                <a:b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b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for specification </a:t>
                </a:r>
              </a:p>
            </p:txBody>
          </p:sp>
        </p:grpSp>
        <p:grpSp>
          <p:nvGrpSpPr>
            <p:cNvPr id="24" name="Group 23">
              <a:extLst>
                <a:ext uri="{FF2B5EF4-FFF2-40B4-BE49-F238E27FC236}">
                  <a16:creationId xmlns:a16="http://schemas.microsoft.com/office/drawing/2014/main" id="{ADBC71D9-E33F-D29E-CCA1-EF8C1A755254}"/>
                </a:ext>
              </a:extLst>
            </p:cNvPr>
            <p:cNvGrpSpPr/>
            <p:nvPr/>
          </p:nvGrpSpPr>
          <p:grpSpPr>
            <a:xfrm>
              <a:off x="8181058" y="1333907"/>
              <a:ext cx="3602956" cy="542635"/>
              <a:chOff x="656657" y="1145431"/>
              <a:chExt cx="3689368" cy="301128"/>
            </a:xfrm>
          </p:grpSpPr>
          <p:sp>
            <p:nvSpPr>
              <p:cNvPr id="25" name="Round Same Side Corner Rectangle 66">
                <a:extLst>
                  <a:ext uri="{FF2B5EF4-FFF2-40B4-BE49-F238E27FC236}">
                    <a16:creationId xmlns:a16="http://schemas.microsoft.com/office/drawing/2014/main" id="{66F0EB49-3E49-69BA-4CCB-AC7BCA7F18A2}"/>
                  </a:ext>
                </a:extLst>
              </p:cNvPr>
              <p:cNvSpPr>
                <a:spLocks/>
              </p:cNvSpPr>
              <p:nvPr/>
            </p:nvSpPr>
            <p:spPr bwMode="auto">
              <a:xfrm>
                <a:off x="656657" y="1145431"/>
                <a:ext cx="3689368" cy="159663"/>
              </a:xfrm>
              <a:custGeom>
                <a:avLst/>
                <a:gdLst/>
                <a:ahLst/>
                <a:cxnLst/>
                <a:rect l="l" t="t" r="r" b="b"/>
                <a:pathLst>
                  <a:path w="3587472" h="85700">
                    <a:moveTo>
                      <a:pt x="85700" y="0"/>
                    </a:moveTo>
                    <a:lnTo>
                      <a:pt x="3501772" y="0"/>
                    </a:lnTo>
                    <a:cubicBezTo>
                      <a:pt x="3549103" y="0"/>
                      <a:pt x="3587472" y="38369"/>
                      <a:pt x="3587472" y="85700"/>
                    </a:cubicBezTo>
                    <a:lnTo>
                      <a:pt x="0" y="85700"/>
                    </a:lnTo>
                    <a:cubicBezTo>
                      <a:pt x="0" y="38369"/>
                      <a:pt x="38369" y="0"/>
                      <a:pt x="85700" y="0"/>
                    </a:cubicBezTo>
                    <a:close/>
                  </a:path>
                </a:pathLst>
              </a:custGeom>
              <a:gradFill>
                <a:gsLst>
                  <a:gs pos="100000">
                    <a:srgbClr val="FFFFFF">
                      <a:lumMod val="95000"/>
                      <a:alpha val="0"/>
                    </a:srgbClr>
                  </a:gs>
                  <a:gs pos="10000">
                    <a:srgbClr val="FFFFFF">
                      <a:lumMod val="65000"/>
                    </a:srgbClr>
                  </a:gs>
                </a:gsLst>
                <a:lin ang="5400000" scaled="1"/>
              </a:gradFill>
              <a:ln w="9525">
                <a:noFill/>
                <a:round/>
                <a:headEnd/>
                <a:tailEnd/>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58959" rtl="0" eaLnBrk="1" fontAlgn="base" latinLnBrk="0" hangingPunct="1">
                  <a:lnSpc>
                    <a:spcPct val="100000"/>
                  </a:lnSpc>
                  <a:spcBef>
                    <a:spcPct val="0"/>
                  </a:spcBef>
                  <a:spcAft>
                    <a:spcPct val="0"/>
                  </a:spcAft>
                  <a:buClrTx/>
                  <a:buSzTx/>
                  <a:buFontTx/>
                  <a:buNone/>
                  <a:tabLst/>
                  <a:defRPr/>
                </a:pPr>
                <a:endParaRPr kumimoji="0" lang="en-GB" sz="1000" b="1" i="0" u="none" strike="noStrike" kern="1200" cap="none" spc="0" normalizeH="0" baseline="0">
                  <a:ln>
                    <a:noFill/>
                  </a:ln>
                  <a:solidFill>
                    <a:prstClr val="white"/>
                  </a:solidFill>
                  <a:effectLst/>
                  <a:uLnTx/>
                  <a:uFillTx/>
                  <a:ea typeface="Verdana" panose="020B0604030504040204" pitchFamily="34" charset="0"/>
                  <a:cs typeface="Verdana" panose="020B0604030504040204" pitchFamily="34" charset="0"/>
                </a:endParaRPr>
              </a:p>
            </p:txBody>
          </p:sp>
          <p:sp>
            <p:nvSpPr>
              <p:cNvPr id="26" name="Oval 16">
                <a:extLst>
                  <a:ext uri="{FF2B5EF4-FFF2-40B4-BE49-F238E27FC236}">
                    <a16:creationId xmlns:a16="http://schemas.microsoft.com/office/drawing/2014/main" id="{031BE07A-C0E5-F625-5ED8-A6D07092B049}"/>
                  </a:ext>
                </a:extLst>
              </p:cNvPr>
              <p:cNvSpPr/>
              <p:nvPr/>
            </p:nvSpPr>
            <p:spPr>
              <a:xfrm>
                <a:off x="713452" y="1145433"/>
                <a:ext cx="3575778" cy="301126"/>
              </a:xfrm>
              <a:custGeom>
                <a:avLst/>
                <a:gdLst/>
                <a:ahLst/>
                <a:cxnLst/>
                <a:rect l="l" t="t" r="r" b="b"/>
                <a:pathLst>
                  <a:path w="2440224" h="301126">
                    <a:moveTo>
                      <a:pt x="0" y="0"/>
                    </a:moveTo>
                    <a:cubicBezTo>
                      <a:pt x="1135853" y="0"/>
                      <a:pt x="1135853" y="0"/>
                      <a:pt x="1135853" y="0"/>
                    </a:cubicBezTo>
                    <a:cubicBezTo>
                      <a:pt x="2440224" y="0"/>
                      <a:pt x="2440224" y="0"/>
                      <a:pt x="2440224" y="0"/>
                    </a:cubicBezTo>
                    <a:cubicBezTo>
                      <a:pt x="2326420" y="0"/>
                      <a:pt x="2289215" y="301126"/>
                      <a:pt x="1985007" y="301126"/>
                    </a:cubicBezTo>
                    <a:cubicBezTo>
                      <a:pt x="1766153" y="301126"/>
                      <a:pt x="1135853" y="301126"/>
                      <a:pt x="1135853" y="301126"/>
                    </a:cubicBezTo>
                    <a:cubicBezTo>
                      <a:pt x="1135725" y="301126"/>
                      <a:pt x="674040" y="301126"/>
                      <a:pt x="453028" y="301126"/>
                    </a:cubicBezTo>
                    <a:cubicBezTo>
                      <a:pt x="148821" y="301126"/>
                      <a:pt x="113804" y="0"/>
                      <a:pt x="0" y="0"/>
                    </a:cubicBezTo>
                    <a:close/>
                  </a:path>
                </a:pathLst>
              </a:custGeom>
              <a:solidFill>
                <a:srgbClr val="00BFBF"/>
              </a:solidFill>
              <a:ln w="9525">
                <a:noFill/>
                <a:round/>
                <a:headEnd/>
                <a:tailEnd/>
              </a:ln>
            </p:spPr>
            <p:txBody>
              <a:bodyPr anchor="ctr"/>
              <a:lstStyle/>
              <a:p>
                <a:pPr marL="0" marR="0" lvl="0" indent="0" algn="ctr" defTabSz="958959" eaLnBrk="1" fontAlgn="base" latinLnBrk="0" hangingPunct="1">
                  <a:lnSpc>
                    <a:spcPct val="100000"/>
                  </a:lnSpc>
                  <a:spcBef>
                    <a:spcPct val="0"/>
                  </a:spcBef>
                  <a:spcAft>
                    <a:spcPct val="0"/>
                  </a:spcAft>
                  <a:buClrTx/>
                  <a:buSzTx/>
                  <a:buFontTx/>
                  <a:buNone/>
                  <a:tabLst/>
                  <a:defRPr/>
                </a:pPr>
                <a:r>
                  <a:rPr kumimoji="0" lang="en-GB" sz="1000" b="1" i="0" u="none" strike="noStrike" kern="0" cap="none" spc="0" normalizeH="0" baseline="0">
                    <a:ln>
                      <a:noFill/>
                    </a:ln>
                    <a:solidFill>
                      <a:srgbClr val="FFFFFF"/>
                    </a:solidFill>
                    <a:effectLst/>
                    <a:uLnTx/>
                    <a:uFillTx/>
                    <a:ea typeface="Verdana" panose="020B0604030504040204" pitchFamily="34" charset="0"/>
                    <a:cs typeface="Verdana" panose="020B0604030504040204" pitchFamily="34" charset="0"/>
                  </a:rPr>
                  <a:t>MWC/OTIC/Plugfest Demos</a:t>
                </a:r>
              </a:p>
            </p:txBody>
          </p:sp>
        </p:grpSp>
        <p:sp>
          <p:nvSpPr>
            <p:cNvPr id="27" name="Rectangle: Rounded Corners 26">
              <a:extLst>
                <a:ext uri="{FF2B5EF4-FFF2-40B4-BE49-F238E27FC236}">
                  <a16:creationId xmlns:a16="http://schemas.microsoft.com/office/drawing/2014/main" id="{5E8E5E32-4D0F-469B-2BE8-99A3C26E3275}"/>
                </a:ext>
              </a:extLst>
            </p:cNvPr>
            <p:cNvSpPr/>
            <p:nvPr/>
          </p:nvSpPr>
          <p:spPr>
            <a:xfrm>
              <a:off x="404813" y="5517232"/>
              <a:ext cx="11379200" cy="935955"/>
            </a:xfrm>
            <a:prstGeom prst="roundRect">
              <a:avLst/>
            </a:prstGeom>
            <a:solidFill>
              <a:srgbClr val="F6F6F6"/>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GB" sz="1000" b="0" i="0" u="none" strike="noStrike" kern="0" cap="none" spc="0" normalizeH="0" baseline="0">
                <a:ln>
                  <a:noFill/>
                </a:ln>
                <a:solidFill>
                  <a:srgbClr val="0D274D"/>
                </a:solidFill>
                <a:effectLst/>
                <a:uLnTx/>
                <a:uFillTx/>
                <a:ea typeface="+mn-ea"/>
                <a:cs typeface="+mn-cs"/>
              </a:endParaRPr>
            </a:p>
          </p:txBody>
        </p:sp>
        <p:grpSp>
          <p:nvGrpSpPr>
            <p:cNvPr id="28" name="Group 27">
              <a:extLst>
                <a:ext uri="{FF2B5EF4-FFF2-40B4-BE49-F238E27FC236}">
                  <a16:creationId xmlns:a16="http://schemas.microsoft.com/office/drawing/2014/main" id="{5BF2A772-ABB4-06BC-5E73-DE1E5E46D30C}"/>
                </a:ext>
              </a:extLst>
            </p:cNvPr>
            <p:cNvGrpSpPr/>
            <p:nvPr/>
          </p:nvGrpSpPr>
          <p:grpSpPr>
            <a:xfrm>
              <a:off x="479376" y="5658649"/>
              <a:ext cx="11249173" cy="653121"/>
              <a:chOff x="479376" y="5589240"/>
              <a:chExt cx="11249173" cy="653121"/>
            </a:xfrm>
          </p:grpSpPr>
          <p:sp>
            <p:nvSpPr>
              <p:cNvPr id="29" name="TextBox 161">
                <a:extLst>
                  <a:ext uri="{FF2B5EF4-FFF2-40B4-BE49-F238E27FC236}">
                    <a16:creationId xmlns:a16="http://schemas.microsoft.com/office/drawing/2014/main" id="{C615ED16-CD13-A85B-4676-A96F969020F5}"/>
                  </a:ext>
                </a:extLst>
              </p:cNvPr>
              <p:cNvSpPr txBox="1"/>
              <p:nvPr/>
            </p:nvSpPr>
            <p:spPr>
              <a:xfrm>
                <a:off x="1076896" y="5599007"/>
                <a:ext cx="1148907" cy="216024"/>
              </a:xfrm>
              <a:prstGeom prst="rect">
                <a:avLst/>
              </a:prstGeom>
              <a:noFill/>
            </p:spPr>
            <p:txBody>
              <a:bodyPr wrap="square" lIns="0" tIns="0" rIns="0" bIns="0" rtlCol="0">
                <a:noAutofit/>
              </a:bodyPr>
              <a:lstStyle/>
              <a:p>
                <a:pPr marL="0" marR="0" lvl="0" indent="0" algn="ctr" defTabSz="914354" eaLnBrk="1" fontAlgn="auto" latinLnBrk="0" hangingPunct="1">
                  <a:lnSpc>
                    <a:spcPct val="100000"/>
                  </a:lnSpc>
                  <a:spcBef>
                    <a:spcPct val="0"/>
                  </a:spcBef>
                  <a:spcAft>
                    <a:spcPct val="0"/>
                  </a:spcAft>
                  <a:buClr>
                    <a:srgbClr val="00BCEB"/>
                  </a:buClr>
                  <a:buSzTx/>
                  <a:buFontTx/>
                  <a:buNone/>
                  <a:tabLst/>
                  <a:defRPr/>
                </a:pPr>
                <a:r>
                  <a:rPr kumimoji="0" lang="en-GB" sz="1000" b="1" i="0" u="none" strike="noStrike" kern="0" cap="none" spc="0" normalizeH="0" baseline="0">
                    <a:ln>
                      <a:noFill/>
                    </a:ln>
                    <a:solidFill>
                      <a:srgbClr val="1E4471"/>
                    </a:solidFill>
                    <a:effectLst/>
                    <a:uLnTx/>
                    <a:uFillTx/>
                    <a:ea typeface="ＭＳ Ｐゴシック" charset="0"/>
                    <a:cs typeface="Arial" panose="020B0604020202020204" pitchFamily="34" charset="0"/>
                  </a:rPr>
                  <a:t>Founding Member</a:t>
                </a:r>
              </a:p>
            </p:txBody>
          </p:sp>
          <p:pic>
            <p:nvPicPr>
              <p:cNvPr id="30" name="Google Shape;1331;p161">
                <a:extLst>
                  <a:ext uri="{FF2B5EF4-FFF2-40B4-BE49-F238E27FC236}">
                    <a16:creationId xmlns:a16="http://schemas.microsoft.com/office/drawing/2014/main" id="{10AF5A2B-A098-C070-08FC-BDD5A16C994D}"/>
                  </a:ext>
                </a:extLst>
              </p:cNvPr>
              <p:cNvPicPr preferRelativeResize="0"/>
              <p:nvPr/>
            </p:nvPicPr>
            <p:blipFill rotWithShape="1">
              <a:blip r:embed="rId2" cstate="email">
                <a:clrChange>
                  <a:clrFrom>
                    <a:srgbClr val="FFFFFF"/>
                  </a:clrFrom>
                  <a:clrTo>
                    <a:srgbClr val="FFFFFF">
                      <a:alpha val="0"/>
                    </a:srgbClr>
                  </a:clrTo>
                </a:clrChange>
                <a:alphaModFix/>
                <a:extLst>
                  <a:ext uri="{28A0092B-C50C-407E-A947-70E740481C1C}">
                    <a14:useLocalDpi xmlns:a14="http://schemas.microsoft.com/office/drawing/2010/main"/>
                  </a:ext>
                </a:extLst>
              </a:blip>
              <a:srcRect/>
              <a:stretch/>
            </p:blipFill>
            <p:spPr>
              <a:xfrm>
                <a:off x="479376" y="5897088"/>
                <a:ext cx="2343949" cy="312733"/>
              </a:xfrm>
              <a:prstGeom prst="rect">
                <a:avLst/>
              </a:prstGeom>
              <a:noFill/>
              <a:ln>
                <a:noFill/>
              </a:ln>
            </p:spPr>
          </p:pic>
          <p:pic>
            <p:nvPicPr>
              <p:cNvPr id="31" name="Google Shape;1350;p161">
                <a:extLst>
                  <a:ext uri="{FF2B5EF4-FFF2-40B4-BE49-F238E27FC236}">
                    <a16:creationId xmlns:a16="http://schemas.microsoft.com/office/drawing/2014/main" id="{2A1A0D82-15BA-8D44-753B-55DB2E1FDEBF}"/>
                  </a:ext>
                </a:extLst>
              </p:cNvPr>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7087011" y="5864545"/>
                <a:ext cx="1155520" cy="377816"/>
              </a:xfrm>
              <a:prstGeom prst="rect">
                <a:avLst/>
              </a:prstGeom>
              <a:noFill/>
              <a:ln>
                <a:noFill/>
              </a:ln>
            </p:spPr>
          </p:pic>
          <p:pic>
            <p:nvPicPr>
              <p:cNvPr id="32" name="Picture 31">
                <a:extLst>
                  <a:ext uri="{FF2B5EF4-FFF2-40B4-BE49-F238E27FC236}">
                    <a16:creationId xmlns:a16="http://schemas.microsoft.com/office/drawing/2014/main" id="{6CF73AAA-15A6-0156-7AE4-8901440AAF5F}"/>
                  </a:ext>
                </a:extLst>
              </p:cNvPr>
              <p:cNvPicPr>
                <a:picLocks noChangeAspect="1"/>
              </p:cNvPicPr>
              <p:nvPr/>
            </p:nvPicPr>
            <p:blipFill>
              <a:blip r:embed="rId4">
                <a:clrChange>
                  <a:clrFrom>
                    <a:srgbClr val="F8F8F8"/>
                  </a:clrFrom>
                  <a:clrTo>
                    <a:srgbClr val="F8F8F8">
                      <a:alpha val="0"/>
                    </a:srgbClr>
                  </a:clrTo>
                </a:clrChange>
              </a:blip>
              <a:stretch>
                <a:fillRect/>
              </a:stretch>
            </p:blipFill>
            <p:spPr>
              <a:xfrm>
                <a:off x="5258719" y="5873782"/>
                <a:ext cx="1495819" cy="359343"/>
              </a:xfrm>
              <a:prstGeom prst="rect">
                <a:avLst/>
              </a:prstGeom>
            </p:spPr>
          </p:pic>
          <p:pic>
            <p:nvPicPr>
              <p:cNvPr id="33" name="Google Shape;1277;p161">
                <a:extLst>
                  <a:ext uri="{FF2B5EF4-FFF2-40B4-BE49-F238E27FC236}">
                    <a16:creationId xmlns:a16="http://schemas.microsoft.com/office/drawing/2014/main" id="{AB988419-0E24-F7B4-1BA2-2100C1C6BFBD}"/>
                  </a:ext>
                </a:extLst>
              </p:cNvPr>
              <p:cNvPicPr preferRelativeResize="0"/>
              <p:nvPr/>
            </p:nvPicPr>
            <p:blipFill rotWithShape="1">
              <a:blip r:embed="rId5">
                <a:clrChange>
                  <a:clrFrom>
                    <a:srgbClr val="FFFFFF"/>
                  </a:clrFrom>
                  <a:clrTo>
                    <a:srgbClr val="FFFFFF">
                      <a:alpha val="0"/>
                    </a:srgbClr>
                  </a:clrTo>
                </a:clrChange>
                <a:alphaModFix/>
              </a:blip>
              <a:srcRect/>
              <a:stretch/>
            </p:blipFill>
            <p:spPr>
              <a:xfrm>
                <a:off x="3306783" y="5910599"/>
                <a:ext cx="1495819" cy="285711"/>
              </a:xfrm>
              <a:prstGeom prst="rect">
                <a:avLst/>
              </a:prstGeom>
              <a:noFill/>
              <a:ln>
                <a:noFill/>
              </a:ln>
            </p:spPr>
          </p:pic>
          <p:pic>
            <p:nvPicPr>
              <p:cNvPr id="34" name="Picture 33">
                <a:extLst>
                  <a:ext uri="{FF2B5EF4-FFF2-40B4-BE49-F238E27FC236}">
                    <a16:creationId xmlns:a16="http://schemas.microsoft.com/office/drawing/2014/main" id="{16E40C6F-AFAF-B20C-EE1C-8BAF7F3892D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9879019" y="5869238"/>
                <a:ext cx="570867" cy="368433"/>
              </a:xfrm>
              <a:prstGeom prst="rect">
                <a:avLst/>
              </a:prstGeom>
            </p:spPr>
          </p:pic>
          <p:sp>
            <p:nvSpPr>
              <p:cNvPr id="35" name="TextBox 161">
                <a:extLst>
                  <a:ext uri="{FF2B5EF4-FFF2-40B4-BE49-F238E27FC236}">
                    <a16:creationId xmlns:a16="http://schemas.microsoft.com/office/drawing/2014/main" id="{7D9AA9FA-5ACE-C6A8-4E75-5AD39DBBAB96}"/>
                  </a:ext>
                </a:extLst>
              </p:cNvPr>
              <p:cNvSpPr txBox="1"/>
              <p:nvPr/>
            </p:nvSpPr>
            <p:spPr>
              <a:xfrm>
                <a:off x="3480239" y="5589240"/>
                <a:ext cx="1148907" cy="216024"/>
              </a:xfrm>
              <a:prstGeom prst="rect">
                <a:avLst/>
              </a:prstGeom>
              <a:noFill/>
            </p:spPr>
            <p:txBody>
              <a:bodyPr wrap="square" lIns="0" tIns="0" rIns="0" bIns="0" rtlCol="0">
                <a:noAutofit/>
              </a:bodyPr>
              <a:lstStyle/>
              <a:p>
                <a:pPr marL="0" marR="0" lvl="0" indent="0" algn="ctr" defTabSz="914354" eaLnBrk="1" fontAlgn="auto" latinLnBrk="0" hangingPunct="1">
                  <a:lnSpc>
                    <a:spcPct val="100000"/>
                  </a:lnSpc>
                  <a:spcBef>
                    <a:spcPct val="0"/>
                  </a:spcBef>
                  <a:spcAft>
                    <a:spcPct val="0"/>
                  </a:spcAft>
                  <a:buClr>
                    <a:srgbClr val="00BCEB"/>
                  </a:buClr>
                  <a:buSzTx/>
                  <a:buFontTx/>
                  <a:buNone/>
                  <a:tabLst/>
                  <a:defRPr/>
                </a:pPr>
                <a:r>
                  <a:rPr kumimoji="0" lang="en-GB" sz="1000" b="1" i="0" u="none" strike="noStrike" kern="0" cap="none" spc="0" normalizeH="0" baseline="0">
                    <a:ln>
                      <a:noFill/>
                    </a:ln>
                    <a:solidFill>
                      <a:srgbClr val="1E4471"/>
                    </a:solidFill>
                    <a:effectLst/>
                    <a:uLnTx/>
                    <a:uFillTx/>
                    <a:ea typeface="ＭＳ Ｐゴシック" charset="0"/>
                    <a:cs typeface="Arial" panose="020B0604020202020204" pitchFamily="34" charset="0"/>
                  </a:rPr>
                  <a:t>R&amp;I Partner</a:t>
                </a:r>
              </a:p>
            </p:txBody>
          </p:sp>
          <p:sp>
            <p:nvSpPr>
              <p:cNvPr id="36" name="TextBox 161">
                <a:extLst>
                  <a:ext uri="{FF2B5EF4-FFF2-40B4-BE49-F238E27FC236}">
                    <a16:creationId xmlns:a16="http://schemas.microsoft.com/office/drawing/2014/main" id="{AE032BEA-BE09-CDFF-96A8-285568BAC613}"/>
                  </a:ext>
                </a:extLst>
              </p:cNvPr>
              <p:cNvSpPr txBox="1"/>
              <p:nvPr/>
            </p:nvSpPr>
            <p:spPr>
              <a:xfrm>
                <a:off x="5432174" y="5599007"/>
                <a:ext cx="1148907" cy="216024"/>
              </a:xfrm>
              <a:prstGeom prst="rect">
                <a:avLst/>
              </a:prstGeom>
              <a:noFill/>
            </p:spPr>
            <p:txBody>
              <a:bodyPr wrap="square" lIns="0" tIns="0" rIns="0" bIns="0" rtlCol="0">
                <a:noAutofit/>
              </a:bodyPr>
              <a:lstStyle/>
              <a:p>
                <a:pPr marL="0" marR="0" lvl="0" indent="0" algn="ctr" defTabSz="914354" eaLnBrk="1" fontAlgn="auto" latinLnBrk="0" hangingPunct="1">
                  <a:lnSpc>
                    <a:spcPct val="100000"/>
                  </a:lnSpc>
                  <a:spcBef>
                    <a:spcPct val="0"/>
                  </a:spcBef>
                  <a:spcAft>
                    <a:spcPct val="0"/>
                  </a:spcAft>
                  <a:buClr>
                    <a:srgbClr val="00BCEB"/>
                  </a:buClr>
                  <a:buSzTx/>
                  <a:buFontTx/>
                  <a:buNone/>
                  <a:tabLst/>
                  <a:defRPr/>
                </a:pPr>
                <a:r>
                  <a:rPr kumimoji="0" lang="en-GB" sz="1000" b="1" i="0" u="none" strike="noStrike" kern="0" cap="none" spc="0" normalizeH="0" baseline="0">
                    <a:ln>
                      <a:noFill/>
                    </a:ln>
                    <a:solidFill>
                      <a:srgbClr val="1E4471"/>
                    </a:solidFill>
                    <a:effectLst/>
                    <a:uLnTx/>
                    <a:uFillTx/>
                    <a:ea typeface="ＭＳ Ｐゴシック" charset="0"/>
                    <a:cs typeface="Arial" panose="020B0604020202020204" pitchFamily="34" charset="0"/>
                  </a:rPr>
                  <a:t>Premier Member</a:t>
                </a:r>
              </a:p>
            </p:txBody>
          </p:sp>
          <p:sp>
            <p:nvSpPr>
              <p:cNvPr id="37" name="TextBox 161">
                <a:extLst>
                  <a:ext uri="{FF2B5EF4-FFF2-40B4-BE49-F238E27FC236}">
                    <a16:creationId xmlns:a16="http://schemas.microsoft.com/office/drawing/2014/main" id="{26DDF53E-281C-AA01-D19E-D7874C604928}"/>
                  </a:ext>
                </a:extLst>
              </p:cNvPr>
              <p:cNvSpPr txBox="1"/>
              <p:nvPr/>
            </p:nvSpPr>
            <p:spPr>
              <a:xfrm>
                <a:off x="6908687" y="5589240"/>
                <a:ext cx="1512168" cy="216024"/>
              </a:xfrm>
              <a:prstGeom prst="rect">
                <a:avLst/>
              </a:prstGeom>
              <a:noFill/>
            </p:spPr>
            <p:txBody>
              <a:bodyPr wrap="square" lIns="0" tIns="0" rIns="0" bIns="0" rtlCol="0">
                <a:noAutofit/>
              </a:bodyPr>
              <a:lstStyle/>
              <a:p>
                <a:pPr marL="0" marR="0" lvl="0" indent="0" algn="ctr" defTabSz="914354" eaLnBrk="1" fontAlgn="auto" latinLnBrk="0" hangingPunct="1">
                  <a:lnSpc>
                    <a:spcPct val="100000"/>
                  </a:lnSpc>
                  <a:spcBef>
                    <a:spcPct val="0"/>
                  </a:spcBef>
                  <a:spcAft>
                    <a:spcPct val="0"/>
                  </a:spcAft>
                  <a:buClr>
                    <a:srgbClr val="00BCEB"/>
                  </a:buClr>
                  <a:buSzTx/>
                  <a:buFontTx/>
                  <a:buNone/>
                  <a:tabLst/>
                  <a:defRPr/>
                </a:pPr>
                <a:r>
                  <a:rPr kumimoji="0" lang="en-GB" sz="1000" b="1" i="0" u="none" strike="noStrike" kern="0" cap="none" spc="0" normalizeH="0" baseline="0">
                    <a:ln>
                      <a:noFill/>
                    </a:ln>
                    <a:solidFill>
                      <a:srgbClr val="1E4471"/>
                    </a:solidFill>
                    <a:effectLst/>
                    <a:uLnTx/>
                    <a:uFillTx/>
                    <a:ea typeface="ＭＳ Ｐゴシック" charset="0"/>
                    <a:cs typeface="Arial" panose="020B0604020202020204" pitchFamily="34" charset="0"/>
                  </a:rPr>
                  <a:t>Founding Member</a:t>
                </a:r>
              </a:p>
            </p:txBody>
          </p:sp>
          <p:sp>
            <p:nvSpPr>
              <p:cNvPr id="38" name="TextBox 161">
                <a:extLst>
                  <a:ext uri="{FF2B5EF4-FFF2-40B4-BE49-F238E27FC236}">
                    <a16:creationId xmlns:a16="http://schemas.microsoft.com/office/drawing/2014/main" id="{ECBDA3EE-EDD9-DFC0-FB4C-6A82DB17D291}"/>
                  </a:ext>
                </a:extLst>
              </p:cNvPr>
              <p:cNvSpPr txBox="1"/>
              <p:nvPr/>
            </p:nvSpPr>
            <p:spPr>
              <a:xfrm>
                <a:off x="8778452" y="5589240"/>
                <a:ext cx="2950097" cy="82280"/>
              </a:xfrm>
              <a:prstGeom prst="rect">
                <a:avLst/>
              </a:prstGeom>
              <a:noFill/>
            </p:spPr>
            <p:txBody>
              <a:bodyPr wrap="square" lIns="0" tIns="0" rIns="0" bIns="0" rtlCol="0">
                <a:noAutofit/>
              </a:bodyPr>
              <a:lstStyle/>
              <a:p>
                <a:pPr marL="0" marR="0" lvl="0" indent="0" algn="ctr" defTabSz="914354" eaLnBrk="1" fontAlgn="auto" latinLnBrk="0" hangingPunct="1">
                  <a:lnSpc>
                    <a:spcPct val="100000"/>
                  </a:lnSpc>
                  <a:spcBef>
                    <a:spcPct val="0"/>
                  </a:spcBef>
                  <a:spcAft>
                    <a:spcPct val="0"/>
                  </a:spcAft>
                  <a:buClr>
                    <a:srgbClr val="00BCEB"/>
                  </a:buClr>
                  <a:buSzTx/>
                  <a:buFontTx/>
                  <a:buNone/>
                  <a:tabLst/>
                  <a:defRPr/>
                </a:pPr>
                <a:r>
                  <a:rPr kumimoji="0" lang="en-GB" sz="1000" b="1" i="0" u="none" strike="noStrike" kern="0" cap="none" spc="0" normalizeH="0" baseline="0">
                    <a:ln>
                      <a:noFill/>
                    </a:ln>
                    <a:solidFill>
                      <a:srgbClr val="1E4471"/>
                    </a:solidFill>
                    <a:effectLst/>
                    <a:uLnTx/>
                    <a:uFillTx/>
                    <a:ea typeface="ＭＳ Ｐゴシック" charset="0"/>
                    <a:cs typeface="Arial" panose="020B0604020202020204" pitchFamily="34" charset="0"/>
                  </a:rPr>
                  <a:t>Associate Member &amp; Deputy Chair GSMA</a:t>
                </a:r>
              </a:p>
            </p:txBody>
          </p:sp>
          <p:cxnSp>
            <p:nvCxnSpPr>
              <p:cNvPr id="39" name="Straight Arrow Connector 38">
                <a:extLst>
                  <a:ext uri="{FF2B5EF4-FFF2-40B4-BE49-F238E27FC236}">
                    <a16:creationId xmlns:a16="http://schemas.microsoft.com/office/drawing/2014/main" id="{18329F21-3675-FE7A-147F-273EA5379353}"/>
                  </a:ext>
                </a:extLst>
              </p:cNvPr>
              <p:cNvCxnSpPr>
                <a:cxnSpLocks/>
              </p:cNvCxnSpPr>
              <p:nvPr/>
            </p:nvCxnSpPr>
            <p:spPr>
              <a:xfrm flipV="1">
                <a:off x="479377" y="5805264"/>
                <a:ext cx="2450827" cy="0"/>
              </a:xfrm>
              <a:prstGeom prst="straightConnector1">
                <a:avLst/>
              </a:prstGeom>
              <a:noFill/>
              <a:ln w="6350" cap="flat" cmpd="sng" algn="ctr">
                <a:solidFill>
                  <a:srgbClr val="0070AD"/>
                </a:solidFill>
                <a:prstDash val="solid"/>
                <a:miter lim="800000"/>
                <a:headEnd type="oval" w="med" len="med"/>
                <a:tailEnd type="oval" w="med" len="med"/>
              </a:ln>
              <a:effectLst/>
            </p:spPr>
          </p:cxnSp>
          <p:cxnSp>
            <p:nvCxnSpPr>
              <p:cNvPr id="40" name="Straight Arrow Connector 39">
                <a:extLst>
                  <a:ext uri="{FF2B5EF4-FFF2-40B4-BE49-F238E27FC236}">
                    <a16:creationId xmlns:a16="http://schemas.microsoft.com/office/drawing/2014/main" id="{19CB0196-28AF-77AD-2B08-F626B4ECDC1C}"/>
                  </a:ext>
                </a:extLst>
              </p:cNvPr>
              <p:cNvCxnSpPr>
                <a:cxnSpLocks/>
              </p:cNvCxnSpPr>
              <p:nvPr/>
            </p:nvCxnSpPr>
            <p:spPr>
              <a:xfrm>
                <a:off x="3307607" y="5805264"/>
                <a:ext cx="1584176" cy="0"/>
              </a:xfrm>
              <a:prstGeom prst="straightConnector1">
                <a:avLst/>
              </a:prstGeom>
              <a:noFill/>
              <a:ln w="6350" cap="flat" cmpd="sng" algn="ctr">
                <a:solidFill>
                  <a:srgbClr val="0070AD"/>
                </a:solidFill>
                <a:prstDash val="solid"/>
                <a:miter lim="800000"/>
                <a:headEnd type="oval" w="med" len="med"/>
                <a:tailEnd type="oval" w="med" len="med"/>
              </a:ln>
              <a:effectLst/>
            </p:spPr>
          </p:cxnSp>
          <p:cxnSp>
            <p:nvCxnSpPr>
              <p:cNvPr id="41" name="Straight Arrow Connector 40">
                <a:extLst>
                  <a:ext uri="{FF2B5EF4-FFF2-40B4-BE49-F238E27FC236}">
                    <a16:creationId xmlns:a16="http://schemas.microsoft.com/office/drawing/2014/main" id="{4EC6C41F-11E0-141D-A362-33508C80F609}"/>
                  </a:ext>
                </a:extLst>
              </p:cNvPr>
              <p:cNvCxnSpPr>
                <a:cxnSpLocks/>
              </p:cNvCxnSpPr>
              <p:nvPr/>
            </p:nvCxnSpPr>
            <p:spPr>
              <a:xfrm>
                <a:off x="5214540" y="5805264"/>
                <a:ext cx="1584176" cy="0"/>
              </a:xfrm>
              <a:prstGeom prst="straightConnector1">
                <a:avLst/>
              </a:prstGeom>
              <a:noFill/>
              <a:ln w="6350" cap="flat" cmpd="sng" algn="ctr">
                <a:solidFill>
                  <a:srgbClr val="0070AD"/>
                </a:solidFill>
                <a:prstDash val="solid"/>
                <a:miter lim="800000"/>
                <a:headEnd type="oval" w="med" len="med"/>
                <a:tailEnd type="oval" w="med" len="med"/>
              </a:ln>
              <a:effectLst/>
            </p:spPr>
          </p:cxnSp>
          <p:cxnSp>
            <p:nvCxnSpPr>
              <p:cNvPr id="42" name="Straight Arrow Connector 41">
                <a:extLst>
                  <a:ext uri="{FF2B5EF4-FFF2-40B4-BE49-F238E27FC236}">
                    <a16:creationId xmlns:a16="http://schemas.microsoft.com/office/drawing/2014/main" id="{C6D99ED3-DBD9-5F53-368A-CE67AF4B1022}"/>
                  </a:ext>
                </a:extLst>
              </p:cNvPr>
              <p:cNvCxnSpPr>
                <a:cxnSpLocks/>
              </p:cNvCxnSpPr>
              <p:nvPr/>
            </p:nvCxnSpPr>
            <p:spPr>
              <a:xfrm>
                <a:off x="7088707" y="5805264"/>
                <a:ext cx="1152128" cy="0"/>
              </a:xfrm>
              <a:prstGeom prst="straightConnector1">
                <a:avLst/>
              </a:prstGeom>
              <a:noFill/>
              <a:ln w="6350" cap="flat" cmpd="sng" algn="ctr">
                <a:solidFill>
                  <a:srgbClr val="0070AD"/>
                </a:solidFill>
                <a:prstDash val="solid"/>
                <a:miter lim="800000"/>
                <a:headEnd type="oval" w="med" len="med"/>
                <a:tailEnd type="oval" w="med" len="med"/>
              </a:ln>
              <a:effectLst/>
            </p:spPr>
          </p:cxnSp>
          <p:cxnSp>
            <p:nvCxnSpPr>
              <p:cNvPr id="43" name="Straight Arrow Connector 42">
                <a:extLst>
                  <a:ext uri="{FF2B5EF4-FFF2-40B4-BE49-F238E27FC236}">
                    <a16:creationId xmlns:a16="http://schemas.microsoft.com/office/drawing/2014/main" id="{CA6810EE-74FE-5D8E-70EC-E1B42365E74D}"/>
                  </a:ext>
                </a:extLst>
              </p:cNvPr>
              <p:cNvCxnSpPr>
                <a:cxnSpLocks/>
              </p:cNvCxnSpPr>
              <p:nvPr/>
            </p:nvCxnSpPr>
            <p:spPr>
              <a:xfrm>
                <a:off x="8760296" y="5805264"/>
                <a:ext cx="2808312" cy="0"/>
              </a:xfrm>
              <a:prstGeom prst="straightConnector1">
                <a:avLst/>
              </a:prstGeom>
              <a:noFill/>
              <a:ln w="6350" cap="flat" cmpd="sng" algn="ctr">
                <a:solidFill>
                  <a:srgbClr val="0070AD"/>
                </a:solidFill>
                <a:prstDash val="solid"/>
                <a:miter lim="800000"/>
                <a:headEnd type="oval" w="med" len="med"/>
                <a:tailEnd type="oval" w="med" len="med"/>
              </a:ln>
              <a:effectLst/>
            </p:spPr>
          </p:cxnSp>
        </p:grpSp>
        <p:sp>
          <p:nvSpPr>
            <p:cNvPr id="44" name="TextBox 43">
              <a:extLst>
                <a:ext uri="{FF2B5EF4-FFF2-40B4-BE49-F238E27FC236}">
                  <a16:creationId xmlns:a16="http://schemas.microsoft.com/office/drawing/2014/main" id="{549A6F38-CCED-C08E-F151-2ED07C840807}"/>
                </a:ext>
              </a:extLst>
            </p:cNvPr>
            <p:cNvSpPr txBox="1"/>
            <p:nvPr/>
          </p:nvSpPr>
          <p:spPr>
            <a:xfrm>
              <a:off x="4243068" y="4268931"/>
              <a:ext cx="3879553" cy="954107"/>
            </a:xfrm>
            <a:prstGeom prst="rect">
              <a:avLst/>
            </a:prstGeom>
            <a:solidFill>
              <a:srgbClr val="272936">
                <a:lumMod val="90000"/>
                <a:lumOff val="10000"/>
              </a:srgbClr>
            </a:solidFill>
          </p:spPr>
          <p:txBody>
            <a:bodyPr wrap="square">
              <a:spAutoFit/>
            </a:bodyPr>
            <a:lstStyle/>
            <a:p>
              <a:pPr marL="0" marR="0" lvl="0" indent="0" defTabSz="609585" eaLnBrk="1" fontAlgn="base" latinLnBrk="0" hangingPunct="1">
                <a:lnSpc>
                  <a:spcPct val="100000"/>
                </a:lnSpc>
                <a:spcBef>
                  <a:spcPct val="0"/>
                </a:spcBef>
                <a:spcAft>
                  <a:spcPct val="0"/>
                </a:spcAft>
                <a:buClrTx/>
                <a:buSzTx/>
                <a:buFontTx/>
                <a:buNone/>
                <a:tabLst/>
                <a:defRPr/>
              </a:pPr>
              <a:r>
                <a:rPr kumimoji="0" lang="en-GB" sz="800" b="0" i="0" u="none" strike="noStrike" kern="0" cap="none" spc="0" normalizeH="0" baseline="0">
                  <a:ln>
                    <a:noFill/>
                  </a:ln>
                  <a:solidFill>
                    <a:srgbClr val="FFFFFF"/>
                  </a:solidFill>
                  <a:effectLst/>
                  <a:uLnTx/>
                  <a:uFillTx/>
                  <a:ea typeface="ＭＳ Ｐゴシック" charset="0"/>
                </a:rPr>
                <a:t>Few Recent press releases:</a:t>
              </a:r>
            </a:p>
            <a:p>
              <a:pPr marL="180000" marR="0" lvl="0" indent="-180000" defTabSz="609585"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GB" sz="800" b="0" i="0" u="none" strike="noStrike" kern="0" cap="none" spc="0" normalizeH="0" baseline="0">
                  <a:ln>
                    <a:noFill/>
                  </a:ln>
                  <a:solidFill>
                    <a:srgbClr val="FFFFFF"/>
                  </a:solidFill>
                  <a:effectLst/>
                  <a:uLnTx/>
                  <a:uFillTx/>
                  <a:ea typeface="ＭＳ Ｐゴシック" charset="0"/>
                  <a:hlinkClick r:id="rId7">
                    <a:extLst>
                      <a:ext uri="{A12FA001-AC4F-418D-AE19-62706E023703}">
                        <ahyp:hlinkClr xmlns:ahyp="http://schemas.microsoft.com/office/drawing/2018/hyperlinkcolor" val="tx"/>
                      </a:ext>
                    </a:extLst>
                  </a:hlinkClick>
                </a:rPr>
                <a:t>Vodafone and partners boost 5G capacity</a:t>
              </a:r>
              <a:r>
                <a:rPr kumimoji="0" lang="en-GB" sz="800" b="0" i="0" u="none" strike="noStrike" kern="0" cap="none" spc="0" normalizeH="0" baseline="0">
                  <a:ln>
                    <a:noFill/>
                  </a:ln>
                  <a:solidFill>
                    <a:srgbClr val="FFFFFF"/>
                  </a:solidFill>
                  <a:effectLst/>
                  <a:uLnTx/>
                  <a:uFillTx/>
                  <a:ea typeface="ＭＳ Ｐゴシック" charset="0"/>
                </a:rPr>
                <a:t> </a:t>
              </a:r>
            </a:p>
            <a:p>
              <a:pPr marL="180000" marR="0" lvl="0" indent="-180000" defTabSz="609585"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GB" sz="800" b="0" i="0" u="none" strike="noStrike" kern="0" cap="none" spc="0" normalizeH="0" baseline="0">
                  <a:ln>
                    <a:noFill/>
                  </a:ln>
                  <a:solidFill>
                    <a:srgbClr val="FFFFFF"/>
                  </a:solidFill>
                  <a:effectLst/>
                  <a:uLnTx/>
                  <a:uFillTx/>
                  <a:ea typeface="ＭＳ Ｐゴシック" charset="0"/>
                  <a:hlinkClick r:id="rId8">
                    <a:extLst>
                      <a:ext uri="{A12FA001-AC4F-418D-AE19-62706E023703}">
                        <ahyp:hlinkClr xmlns:ahyp="http://schemas.microsoft.com/office/drawing/2018/hyperlinkcolor" val="tx"/>
                      </a:ext>
                    </a:extLst>
                  </a:hlinkClick>
                </a:rPr>
                <a:t>The Marconi Project - Capgemini Engineering United Kingdom (capgemini-engineering.com)</a:t>
              </a:r>
              <a:endParaRPr kumimoji="0" lang="en-GB" sz="800" b="0" i="0" u="none" strike="noStrike" kern="0" cap="none" spc="0" normalizeH="0" baseline="0">
                <a:ln>
                  <a:noFill/>
                </a:ln>
                <a:solidFill>
                  <a:srgbClr val="FFFFFF"/>
                </a:solidFill>
                <a:effectLst/>
                <a:uLnTx/>
                <a:uFillTx/>
                <a:ea typeface="ＭＳ Ｐゴシック" charset="0"/>
              </a:endParaRPr>
            </a:p>
            <a:p>
              <a:pPr marL="180000" marR="0" lvl="0" indent="-180000" defTabSz="609585"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GB" sz="800" b="0" i="0" u="none" strike="noStrike" kern="0" cap="none" spc="0" normalizeH="0" baseline="0">
                  <a:ln>
                    <a:noFill/>
                  </a:ln>
                  <a:solidFill>
                    <a:srgbClr val="FFFFFF"/>
                  </a:solidFill>
                  <a:effectLst/>
                  <a:uLnTx/>
                  <a:uFillTx/>
                  <a:ea typeface="ＭＳ Ｐゴシック" charset="0"/>
                  <a:hlinkClick r:id="rId9">
                    <a:extLst>
                      <a:ext uri="{A12FA001-AC4F-418D-AE19-62706E023703}">
                        <ahyp:hlinkClr xmlns:ahyp="http://schemas.microsoft.com/office/drawing/2018/hyperlinkcolor" val="tx"/>
                      </a:ext>
                    </a:extLst>
                  </a:hlinkClick>
                </a:rPr>
                <a:t>Capgemini &amp; Qualcomm Collaboration in O-RAN</a:t>
              </a:r>
              <a:endParaRPr kumimoji="0" lang="en-GB" sz="800" b="0" i="0" u="none" strike="noStrike" kern="0" cap="none" spc="0" normalizeH="0" baseline="0">
                <a:ln>
                  <a:noFill/>
                </a:ln>
                <a:solidFill>
                  <a:srgbClr val="FFFFFF"/>
                </a:solidFill>
                <a:effectLst/>
                <a:uLnTx/>
                <a:uFillTx/>
                <a:ea typeface="ＭＳ Ｐゴシック" charset="0"/>
              </a:endParaRPr>
            </a:p>
            <a:p>
              <a:pPr marL="180000" marR="0" lvl="0" indent="-180000" defTabSz="609585"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GB" sz="800" b="0" i="0" u="none" strike="noStrike" kern="0" cap="none" spc="0" normalizeH="0" baseline="0">
                  <a:ln>
                    <a:noFill/>
                  </a:ln>
                  <a:solidFill>
                    <a:srgbClr val="FFFFFF"/>
                  </a:solidFill>
                  <a:effectLst/>
                  <a:uLnTx/>
                  <a:uFillTx/>
                  <a:ea typeface="ＭＳ Ｐゴシック" charset="0"/>
                  <a:hlinkClick r:id="rId10">
                    <a:extLst>
                      <a:ext uri="{A12FA001-AC4F-418D-AE19-62706E023703}">
                        <ahyp:hlinkClr xmlns:ahyp="http://schemas.microsoft.com/office/drawing/2018/hyperlinkcolor" val="tx"/>
                      </a:ext>
                    </a:extLst>
                  </a:hlinkClick>
                </a:rPr>
                <a:t>Capgemini &amp; </a:t>
              </a:r>
              <a:r>
                <a:rPr kumimoji="0" lang="en-GB" sz="800" b="0" i="0" u="none" strike="noStrike" kern="0" cap="none" spc="0" normalizeH="0" baseline="0" err="1">
                  <a:ln>
                    <a:noFill/>
                  </a:ln>
                  <a:solidFill>
                    <a:srgbClr val="FFFFFF"/>
                  </a:solidFill>
                  <a:effectLst/>
                  <a:uLnTx/>
                  <a:uFillTx/>
                  <a:ea typeface="ＭＳ Ｐゴシック" charset="0"/>
                  <a:hlinkClick r:id="rId10">
                    <a:extLst>
                      <a:ext uri="{A12FA001-AC4F-418D-AE19-62706E023703}">
                        <ahyp:hlinkClr xmlns:ahyp="http://schemas.microsoft.com/office/drawing/2018/hyperlinkcolor" val="tx"/>
                      </a:ext>
                    </a:extLst>
                  </a:hlinkClick>
                </a:rPr>
                <a:t>Blueplanet</a:t>
              </a:r>
              <a:r>
                <a:rPr kumimoji="0" lang="en-GB" sz="800" b="0" i="0" u="none" strike="noStrike" kern="0" cap="none" spc="0" normalizeH="0" baseline="0">
                  <a:ln>
                    <a:noFill/>
                  </a:ln>
                  <a:solidFill>
                    <a:srgbClr val="FFFFFF"/>
                  </a:solidFill>
                  <a:effectLst/>
                  <a:uLnTx/>
                  <a:uFillTx/>
                  <a:ea typeface="ＭＳ Ｐゴシック" charset="0"/>
                  <a:hlinkClick r:id="rId10">
                    <a:extLst>
                      <a:ext uri="{A12FA001-AC4F-418D-AE19-62706E023703}">
                        <ahyp:hlinkClr xmlns:ahyp="http://schemas.microsoft.com/office/drawing/2018/hyperlinkcolor" val="tx"/>
                      </a:ext>
                    </a:extLst>
                  </a:hlinkClick>
                </a:rPr>
                <a:t> Collaboration in O-RAN</a:t>
              </a:r>
              <a:endParaRPr kumimoji="0" lang="en-GB" sz="800" b="0" i="0" u="none" strike="noStrike" kern="0" cap="none" spc="0" normalizeH="0" baseline="0">
                <a:ln>
                  <a:noFill/>
                </a:ln>
                <a:solidFill>
                  <a:srgbClr val="FFFFFF"/>
                </a:solidFill>
                <a:effectLst/>
                <a:uLnTx/>
                <a:uFillTx/>
                <a:ea typeface="ＭＳ Ｐゴシック" charset="0"/>
              </a:endParaRPr>
            </a:p>
            <a:p>
              <a:pPr marL="180000" marR="0" lvl="0" indent="-180000" defTabSz="609585" eaLnBrk="1" fontAlgn="base" latinLnBrk="0" hangingPunct="1">
                <a:lnSpc>
                  <a:spcPct val="100000"/>
                </a:lnSpc>
                <a:spcBef>
                  <a:spcPct val="0"/>
                </a:spcBef>
                <a:spcAft>
                  <a:spcPct val="0"/>
                </a:spcAft>
                <a:buClrTx/>
                <a:buSzTx/>
                <a:buFont typeface="Wingdings" panose="05000000000000000000" pitchFamily="2" charset="2"/>
                <a:buChar char="§"/>
                <a:tabLst/>
                <a:defRPr/>
              </a:pPr>
              <a:r>
                <a:rPr kumimoji="0" lang="en-GB" sz="800" b="0" i="0" u="none" strike="noStrike" kern="0" cap="none" spc="0" normalizeH="0" baseline="0">
                  <a:ln>
                    <a:noFill/>
                  </a:ln>
                  <a:solidFill>
                    <a:srgbClr val="FFFFFF"/>
                  </a:solidFill>
                  <a:effectLst/>
                  <a:uLnTx/>
                  <a:uFillTx/>
                  <a:ea typeface="ＭＳ Ｐゴシック" charset="0"/>
                  <a:hlinkClick r:id="rId11">
                    <a:extLst>
                      <a:ext uri="{A12FA001-AC4F-418D-AE19-62706E023703}">
                        <ahyp:hlinkClr xmlns:ahyp="http://schemas.microsoft.com/office/drawing/2018/hyperlinkcolor" val="tx"/>
                      </a:ext>
                    </a:extLst>
                  </a:hlinkClick>
                </a:rPr>
                <a:t>Capgemini &amp; Intel Collaboration in </a:t>
              </a:r>
              <a:r>
                <a:rPr kumimoji="0" lang="en-GB" sz="800" b="0" i="0" u="none" strike="noStrike" kern="0" cap="none" spc="0" normalizeH="0" baseline="0" err="1">
                  <a:ln>
                    <a:noFill/>
                  </a:ln>
                  <a:solidFill>
                    <a:srgbClr val="FFFFFF"/>
                  </a:solidFill>
                  <a:effectLst/>
                  <a:uLnTx/>
                  <a:uFillTx/>
                  <a:ea typeface="ＭＳ Ｐゴシック" charset="0"/>
                  <a:hlinkClick r:id="rId11">
                    <a:extLst>
                      <a:ext uri="{A12FA001-AC4F-418D-AE19-62706E023703}">
                        <ahyp:hlinkClr xmlns:ahyp="http://schemas.microsoft.com/office/drawing/2018/hyperlinkcolor" val="tx"/>
                      </a:ext>
                    </a:extLst>
                  </a:hlinkClick>
                </a:rPr>
                <a:t>FlexRAN</a:t>
              </a:r>
              <a:r>
                <a:rPr kumimoji="0" lang="en-GB" sz="800" b="0" i="0" u="none" strike="noStrike" kern="0" cap="none" spc="0" normalizeH="0" baseline="0">
                  <a:ln>
                    <a:noFill/>
                  </a:ln>
                  <a:solidFill>
                    <a:srgbClr val="FFFFFF"/>
                  </a:solidFill>
                  <a:effectLst/>
                  <a:uLnTx/>
                  <a:uFillTx/>
                  <a:ea typeface="ＭＳ Ｐゴシック" charset="0"/>
                  <a:hlinkClick r:id="rId11">
                    <a:extLst>
                      <a:ext uri="{A12FA001-AC4F-418D-AE19-62706E023703}">
                        <ahyp:hlinkClr xmlns:ahyp="http://schemas.microsoft.com/office/drawing/2018/hyperlinkcolor" val="tx"/>
                      </a:ext>
                    </a:extLst>
                  </a:hlinkClick>
                </a:rPr>
                <a:t> for O-RAN Engineering</a:t>
              </a:r>
              <a:endParaRPr kumimoji="0" lang="en-GB" sz="800" b="0" i="0" u="none" strike="noStrike" kern="0" cap="none" spc="0" normalizeH="0" baseline="0">
                <a:ln>
                  <a:noFill/>
                </a:ln>
                <a:solidFill>
                  <a:srgbClr val="FFFFFF"/>
                </a:solidFill>
                <a:effectLst/>
                <a:uLnTx/>
                <a:uFillTx/>
                <a:ea typeface="ＭＳ Ｐゴシック" charset="0"/>
              </a:endParaRPr>
            </a:p>
          </p:txBody>
        </p:sp>
      </p:grpSp>
    </p:spTree>
    <p:extLst>
      <p:ext uri="{BB962C8B-B14F-4D97-AF65-F5344CB8AC3E}">
        <p14:creationId xmlns:p14="http://schemas.microsoft.com/office/powerpoint/2010/main" val="1551744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7" name="Group 6">
            <a:extLst>
              <a:ext uri="{FF2B5EF4-FFF2-40B4-BE49-F238E27FC236}">
                <a16:creationId xmlns:a16="http://schemas.microsoft.com/office/drawing/2014/main" id="{9C72B069-D70C-E451-6500-FD28BA9A457F}"/>
              </a:ext>
            </a:extLst>
          </p:cNvPr>
          <p:cNvGrpSpPr/>
          <p:nvPr/>
        </p:nvGrpSpPr>
        <p:grpSpPr>
          <a:xfrm>
            <a:off x="7227070" y="6517658"/>
            <a:ext cx="4746321" cy="219669"/>
            <a:chOff x="7227070" y="6517658"/>
            <a:chExt cx="4746321" cy="219669"/>
          </a:xfrm>
        </p:grpSpPr>
        <p:sp>
          <p:nvSpPr>
            <p:cNvPr id="8" name="Rectangle 27">
              <a:extLst>
                <a:ext uri="{FF2B5EF4-FFF2-40B4-BE49-F238E27FC236}">
                  <a16:creationId xmlns:a16="http://schemas.microsoft.com/office/drawing/2014/main" id="{EEC26144-D955-9FF3-C91A-6CB64F544BB5}"/>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a:t>
              </a:r>
            </a:p>
          </p:txBody>
        </p:sp>
        <p:sp>
          <p:nvSpPr>
            <p:cNvPr id="9" name="Rectangle 43">
              <a:extLst>
                <a:ext uri="{FF2B5EF4-FFF2-40B4-BE49-F238E27FC236}">
                  <a16:creationId xmlns:a16="http://schemas.microsoft.com/office/drawing/2014/main" id="{D4726F17-4FFE-6984-33CB-88196468F417}"/>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GB" sz="800" smtClean="0">
                  <a:solidFill>
                    <a:srgbClr val="A6A6A6"/>
                  </a:solidFill>
                  <a:latin typeface="Ubuntu" panose="020B0504030602030204" pitchFamily="34" charset="0"/>
                  <a:cs typeface="Arial" panose="020B0604020202020204" pitchFamily="34" charset="0"/>
                </a:rPr>
                <a:pPr algn="r"/>
                <a:t>15</a:t>
              </a:fld>
              <a:endParaRPr lang="en-GB"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D80FAB71-7FD5-84CF-E38D-82EA4488E54C}"/>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701" marR="3081">
              <a:lnSpc>
                <a:spcPct val="120000"/>
              </a:lnSpc>
              <a:spcBef>
                <a:spcPts val="0"/>
              </a:spcBef>
            </a:pPr>
            <a:r>
              <a:rPr lang="en-GB" sz="4800" spc="-6">
                <a:solidFill>
                  <a:schemeClr val="accent1"/>
                </a:solidFill>
                <a:latin typeface="Ubuntu" panose="020B0504030602030204" pitchFamily="34" charset="0"/>
              </a:rPr>
              <a:t>4.</a:t>
            </a:r>
          </a:p>
          <a:p>
            <a:pPr marL="7701" marR="3081">
              <a:lnSpc>
                <a:spcPct val="120000"/>
              </a:lnSpc>
              <a:spcBef>
                <a:spcPts val="0"/>
              </a:spcBef>
            </a:pPr>
            <a:r>
              <a:rPr lang="en-GB" sz="2800" b="1" spc="-6">
                <a:latin typeface="Ubuntu" panose="020B0504030602030204" pitchFamily="34" charset="0"/>
              </a:rPr>
              <a:t>Large Transformation Experience</a:t>
            </a:r>
          </a:p>
          <a:p>
            <a:pPr marL="7701" marR="3081">
              <a:lnSpc>
                <a:spcPct val="120000"/>
              </a:lnSpc>
              <a:spcBef>
                <a:spcPts val="0"/>
              </a:spcBef>
            </a:pPr>
            <a:r>
              <a:rPr lang="en-GB" sz="2400" b="1" spc="-6">
                <a:solidFill>
                  <a:schemeClr val="accent5"/>
                </a:solidFill>
                <a:latin typeface="Ubuntu" panose="020B0504030602030204" pitchFamily="34" charset="0"/>
              </a:rPr>
              <a:t>Cost Transformation</a:t>
            </a:r>
          </a:p>
        </p:txBody>
      </p:sp>
      <p:sp>
        <p:nvSpPr>
          <p:cNvPr id="5" name="TextBox 4">
            <a:extLst>
              <a:ext uri="{FF2B5EF4-FFF2-40B4-BE49-F238E27FC236}">
                <a16:creationId xmlns:a16="http://schemas.microsoft.com/office/drawing/2014/main" id="{2898E977-2EC6-E2F3-65D2-1AEE15F39577}"/>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2.2</a:t>
            </a:r>
          </a:p>
          <a:p>
            <a:pPr marL="0" lvl="1" algn="ctr">
              <a:lnSpc>
                <a:spcPct val="115000"/>
              </a:lnSpc>
              <a:buClr>
                <a:srgbClr val="4472C4"/>
              </a:buClr>
            </a:pPr>
            <a:r>
              <a:rPr lang="en-GB" sz="1100" b="1">
                <a:solidFill>
                  <a:schemeClr val="bg1"/>
                </a:solidFill>
                <a:effectLst/>
                <a:ea typeface="Times New Roman" panose="02020603050405020304" pitchFamily="18" charset="0"/>
              </a:rPr>
              <a:t>Experience with Telco’s supporting the delivery of large transformation projects that cover all aspects of the Radio Access Network.</a:t>
            </a:r>
            <a:endParaRPr lang="en-GB" sz="1100" b="1">
              <a:solidFill>
                <a:schemeClr val="bg1"/>
              </a:solidFill>
              <a:effectLst/>
            </a:endParaRPr>
          </a:p>
        </p:txBody>
      </p:sp>
    </p:spTree>
    <p:extLst>
      <p:ext uri="{BB962C8B-B14F-4D97-AF65-F5344CB8AC3E}">
        <p14:creationId xmlns:p14="http://schemas.microsoft.com/office/powerpoint/2010/main" val="545326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BE9A1-17D6-1D42-CF07-ABD39641147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2EF79D2-04AD-7703-8778-683B40373276}"/>
              </a:ext>
            </a:extLst>
          </p:cNvPr>
          <p:cNvSpPr>
            <a:spLocks noGrp="1"/>
          </p:cNvSpPr>
          <p:nvPr>
            <p:ph type="title"/>
          </p:nvPr>
        </p:nvSpPr>
        <p:spPr>
          <a:xfrm>
            <a:off x="404813" y="388188"/>
            <a:ext cx="10947772" cy="716711"/>
          </a:xfrm>
        </p:spPr>
        <p:txBody>
          <a:bodyPr vert="horz" lIns="0" tIns="0" rIns="0" bIns="0" rtlCol="0" anchor="b">
            <a:noAutofit/>
          </a:bodyPr>
          <a:lstStyle/>
          <a:p>
            <a:r>
              <a:rPr lang="en-GB" sz="2700"/>
              <a:t>Capgemini COST Transformation Approach</a:t>
            </a:r>
            <a:br>
              <a:rPr lang="en-GB" sz="2700"/>
            </a:br>
            <a:endParaRPr lang="en-GB" sz="2700"/>
          </a:p>
        </p:txBody>
      </p:sp>
      <p:sp>
        <p:nvSpPr>
          <p:cNvPr id="11" name="Rectangle 10">
            <a:extLst>
              <a:ext uri="{FF2B5EF4-FFF2-40B4-BE49-F238E27FC236}">
                <a16:creationId xmlns:a16="http://schemas.microsoft.com/office/drawing/2014/main" id="{343B0FE9-3D9B-7699-59B7-7CE8FA39CCC2}"/>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19" name="Text Placeholder 5">
            <a:extLst>
              <a:ext uri="{FF2B5EF4-FFF2-40B4-BE49-F238E27FC236}">
                <a16:creationId xmlns:a16="http://schemas.microsoft.com/office/drawing/2014/main" id="{643112B2-CCE5-430C-7770-3BD202851590}"/>
              </a:ext>
            </a:extLst>
          </p:cNvPr>
          <p:cNvSpPr txBox="1">
            <a:spLocks/>
          </p:cNvSpPr>
          <p:nvPr/>
        </p:nvSpPr>
        <p:spPr>
          <a:xfrm>
            <a:off x="404812" y="819659"/>
            <a:ext cx="11160000" cy="545061"/>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a:solidFill>
                  <a:schemeClr val="bg1"/>
                </a:solidFill>
              </a:rPr>
              <a:t>Our pragmatic approach enables a thorough validation, discovery, quantification and planning of a solid cost transformation plan for Client’s Mobile Access Engineering</a:t>
            </a:r>
          </a:p>
        </p:txBody>
      </p:sp>
      <p:grpSp>
        <p:nvGrpSpPr>
          <p:cNvPr id="303" name="Group 302">
            <a:extLst>
              <a:ext uri="{FF2B5EF4-FFF2-40B4-BE49-F238E27FC236}">
                <a16:creationId xmlns:a16="http://schemas.microsoft.com/office/drawing/2014/main" id="{0D2E63ED-A89B-21BB-95D2-6B45E8B6A9A6}"/>
              </a:ext>
            </a:extLst>
          </p:cNvPr>
          <p:cNvGrpSpPr/>
          <p:nvPr/>
        </p:nvGrpSpPr>
        <p:grpSpPr>
          <a:xfrm>
            <a:off x="452068" y="1450702"/>
            <a:ext cx="11376000" cy="4931873"/>
            <a:chOff x="429658" y="1627013"/>
            <a:chExt cx="11376000" cy="4931873"/>
          </a:xfrm>
        </p:grpSpPr>
        <p:cxnSp>
          <p:nvCxnSpPr>
            <p:cNvPr id="220" name="Connector: Elbow 219">
              <a:extLst>
                <a:ext uri="{FF2B5EF4-FFF2-40B4-BE49-F238E27FC236}">
                  <a16:creationId xmlns:a16="http://schemas.microsoft.com/office/drawing/2014/main" id="{3E1CD145-4918-BA38-86D3-174F70E71ED2}"/>
                </a:ext>
              </a:extLst>
            </p:cNvPr>
            <p:cNvCxnSpPr>
              <a:cxnSpLocks/>
              <a:stCxn id="233" idx="0"/>
            </p:cNvCxnSpPr>
            <p:nvPr/>
          </p:nvCxnSpPr>
          <p:spPr>
            <a:xfrm rot="5400000" flipH="1" flipV="1">
              <a:off x="6217105" y="2915301"/>
              <a:ext cx="387466" cy="1998110"/>
            </a:xfrm>
            <a:prstGeom prst="bentConnector3">
              <a:avLst>
                <a:gd name="adj1" fmla="val 50000"/>
              </a:avLst>
            </a:prstGeom>
            <a:noFill/>
            <a:ln w="19050" cap="flat" cmpd="sng" algn="ctr">
              <a:solidFill>
                <a:srgbClr val="12ABDB"/>
              </a:solidFill>
              <a:prstDash val="solid"/>
              <a:miter lim="800000"/>
            </a:ln>
            <a:effectLst/>
          </p:spPr>
        </p:cxnSp>
        <p:sp>
          <p:nvSpPr>
            <p:cNvPr id="221" name="Rectangle 220">
              <a:extLst>
                <a:ext uri="{FF2B5EF4-FFF2-40B4-BE49-F238E27FC236}">
                  <a16:creationId xmlns:a16="http://schemas.microsoft.com/office/drawing/2014/main" id="{92EADDE3-B78B-4428-49D9-1513A938E390}"/>
                </a:ext>
              </a:extLst>
            </p:cNvPr>
            <p:cNvSpPr>
              <a:spLocks noChangeArrowheads="1"/>
            </p:cNvSpPr>
            <p:nvPr/>
          </p:nvSpPr>
          <p:spPr bwMode="auto">
            <a:xfrm>
              <a:off x="6144551" y="5478886"/>
              <a:ext cx="2699743" cy="1080000"/>
            </a:xfrm>
            <a:prstGeom prst="rect">
              <a:avLst/>
            </a:prstGeom>
            <a:noFill/>
            <a:ln w="9525">
              <a:solidFill>
                <a:srgbClr val="12ABDB"/>
              </a:solidFill>
            </a:ln>
            <a:effectLst/>
          </p:spPr>
          <p:txBody>
            <a:bodyPr vert="horz" lIns="108000" tIns="144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rPr>
                <a:t>Set up cost excellence </a:t>
              </a:r>
              <a:r>
                <a:rPr kumimoji="0" lang="en-GB" sz="1100" b="1" i="0" u="none" strike="noStrike" kern="0" cap="none" spc="0" normalizeH="0" baseline="0" noProof="0">
                  <a:ln>
                    <a:noFill/>
                  </a:ln>
                  <a:solidFill>
                    <a:srgbClr val="FFFFFF"/>
                  </a:solidFill>
                  <a:effectLst/>
                  <a:uLnTx/>
                  <a:uFillTx/>
                </a:rPr>
                <a:t>transformation roadmap</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Prioritize quick wins, medium and long-term initiatives</a:t>
              </a:r>
            </a:p>
          </p:txBody>
        </p:sp>
        <p:sp>
          <p:nvSpPr>
            <p:cNvPr id="222" name="Ellipse 194">
              <a:extLst>
                <a:ext uri="{FF2B5EF4-FFF2-40B4-BE49-F238E27FC236}">
                  <a16:creationId xmlns:a16="http://schemas.microsoft.com/office/drawing/2014/main" id="{373AF3CA-04F3-0B43-8631-98F1B8412F22}"/>
                </a:ext>
              </a:extLst>
            </p:cNvPr>
            <p:cNvSpPr>
              <a:spLocks noChangeAspect="1"/>
            </p:cNvSpPr>
            <p:nvPr/>
          </p:nvSpPr>
          <p:spPr>
            <a:xfrm rot="16200000" flipH="1">
              <a:off x="7284705" y="5125067"/>
              <a:ext cx="419435" cy="454267"/>
            </a:xfrm>
            <a:prstGeom prst="ellipse">
              <a:avLst/>
            </a:prstGeom>
            <a:solidFill>
              <a:srgbClr val="12ABDB"/>
            </a:solidFill>
            <a:ln w="635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nvGrpSpPr>
            <p:cNvPr id="223" name="Group 222">
              <a:extLst>
                <a:ext uri="{FF2B5EF4-FFF2-40B4-BE49-F238E27FC236}">
                  <a16:creationId xmlns:a16="http://schemas.microsoft.com/office/drawing/2014/main" id="{2F8C2A29-BD16-2E75-1252-40C4517A865F}"/>
                </a:ext>
              </a:extLst>
            </p:cNvPr>
            <p:cNvGrpSpPr/>
            <p:nvPr/>
          </p:nvGrpSpPr>
          <p:grpSpPr>
            <a:xfrm>
              <a:off x="7318762" y="5176541"/>
              <a:ext cx="369791" cy="369791"/>
              <a:chOff x="7316079" y="5176540"/>
              <a:chExt cx="369791" cy="369791"/>
            </a:xfrm>
          </p:grpSpPr>
          <p:sp>
            <p:nvSpPr>
              <p:cNvPr id="224" name="Freeform: Shape 223">
                <a:extLst>
                  <a:ext uri="{FF2B5EF4-FFF2-40B4-BE49-F238E27FC236}">
                    <a16:creationId xmlns:a16="http://schemas.microsoft.com/office/drawing/2014/main" id="{9C53F039-8C8C-AC15-1546-EE47E73328AE}"/>
                  </a:ext>
                </a:extLst>
              </p:cNvPr>
              <p:cNvSpPr/>
              <p:nvPr/>
            </p:nvSpPr>
            <p:spPr>
              <a:xfrm>
                <a:off x="7464897" y="5316122"/>
                <a:ext cx="72154" cy="72154"/>
              </a:xfrm>
              <a:custGeom>
                <a:avLst/>
                <a:gdLst>
                  <a:gd name="connsiteX0" fmla="*/ 76200 w 152400"/>
                  <a:gd name="connsiteY0" fmla="*/ 152400 h 152400"/>
                  <a:gd name="connsiteX1" fmla="*/ 0 w 152400"/>
                  <a:gd name="connsiteY1" fmla="*/ 76200 h 152400"/>
                  <a:gd name="connsiteX2" fmla="*/ 76200 w 152400"/>
                  <a:gd name="connsiteY2" fmla="*/ 0 h 152400"/>
                  <a:gd name="connsiteX3" fmla="*/ 152400 w 152400"/>
                  <a:gd name="connsiteY3" fmla="*/ 76200 h 152400"/>
                  <a:gd name="connsiteX4" fmla="*/ 76200 w 152400"/>
                  <a:gd name="connsiteY4" fmla="*/ 152400 h 152400"/>
                  <a:gd name="connsiteX5" fmla="*/ 76200 w 152400"/>
                  <a:gd name="connsiteY5" fmla="*/ 38100 h 152400"/>
                  <a:gd name="connsiteX6" fmla="*/ 38100 w 152400"/>
                  <a:gd name="connsiteY6" fmla="*/ 76200 h 152400"/>
                  <a:gd name="connsiteX7" fmla="*/ 76200 w 152400"/>
                  <a:gd name="connsiteY7" fmla="*/ 114300 h 152400"/>
                  <a:gd name="connsiteX8" fmla="*/ 114300 w 152400"/>
                  <a:gd name="connsiteY8" fmla="*/ 76200 h 152400"/>
                  <a:gd name="connsiteX9" fmla="*/ 76200 w 152400"/>
                  <a:gd name="connsiteY9" fmla="*/ 381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2400" h="152400">
                    <a:moveTo>
                      <a:pt x="76200" y="152400"/>
                    </a:moveTo>
                    <a:cubicBezTo>
                      <a:pt x="34116" y="152400"/>
                      <a:pt x="0" y="118284"/>
                      <a:pt x="0" y="76200"/>
                    </a:cubicBezTo>
                    <a:cubicBezTo>
                      <a:pt x="0" y="34116"/>
                      <a:pt x="34116" y="0"/>
                      <a:pt x="76200" y="0"/>
                    </a:cubicBezTo>
                    <a:cubicBezTo>
                      <a:pt x="118284" y="0"/>
                      <a:pt x="152400" y="34116"/>
                      <a:pt x="152400" y="76200"/>
                    </a:cubicBezTo>
                    <a:cubicBezTo>
                      <a:pt x="152400" y="118284"/>
                      <a:pt x="118284" y="152400"/>
                      <a:pt x="76200" y="152400"/>
                    </a:cubicBezTo>
                    <a:close/>
                    <a:moveTo>
                      <a:pt x="76200" y="38100"/>
                    </a:moveTo>
                    <a:cubicBezTo>
                      <a:pt x="55158" y="38100"/>
                      <a:pt x="38100" y="55158"/>
                      <a:pt x="38100" y="76200"/>
                    </a:cubicBezTo>
                    <a:cubicBezTo>
                      <a:pt x="38100" y="97242"/>
                      <a:pt x="55158" y="114300"/>
                      <a:pt x="76200" y="114300"/>
                    </a:cubicBezTo>
                    <a:cubicBezTo>
                      <a:pt x="97242" y="114300"/>
                      <a:pt x="114300" y="97242"/>
                      <a:pt x="114300" y="76200"/>
                    </a:cubicBezTo>
                    <a:cubicBezTo>
                      <a:pt x="114300" y="55158"/>
                      <a:pt x="97242" y="38100"/>
                      <a:pt x="76200" y="38100"/>
                    </a:cubicBezTo>
                    <a:close/>
                  </a:path>
                </a:pathLst>
              </a:custGeom>
              <a:solidFill>
                <a:srgbClr val="FFFFFF"/>
              </a:solidFill>
              <a:ln w="952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25" name="Freeform: Shape 224">
                <a:extLst>
                  <a:ext uri="{FF2B5EF4-FFF2-40B4-BE49-F238E27FC236}">
                    <a16:creationId xmlns:a16="http://schemas.microsoft.com/office/drawing/2014/main" id="{37D363C2-FB91-78CD-0AA3-D2C00439DFF6}"/>
                  </a:ext>
                </a:extLst>
              </p:cNvPr>
              <p:cNvSpPr/>
              <p:nvPr/>
            </p:nvSpPr>
            <p:spPr>
              <a:xfrm>
                <a:off x="7316079" y="5176540"/>
                <a:ext cx="369791" cy="369791"/>
              </a:xfrm>
              <a:custGeom>
                <a:avLst/>
                <a:gdLst>
                  <a:gd name="connsiteX0" fmla="*/ 723900 w 781050"/>
                  <a:gd name="connsiteY0" fmla="*/ 371475 h 781050"/>
                  <a:gd name="connsiteX1" fmla="*/ 409575 w 781050"/>
                  <a:gd name="connsiteY1" fmla="*/ 57150 h 781050"/>
                  <a:gd name="connsiteX2" fmla="*/ 409575 w 781050"/>
                  <a:gd name="connsiteY2" fmla="*/ 0 h 781050"/>
                  <a:gd name="connsiteX3" fmla="*/ 371475 w 781050"/>
                  <a:gd name="connsiteY3" fmla="*/ 0 h 781050"/>
                  <a:gd name="connsiteX4" fmla="*/ 371475 w 781050"/>
                  <a:gd name="connsiteY4" fmla="*/ 57150 h 781050"/>
                  <a:gd name="connsiteX5" fmla="*/ 57150 w 781050"/>
                  <a:gd name="connsiteY5" fmla="*/ 371475 h 781050"/>
                  <a:gd name="connsiteX6" fmla="*/ 0 w 781050"/>
                  <a:gd name="connsiteY6" fmla="*/ 371475 h 781050"/>
                  <a:gd name="connsiteX7" fmla="*/ 0 w 781050"/>
                  <a:gd name="connsiteY7" fmla="*/ 409575 h 781050"/>
                  <a:gd name="connsiteX8" fmla="*/ 57150 w 781050"/>
                  <a:gd name="connsiteY8" fmla="*/ 409575 h 781050"/>
                  <a:gd name="connsiteX9" fmla="*/ 371475 w 781050"/>
                  <a:gd name="connsiteY9" fmla="*/ 723900 h 781050"/>
                  <a:gd name="connsiteX10" fmla="*/ 371475 w 781050"/>
                  <a:gd name="connsiteY10" fmla="*/ 781050 h 781050"/>
                  <a:gd name="connsiteX11" fmla="*/ 409575 w 781050"/>
                  <a:gd name="connsiteY11" fmla="*/ 781050 h 781050"/>
                  <a:gd name="connsiteX12" fmla="*/ 409575 w 781050"/>
                  <a:gd name="connsiteY12" fmla="*/ 723900 h 781050"/>
                  <a:gd name="connsiteX13" fmla="*/ 723900 w 781050"/>
                  <a:gd name="connsiteY13" fmla="*/ 409575 h 781050"/>
                  <a:gd name="connsiteX14" fmla="*/ 781050 w 781050"/>
                  <a:gd name="connsiteY14" fmla="*/ 409575 h 781050"/>
                  <a:gd name="connsiteX15" fmla="*/ 781050 w 781050"/>
                  <a:gd name="connsiteY15" fmla="*/ 371475 h 781050"/>
                  <a:gd name="connsiteX16" fmla="*/ 582549 w 781050"/>
                  <a:gd name="connsiteY16" fmla="*/ 409575 h 781050"/>
                  <a:gd name="connsiteX17" fmla="*/ 409575 w 781050"/>
                  <a:gd name="connsiteY17" fmla="*/ 582549 h 781050"/>
                  <a:gd name="connsiteX18" fmla="*/ 409575 w 781050"/>
                  <a:gd name="connsiteY18" fmla="*/ 504825 h 781050"/>
                  <a:gd name="connsiteX19" fmla="*/ 371475 w 781050"/>
                  <a:gd name="connsiteY19" fmla="*/ 504825 h 781050"/>
                  <a:gd name="connsiteX20" fmla="*/ 371475 w 781050"/>
                  <a:gd name="connsiteY20" fmla="*/ 582549 h 781050"/>
                  <a:gd name="connsiteX21" fmla="*/ 198501 w 781050"/>
                  <a:gd name="connsiteY21" fmla="*/ 409575 h 781050"/>
                  <a:gd name="connsiteX22" fmla="*/ 276225 w 781050"/>
                  <a:gd name="connsiteY22" fmla="*/ 409575 h 781050"/>
                  <a:gd name="connsiteX23" fmla="*/ 276225 w 781050"/>
                  <a:gd name="connsiteY23" fmla="*/ 371475 h 781050"/>
                  <a:gd name="connsiteX24" fmla="*/ 198501 w 781050"/>
                  <a:gd name="connsiteY24" fmla="*/ 371475 h 781050"/>
                  <a:gd name="connsiteX25" fmla="*/ 371475 w 781050"/>
                  <a:gd name="connsiteY25" fmla="*/ 198501 h 781050"/>
                  <a:gd name="connsiteX26" fmla="*/ 371475 w 781050"/>
                  <a:gd name="connsiteY26" fmla="*/ 276225 h 781050"/>
                  <a:gd name="connsiteX27" fmla="*/ 409575 w 781050"/>
                  <a:gd name="connsiteY27" fmla="*/ 276225 h 781050"/>
                  <a:gd name="connsiteX28" fmla="*/ 409575 w 781050"/>
                  <a:gd name="connsiteY28" fmla="*/ 198501 h 781050"/>
                  <a:gd name="connsiteX29" fmla="*/ 582549 w 781050"/>
                  <a:gd name="connsiteY29" fmla="*/ 371475 h 781050"/>
                  <a:gd name="connsiteX30" fmla="*/ 504825 w 781050"/>
                  <a:gd name="connsiteY30" fmla="*/ 371475 h 781050"/>
                  <a:gd name="connsiteX31" fmla="*/ 504825 w 781050"/>
                  <a:gd name="connsiteY31" fmla="*/ 409575 h 781050"/>
                  <a:gd name="connsiteX32" fmla="*/ 371475 w 781050"/>
                  <a:gd name="connsiteY32" fmla="*/ 114300 h 781050"/>
                  <a:gd name="connsiteX33" fmla="*/ 371475 w 781050"/>
                  <a:gd name="connsiteY33" fmla="*/ 160306 h 781050"/>
                  <a:gd name="connsiteX34" fmla="*/ 160211 w 781050"/>
                  <a:gd name="connsiteY34" fmla="*/ 371475 h 781050"/>
                  <a:gd name="connsiteX35" fmla="*/ 114300 w 781050"/>
                  <a:gd name="connsiteY35" fmla="*/ 371475 h 781050"/>
                  <a:gd name="connsiteX36" fmla="*/ 371475 w 781050"/>
                  <a:gd name="connsiteY36" fmla="*/ 114300 h 781050"/>
                  <a:gd name="connsiteX37" fmla="*/ 114300 w 781050"/>
                  <a:gd name="connsiteY37" fmla="*/ 409575 h 781050"/>
                  <a:gd name="connsiteX38" fmla="*/ 160306 w 781050"/>
                  <a:gd name="connsiteY38" fmla="*/ 409575 h 781050"/>
                  <a:gd name="connsiteX39" fmla="*/ 371475 w 781050"/>
                  <a:gd name="connsiteY39" fmla="*/ 620840 h 781050"/>
                  <a:gd name="connsiteX40" fmla="*/ 371475 w 781050"/>
                  <a:gd name="connsiteY40" fmla="*/ 666750 h 781050"/>
                  <a:gd name="connsiteX41" fmla="*/ 114300 w 781050"/>
                  <a:gd name="connsiteY41" fmla="*/ 409575 h 781050"/>
                  <a:gd name="connsiteX42" fmla="*/ 409575 w 781050"/>
                  <a:gd name="connsiteY42" fmla="*/ 666750 h 781050"/>
                  <a:gd name="connsiteX43" fmla="*/ 409575 w 781050"/>
                  <a:gd name="connsiteY43" fmla="*/ 620840 h 781050"/>
                  <a:gd name="connsiteX44" fmla="*/ 620840 w 781050"/>
                  <a:gd name="connsiteY44" fmla="*/ 409575 h 781050"/>
                  <a:gd name="connsiteX45" fmla="*/ 666750 w 781050"/>
                  <a:gd name="connsiteY45" fmla="*/ 409575 h 781050"/>
                  <a:gd name="connsiteX46" fmla="*/ 409575 w 781050"/>
                  <a:gd name="connsiteY46" fmla="*/ 666750 h 781050"/>
                  <a:gd name="connsiteX47" fmla="*/ 620840 w 781050"/>
                  <a:gd name="connsiteY47" fmla="*/ 371475 h 781050"/>
                  <a:gd name="connsiteX48" fmla="*/ 409575 w 781050"/>
                  <a:gd name="connsiteY48" fmla="*/ 160211 h 781050"/>
                  <a:gd name="connsiteX49" fmla="*/ 409575 w 781050"/>
                  <a:gd name="connsiteY49" fmla="*/ 114300 h 781050"/>
                  <a:gd name="connsiteX50" fmla="*/ 666750 w 781050"/>
                  <a:gd name="connsiteY50" fmla="*/ 371475 h 78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81050" h="781050">
                    <a:moveTo>
                      <a:pt x="723900" y="371475"/>
                    </a:moveTo>
                    <a:cubicBezTo>
                      <a:pt x="713912" y="202187"/>
                      <a:pt x="578863" y="67138"/>
                      <a:pt x="409575" y="57150"/>
                    </a:cubicBezTo>
                    <a:lnTo>
                      <a:pt x="409575" y="0"/>
                    </a:lnTo>
                    <a:lnTo>
                      <a:pt x="371475" y="0"/>
                    </a:lnTo>
                    <a:lnTo>
                      <a:pt x="371475" y="57150"/>
                    </a:lnTo>
                    <a:cubicBezTo>
                      <a:pt x="202187" y="67138"/>
                      <a:pt x="67138" y="202187"/>
                      <a:pt x="57150" y="371475"/>
                    </a:cubicBezTo>
                    <a:lnTo>
                      <a:pt x="0" y="371475"/>
                    </a:lnTo>
                    <a:lnTo>
                      <a:pt x="0" y="409575"/>
                    </a:lnTo>
                    <a:lnTo>
                      <a:pt x="57150" y="409575"/>
                    </a:lnTo>
                    <a:cubicBezTo>
                      <a:pt x="67138" y="578863"/>
                      <a:pt x="202187" y="713912"/>
                      <a:pt x="371475" y="723900"/>
                    </a:cubicBezTo>
                    <a:lnTo>
                      <a:pt x="371475" y="781050"/>
                    </a:lnTo>
                    <a:lnTo>
                      <a:pt x="409575" y="781050"/>
                    </a:lnTo>
                    <a:lnTo>
                      <a:pt x="409575" y="723900"/>
                    </a:lnTo>
                    <a:cubicBezTo>
                      <a:pt x="578863" y="713912"/>
                      <a:pt x="713912" y="578863"/>
                      <a:pt x="723900" y="409575"/>
                    </a:cubicBezTo>
                    <a:lnTo>
                      <a:pt x="781050" y="409575"/>
                    </a:lnTo>
                    <a:lnTo>
                      <a:pt x="781050" y="371475"/>
                    </a:lnTo>
                    <a:close/>
                    <a:moveTo>
                      <a:pt x="582549" y="409575"/>
                    </a:moveTo>
                    <a:cubicBezTo>
                      <a:pt x="573396" y="501047"/>
                      <a:pt x="501047" y="573395"/>
                      <a:pt x="409575" y="582549"/>
                    </a:cubicBezTo>
                    <a:lnTo>
                      <a:pt x="409575" y="504825"/>
                    </a:lnTo>
                    <a:lnTo>
                      <a:pt x="371475" y="504825"/>
                    </a:lnTo>
                    <a:lnTo>
                      <a:pt x="371475" y="582549"/>
                    </a:lnTo>
                    <a:cubicBezTo>
                      <a:pt x="280003" y="573396"/>
                      <a:pt x="207655" y="501047"/>
                      <a:pt x="198501" y="409575"/>
                    </a:cubicBezTo>
                    <a:lnTo>
                      <a:pt x="276225" y="409575"/>
                    </a:lnTo>
                    <a:lnTo>
                      <a:pt x="276225" y="371475"/>
                    </a:lnTo>
                    <a:lnTo>
                      <a:pt x="198501" y="371475"/>
                    </a:lnTo>
                    <a:cubicBezTo>
                      <a:pt x="207655" y="280003"/>
                      <a:pt x="280003" y="207655"/>
                      <a:pt x="371475" y="198501"/>
                    </a:cubicBezTo>
                    <a:lnTo>
                      <a:pt x="371475" y="276225"/>
                    </a:lnTo>
                    <a:lnTo>
                      <a:pt x="409575" y="276225"/>
                    </a:lnTo>
                    <a:lnTo>
                      <a:pt x="409575" y="198501"/>
                    </a:lnTo>
                    <a:cubicBezTo>
                      <a:pt x="501047" y="207655"/>
                      <a:pt x="573395" y="280003"/>
                      <a:pt x="582549" y="371475"/>
                    </a:cubicBezTo>
                    <a:lnTo>
                      <a:pt x="504825" y="371475"/>
                    </a:lnTo>
                    <a:lnTo>
                      <a:pt x="504825" y="409575"/>
                    </a:lnTo>
                    <a:close/>
                    <a:moveTo>
                      <a:pt x="371475" y="114300"/>
                    </a:moveTo>
                    <a:lnTo>
                      <a:pt x="371475" y="160306"/>
                    </a:lnTo>
                    <a:cubicBezTo>
                      <a:pt x="258979" y="169755"/>
                      <a:pt x="169710" y="258983"/>
                      <a:pt x="160211" y="371475"/>
                    </a:cubicBezTo>
                    <a:lnTo>
                      <a:pt x="114300" y="371475"/>
                    </a:lnTo>
                    <a:cubicBezTo>
                      <a:pt x="124096" y="233703"/>
                      <a:pt x="233703" y="124096"/>
                      <a:pt x="371475" y="114300"/>
                    </a:cubicBezTo>
                    <a:close/>
                    <a:moveTo>
                      <a:pt x="114300" y="409575"/>
                    </a:moveTo>
                    <a:lnTo>
                      <a:pt x="160306" y="409575"/>
                    </a:lnTo>
                    <a:cubicBezTo>
                      <a:pt x="169755" y="522071"/>
                      <a:pt x="258983" y="611340"/>
                      <a:pt x="371475" y="620840"/>
                    </a:cubicBezTo>
                    <a:lnTo>
                      <a:pt x="371475" y="666750"/>
                    </a:lnTo>
                    <a:cubicBezTo>
                      <a:pt x="233703" y="656955"/>
                      <a:pt x="124096" y="547348"/>
                      <a:pt x="114300" y="409575"/>
                    </a:cubicBezTo>
                    <a:close/>
                    <a:moveTo>
                      <a:pt x="409575" y="666750"/>
                    </a:moveTo>
                    <a:lnTo>
                      <a:pt x="409575" y="620840"/>
                    </a:lnTo>
                    <a:cubicBezTo>
                      <a:pt x="522104" y="611384"/>
                      <a:pt x="611384" y="522104"/>
                      <a:pt x="620840" y="409575"/>
                    </a:cubicBezTo>
                    <a:lnTo>
                      <a:pt x="666750" y="409575"/>
                    </a:lnTo>
                    <a:cubicBezTo>
                      <a:pt x="656955" y="547348"/>
                      <a:pt x="547348" y="656955"/>
                      <a:pt x="409575" y="666750"/>
                    </a:cubicBezTo>
                    <a:close/>
                    <a:moveTo>
                      <a:pt x="620840" y="371475"/>
                    </a:moveTo>
                    <a:cubicBezTo>
                      <a:pt x="611384" y="258946"/>
                      <a:pt x="522104" y="169666"/>
                      <a:pt x="409575" y="160211"/>
                    </a:cubicBezTo>
                    <a:lnTo>
                      <a:pt x="409575" y="114300"/>
                    </a:lnTo>
                    <a:cubicBezTo>
                      <a:pt x="547348" y="124096"/>
                      <a:pt x="656955" y="233703"/>
                      <a:pt x="666750" y="371475"/>
                    </a:cubicBezTo>
                    <a:close/>
                  </a:path>
                </a:pathLst>
              </a:custGeom>
              <a:solidFill>
                <a:srgbClr val="FFFFFF"/>
              </a:solid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cxnSp>
          <p:nvCxnSpPr>
            <p:cNvPr id="226" name="Connecteur droit 53">
              <a:extLst>
                <a:ext uri="{FF2B5EF4-FFF2-40B4-BE49-F238E27FC236}">
                  <a16:creationId xmlns:a16="http://schemas.microsoft.com/office/drawing/2014/main" id="{A4CD43CF-4EC0-4432-4249-B6783C265F32}"/>
                </a:ext>
              </a:extLst>
            </p:cNvPr>
            <p:cNvCxnSpPr>
              <a:cxnSpLocks/>
            </p:cNvCxnSpPr>
            <p:nvPr/>
          </p:nvCxnSpPr>
          <p:spPr>
            <a:xfrm>
              <a:off x="429658" y="4401748"/>
              <a:ext cx="11376000" cy="0"/>
            </a:xfrm>
            <a:prstGeom prst="line">
              <a:avLst/>
            </a:prstGeom>
            <a:noFill/>
            <a:ln w="38100" cap="flat" cmpd="sng" algn="ctr">
              <a:solidFill>
                <a:srgbClr val="272936">
                  <a:lumMod val="50000"/>
                  <a:lumOff val="50000"/>
                </a:srgbClr>
              </a:solidFill>
              <a:prstDash val="solid"/>
              <a:headEnd type="oval" w="med" len="med"/>
              <a:tailEnd type="triangle" w="lg" len="med"/>
            </a:ln>
            <a:effectLst/>
          </p:spPr>
        </p:cxnSp>
        <p:sp>
          <p:nvSpPr>
            <p:cNvPr id="227" name="Rectangle 40">
              <a:extLst>
                <a:ext uri="{FF2B5EF4-FFF2-40B4-BE49-F238E27FC236}">
                  <a16:creationId xmlns:a16="http://schemas.microsoft.com/office/drawing/2014/main" id="{2D7973C5-183F-7956-2AF1-6D7FB4DF3C5C}"/>
                </a:ext>
              </a:extLst>
            </p:cNvPr>
            <p:cNvSpPr>
              <a:spLocks noChangeArrowheads="1"/>
            </p:cNvSpPr>
            <p:nvPr/>
          </p:nvSpPr>
          <p:spPr bwMode="auto">
            <a:xfrm>
              <a:off x="547036" y="1627013"/>
              <a:ext cx="2528989" cy="1734541"/>
            </a:xfrm>
            <a:prstGeom prst="rect">
              <a:avLst/>
            </a:prstGeom>
            <a:noFill/>
            <a:ln w="9525">
              <a:solidFill>
                <a:srgbClr val="00BFBF"/>
              </a:solidFill>
            </a:ln>
            <a:effectLst/>
          </p:spPr>
          <p:txBody>
            <a:bodyPr vert="horz" lIns="108000" tIns="72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rPr>
                <a:t>Uncover</a:t>
              </a:r>
              <a:r>
                <a:rPr kumimoji="0" lang="en-GB" sz="1100" b="1" i="0" u="none" strike="noStrike" kern="0" cap="none" spc="0" normalizeH="0" baseline="0" noProof="0">
                  <a:ln>
                    <a:noFill/>
                  </a:ln>
                  <a:solidFill>
                    <a:srgbClr val="FFFFFF"/>
                  </a:solidFill>
                  <a:effectLst/>
                  <a:uLnTx/>
                  <a:uFillTx/>
                </a:rPr>
                <a:t> cost saving potentials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Analyse cost structure &amp; drivers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Analyse entire value chain and all type of costs </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Create cost comparison basis</a:t>
              </a:r>
            </a:p>
            <a:p>
              <a:pPr marL="0" marR="0" lvl="0" indent="0" defTabSz="914400" eaLnBrk="1" fontAlgn="auto" latinLnBrk="0" hangingPunct="1">
                <a:lnSpc>
                  <a:spcPct val="100000"/>
                </a:lnSpc>
                <a:spcBef>
                  <a:spcPts val="30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28" name="Oval 227">
              <a:extLst>
                <a:ext uri="{FF2B5EF4-FFF2-40B4-BE49-F238E27FC236}">
                  <a16:creationId xmlns:a16="http://schemas.microsoft.com/office/drawing/2014/main" id="{B07DA05F-72F6-5171-20FB-3271FA85914F}"/>
                </a:ext>
              </a:extLst>
            </p:cNvPr>
            <p:cNvSpPr/>
            <p:nvPr/>
          </p:nvSpPr>
          <p:spPr>
            <a:xfrm>
              <a:off x="646808" y="3484416"/>
              <a:ext cx="288000" cy="288000"/>
            </a:xfrm>
            <a:prstGeom prst="ellipse">
              <a:avLst/>
            </a:prstGeom>
            <a:solidFill>
              <a:srgbClr val="00BFBF"/>
            </a:solidFill>
            <a:ln w="6350" cap="flat" cmpd="sng" algn="ctr">
              <a:noFill/>
              <a:prstDash val="solid"/>
              <a:miter lim="800000"/>
              <a:headEnd type="none" w="med" len="med"/>
              <a:tailEnd type="none" w="med" len="med"/>
            </a:ln>
            <a:effectLst/>
          </p:spPr>
          <p:txBody>
            <a:bodyPr rtlCol="0" anchor="ctr" anchorCtr="0"/>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400" b="1" i="0" u="none" strike="noStrike" kern="0" cap="none" spc="0" normalizeH="0" baseline="0" noProof="0">
                  <a:ln>
                    <a:noFill/>
                  </a:ln>
                  <a:solidFill>
                    <a:srgbClr val="FFFFFF"/>
                  </a:solidFill>
                  <a:effectLst/>
                  <a:uLnTx/>
                  <a:uFillTx/>
                </a:rPr>
                <a:t>1</a:t>
              </a:r>
            </a:p>
          </p:txBody>
        </p:sp>
        <p:sp>
          <p:nvSpPr>
            <p:cNvPr id="229" name="Rectangle 40">
              <a:extLst>
                <a:ext uri="{FF2B5EF4-FFF2-40B4-BE49-F238E27FC236}">
                  <a16:creationId xmlns:a16="http://schemas.microsoft.com/office/drawing/2014/main" id="{DE7681D0-FBE0-00E2-3273-7046976BB3A7}"/>
                </a:ext>
              </a:extLst>
            </p:cNvPr>
            <p:cNvSpPr>
              <a:spLocks noChangeArrowheads="1"/>
            </p:cNvSpPr>
            <p:nvPr/>
          </p:nvSpPr>
          <p:spPr bwMode="auto">
            <a:xfrm>
              <a:off x="3215680" y="1627013"/>
              <a:ext cx="5743177" cy="1734541"/>
            </a:xfrm>
            <a:prstGeom prst="rect">
              <a:avLst/>
            </a:prstGeom>
            <a:noFill/>
            <a:ln w="9525">
              <a:solidFill>
                <a:srgbClr val="12ABDB"/>
              </a:solidFill>
            </a:ln>
            <a:effectLst/>
          </p:spPr>
          <p:txBody>
            <a:bodyPr vert="horz" lIns="108000" tIns="72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rPr>
                <a:t>Identify appropriate </a:t>
              </a:r>
              <a:r>
                <a:rPr kumimoji="0" lang="en-GB" sz="1100" b="1" i="0" u="none" strike="noStrike" kern="0" cap="none" spc="0" normalizeH="0" baseline="0" noProof="0">
                  <a:ln>
                    <a:noFill/>
                  </a:ln>
                  <a:solidFill>
                    <a:srgbClr val="FFFFFF"/>
                  </a:solidFill>
                  <a:effectLst/>
                  <a:uLnTx/>
                  <a:uFillTx/>
                </a:rPr>
                <a:t>levers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Use Capgemini’s lever-database (incl. conventional and digital cost levers) to identify levers for each step in the value chain</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Quantify applicable levers and break down concrete measures</a:t>
              </a:r>
            </a:p>
            <a:p>
              <a:pPr marL="180975" marR="0" lvl="0" indent="-180975" defTabSz="914400" eaLnBrk="1" fontAlgn="auto" latinLnBrk="0" hangingPunct="1">
                <a:lnSpc>
                  <a:spcPct val="100000"/>
                </a:lnSpc>
                <a:spcBef>
                  <a:spcPts val="300"/>
                </a:spcBef>
                <a:spcAft>
                  <a:spcPts val="0"/>
                </a:spcAft>
                <a:buClrTx/>
                <a:buSzTx/>
                <a:buFont typeface="Wingdings" panose="05000000000000000000" pitchFamily="2" charset="2"/>
                <a:buChar char="§"/>
                <a:tabLst>
                  <a:tab pos="447675" algn="l"/>
                </a:tabLst>
                <a:defRPr/>
              </a:pPr>
              <a:endParaRPr kumimoji="0" lang="en-GB" sz="1100" b="0" i="0" u="none" strike="noStrike" kern="0" cap="none" spc="0" normalizeH="0" baseline="0" noProof="0">
                <a:ln>
                  <a:noFill/>
                </a:ln>
                <a:solidFill>
                  <a:srgbClr val="FFFFFF"/>
                </a:solidFill>
                <a:effectLst/>
                <a:uLnTx/>
                <a:uFillTx/>
              </a:endParaRPr>
            </a:p>
          </p:txBody>
        </p:sp>
        <p:sp>
          <p:nvSpPr>
            <p:cNvPr id="230" name="Rectangle 40">
              <a:extLst>
                <a:ext uri="{FF2B5EF4-FFF2-40B4-BE49-F238E27FC236}">
                  <a16:creationId xmlns:a16="http://schemas.microsoft.com/office/drawing/2014/main" id="{C01401E7-1A35-6282-791F-CA0EA7C59821}"/>
                </a:ext>
              </a:extLst>
            </p:cNvPr>
            <p:cNvSpPr>
              <a:spLocks noChangeArrowheads="1"/>
            </p:cNvSpPr>
            <p:nvPr/>
          </p:nvSpPr>
          <p:spPr bwMode="auto">
            <a:xfrm>
              <a:off x="9098513" y="1627013"/>
              <a:ext cx="2538687" cy="1734541"/>
            </a:xfrm>
            <a:prstGeom prst="rect">
              <a:avLst/>
            </a:prstGeom>
            <a:noFill/>
            <a:ln w="9525">
              <a:solidFill>
                <a:srgbClr val="0070AD"/>
              </a:solidFill>
            </a:ln>
            <a:effectLst/>
          </p:spPr>
          <p:txBody>
            <a:bodyPr vert="horz" lIns="108000" tIns="72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rPr>
                <a:t>Enable</a:t>
              </a:r>
              <a:r>
                <a:rPr kumimoji="0" lang="en-GB" sz="1100" b="1" i="0" u="none" strike="noStrike" kern="0" cap="none" spc="0" normalizeH="0" baseline="0" noProof="0">
                  <a:ln>
                    <a:noFill/>
                  </a:ln>
                  <a:solidFill>
                    <a:srgbClr val="FFFFFF"/>
                  </a:solidFill>
                  <a:effectLst/>
                  <a:uLnTx/>
                  <a:uFillTx/>
                </a:rPr>
                <a:t> continuous improvement</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Set up monitoring solutions </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Ensure client enablement &amp; sustainability of results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Monitor business continuity </a:t>
              </a:r>
            </a:p>
            <a:p>
              <a:pPr marL="88900" marR="0" lvl="0" indent="-88900" defTabSz="914400" eaLnBrk="1" fontAlgn="auto" latinLnBrk="0" hangingPunct="1">
                <a:lnSpc>
                  <a:spcPct val="100000"/>
                </a:lnSpc>
                <a:spcBef>
                  <a:spcPts val="300"/>
                </a:spcBef>
                <a:spcAft>
                  <a:spcPts val="0"/>
                </a:spcAft>
                <a:buClrTx/>
                <a:buSzTx/>
                <a:buFont typeface="Wingdings" panose="05000000000000000000" pitchFamily="2" charset="2"/>
                <a:buChar char="§"/>
                <a:tabLst/>
                <a:defRPr/>
              </a:pPr>
              <a:endParaRPr kumimoji="0" lang="en-GB" sz="1100" b="0" i="1" u="none" strike="noStrike" kern="0" cap="none" spc="0" normalizeH="0" baseline="0" noProof="0">
                <a:ln>
                  <a:noFill/>
                </a:ln>
                <a:solidFill>
                  <a:srgbClr val="FFFFFF"/>
                </a:solidFill>
                <a:effectLst/>
                <a:uLnTx/>
                <a:uFillTx/>
              </a:endParaRPr>
            </a:p>
          </p:txBody>
        </p:sp>
        <p:sp>
          <p:nvSpPr>
            <p:cNvPr id="231" name="Rectangle 40">
              <a:extLst>
                <a:ext uri="{FF2B5EF4-FFF2-40B4-BE49-F238E27FC236}">
                  <a16:creationId xmlns:a16="http://schemas.microsoft.com/office/drawing/2014/main" id="{70C279A4-5226-07C2-667B-EF7565AA912D}"/>
                </a:ext>
              </a:extLst>
            </p:cNvPr>
            <p:cNvSpPr>
              <a:spLocks noChangeArrowheads="1"/>
            </p:cNvSpPr>
            <p:nvPr/>
          </p:nvSpPr>
          <p:spPr bwMode="auto">
            <a:xfrm>
              <a:off x="8958858" y="5478886"/>
              <a:ext cx="2677176" cy="1080000"/>
            </a:xfrm>
            <a:prstGeom prst="rect">
              <a:avLst/>
            </a:prstGeom>
            <a:noFill/>
            <a:ln w="9525">
              <a:solidFill>
                <a:srgbClr val="0070AD"/>
              </a:solidFill>
            </a:ln>
            <a:effectLst/>
          </p:spPr>
          <p:txBody>
            <a:bodyPr vert="horz" lIns="108000" tIns="144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rPr>
                <a:t>Implement &amp; transform</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Prepare &amp; set up plan per identified cost measure</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tab pos="447675" algn="l"/>
                </a:tabLst>
                <a:defRPr/>
              </a:pPr>
              <a:r>
                <a:rPr kumimoji="0" lang="en-GB" sz="1100" b="0" i="0" u="none" strike="noStrike" kern="0" cap="none" spc="0" normalizeH="0" baseline="0" noProof="0">
                  <a:ln>
                    <a:noFill/>
                  </a:ln>
                  <a:solidFill>
                    <a:srgbClr val="FFFFFF"/>
                  </a:solidFill>
                  <a:effectLst/>
                  <a:uLnTx/>
                  <a:uFillTx/>
                </a:rPr>
                <a:t>Implement &amp; embed digital initiatives</a:t>
              </a:r>
            </a:p>
          </p:txBody>
        </p:sp>
        <p:sp>
          <p:nvSpPr>
            <p:cNvPr id="232" name="Chevron 96">
              <a:extLst>
                <a:ext uri="{FF2B5EF4-FFF2-40B4-BE49-F238E27FC236}">
                  <a16:creationId xmlns:a16="http://schemas.microsoft.com/office/drawing/2014/main" id="{5861A17E-853E-BF11-BF24-881F35978EA1}"/>
                </a:ext>
              </a:extLst>
            </p:cNvPr>
            <p:cNvSpPr/>
            <p:nvPr>
              <p:custDataLst>
                <p:tags r:id="rId1"/>
              </p:custDataLst>
            </p:nvPr>
          </p:nvSpPr>
          <p:spPr>
            <a:xfrm>
              <a:off x="645426" y="4108089"/>
              <a:ext cx="1180421" cy="624262"/>
            </a:xfrm>
            <a:prstGeom prst="chevron">
              <a:avLst>
                <a:gd name="adj" fmla="val 18898"/>
              </a:avLst>
            </a:prstGeom>
            <a:solidFill>
              <a:srgbClr val="00BFBF"/>
            </a:solidFill>
            <a:ln w="3175" cap="flat" cmpd="sng" algn="ctr">
              <a:noFill/>
              <a:prstDash val="solid"/>
              <a:round/>
              <a:headEnd type="none" w="med" len="med"/>
              <a:tailEnd type="none" w="med" len="med"/>
            </a:ln>
            <a:effectLst/>
          </p:spPr>
          <p:txBody>
            <a:bodyPr lIns="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Cost structure scan</a:t>
              </a:r>
            </a:p>
          </p:txBody>
        </p:sp>
        <p:sp>
          <p:nvSpPr>
            <p:cNvPr id="233" name="Chevron 96">
              <a:extLst>
                <a:ext uri="{FF2B5EF4-FFF2-40B4-BE49-F238E27FC236}">
                  <a16:creationId xmlns:a16="http://schemas.microsoft.com/office/drawing/2014/main" id="{50950937-56AC-3C0A-CE58-59415CA11D14}"/>
                </a:ext>
              </a:extLst>
            </p:cNvPr>
            <p:cNvSpPr/>
            <p:nvPr>
              <p:custDataLst>
                <p:tags r:id="rId2"/>
              </p:custDataLst>
            </p:nvPr>
          </p:nvSpPr>
          <p:spPr>
            <a:xfrm>
              <a:off x="4493041" y="4108089"/>
              <a:ext cx="1955458" cy="624262"/>
            </a:xfrm>
            <a:prstGeom prst="chevron">
              <a:avLst>
                <a:gd name="adj" fmla="val 18898"/>
              </a:avLst>
            </a:prstGeom>
            <a:solidFill>
              <a:srgbClr val="12ABDB"/>
            </a:solidFill>
            <a:ln w="38100" cap="flat" cmpd="sng" algn="ctr">
              <a:solidFill>
                <a:srgbClr val="14596B">
                  <a:lumMod val="50000"/>
                  <a:lumOff val="50000"/>
                </a:srgbClr>
              </a:solid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Lever identification </a:t>
              </a:r>
              <a:br>
                <a:rPr kumimoji="0" lang="en-GB" sz="1100" b="1" i="0" u="none" strike="noStrike" kern="0" cap="none" spc="0" normalizeH="0" baseline="0" noProof="0">
                  <a:ln>
                    <a:noFill/>
                  </a:ln>
                  <a:solidFill>
                    <a:srgbClr val="FFFFFF"/>
                  </a:solidFill>
                  <a:effectLst/>
                  <a:uLnTx/>
                  <a:uFillTx/>
                </a:rPr>
              </a:br>
              <a:r>
                <a:rPr kumimoji="0" lang="en-GB" sz="1100" b="1" i="0" u="none" strike="noStrike" kern="0" cap="none" spc="0" normalizeH="0" baseline="0" noProof="0">
                  <a:ln>
                    <a:noFill/>
                  </a:ln>
                  <a:solidFill>
                    <a:srgbClr val="FFFFFF"/>
                  </a:solidFill>
                  <a:effectLst/>
                  <a:uLnTx/>
                  <a:uFillTx/>
                </a:rPr>
                <a:t>and analysis</a:t>
              </a:r>
            </a:p>
          </p:txBody>
        </p:sp>
        <p:sp>
          <p:nvSpPr>
            <p:cNvPr id="234" name="Chevron 96">
              <a:extLst>
                <a:ext uri="{FF2B5EF4-FFF2-40B4-BE49-F238E27FC236}">
                  <a16:creationId xmlns:a16="http://schemas.microsoft.com/office/drawing/2014/main" id="{02FD7B28-5C13-266B-BA20-61CF5117ED4A}"/>
                </a:ext>
              </a:extLst>
            </p:cNvPr>
            <p:cNvSpPr/>
            <p:nvPr>
              <p:custDataLst>
                <p:tags r:id="rId3"/>
              </p:custDataLst>
            </p:nvPr>
          </p:nvSpPr>
          <p:spPr>
            <a:xfrm>
              <a:off x="10234858" y="4074404"/>
              <a:ext cx="1402342" cy="657947"/>
            </a:xfrm>
            <a:prstGeom prst="chevron">
              <a:avLst>
                <a:gd name="adj" fmla="val 18898"/>
              </a:avLst>
            </a:prstGeom>
            <a:solidFill>
              <a:srgbClr val="0070AD">
                <a:lumMod val="75000"/>
              </a:srgbClr>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Cost monitoring &amp; adjustments</a:t>
              </a:r>
            </a:p>
          </p:txBody>
        </p:sp>
        <p:sp>
          <p:nvSpPr>
            <p:cNvPr id="235" name="Chevron 96">
              <a:extLst>
                <a:ext uri="{FF2B5EF4-FFF2-40B4-BE49-F238E27FC236}">
                  <a16:creationId xmlns:a16="http://schemas.microsoft.com/office/drawing/2014/main" id="{A8FEB198-892A-D325-BF71-B703A1A6CF65}"/>
                </a:ext>
              </a:extLst>
            </p:cNvPr>
            <p:cNvSpPr/>
            <p:nvPr>
              <p:custDataLst>
                <p:tags r:id="rId4"/>
              </p:custDataLst>
            </p:nvPr>
          </p:nvSpPr>
          <p:spPr>
            <a:xfrm>
              <a:off x="8265283" y="4074404"/>
              <a:ext cx="1955458" cy="657947"/>
            </a:xfrm>
            <a:prstGeom prst="chevron">
              <a:avLst>
                <a:gd name="adj" fmla="val 18898"/>
              </a:avLst>
            </a:prstGeom>
            <a:solidFill>
              <a:srgbClr val="0070AD">
                <a:lumMod val="75000"/>
              </a:srgbClr>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Implementation &amp; Embedding</a:t>
              </a:r>
            </a:p>
          </p:txBody>
        </p:sp>
        <p:sp>
          <p:nvSpPr>
            <p:cNvPr id="236" name="Oval 235">
              <a:extLst>
                <a:ext uri="{FF2B5EF4-FFF2-40B4-BE49-F238E27FC236}">
                  <a16:creationId xmlns:a16="http://schemas.microsoft.com/office/drawing/2014/main" id="{583E2149-C9EF-1257-64CE-18CBC074CE17}"/>
                </a:ext>
              </a:extLst>
            </p:cNvPr>
            <p:cNvSpPr/>
            <p:nvPr/>
          </p:nvSpPr>
          <p:spPr>
            <a:xfrm>
              <a:off x="4505641" y="3484416"/>
              <a:ext cx="288000" cy="288000"/>
            </a:xfrm>
            <a:prstGeom prst="ellipse">
              <a:avLst/>
            </a:prstGeom>
            <a:solidFill>
              <a:srgbClr val="12ABDB"/>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400" b="1" i="0" u="none" strike="noStrike" kern="0" cap="none" spc="0" normalizeH="0" baseline="0" noProof="0">
                  <a:ln>
                    <a:noFill/>
                  </a:ln>
                  <a:solidFill>
                    <a:srgbClr val="FFFFFF"/>
                  </a:solidFill>
                  <a:effectLst/>
                  <a:uLnTx/>
                  <a:uFillTx/>
                </a:rPr>
                <a:t>2</a:t>
              </a:r>
            </a:p>
          </p:txBody>
        </p:sp>
        <p:sp>
          <p:nvSpPr>
            <p:cNvPr id="237" name="Oval 236">
              <a:extLst>
                <a:ext uri="{FF2B5EF4-FFF2-40B4-BE49-F238E27FC236}">
                  <a16:creationId xmlns:a16="http://schemas.microsoft.com/office/drawing/2014/main" id="{26A5D583-13A7-F70F-3EFD-3F07EA9ED321}"/>
                </a:ext>
              </a:extLst>
            </p:cNvPr>
            <p:cNvSpPr/>
            <p:nvPr/>
          </p:nvSpPr>
          <p:spPr>
            <a:xfrm>
              <a:off x="8262922" y="3484416"/>
              <a:ext cx="288000" cy="288000"/>
            </a:xfrm>
            <a:prstGeom prst="ellipse">
              <a:avLst/>
            </a:prstGeom>
            <a:solidFill>
              <a:srgbClr val="0070AD"/>
            </a:solidFill>
            <a:ln w="6350" cap="flat" cmpd="sng" algn="ctr">
              <a:noFill/>
              <a:prstDash val="solid"/>
              <a:miter lim="800000"/>
            </a:ln>
            <a:effectLst/>
          </p:spPr>
          <p:txBody>
            <a:bodyPr rtlCol="0" anchor="ctr" anchorCtr="0"/>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GB" sz="1400" b="1" i="0" u="none" strike="noStrike" kern="0" cap="none" spc="0" normalizeH="0" baseline="0" noProof="0">
                  <a:ln>
                    <a:noFill/>
                  </a:ln>
                  <a:solidFill>
                    <a:srgbClr val="FFFFFF"/>
                  </a:solidFill>
                  <a:effectLst/>
                  <a:uLnTx/>
                  <a:uFillTx/>
                </a:rPr>
                <a:t>3</a:t>
              </a:r>
            </a:p>
          </p:txBody>
        </p:sp>
        <p:sp>
          <p:nvSpPr>
            <p:cNvPr id="238" name="Chevron 96">
              <a:extLst>
                <a:ext uri="{FF2B5EF4-FFF2-40B4-BE49-F238E27FC236}">
                  <a16:creationId xmlns:a16="http://schemas.microsoft.com/office/drawing/2014/main" id="{B13B2BFB-1961-3458-21C4-73E20E9CFAEB}"/>
                </a:ext>
              </a:extLst>
            </p:cNvPr>
            <p:cNvSpPr/>
            <p:nvPr>
              <p:custDataLst>
                <p:tags r:id="rId5"/>
              </p:custDataLst>
            </p:nvPr>
          </p:nvSpPr>
          <p:spPr>
            <a:xfrm>
              <a:off x="3021690" y="4108089"/>
              <a:ext cx="1180421" cy="624262"/>
            </a:xfrm>
            <a:prstGeom prst="chevron">
              <a:avLst>
                <a:gd name="adj" fmla="val 18898"/>
              </a:avLst>
            </a:prstGeom>
            <a:solidFill>
              <a:srgbClr val="00BFBF"/>
            </a:solidFill>
            <a:ln w="3175" cap="flat" cmpd="sng" algn="ctr">
              <a:noFill/>
              <a:prstDash val="solid"/>
              <a:round/>
              <a:headEnd type="none" w="med" len="med"/>
              <a:tailEnd type="none" w="med" len="med"/>
            </a:ln>
            <a:effectLst/>
          </p:spPr>
          <p:txBody>
            <a:bodyPr lIns="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Target setting</a:t>
              </a:r>
            </a:p>
          </p:txBody>
        </p:sp>
        <p:sp>
          <p:nvSpPr>
            <p:cNvPr id="239" name="Rectangle 40">
              <a:extLst>
                <a:ext uri="{FF2B5EF4-FFF2-40B4-BE49-F238E27FC236}">
                  <a16:creationId xmlns:a16="http://schemas.microsoft.com/office/drawing/2014/main" id="{5B4F4827-0A66-5D15-C34E-DFB56E0FC11F}"/>
                </a:ext>
              </a:extLst>
            </p:cNvPr>
            <p:cNvSpPr>
              <a:spLocks noChangeArrowheads="1"/>
            </p:cNvSpPr>
            <p:nvPr/>
          </p:nvSpPr>
          <p:spPr bwMode="auto">
            <a:xfrm>
              <a:off x="550863" y="5478886"/>
              <a:ext cx="2664817" cy="1080000"/>
            </a:xfrm>
            <a:prstGeom prst="rect">
              <a:avLst/>
            </a:prstGeom>
            <a:noFill/>
            <a:ln w="9525">
              <a:solidFill>
                <a:srgbClr val="00BFBF"/>
              </a:solidFill>
            </a:ln>
            <a:effectLst/>
          </p:spPr>
          <p:txBody>
            <a:bodyPr vert="horz" lIns="108000" tIns="144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rPr>
                <a:t>Benchmark </a:t>
              </a:r>
              <a:r>
                <a:rPr kumimoji="0" lang="en-GB" sz="1100" b="0" i="0" u="none" strike="noStrike" kern="0" cap="none" spc="0" normalizeH="0" baseline="0" noProof="0">
                  <a:ln>
                    <a:noFill/>
                  </a:ln>
                  <a:solidFill>
                    <a:srgbClr val="FFFFFF"/>
                  </a:solidFill>
                  <a:effectLst/>
                  <a:uLnTx/>
                  <a:uFillTx/>
                </a:rPr>
                <a:t>cost structure</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Internal &amp; external benchmarking of processes and functional units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Analyse best-in-class KPI’s</a:t>
              </a:r>
            </a:p>
          </p:txBody>
        </p:sp>
        <p:cxnSp>
          <p:nvCxnSpPr>
            <p:cNvPr id="240" name="Connector: Elbow 239">
              <a:extLst>
                <a:ext uri="{FF2B5EF4-FFF2-40B4-BE49-F238E27FC236}">
                  <a16:creationId xmlns:a16="http://schemas.microsoft.com/office/drawing/2014/main" id="{A50D0184-D6FA-1CF9-1B38-2B11491CFBD6}"/>
                </a:ext>
              </a:extLst>
            </p:cNvPr>
            <p:cNvCxnSpPr>
              <a:cxnSpLocks/>
              <a:stCxn id="268" idx="2"/>
              <a:endCxn id="238" idx="2"/>
            </p:cNvCxnSpPr>
            <p:nvPr/>
          </p:nvCxnSpPr>
          <p:spPr>
            <a:xfrm rot="16200000" flipV="1">
              <a:off x="3912563" y="4372703"/>
              <a:ext cx="407905" cy="1127202"/>
            </a:xfrm>
            <a:prstGeom prst="bentConnector3">
              <a:avLst>
                <a:gd name="adj1" fmla="val 50000"/>
              </a:avLst>
            </a:prstGeom>
            <a:noFill/>
            <a:ln w="19050" cap="flat" cmpd="sng" algn="ctr">
              <a:solidFill>
                <a:srgbClr val="00BFBF"/>
              </a:solidFill>
              <a:prstDash val="solid"/>
              <a:miter lim="800000"/>
            </a:ln>
            <a:effectLst/>
          </p:spPr>
        </p:cxnSp>
        <p:cxnSp>
          <p:nvCxnSpPr>
            <p:cNvPr id="241" name="Connector: Elbow 240">
              <a:extLst>
                <a:ext uri="{FF2B5EF4-FFF2-40B4-BE49-F238E27FC236}">
                  <a16:creationId xmlns:a16="http://schemas.microsoft.com/office/drawing/2014/main" id="{7DD22A0C-5B50-F1F3-2468-F1CF83CEB241}"/>
                </a:ext>
              </a:extLst>
            </p:cNvPr>
            <p:cNvCxnSpPr>
              <a:cxnSpLocks/>
              <a:stCxn id="262" idx="2"/>
              <a:endCxn id="287" idx="2"/>
            </p:cNvCxnSpPr>
            <p:nvPr/>
          </p:nvCxnSpPr>
          <p:spPr>
            <a:xfrm rot="5400000" flipH="1" flipV="1">
              <a:off x="1915711" y="4699913"/>
              <a:ext cx="416633" cy="481510"/>
            </a:xfrm>
            <a:prstGeom prst="bentConnector3">
              <a:avLst>
                <a:gd name="adj1" fmla="val 50000"/>
              </a:avLst>
            </a:prstGeom>
            <a:noFill/>
            <a:ln w="19050" cap="flat" cmpd="sng" algn="ctr">
              <a:solidFill>
                <a:srgbClr val="00BFBF"/>
              </a:solidFill>
              <a:prstDash val="solid"/>
              <a:miter lim="800000"/>
            </a:ln>
            <a:effectLst/>
          </p:spPr>
        </p:cxnSp>
        <p:cxnSp>
          <p:nvCxnSpPr>
            <p:cNvPr id="242" name="Connector: Elbow 241">
              <a:extLst>
                <a:ext uri="{FF2B5EF4-FFF2-40B4-BE49-F238E27FC236}">
                  <a16:creationId xmlns:a16="http://schemas.microsoft.com/office/drawing/2014/main" id="{60E0442C-D219-1D03-0005-20ABDC860295}"/>
                </a:ext>
              </a:extLst>
            </p:cNvPr>
            <p:cNvCxnSpPr>
              <a:cxnSpLocks/>
              <a:stCxn id="232" idx="0"/>
              <a:endCxn id="283" idx="6"/>
            </p:cNvCxnSpPr>
            <p:nvPr/>
          </p:nvCxnSpPr>
          <p:spPr>
            <a:xfrm rot="5400000" flipH="1" flipV="1">
              <a:off x="1499638" y="3397637"/>
              <a:ext cx="387465" cy="1033441"/>
            </a:xfrm>
            <a:prstGeom prst="bentConnector3">
              <a:avLst>
                <a:gd name="adj1" fmla="val 50000"/>
              </a:avLst>
            </a:prstGeom>
            <a:noFill/>
            <a:ln w="19050" cap="flat" cmpd="sng" algn="ctr">
              <a:solidFill>
                <a:srgbClr val="00BFBF"/>
              </a:solidFill>
              <a:prstDash val="solid"/>
              <a:miter lim="800000"/>
            </a:ln>
            <a:effectLst/>
          </p:spPr>
        </p:cxnSp>
        <p:sp>
          <p:nvSpPr>
            <p:cNvPr id="243" name="Chevron 96">
              <a:extLst>
                <a:ext uri="{FF2B5EF4-FFF2-40B4-BE49-F238E27FC236}">
                  <a16:creationId xmlns:a16="http://schemas.microsoft.com/office/drawing/2014/main" id="{FE7C85E9-691D-0189-25BF-A7D403E6B3F1}"/>
                </a:ext>
              </a:extLst>
            </p:cNvPr>
            <p:cNvSpPr/>
            <p:nvPr>
              <p:custDataLst>
                <p:tags r:id="rId6"/>
              </p:custDataLst>
            </p:nvPr>
          </p:nvSpPr>
          <p:spPr>
            <a:xfrm>
              <a:off x="6482227" y="4108089"/>
              <a:ext cx="1402342" cy="624262"/>
            </a:xfrm>
            <a:prstGeom prst="chevron">
              <a:avLst>
                <a:gd name="adj" fmla="val 18898"/>
              </a:avLst>
            </a:prstGeom>
            <a:solidFill>
              <a:srgbClr val="12ABDB"/>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Prioritization </a:t>
              </a:r>
              <a:br>
                <a:rPr kumimoji="0" lang="en-GB" sz="1100" b="1" i="0" u="none" strike="noStrike" kern="0" cap="none" spc="0" normalizeH="0" baseline="0" noProof="0">
                  <a:ln>
                    <a:noFill/>
                  </a:ln>
                  <a:solidFill>
                    <a:srgbClr val="FFFFFF"/>
                  </a:solidFill>
                  <a:effectLst/>
                  <a:uLnTx/>
                  <a:uFillTx/>
                </a:rPr>
              </a:br>
              <a:r>
                <a:rPr kumimoji="0" lang="en-GB" sz="1100" b="1" i="0" u="none" strike="noStrike" kern="0" cap="none" spc="0" normalizeH="0" baseline="0" noProof="0">
                  <a:ln>
                    <a:noFill/>
                  </a:ln>
                  <a:solidFill>
                    <a:srgbClr val="FFFFFF"/>
                  </a:solidFill>
                  <a:effectLst/>
                  <a:uLnTx/>
                  <a:uFillTx/>
                </a:rPr>
                <a:t>&amp; roadmap</a:t>
              </a:r>
            </a:p>
          </p:txBody>
        </p:sp>
        <p:cxnSp>
          <p:nvCxnSpPr>
            <p:cNvPr id="244" name="Connector: Elbow 243">
              <a:extLst>
                <a:ext uri="{FF2B5EF4-FFF2-40B4-BE49-F238E27FC236}">
                  <a16:creationId xmlns:a16="http://schemas.microsoft.com/office/drawing/2014/main" id="{92F49E91-502B-1C9A-7A30-E5ECA32E2EE2}"/>
                </a:ext>
              </a:extLst>
            </p:cNvPr>
            <p:cNvCxnSpPr>
              <a:cxnSpLocks/>
              <a:stCxn id="222" idx="2"/>
              <a:endCxn id="243" idx="2"/>
            </p:cNvCxnSpPr>
            <p:nvPr/>
          </p:nvCxnSpPr>
          <p:spPr>
            <a:xfrm rot="16200000" flipV="1">
              <a:off x="7104351" y="4752411"/>
              <a:ext cx="410132" cy="370012"/>
            </a:xfrm>
            <a:prstGeom prst="bentConnector3">
              <a:avLst>
                <a:gd name="adj1" fmla="val 50000"/>
              </a:avLst>
            </a:prstGeom>
            <a:noFill/>
            <a:ln w="19050" cap="flat" cmpd="sng" algn="ctr">
              <a:solidFill>
                <a:srgbClr val="12ABDB"/>
              </a:solidFill>
              <a:prstDash val="solid"/>
              <a:miter lim="800000"/>
            </a:ln>
            <a:effectLst/>
          </p:spPr>
        </p:cxnSp>
        <p:grpSp>
          <p:nvGrpSpPr>
            <p:cNvPr id="245" name="Group 244">
              <a:extLst>
                <a:ext uri="{FF2B5EF4-FFF2-40B4-BE49-F238E27FC236}">
                  <a16:creationId xmlns:a16="http://schemas.microsoft.com/office/drawing/2014/main" id="{A2A9E84F-D408-FCFF-B013-07434E0462A7}"/>
                </a:ext>
              </a:extLst>
            </p:cNvPr>
            <p:cNvGrpSpPr/>
            <p:nvPr/>
          </p:nvGrpSpPr>
          <p:grpSpPr>
            <a:xfrm>
              <a:off x="7182759" y="3301188"/>
              <a:ext cx="454267" cy="419435"/>
              <a:chOff x="7217787" y="3116245"/>
              <a:chExt cx="454267" cy="419435"/>
            </a:xfrm>
          </p:grpSpPr>
          <p:sp>
            <p:nvSpPr>
              <p:cNvPr id="246" name="Ellipse 194">
                <a:extLst>
                  <a:ext uri="{FF2B5EF4-FFF2-40B4-BE49-F238E27FC236}">
                    <a16:creationId xmlns:a16="http://schemas.microsoft.com/office/drawing/2014/main" id="{F179A931-D021-28E3-7070-C77C23E01129}"/>
                  </a:ext>
                </a:extLst>
              </p:cNvPr>
              <p:cNvSpPr>
                <a:spLocks noChangeAspect="1"/>
              </p:cNvSpPr>
              <p:nvPr/>
            </p:nvSpPr>
            <p:spPr>
              <a:xfrm rot="16200000" flipH="1">
                <a:off x="7235203" y="3098829"/>
                <a:ext cx="419435" cy="454267"/>
              </a:xfrm>
              <a:prstGeom prst="ellipse">
                <a:avLst/>
              </a:prstGeom>
              <a:solidFill>
                <a:srgbClr val="12ABDB"/>
              </a:solidFill>
              <a:ln w="9525" cap="flat" cmpd="sng" algn="ctr">
                <a:solidFill>
                  <a:srgbClr val="F6F6F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pic>
            <p:nvPicPr>
              <p:cNvPr id="247" name="Graphic 246" descr="Presentation with checklist RTL">
                <a:extLst>
                  <a:ext uri="{FF2B5EF4-FFF2-40B4-BE49-F238E27FC236}">
                    <a16:creationId xmlns:a16="http://schemas.microsoft.com/office/drawing/2014/main" id="{73A97CE5-ACF5-DCF2-73F5-18A06F5B19F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55775" y="3142079"/>
                <a:ext cx="392480" cy="392480"/>
              </a:xfrm>
              <a:prstGeom prst="rect">
                <a:avLst/>
              </a:prstGeom>
            </p:spPr>
          </p:pic>
        </p:grpSp>
        <p:sp>
          <p:nvSpPr>
            <p:cNvPr id="248" name="TextBox 247">
              <a:extLst>
                <a:ext uri="{FF2B5EF4-FFF2-40B4-BE49-F238E27FC236}">
                  <a16:creationId xmlns:a16="http://schemas.microsoft.com/office/drawing/2014/main" id="{49E341C1-3D6B-7613-E53A-A9EF58E5B9BE}"/>
                </a:ext>
              </a:extLst>
            </p:cNvPr>
            <p:cNvSpPr txBox="1">
              <a:spLocks noChangeAspect="1"/>
            </p:cNvSpPr>
            <p:nvPr/>
          </p:nvSpPr>
          <p:spPr>
            <a:xfrm>
              <a:off x="3139189" y="2893385"/>
              <a:ext cx="1418963" cy="407804"/>
            </a:xfrm>
            <a:prstGeom prst="rect">
              <a:avLst/>
            </a:prstGeom>
            <a:noFill/>
          </p:spPr>
          <p:txBody>
            <a:bodyPr wrap="square"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rPr>
                <a:t>Structure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rPr>
                <a:t>(e.g. Organisation</a:t>
              </a:r>
              <a:r>
                <a:rPr kumimoji="0" lang="en-GB" sz="1050" b="0" i="0" u="none" strike="noStrike" kern="0" cap="none" spc="0" normalizeH="0" baseline="0" noProof="0">
                  <a:ln>
                    <a:noFill/>
                  </a:ln>
                  <a:solidFill>
                    <a:srgbClr val="FFFFFF"/>
                  </a:solidFill>
                  <a:effectLst/>
                  <a:uLnTx/>
                  <a:uFillTx/>
                </a:rPr>
                <a:t>)</a:t>
              </a:r>
            </a:p>
          </p:txBody>
        </p:sp>
        <p:sp>
          <p:nvSpPr>
            <p:cNvPr id="249" name="Rectangle 40">
              <a:extLst>
                <a:ext uri="{FF2B5EF4-FFF2-40B4-BE49-F238E27FC236}">
                  <a16:creationId xmlns:a16="http://schemas.microsoft.com/office/drawing/2014/main" id="{4FEB926C-C00F-93B0-5AD6-7C2C02E98D51}"/>
                </a:ext>
              </a:extLst>
            </p:cNvPr>
            <p:cNvSpPr>
              <a:spLocks noChangeArrowheads="1"/>
            </p:cNvSpPr>
            <p:nvPr/>
          </p:nvSpPr>
          <p:spPr bwMode="auto">
            <a:xfrm>
              <a:off x="3330244" y="5478886"/>
              <a:ext cx="2699743" cy="1080000"/>
            </a:xfrm>
            <a:prstGeom prst="rect">
              <a:avLst/>
            </a:prstGeom>
            <a:noFill/>
            <a:ln w="9525">
              <a:solidFill>
                <a:srgbClr val="00BFBF"/>
              </a:solidFill>
            </a:ln>
            <a:effectLst/>
          </p:spPr>
          <p:txBody>
            <a:bodyPr vert="horz" lIns="108000" tIns="144000" rIns="108000" bIns="72000" rtlCol="0" anchor="t">
              <a:noAutofit/>
            </a:bodyPr>
            <a:lstStyle/>
            <a:p>
              <a:pPr marL="0" marR="0" lvl="0" indent="0" defTabSz="914400" eaLnBrk="1" fontAlgn="auto" latinLnBrk="0" hangingPunct="1">
                <a:lnSpc>
                  <a:spcPct val="100000"/>
                </a:lnSpc>
                <a:spcBef>
                  <a:spcPts val="300"/>
                </a:spcBef>
                <a:spcAft>
                  <a:spcPts val="0"/>
                </a:spcAft>
                <a:buClrTx/>
                <a:buSzTx/>
                <a:buFontTx/>
                <a:buNone/>
                <a:tabLst/>
                <a:defRPr/>
              </a:pPr>
              <a:r>
                <a:rPr kumimoji="0" lang="en-GB" sz="1100" b="0" i="0" u="none" strike="noStrike" kern="0" cap="none" spc="0" normalizeH="0" baseline="0" noProof="0">
                  <a:ln>
                    <a:noFill/>
                  </a:ln>
                  <a:solidFill>
                    <a:srgbClr val="FFFFFF"/>
                  </a:solidFill>
                  <a:effectLst/>
                  <a:uLnTx/>
                  <a:uFillTx/>
                </a:rPr>
                <a:t>Set </a:t>
              </a:r>
              <a:r>
                <a:rPr kumimoji="0" lang="en-GB" sz="1100" b="1" i="0" u="none" strike="noStrike" kern="0" cap="none" spc="0" normalizeH="0" baseline="0" noProof="0">
                  <a:ln>
                    <a:noFill/>
                  </a:ln>
                  <a:solidFill>
                    <a:srgbClr val="FFFFFF"/>
                  </a:solidFill>
                  <a:effectLst/>
                  <a:uLnTx/>
                  <a:uFillTx/>
                </a:rPr>
                <a:t>cost out targets</a:t>
              </a:r>
            </a:p>
            <a:p>
              <a:pPr marL="180975" marR="0" lvl="0" indent="-180975" defTabSz="914400" eaLnBrk="1" fontAlgn="auto" latinLnBrk="0" hangingPunct="1">
                <a:lnSpc>
                  <a:spcPct val="100000"/>
                </a:lnSpc>
                <a:spcBef>
                  <a:spcPts val="300"/>
                </a:spcBef>
                <a:spcAft>
                  <a:spcPts val="0"/>
                </a:spcAft>
                <a:buClr>
                  <a:srgbClr val="FFFFFF"/>
                </a:buClr>
                <a:buSzTx/>
                <a:buFont typeface="Arial" panose="020B0604020202020204" pitchFamily="34" charset="0"/>
                <a:buChar char="•"/>
                <a:tabLst/>
                <a:defRPr/>
              </a:pPr>
              <a:r>
                <a:rPr kumimoji="0" lang="en-GB" sz="1100" b="0" i="0" u="none" strike="noStrike" kern="0" cap="none" spc="0" normalizeH="0" baseline="0" noProof="0">
                  <a:ln>
                    <a:noFill/>
                  </a:ln>
                  <a:solidFill>
                    <a:srgbClr val="FFFFFF"/>
                  </a:solidFill>
                  <a:effectLst/>
                  <a:uLnTx/>
                  <a:uFillTx/>
                </a:rPr>
                <a:t>Define targets e.g. saving potentials/ freed up cash per department and business unit</a:t>
              </a:r>
            </a:p>
          </p:txBody>
        </p:sp>
        <p:cxnSp>
          <p:nvCxnSpPr>
            <p:cNvPr id="250" name="Connector: Elbow 249">
              <a:extLst>
                <a:ext uri="{FF2B5EF4-FFF2-40B4-BE49-F238E27FC236}">
                  <a16:creationId xmlns:a16="http://schemas.microsoft.com/office/drawing/2014/main" id="{7114626D-DE5E-568B-0200-95F6E5BD6345}"/>
                </a:ext>
              </a:extLst>
            </p:cNvPr>
            <p:cNvCxnSpPr>
              <a:cxnSpLocks/>
              <a:stCxn id="274" idx="2"/>
              <a:endCxn id="235" idx="2"/>
            </p:cNvCxnSpPr>
            <p:nvPr/>
          </p:nvCxnSpPr>
          <p:spPr>
            <a:xfrm rot="16200000" flipV="1">
              <a:off x="9233049" y="4680146"/>
              <a:ext cx="416631" cy="521041"/>
            </a:xfrm>
            <a:prstGeom prst="bentConnector3">
              <a:avLst>
                <a:gd name="adj1" fmla="val 50000"/>
              </a:avLst>
            </a:prstGeom>
            <a:noFill/>
            <a:ln w="19050" cap="flat" cmpd="sng" algn="ctr">
              <a:solidFill>
                <a:srgbClr val="0070AD">
                  <a:lumMod val="75000"/>
                </a:srgbClr>
              </a:solidFill>
              <a:prstDash val="solid"/>
              <a:miter lim="800000"/>
            </a:ln>
            <a:effectLst/>
          </p:spPr>
        </p:cxnSp>
        <p:grpSp>
          <p:nvGrpSpPr>
            <p:cNvPr id="251" name="Group 250">
              <a:extLst>
                <a:ext uri="{FF2B5EF4-FFF2-40B4-BE49-F238E27FC236}">
                  <a16:creationId xmlns:a16="http://schemas.microsoft.com/office/drawing/2014/main" id="{7A6CE0F4-96E5-D7D1-D36B-34FD74BA4D48}"/>
                </a:ext>
              </a:extLst>
            </p:cNvPr>
            <p:cNvGrpSpPr/>
            <p:nvPr/>
          </p:nvGrpSpPr>
          <p:grpSpPr>
            <a:xfrm>
              <a:off x="10646726" y="3301188"/>
              <a:ext cx="454267" cy="419435"/>
              <a:chOff x="10582084" y="3122834"/>
              <a:chExt cx="454267" cy="419435"/>
            </a:xfrm>
          </p:grpSpPr>
          <p:sp>
            <p:nvSpPr>
              <p:cNvPr id="252" name="Ellipse 194">
                <a:extLst>
                  <a:ext uri="{FF2B5EF4-FFF2-40B4-BE49-F238E27FC236}">
                    <a16:creationId xmlns:a16="http://schemas.microsoft.com/office/drawing/2014/main" id="{BE3F848F-C19C-21AC-7703-41567236E88A}"/>
                  </a:ext>
                </a:extLst>
              </p:cNvPr>
              <p:cNvSpPr>
                <a:spLocks noChangeAspect="1"/>
              </p:cNvSpPr>
              <p:nvPr/>
            </p:nvSpPr>
            <p:spPr>
              <a:xfrm rot="16200000" flipH="1">
                <a:off x="10599500" y="3105418"/>
                <a:ext cx="419435" cy="454267"/>
              </a:xfrm>
              <a:prstGeom prst="ellipse">
                <a:avLst/>
              </a:prstGeom>
              <a:solidFill>
                <a:srgbClr val="0070AD">
                  <a:lumMod val="75000"/>
                </a:srgbClr>
              </a:solidFill>
              <a:ln w="9525" cap="flat" cmpd="sng" algn="ctr">
                <a:solidFill>
                  <a:srgbClr val="F6F6F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nvGrpSpPr>
              <p:cNvPr id="253" name="Graphic 22" descr="Bar graph with upward trend">
                <a:extLst>
                  <a:ext uri="{FF2B5EF4-FFF2-40B4-BE49-F238E27FC236}">
                    <a16:creationId xmlns:a16="http://schemas.microsoft.com/office/drawing/2014/main" id="{BD646B57-86A5-63D8-B54D-E7AD8B5040CD}"/>
                  </a:ext>
                </a:extLst>
              </p:cNvPr>
              <p:cNvGrpSpPr/>
              <p:nvPr/>
            </p:nvGrpSpPr>
            <p:grpSpPr>
              <a:xfrm>
                <a:off x="10699833" y="3219952"/>
                <a:ext cx="221977" cy="225194"/>
                <a:chOff x="5772150" y="3095625"/>
                <a:chExt cx="657225" cy="666750"/>
              </a:xfrm>
              <a:solidFill>
                <a:srgbClr val="FFFFFF"/>
              </a:solidFill>
            </p:grpSpPr>
            <p:sp>
              <p:nvSpPr>
                <p:cNvPr id="255" name="Freeform: Shape 254">
                  <a:extLst>
                    <a:ext uri="{FF2B5EF4-FFF2-40B4-BE49-F238E27FC236}">
                      <a16:creationId xmlns:a16="http://schemas.microsoft.com/office/drawing/2014/main" id="{D67884DE-A4EB-635A-CC2B-CBA3F9AD6196}"/>
                    </a:ext>
                  </a:extLst>
                </p:cNvPr>
                <p:cNvSpPr/>
                <p:nvPr/>
              </p:nvSpPr>
              <p:spPr>
                <a:xfrm>
                  <a:off x="5772150" y="3095625"/>
                  <a:ext cx="657225" cy="666750"/>
                </a:xfrm>
                <a:custGeom>
                  <a:avLst/>
                  <a:gdLst>
                    <a:gd name="connsiteX0" fmla="*/ 57150 w 657225"/>
                    <a:gd name="connsiteY0" fmla="*/ 0 h 666750"/>
                    <a:gd name="connsiteX1" fmla="*/ 0 w 657225"/>
                    <a:gd name="connsiteY1" fmla="*/ 0 h 666750"/>
                    <a:gd name="connsiteX2" fmla="*/ 0 w 657225"/>
                    <a:gd name="connsiteY2" fmla="*/ 666750 h 666750"/>
                    <a:gd name="connsiteX3" fmla="*/ 657225 w 657225"/>
                    <a:gd name="connsiteY3" fmla="*/ 666750 h 666750"/>
                    <a:gd name="connsiteX4" fmla="*/ 657225 w 657225"/>
                    <a:gd name="connsiteY4" fmla="*/ 609600 h 666750"/>
                    <a:gd name="connsiteX5" fmla="*/ 57150 w 657225"/>
                    <a:gd name="connsiteY5" fmla="*/ 609600 h 666750"/>
                    <a:gd name="connsiteX6" fmla="*/ 57150 w 657225"/>
                    <a:gd name="connsiteY6" fmla="*/ 0 h 66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7225" h="666750">
                      <a:moveTo>
                        <a:pt x="57150" y="0"/>
                      </a:moveTo>
                      <a:lnTo>
                        <a:pt x="0" y="0"/>
                      </a:lnTo>
                      <a:lnTo>
                        <a:pt x="0" y="666750"/>
                      </a:lnTo>
                      <a:lnTo>
                        <a:pt x="657225" y="666750"/>
                      </a:lnTo>
                      <a:lnTo>
                        <a:pt x="657225" y="609600"/>
                      </a:lnTo>
                      <a:lnTo>
                        <a:pt x="57150" y="609600"/>
                      </a:lnTo>
                      <a:lnTo>
                        <a:pt x="57150" y="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57" name="Freeform: Shape 256">
                  <a:extLst>
                    <a:ext uri="{FF2B5EF4-FFF2-40B4-BE49-F238E27FC236}">
                      <a16:creationId xmlns:a16="http://schemas.microsoft.com/office/drawing/2014/main" id="{0461D8A4-8DB1-2498-98FB-6FA8F538EB18}"/>
                    </a:ext>
                  </a:extLst>
                </p:cNvPr>
                <p:cNvSpPr/>
                <p:nvPr/>
              </p:nvSpPr>
              <p:spPr>
                <a:xfrm>
                  <a:off x="6286500" y="3095625"/>
                  <a:ext cx="142875" cy="552450"/>
                </a:xfrm>
                <a:custGeom>
                  <a:avLst/>
                  <a:gdLst>
                    <a:gd name="connsiteX0" fmla="*/ 142875 w 142875"/>
                    <a:gd name="connsiteY0" fmla="*/ 552450 h 552450"/>
                    <a:gd name="connsiteX1" fmla="*/ 0 w 142875"/>
                    <a:gd name="connsiteY1" fmla="*/ 552450 h 552450"/>
                    <a:gd name="connsiteX2" fmla="*/ 0 w 142875"/>
                    <a:gd name="connsiteY2" fmla="*/ 0 h 552450"/>
                    <a:gd name="connsiteX3" fmla="*/ 142875 w 142875"/>
                    <a:gd name="connsiteY3" fmla="*/ 0 h 552450"/>
                  </a:gdLst>
                  <a:ahLst/>
                  <a:cxnLst>
                    <a:cxn ang="0">
                      <a:pos x="connsiteX0" y="connsiteY0"/>
                    </a:cxn>
                    <a:cxn ang="0">
                      <a:pos x="connsiteX1" y="connsiteY1"/>
                    </a:cxn>
                    <a:cxn ang="0">
                      <a:pos x="connsiteX2" y="connsiteY2"/>
                    </a:cxn>
                    <a:cxn ang="0">
                      <a:pos x="connsiteX3" y="connsiteY3"/>
                    </a:cxn>
                  </a:cxnLst>
                  <a:rect l="l" t="t" r="r" b="b"/>
                  <a:pathLst>
                    <a:path w="142875" h="552450">
                      <a:moveTo>
                        <a:pt x="142875" y="552450"/>
                      </a:moveTo>
                      <a:lnTo>
                        <a:pt x="0" y="552450"/>
                      </a:lnTo>
                      <a:lnTo>
                        <a:pt x="0" y="0"/>
                      </a:lnTo>
                      <a:lnTo>
                        <a:pt x="142875" y="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58" name="Freeform: Shape 257">
                  <a:extLst>
                    <a:ext uri="{FF2B5EF4-FFF2-40B4-BE49-F238E27FC236}">
                      <a16:creationId xmlns:a16="http://schemas.microsoft.com/office/drawing/2014/main" id="{2D4A68CB-76FB-0C7C-7AF2-EAB5EC4A6635}"/>
                    </a:ext>
                  </a:extLst>
                </p:cNvPr>
                <p:cNvSpPr/>
                <p:nvPr/>
              </p:nvSpPr>
              <p:spPr>
                <a:xfrm>
                  <a:off x="6086475" y="3286125"/>
                  <a:ext cx="142875" cy="361950"/>
                </a:xfrm>
                <a:custGeom>
                  <a:avLst/>
                  <a:gdLst>
                    <a:gd name="connsiteX0" fmla="*/ 142875 w 142875"/>
                    <a:gd name="connsiteY0" fmla="*/ 361950 h 361950"/>
                    <a:gd name="connsiteX1" fmla="*/ 0 w 142875"/>
                    <a:gd name="connsiteY1" fmla="*/ 361950 h 361950"/>
                    <a:gd name="connsiteX2" fmla="*/ 0 w 142875"/>
                    <a:gd name="connsiteY2" fmla="*/ 0 h 361950"/>
                    <a:gd name="connsiteX3" fmla="*/ 142875 w 142875"/>
                    <a:gd name="connsiteY3" fmla="*/ 0 h 361950"/>
                  </a:gdLst>
                  <a:ahLst/>
                  <a:cxnLst>
                    <a:cxn ang="0">
                      <a:pos x="connsiteX0" y="connsiteY0"/>
                    </a:cxn>
                    <a:cxn ang="0">
                      <a:pos x="connsiteX1" y="connsiteY1"/>
                    </a:cxn>
                    <a:cxn ang="0">
                      <a:pos x="connsiteX2" y="connsiteY2"/>
                    </a:cxn>
                    <a:cxn ang="0">
                      <a:pos x="connsiteX3" y="connsiteY3"/>
                    </a:cxn>
                  </a:cxnLst>
                  <a:rect l="l" t="t" r="r" b="b"/>
                  <a:pathLst>
                    <a:path w="142875" h="361950">
                      <a:moveTo>
                        <a:pt x="142875" y="361950"/>
                      </a:moveTo>
                      <a:lnTo>
                        <a:pt x="0" y="361950"/>
                      </a:lnTo>
                      <a:lnTo>
                        <a:pt x="0" y="0"/>
                      </a:lnTo>
                      <a:lnTo>
                        <a:pt x="142875" y="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59" name="Freeform: Shape 258">
                  <a:extLst>
                    <a:ext uri="{FF2B5EF4-FFF2-40B4-BE49-F238E27FC236}">
                      <a16:creationId xmlns:a16="http://schemas.microsoft.com/office/drawing/2014/main" id="{D6DA6F24-F613-5CA9-59E6-2FE63EDD2DAF}"/>
                    </a:ext>
                  </a:extLst>
                </p:cNvPr>
                <p:cNvSpPr/>
                <p:nvPr/>
              </p:nvSpPr>
              <p:spPr>
                <a:xfrm>
                  <a:off x="5886450" y="3457575"/>
                  <a:ext cx="142875" cy="190500"/>
                </a:xfrm>
                <a:custGeom>
                  <a:avLst/>
                  <a:gdLst>
                    <a:gd name="connsiteX0" fmla="*/ 142875 w 142875"/>
                    <a:gd name="connsiteY0" fmla="*/ 190500 h 190500"/>
                    <a:gd name="connsiteX1" fmla="*/ 0 w 142875"/>
                    <a:gd name="connsiteY1" fmla="*/ 190500 h 190500"/>
                    <a:gd name="connsiteX2" fmla="*/ 0 w 142875"/>
                    <a:gd name="connsiteY2" fmla="*/ 0 h 190500"/>
                    <a:gd name="connsiteX3" fmla="*/ 142875 w 142875"/>
                    <a:gd name="connsiteY3" fmla="*/ 0 h 190500"/>
                  </a:gdLst>
                  <a:ahLst/>
                  <a:cxnLst>
                    <a:cxn ang="0">
                      <a:pos x="connsiteX0" y="connsiteY0"/>
                    </a:cxn>
                    <a:cxn ang="0">
                      <a:pos x="connsiteX1" y="connsiteY1"/>
                    </a:cxn>
                    <a:cxn ang="0">
                      <a:pos x="connsiteX2" y="connsiteY2"/>
                    </a:cxn>
                    <a:cxn ang="0">
                      <a:pos x="connsiteX3" y="connsiteY3"/>
                    </a:cxn>
                  </a:cxnLst>
                  <a:rect l="l" t="t" r="r" b="b"/>
                  <a:pathLst>
                    <a:path w="142875" h="190500">
                      <a:moveTo>
                        <a:pt x="142875" y="190500"/>
                      </a:moveTo>
                      <a:lnTo>
                        <a:pt x="0" y="190500"/>
                      </a:lnTo>
                      <a:lnTo>
                        <a:pt x="0" y="0"/>
                      </a:lnTo>
                      <a:lnTo>
                        <a:pt x="142875" y="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60" name="Freeform: Shape 259">
                  <a:extLst>
                    <a:ext uri="{FF2B5EF4-FFF2-40B4-BE49-F238E27FC236}">
                      <a16:creationId xmlns:a16="http://schemas.microsoft.com/office/drawing/2014/main" id="{B74F3D47-CB0E-21F6-715E-A396124C4A28}"/>
                    </a:ext>
                  </a:extLst>
                </p:cNvPr>
                <p:cNvSpPr/>
                <p:nvPr/>
              </p:nvSpPr>
              <p:spPr>
                <a:xfrm>
                  <a:off x="5882545" y="3095625"/>
                  <a:ext cx="304800" cy="304800"/>
                </a:xfrm>
                <a:custGeom>
                  <a:avLst/>
                  <a:gdLst>
                    <a:gd name="connsiteX0" fmla="*/ 308705 w 304800"/>
                    <a:gd name="connsiteY0" fmla="*/ 130874 h 304800"/>
                    <a:gd name="connsiteX1" fmla="*/ 308705 w 304800"/>
                    <a:gd name="connsiteY1" fmla="*/ 0 h 304800"/>
                    <a:gd name="connsiteX2" fmla="*/ 177832 w 304800"/>
                    <a:gd name="connsiteY2" fmla="*/ 0 h 304800"/>
                    <a:gd name="connsiteX3" fmla="*/ 229838 w 304800"/>
                    <a:gd name="connsiteY3" fmla="*/ 52006 h 304800"/>
                    <a:gd name="connsiteX4" fmla="*/ 0 w 304800"/>
                    <a:gd name="connsiteY4" fmla="*/ 281845 h 304800"/>
                    <a:gd name="connsiteX5" fmla="*/ 26860 w 304800"/>
                    <a:gd name="connsiteY5" fmla="*/ 308705 h 304800"/>
                    <a:gd name="connsiteX6" fmla="*/ 256699 w 304800"/>
                    <a:gd name="connsiteY6" fmla="*/ 78962 h 304800"/>
                    <a:gd name="connsiteX7" fmla="*/ 308705 w 304800"/>
                    <a:gd name="connsiteY7" fmla="*/ 130874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4800" h="304800">
                      <a:moveTo>
                        <a:pt x="308705" y="130874"/>
                      </a:moveTo>
                      <a:lnTo>
                        <a:pt x="308705" y="0"/>
                      </a:lnTo>
                      <a:lnTo>
                        <a:pt x="177832" y="0"/>
                      </a:lnTo>
                      <a:lnTo>
                        <a:pt x="229838" y="52006"/>
                      </a:lnTo>
                      <a:lnTo>
                        <a:pt x="0" y="281845"/>
                      </a:lnTo>
                      <a:lnTo>
                        <a:pt x="26860" y="308705"/>
                      </a:lnTo>
                      <a:lnTo>
                        <a:pt x="256699" y="78962"/>
                      </a:lnTo>
                      <a:lnTo>
                        <a:pt x="308705" y="130874"/>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grpSp>
        <p:grpSp>
          <p:nvGrpSpPr>
            <p:cNvPr id="261" name="Group 260">
              <a:extLst>
                <a:ext uri="{FF2B5EF4-FFF2-40B4-BE49-F238E27FC236}">
                  <a16:creationId xmlns:a16="http://schemas.microsoft.com/office/drawing/2014/main" id="{6F24AB5A-29D9-B000-1598-DAC94EE4DAF4}"/>
                </a:ext>
              </a:extLst>
            </p:cNvPr>
            <p:cNvGrpSpPr/>
            <p:nvPr/>
          </p:nvGrpSpPr>
          <p:grpSpPr>
            <a:xfrm>
              <a:off x="1656138" y="5148984"/>
              <a:ext cx="454267" cy="419435"/>
              <a:chOff x="1577578" y="5148984"/>
              <a:chExt cx="454267" cy="419435"/>
            </a:xfrm>
          </p:grpSpPr>
          <p:sp>
            <p:nvSpPr>
              <p:cNvPr id="262" name="Ellipse 156">
                <a:extLst>
                  <a:ext uri="{FF2B5EF4-FFF2-40B4-BE49-F238E27FC236}">
                    <a16:creationId xmlns:a16="http://schemas.microsoft.com/office/drawing/2014/main" id="{DA5E3BBA-8C2B-24C9-4CF4-F1364C17DE4A}"/>
                  </a:ext>
                </a:extLst>
              </p:cNvPr>
              <p:cNvSpPr>
                <a:spLocks noChangeAspect="1"/>
              </p:cNvSpPr>
              <p:nvPr/>
            </p:nvSpPr>
            <p:spPr>
              <a:xfrm rot="16200000" flipH="1">
                <a:off x="1594994" y="5131568"/>
                <a:ext cx="419435" cy="454267"/>
              </a:xfrm>
              <a:prstGeom prst="ellipse">
                <a:avLst/>
              </a:prstGeom>
              <a:solidFill>
                <a:srgbClr val="00BFBF"/>
              </a:solidFill>
              <a:ln w="635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nvGrpSpPr>
              <p:cNvPr id="263" name="Graphic 191" descr="Gauge">
                <a:extLst>
                  <a:ext uri="{FF2B5EF4-FFF2-40B4-BE49-F238E27FC236}">
                    <a16:creationId xmlns:a16="http://schemas.microsoft.com/office/drawing/2014/main" id="{488E8A2A-FE78-4A4C-49BE-AC71E8632F2F}"/>
                  </a:ext>
                </a:extLst>
              </p:cNvPr>
              <p:cNvGrpSpPr/>
              <p:nvPr/>
            </p:nvGrpSpPr>
            <p:grpSpPr>
              <a:xfrm>
                <a:off x="1626226" y="5180109"/>
                <a:ext cx="348060" cy="193807"/>
                <a:chOff x="5676900" y="3200398"/>
                <a:chExt cx="838200" cy="466727"/>
              </a:xfrm>
              <a:solidFill>
                <a:srgbClr val="FFFFFF"/>
              </a:solidFill>
            </p:grpSpPr>
            <p:sp>
              <p:nvSpPr>
                <p:cNvPr id="264" name="Freeform: Shape 263">
                  <a:extLst>
                    <a:ext uri="{FF2B5EF4-FFF2-40B4-BE49-F238E27FC236}">
                      <a16:creationId xmlns:a16="http://schemas.microsoft.com/office/drawing/2014/main" id="{0378C11E-4162-17D0-E339-6C3131830EA4}"/>
                    </a:ext>
                  </a:extLst>
                </p:cNvPr>
                <p:cNvSpPr/>
                <p:nvPr/>
              </p:nvSpPr>
              <p:spPr>
                <a:xfrm>
                  <a:off x="5676900" y="3200398"/>
                  <a:ext cx="666750" cy="457200"/>
                </a:xfrm>
                <a:custGeom>
                  <a:avLst/>
                  <a:gdLst>
                    <a:gd name="connsiteX0" fmla="*/ 400050 w 666750"/>
                    <a:gd name="connsiteY0" fmla="*/ 58103 h 457200"/>
                    <a:gd name="connsiteX1" fmla="*/ 400050 w 666750"/>
                    <a:gd name="connsiteY1" fmla="*/ 96202 h 457200"/>
                    <a:gd name="connsiteX2" fmla="*/ 419100 w 666750"/>
                    <a:gd name="connsiteY2" fmla="*/ 95250 h 457200"/>
                    <a:gd name="connsiteX3" fmla="*/ 438150 w 666750"/>
                    <a:gd name="connsiteY3" fmla="*/ 96202 h 457200"/>
                    <a:gd name="connsiteX4" fmla="*/ 438150 w 666750"/>
                    <a:gd name="connsiteY4" fmla="*/ 58103 h 457200"/>
                    <a:gd name="connsiteX5" fmla="*/ 542925 w 666750"/>
                    <a:gd name="connsiteY5" fmla="*/ 80010 h 457200"/>
                    <a:gd name="connsiteX6" fmla="*/ 528638 w 666750"/>
                    <a:gd name="connsiteY6" fmla="*/ 114300 h 457200"/>
                    <a:gd name="connsiteX7" fmla="*/ 563880 w 666750"/>
                    <a:gd name="connsiteY7" fmla="*/ 129540 h 457200"/>
                    <a:gd name="connsiteX8" fmla="*/ 578168 w 666750"/>
                    <a:gd name="connsiteY8" fmla="*/ 94298 h 457200"/>
                    <a:gd name="connsiteX9" fmla="*/ 628650 w 666750"/>
                    <a:gd name="connsiteY9" fmla="*/ 124777 h 457200"/>
                    <a:gd name="connsiteX10" fmla="*/ 669608 w 666750"/>
                    <a:gd name="connsiteY10" fmla="*/ 83820 h 457200"/>
                    <a:gd name="connsiteX11" fmla="*/ 419100 w 666750"/>
                    <a:gd name="connsiteY11" fmla="*/ 0 h 457200"/>
                    <a:gd name="connsiteX12" fmla="*/ 0 w 666750"/>
                    <a:gd name="connsiteY12" fmla="*/ 419100 h 457200"/>
                    <a:gd name="connsiteX13" fmla="*/ 0 w 666750"/>
                    <a:gd name="connsiteY13" fmla="*/ 457200 h 457200"/>
                    <a:gd name="connsiteX14" fmla="*/ 57150 w 666750"/>
                    <a:gd name="connsiteY14" fmla="*/ 457200 h 457200"/>
                    <a:gd name="connsiteX15" fmla="*/ 57150 w 666750"/>
                    <a:gd name="connsiteY15" fmla="*/ 419100 h 457200"/>
                    <a:gd name="connsiteX16" fmla="*/ 75248 w 666750"/>
                    <a:gd name="connsiteY16" fmla="*/ 306705 h 457200"/>
                    <a:gd name="connsiteX17" fmla="*/ 110490 w 666750"/>
                    <a:gd name="connsiteY17" fmla="*/ 320993 h 457200"/>
                    <a:gd name="connsiteX18" fmla="*/ 123825 w 666750"/>
                    <a:gd name="connsiteY18" fmla="*/ 285750 h 457200"/>
                    <a:gd name="connsiteX19" fmla="*/ 88583 w 666750"/>
                    <a:gd name="connsiteY19" fmla="*/ 271463 h 457200"/>
                    <a:gd name="connsiteX20" fmla="*/ 145733 w 666750"/>
                    <a:gd name="connsiteY20" fmla="*/ 182880 h 457200"/>
                    <a:gd name="connsiteX21" fmla="*/ 172403 w 666750"/>
                    <a:gd name="connsiteY21" fmla="*/ 209550 h 457200"/>
                    <a:gd name="connsiteX22" fmla="*/ 199073 w 666750"/>
                    <a:gd name="connsiteY22" fmla="*/ 181927 h 457200"/>
                    <a:gd name="connsiteX23" fmla="*/ 172403 w 666750"/>
                    <a:gd name="connsiteY23" fmla="*/ 155258 h 457200"/>
                    <a:gd name="connsiteX24" fmla="*/ 260033 w 666750"/>
                    <a:gd name="connsiteY24" fmla="*/ 94298 h 457200"/>
                    <a:gd name="connsiteX25" fmla="*/ 274320 w 666750"/>
                    <a:gd name="connsiteY25" fmla="*/ 129540 h 457200"/>
                    <a:gd name="connsiteX26" fmla="*/ 309563 w 666750"/>
                    <a:gd name="connsiteY26" fmla="*/ 114300 h 457200"/>
                    <a:gd name="connsiteX27" fmla="*/ 295275 w 666750"/>
                    <a:gd name="connsiteY27" fmla="*/ 79057 h 457200"/>
                    <a:gd name="connsiteX28" fmla="*/ 400050 w 666750"/>
                    <a:gd name="connsiteY28" fmla="*/ 58103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66750" h="457200">
                      <a:moveTo>
                        <a:pt x="400050" y="58103"/>
                      </a:moveTo>
                      <a:lnTo>
                        <a:pt x="400050" y="96202"/>
                      </a:lnTo>
                      <a:cubicBezTo>
                        <a:pt x="406718" y="96202"/>
                        <a:pt x="412433" y="95250"/>
                        <a:pt x="419100" y="95250"/>
                      </a:cubicBezTo>
                      <a:cubicBezTo>
                        <a:pt x="425768" y="95250"/>
                        <a:pt x="431483" y="95250"/>
                        <a:pt x="438150" y="96202"/>
                      </a:cubicBezTo>
                      <a:lnTo>
                        <a:pt x="438150" y="58103"/>
                      </a:lnTo>
                      <a:cubicBezTo>
                        <a:pt x="475298" y="60007"/>
                        <a:pt x="510540" y="67628"/>
                        <a:pt x="542925" y="80010"/>
                      </a:cubicBezTo>
                      <a:lnTo>
                        <a:pt x="528638" y="114300"/>
                      </a:lnTo>
                      <a:cubicBezTo>
                        <a:pt x="541020" y="119063"/>
                        <a:pt x="552450" y="123825"/>
                        <a:pt x="563880" y="129540"/>
                      </a:cubicBezTo>
                      <a:lnTo>
                        <a:pt x="578168" y="94298"/>
                      </a:lnTo>
                      <a:cubicBezTo>
                        <a:pt x="596265" y="102870"/>
                        <a:pt x="612458" y="113348"/>
                        <a:pt x="628650" y="124777"/>
                      </a:cubicBezTo>
                      <a:lnTo>
                        <a:pt x="669608" y="83820"/>
                      </a:lnTo>
                      <a:cubicBezTo>
                        <a:pt x="600075" y="31432"/>
                        <a:pt x="513398" y="0"/>
                        <a:pt x="419100" y="0"/>
                      </a:cubicBezTo>
                      <a:cubicBezTo>
                        <a:pt x="187643" y="0"/>
                        <a:pt x="0" y="187643"/>
                        <a:pt x="0" y="419100"/>
                      </a:cubicBezTo>
                      <a:lnTo>
                        <a:pt x="0" y="457200"/>
                      </a:lnTo>
                      <a:lnTo>
                        <a:pt x="57150" y="457200"/>
                      </a:lnTo>
                      <a:lnTo>
                        <a:pt x="57150" y="419100"/>
                      </a:lnTo>
                      <a:cubicBezTo>
                        <a:pt x="57150" y="380048"/>
                        <a:pt x="63818" y="341948"/>
                        <a:pt x="75248" y="306705"/>
                      </a:cubicBezTo>
                      <a:lnTo>
                        <a:pt x="110490" y="320993"/>
                      </a:lnTo>
                      <a:cubicBezTo>
                        <a:pt x="114300" y="308610"/>
                        <a:pt x="119063" y="297180"/>
                        <a:pt x="123825" y="285750"/>
                      </a:cubicBezTo>
                      <a:lnTo>
                        <a:pt x="88583" y="271463"/>
                      </a:lnTo>
                      <a:cubicBezTo>
                        <a:pt x="102870" y="239077"/>
                        <a:pt x="122873" y="208598"/>
                        <a:pt x="145733" y="182880"/>
                      </a:cubicBezTo>
                      <a:lnTo>
                        <a:pt x="172403" y="209550"/>
                      </a:lnTo>
                      <a:cubicBezTo>
                        <a:pt x="180975" y="200025"/>
                        <a:pt x="189548" y="190500"/>
                        <a:pt x="199073" y="181927"/>
                      </a:cubicBezTo>
                      <a:lnTo>
                        <a:pt x="172403" y="155258"/>
                      </a:lnTo>
                      <a:cubicBezTo>
                        <a:pt x="198120" y="131445"/>
                        <a:pt x="227648" y="110490"/>
                        <a:pt x="260033" y="94298"/>
                      </a:cubicBezTo>
                      <a:lnTo>
                        <a:pt x="274320" y="129540"/>
                      </a:lnTo>
                      <a:cubicBezTo>
                        <a:pt x="285750" y="123825"/>
                        <a:pt x="297180" y="119063"/>
                        <a:pt x="309563" y="114300"/>
                      </a:cubicBezTo>
                      <a:lnTo>
                        <a:pt x="295275" y="79057"/>
                      </a:lnTo>
                      <a:cubicBezTo>
                        <a:pt x="327660" y="66675"/>
                        <a:pt x="362903" y="60007"/>
                        <a:pt x="400050" y="58103"/>
                      </a:cubicBezTo>
                      <a:close/>
                    </a:path>
                  </a:pathLst>
                </a:custGeom>
                <a:grpFill/>
                <a:ln w="952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65" name="Freeform: Shape 264">
                  <a:extLst>
                    <a:ext uri="{FF2B5EF4-FFF2-40B4-BE49-F238E27FC236}">
                      <a16:creationId xmlns:a16="http://schemas.microsoft.com/office/drawing/2014/main" id="{C567A17E-D5CC-4ED8-C322-25388DC7C123}"/>
                    </a:ext>
                  </a:extLst>
                </p:cNvPr>
                <p:cNvSpPr/>
                <p:nvPr/>
              </p:nvSpPr>
              <p:spPr>
                <a:xfrm>
                  <a:off x="6391275" y="3379470"/>
                  <a:ext cx="123825" cy="276225"/>
                </a:xfrm>
                <a:custGeom>
                  <a:avLst/>
                  <a:gdLst>
                    <a:gd name="connsiteX0" fmla="*/ 48577 w 123825"/>
                    <a:gd name="connsiteY0" fmla="*/ 0 h 276225"/>
                    <a:gd name="connsiteX1" fmla="*/ 7620 w 123825"/>
                    <a:gd name="connsiteY1" fmla="*/ 40957 h 276225"/>
                    <a:gd name="connsiteX2" fmla="*/ 35242 w 123825"/>
                    <a:gd name="connsiteY2" fmla="*/ 91440 h 276225"/>
                    <a:gd name="connsiteX3" fmla="*/ 0 w 123825"/>
                    <a:gd name="connsiteY3" fmla="*/ 106680 h 276225"/>
                    <a:gd name="connsiteX4" fmla="*/ 13335 w 123825"/>
                    <a:gd name="connsiteY4" fmla="*/ 141923 h 276225"/>
                    <a:gd name="connsiteX5" fmla="*/ 48577 w 123825"/>
                    <a:gd name="connsiteY5" fmla="*/ 127635 h 276225"/>
                    <a:gd name="connsiteX6" fmla="*/ 66675 w 123825"/>
                    <a:gd name="connsiteY6" fmla="*/ 240030 h 276225"/>
                    <a:gd name="connsiteX7" fmla="*/ 66675 w 123825"/>
                    <a:gd name="connsiteY7" fmla="*/ 278130 h 276225"/>
                    <a:gd name="connsiteX8" fmla="*/ 123825 w 123825"/>
                    <a:gd name="connsiteY8" fmla="*/ 278130 h 276225"/>
                    <a:gd name="connsiteX9" fmla="*/ 123825 w 123825"/>
                    <a:gd name="connsiteY9" fmla="*/ 240030 h 276225"/>
                    <a:gd name="connsiteX10" fmla="*/ 48577 w 123825"/>
                    <a:gd name="connsiteY10"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825" h="276225">
                      <a:moveTo>
                        <a:pt x="48577" y="0"/>
                      </a:moveTo>
                      <a:lnTo>
                        <a:pt x="7620" y="40957"/>
                      </a:lnTo>
                      <a:cubicBezTo>
                        <a:pt x="18098" y="57150"/>
                        <a:pt x="27623" y="74295"/>
                        <a:pt x="35242" y="91440"/>
                      </a:cubicBezTo>
                      <a:lnTo>
                        <a:pt x="0" y="106680"/>
                      </a:lnTo>
                      <a:cubicBezTo>
                        <a:pt x="4763" y="118110"/>
                        <a:pt x="9525" y="130493"/>
                        <a:pt x="13335" y="141923"/>
                      </a:cubicBezTo>
                      <a:lnTo>
                        <a:pt x="48577" y="127635"/>
                      </a:lnTo>
                      <a:cubicBezTo>
                        <a:pt x="60008" y="162878"/>
                        <a:pt x="66675" y="200978"/>
                        <a:pt x="66675" y="240030"/>
                      </a:cubicBezTo>
                      <a:lnTo>
                        <a:pt x="66675" y="278130"/>
                      </a:lnTo>
                      <a:lnTo>
                        <a:pt x="123825" y="278130"/>
                      </a:lnTo>
                      <a:lnTo>
                        <a:pt x="123825" y="240030"/>
                      </a:lnTo>
                      <a:cubicBezTo>
                        <a:pt x="123825" y="150495"/>
                        <a:pt x="96202" y="68580"/>
                        <a:pt x="48577" y="0"/>
                      </a:cubicBezTo>
                      <a:close/>
                    </a:path>
                  </a:pathLst>
                </a:custGeom>
                <a:grpFill/>
                <a:ln w="952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66" name="Freeform: Shape 265">
                  <a:extLst>
                    <a:ext uri="{FF2B5EF4-FFF2-40B4-BE49-F238E27FC236}">
                      <a16:creationId xmlns:a16="http://schemas.microsoft.com/office/drawing/2014/main" id="{4E36F9FA-DAC3-F58C-657E-B64AC6971D1E}"/>
                    </a:ext>
                  </a:extLst>
                </p:cNvPr>
                <p:cNvSpPr/>
                <p:nvPr/>
              </p:nvSpPr>
              <p:spPr>
                <a:xfrm>
                  <a:off x="6055735" y="3305175"/>
                  <a:ext cx="361950" cy="361950"/>
                </a:xfrm>
                <a:custGeom>
                  <a:avLst/>
                  <a:gdLst>
                    <a:gd name="connsiteX0" fmla="*/ 13595 w 361950"/>
                    <a:gd name="connsiteY0" fmla="*/ 297180 h 361950"/>
                    <a:gd name="connsiteX1" fmla="*/ 8833 w 361950"/>
                    <a:gd name="connsiteY1" fmla="*/ 301942 h 361950"/>
                    <a:gd name="connsiteX2" fmla="*/ 13595 w 361950"/>
                    <a:gd name="connsiteY2" fmla="*/ 356235 h 361950"/>
                    <a:gd name="connsiteX3" fmla="*/ 67888 w 361950"/>
                    <a:gd name="connsiteY3" fmla="*/ 351473 h 361950"/>
                    <a:gd name="connsiteX4" fmla="*/ 364115 w 361950"/>
                    <a:gd name="connsiteY4" fmla="*/ 0 h 361950"/>
                    <a:gd name="connsiteX5" fmla="*/ 13595 w 361950"/>
                    <a:gd name="connsiteY5" fmla="*/ 297180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1950" h="361950">
                      <a:moveTo>
                        <a:pt x="13595" y="297180"/>
                      </a:moveTo>
                      <a:cubicBezTo>
                        <a:pt x="11690" y="298133"/>
                        <a:pt x="10738" y="300038"/>
                        <a:pt x="8833" y="301942"/>
                      </a:cubicBezTo>
                      <a:cubicBezTo>
                        <a:pt x="-4502" y="318135"/>
                        <a:pt x="-2597" y="341948"/>
                        <a:pt x="13595" y="356235"/>
                      </a:cubicBezTo>
                      <a:cubicBezTo>
                        <a:pt x="29788" y="369570"/>
                        <a:pt x="53600" y="367665"/>
                        <a:pt x="67888" y="351473"/>
                      </a:cubicBezTo>
                      <a:lnTo>
                        <a:pt x="364115" y="0"/>
                      </a:lnTo>
                      <a:lnTo>
                        <a:pt x="13595" y="297180"/>
                      </a:lnTo>
                      <a:close/>
                    </a:path>
                  </a:pathLst>
                </a:custGeom>
                <a:grpFill/>
                <a:ln w="9525" cap="flat">
                  <a:solidFill>
                    <a:srgbClr val="FFFFFF"/>
                  </a:solid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grpSp>
        <p:grpSp>
          <p:nvGrpSpPr>
            <p:cNvPr id="267" name="Group 266">
              <a:extLst>
                <a:ext uri="{FF2B5EF4-FFF2-40B4-BE49-F238E27FC236}">
                  <a16:creationId xmlns:a16="http://schemas.microsoft.com/office/drawing/2014/main" id="{38E40CF2-58FF-F0FE-9CE2-397D268761C8}"/>
                </a:ext>
              </a:extLst>
            </p:cNvPr>
            <p:cNvGrpSpPr/>
            <p:nvPr/>
          </p:nvGrpSpPr>
          <p:grpSpPr>
            <a:xfrm>
              <a:off x="4452982" y="5140256"/>
              <a:ext cx="454267" cy="419435"/>
              <a:chOff x="4452743" y="5140256"/>
              <a:chExt cx="454267" cy="419435"/>
            </a:xfrm>
          </p:grpSpPr>
          <p:sp>
            <p:nvSpPr>
              <p:cNvPr id="268" name="Ellipse 156">
                <a:extLst>
                  <a:ext uri="{FF2B5EF4-FFF2-40B4-BE49-F238E27FC236}">
                    <a16:creationId xmlns:a16="http://schemas.microsoft.com/office/drawing/2014/main" id="{8E278C82-7DDC-33A6-311E-5C429822F727}"/>
                  </a:ext>
                </a:extLst>
              </p:cNvPr>
              <p:cNvSpPr>
                <a:spLocks noChangeAspect="1"/>
              </p:cNvSpPr>
              <p:nvPr/>
            </p:nvSpPr>
            <p:spPr>
              <a:xfrm rot="16200000" flipH="1">
                <a:off x="4470159" y="5122840"/>
                <a:ext cx="419435" cy="454267"/>
              </a:xfrm>
              <a:prstGeom prst="ellipse">
                <a:avLst/>
              </a:prstGeom>
              <a:solidFill>
                <a:srgbClr val="00BFBF"/>
              </a:solidFill>
              <a:ln w="635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nvGrpSpPr>
              <p:cNvPr id="269" name="Graphic 197" descr="Bullseye">
                <a:extLst>
                  <a:ext uri="{FF2B5EF4-FFF2-40B4-BE49-F238E27FC236}">
                    <a16:creationId xmlns:a16="http://schemas.microsoft.com/office/drawing/2014/main" id="{876A516B-93C8-B47B-BB65-C7A288BDE1B9}"/>
                  </a:ext>
                </a:extLst>
              </p:cNvPr>
              <p:cNvGrpSpPr/>
              <p:nvPr/>
            </p:nvGrpSpPr>
            <p:grpSpPr>
              <a:xfrm>
                <a:off x="4506469" y="5176348"/>
                <a:ext cx="346813" cy="347251"/>
                <a:chOff x="5719762" y="3052766"/>
                <a:chExt cx="751525" cy="752473"/>
              </a:xfrm>
              <a:solidFill>
                <a:srgbClr val="FFFFFF"/>
              </a:solidFill>
            </p:grpSpPr>
            <p:sp>
              <p:nvSpPr>
                <p:cNvPr id="270" name="Freeform: Shape 269">
                  <a:extLst>
                    <a:ext uri="{FF2B5EF4-FFF2-40B4-BE49-F238E27FC236}">
                      <a16:creationId xmlns:a16="http://schemas.microsoft.com/office/drawing/2014/main" id="{929C9E9F-4101-D0BC-0D24-C00250900616}"/>
                    </a:ext>
                  </a:extLst>
                </p:cNvPr>
                <p:cNvSpPr/>
                <p:nvPr/>
              </p:nvSpPr>
              <p:spPr>
                <a:xfrm>
                  <a:off x="5985512" y="3052766"/>
                  <a:ext cx="485775" cy="485775"/>
                </a:xfrm>
                <a:custGeom>
                  <a:avLst/>
                  <a:gdLst>
                    <a:gd name="connsiteX0" fmla="*/ 401003 w 485775"/>
                    <a:gd name="connsiteY0" fmla="*/ 85725 h 485775"/>
                    <a:gd name="connsiteX1" fmla="*/ 391478 w 485775"/>
                    <a:gd name="connsiteY1" fmla="*/ 0 h 485775"/>
                    <a:gd name="connsiteX2" fmla="*/ 286703 w 485775"/>
                    <a:gd name="connsiteY2" fmla="*/ 104775 h 485775"/>
                    <a:gd name="connsiteX3" fmla="*/ 292417 w 485775"/>
                    <a:gd name="connsiteY3" fmla="*/ 154305 h 485775"/>
                    <a:gd name="connsiteX4" fmla="*/ 140017 w 485775"/>
                    <a:gd name="connsiteY4" fmla="*/ 306705 h 485775"/>
                    <a:gd name="connsiteX5" fmla="*/ 95250 w 485775"/>
                    <a:gd name="connsiteY5" fmla="*/ 295275 h 485775"/>
                    <a:gd name="connsiteX6" fmla="*/ 0 w 485775"/>
                    <a:gd name="connsiteY6" fmla="*/ 390525 h 485775"/>
                    <a:gd name="connsiteX7" fmla="*/ 95250 w 485775"/>
                    <a:gd name="connsiteY7" fmla="*/ 485775 h 485775"/>
                    <a:gd name="connsiteX8" fmla="*/ 190500 w 485775"/>
                    <a:gd name="connsiteY8" fmla="*/ 390525 h 485775"/>
                    <a:gd name="connsiteX9" fmla="*/ 180022 w 485775"/>
                    <a:gd name="connsiteY9" fmla="*/ 346710 h 485775"/>
                    <a:gd name="connsiteX10" fmla="*/ 332423 w 485775"/>
                    <a:gd name="connsiteY10" fmla="*/ 194310 h 485775"/>
                    <a:gd name="connsiteX11" fmla="*/ 381953 w 485775"/>
                    <a:gd name="connsiteY11" fmla="*/ 200025 h 485775"/>
                    <a:gd name="connsiteX12" fmla="*/ 486728 w 485775"/>
                    <a:gd name="connsiteY12" fmla="*/ 95250 h 485775"/>
                    <a:gd name="connsiteX13" fmla="*/ 401003 w 485775"/>
                    <a:gd name="connsiteY13" fmla="*/ 85725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5775" h="485775">
                      <a:moveTo>
                        <a:pt x="401003" y="85725"/>
                      </a:moveTo>
                      <a:lnTo>
                        <a:pt x="391478" y="0"/>
                      </a:lnTo>
                      <a:lnTo>
                        <a:pt x="286703" y="104775"/>
                      </a:lnTo>
                      <a:lnTo>
                        <a:pt x="292417" y="154305"/>
                      </a:lnTo>
                      <a:lnTo>
                        <a:pt x="140017" y="306705"/>
                      </a:lnTo>
                      <a:cubicBezTo>
                        <a:pt x="126682" y="300038"/>
                        <a:pt x="111442" y="295275"/>
                        <a:pt x="95250" y="295275"/>
                      </a:cubicBezTo>
                      <a:cubicBezTo>
                        <a:pt x="42863" y="295275"/>
                        <a:pt x="0" y="338138"/>
                        <a:pt x="0" y="390525"/>
                      </a:cubicBezTo>
                      <a:cubicBezTo>
                        <a:pt x="0" y="442913"/>
                        <a:pt x="42863" y="485775"/>
                        <a:pt x="95250" y="485775"/>
                      </a:cubicBezTo>
                      <a:cubicBezTo>
                        <a:pt x="147638" y="485775"/>
                        <a:pt x="190500" y="442913"/>
                        <a:pt x="190500" y="390525"/>
                      </a:cubicBezTo>
                      <a:cubicBezTo>
                        <a:pt x="190500" y="374333"/>
                        <a:pt x="186690" y="360045"/>
                        <a:pt x="180022" y="346710"/>
                      </a:cubicBezTo>
                      <a:lnTo>
                        <a:pt x="332423" y="194310"/>
                      </a:lnTo>
                      <a:lnTo>
                        <a:pt x="381953" y="200025"/>
                      </a:lnTo>
                      <a:lnTo>
                        <a:pt x="486728" y="95250"/>
                      </a:lnTo>
                      <a:lnTo>
                        <a:pt x="401003" y="85725"/>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71" name="Freeform: Shape 270">
                  <a:extLst>
                    <a:ext uri="{FF2B5EF4-FFF2-40B4-BE49-F238E27FC236}">
                      <a16:creationId xmlns:a16="http://schemas.microsoft.com/office/drawing/2014/main" id="{95ADD7DF-8AAF-81A2-F3F3-3A2DF6E968B4}"/>
                    </a:ext>
                  </a:extLst>
                </p:cNvPr>
                <p:cNvSpPr/>
                <p:nvPr/>
              </p:nvSpPr>
              <p:spPr>
                <a:xfrm>
                  <a:off x="5719762" y="3081339"/>
                  <a:ext cx="723900" cy="723900"/>
                </a:xfrm>
                <a:custGeom>
                  <a:avLst/>
                  <a:gdLst>
                    <a:gd name="connsiteX0" fmla="*/ 674370 w 723900"/>
                    <a:gd name="connsiteY0" fmla="*/ 198120 h 723900"/>
                    <a:gd name="connsiteX1" fmla="*/ 661988 w 723900"/>
                    <a:gd name="connsiteY1" fmla="*/ 211455 h 723900"/>
                    <a:gd name="connsiteX2" fmla="*/ 643890 w 723900"/>
                    <a:gd name="connsiteY2" fmla="*/ 209550 h 723900"/>
                    <a:gd name="connsiteX3" fmla="*/ 623888 w 723900"/>
                    <a:gd name="connsiteY3" fmla="*/ 206693 h 723900"/>
                    <a:gd name="connsiteX4" fmla="*/ 666750 w 723900"/>
                    <a:gd name="connsiteY4" fmla="*/ 361950 h 723900"/>
                    <a:gd name="connsiteX5" fmla="*/ 361950 w 723900"/>
                    <a:gd name="connsiteY5" fmla="*/ 666750 h 723900"/>
                    <a:gd name="connsiteX6" fmla="*/ 57150 w 723900"/>
                    <a:gd name="connsiteY6" fmla="*/ 361950 h 723900"/>
                    <a:gd name="connsiteX7" fmla="*/ 361950 w 723900"/>
                    <a:gd name="connsiteY7" fmla="*/ 57150 h 723900"/>
                    <a:gd name="connsiteX8" fmla="*/ 517208 w 723900"/>
                    <a:gd name="connsiteY8" fmla="*/ 100013 h 723900"/>
                    <a:gd name="connsiteX9" fmla="*/ 515303 w 723900"/>
                    <a:gd name="connsiteY9" fmla="*/ 80963 h 723900"/>
                    <a:gd name="connsiteX10" fmla="*/ 512445 w 723900"/>
                    <a:gd name="connsiteY10" fmla="*/ 61913 h 723900"/>
                    <a:gd name="connsiteX11" fmla="*/ 525780 w 723900"/>
                    <a:gd name="connsiteY11" fmla="*/ 48578 h 723900"/>
                    <a:gd name="connsiteX12" fmla="*/ 532448 w 723900"/>
                    <a:gd name="connsiteY12" fmla="*/ 41910 h 723900"/>
                    <a:gd name="connsiteX13" fmla="*/ 361950 w 723900"/>
                    <a:gd name="connsiteY13" fmla="*/ 0 h 723900"/>
                    <a:gd name="connsiteX14" fmla="*/ 0 w 723900"/>
                    <a:gd name="connsiteY14" fmla="*/ 361950 h 723900"/>
                    <a:gd name="connsiteX15" fmla="*/ 361950 w 723900"/>
                    <a:gd name="connsiteY15" fmla="*/ 723900 h 723900"/>
                    <a:gd name="connsiteX16" fmla="*/ 723900 w 723900"/>
                    <a:gd name="connsiteY16" fmla="*/ 361950 h 723900"/>
                    <a:gd name="connsiteX17" fmla="*/ 681038 w 723900"/>
                    <a:gd name="connsiteY17" fmla="*/ 192405 h 723900"/>
                    <a:gd name="connsiteX18" fmla="*/ 674370 w 723900"/>
                    <a:gd name="connsiteY18" fmla="*/ 198120 h 72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23900" h="723900">
                      <a:moveTo>
                        <a:pt x="674370" y="198120"/>
                      </a:moveTo>
                      <a:lnTo>
                        <a:pt x="661988" y="211455"/>
                      </a:lnTo>
                      <a:lnTo>
                        <a:pt x="643890" y="209550"/>
                      </a:lnTo>
                      <a:lnTo>
                        <a:pt x="623888" y="206693"/>
                      </a:lnTo>
                      <a:cubicBezTo>
                        <a:pt x="650558" y="252413"/>
                        <a:pt x="666750" y="304800"/>
                        <a:pt x="666750" y="361950"/>
                      </a:cubicBezTo>
                      <a:cubicBezTo>
                        <a:pt x="666750" y="529590"/>
                        <a:pt x="529590" y="666750"/>
                        <a:pt x="361950" y="666750"/>
                      </a:cubicBezTo>
                      <a:cubicBezTo>
                        <a:pt x="194310" y="666750"/>
                        <a:pt x="57150" y="529590"/>
                        <a:pt x="57150" y="361950"/>
                      </a:cubicBezTo>
                      <a:cubicBezTo>
                        <a:pt x="57150" y="194310"/>
                        <a:pt x="194310" y="57150"/>
                        <a:pt x="361950" y="57150"/>
                      </a:cubicBezTo>
                      <a:cubicBezTo>
                        <a:pt x="418148" y="57150"/>
                        <a:pt x="471488" y="72390"/>
                        <a:pt x="517208" y="100013"/>
                      </a:cubicBezTo>
                      <a:lnTo>
                        <a:pt x="515303" y="80963"/>
                      </a:lnTo>
                      <a:lnTo>
                        <a:pt x="512445" y="61913"/>
                      </a:lnTo>
                      <a:lnTo>
                        <a:pt x="525780" y="48578"/>
                      </a:lnTo>
                      <a:lnTo>
                        <a:pt x="532448" y="41910"/>
                      </a:lnTo>
                      <a:cubicBezTo>
                        <a:pt x="481013" y="15240"/>
                        <a:pt x="423863" y="0"/>
                        <a:pt x="361950" y="0"/>
                      </a:cubicBezTo>
                      <a:cubicBezTo>
                        <a:pt x="161925" y="0"/>
                        <a:pt x="0" y="161925"/>
                        <a:pt x="0" y="361950"/>
                      </a:cubicBezTo>
                      <a:cubicBezTo>
                        <a:pt x="0" y="561975"/>
                        <a:pt x="161925" y="723900"/>
                        <a:pt x="361950" y="723900"/>
                      </a:cubicBezTo>
                      <a:cubicBezTo>
                        <a:pt x="561975" y="723900"/>
                        <a:pt x="723900" y="561975"/>
                        <a:pt x="723900" y="361950"/>
                      </a:cubicBezTo>
                      <a:cubicBezTo>
                        <a:pt x="723900" y="300038"/>
                        <a:pt x="708660" y="242888"/>
                        <a:pt x="681038" y="192405"/>
                      </a:cubicBezTo>
                      <a:lnTo>
                        <a:pt x="674370" y="19812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72" name="Freeform: Shape 271">
                  <a:extLst>
                    <a:ext uri="{FF2B5EF4-FFF2-40B4-BE49-F238E27FC236}">
                      <a16:creationId xmlns:a16="http://schemas.microsoft.com/office/drawing/2014/main" id="{0B2DBE5D-9F5C-9796-2039-708DAC6F13A2}"/>
                    </a:ext>
                  </a:extLst>
                </p:cNvPr>
                <p:cNvSpPr/>
                <p:nvPr/>
              </p:nvSpPr>
              <p:spPr>
                <a:xfrm>
                  <a:off x="5853113" y="3214688"/>
                  <a:ext cx="457201" cy="457201"/>
                </a:xfrm>
                <a:custGeom>
                  <a:avLst/>
                  <a:gdLst>
                    <a:gd name="connsiteX0" fmla="*/ 387668 w 457200"/>
                    <a:gd name="connsiteY0" fmla="*/ 163830 h 457200"/>
                    <a:gd name="connsiteX1" fmla="*/ 400050 w 457200"/>
                    <a:gd name="connsiteY1" fmla="*/ 228600 h 457200"/>
                    <a:gd name="connsiteX2" fmla="*/ 228600 w 457200"/>
                    <a:gd name="connsiteY2" fmla="*/ 400050 h 457200"/>
                    <a:gd name="connsiteX3" fmla="*/ 57150 w 457200"/>
                    <a:gd name="connsiteY3" fmla="*/ 228600 h 457200"/>
                    <a:gd name="connsiteX4" fmla="*/ 228600 w 457200"/>
                    <a:gd name="connsiteY4" fmla="*/ 57150 h 457200"/>
                    <a:gd name="connsiteX5" fmla="*/ 293370 w 457200"/>
                    <a:gd name="connsiteY5" fmla="*/ 69532 h 457200"/>
                    <a:gd name="connsiteX6" fmla="*/ 336233 w 457200"/>
                    <a:gd name="connsiteY6" fmla="*/ 26670 h 457200"/>
                    <a:gd name="connsiteX7" fmla="*/ 228600 w 457200"/>
                    <a:gd name="connsiteY7" fmla="*/ 0 h 457200"/>
                    <a:gd name="connsiteX8" fmla="*/ 0 w 457200"/>
                    <a:gd name="connsiteY8" fmla="*/ 228600 h 457200"/>
                    <a:gd name="connsiteX9" fmla="*/ 228600 w 457200"/>
                    <a:gd name="connsiteY9" fmla="*/ 457200 h 457200"/>
                    <a:gd name="connsiteX10" fmla="*/ 457200 w 457200"/>
                    <a:gd name="connsiteY10" fmla="*/ 228600 h 457200"/>
                    <a:gd name="connsiteX11" fmla="*/ 430530 w 457200"/>
                    <a:gd name="connsiteY11" fmla="*/ 120968 h 457200"/>
                    <a:gd name="connsiteX12" fmla="*/ 387668 w 457200"/>
                    <a:gd name="connsiteY12" fmla="*/ 16383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457200">
                      <a:moveTo>
                        <a:pt x="387668" y="163830"/>
                      </a:moveTo>
                      <a:cubicBezTo>
                        <a:pt x="396240" y="183833"/>
                        <a:pt x="400050" y="205740"/>
                        <a:pt x="400050" y="228600"/>
                      </a:cubicBezTo>
                      <a:cubicBezTo>
                        <a:pt x="400050" y="322898"/>
                        <a:pt x="322898" y="400050"/>
                        <a:pt x="228600" y="400050"/>
                      </a:cubicBezTo>
                      <a:cubicBezTo>
                        <a:pt x="134302" y="400050"/>
                        <a:pt x="57150" y="322898"/>
                        <a:pt x="57150" y="228600"/>
                      </a:cubicBezTo>
                      <a:cubicBezTo>
                        <a:pt x="57150" y="134302"/>
                        <a:pt x="134302" y="57150"/>
                        <a:pt x="228600" y="57150"/>
                      </a:cubicBezTo>
                      <a:cubicBezTo>
                        <a:pt x="251460" y="57150"/>
                        <a:pt x="273368" y="61913"/>
                        <a:pt x="293370" y="69532"/>
                      </a:cubicBezTo>
                      <a:lnTo>
                        <a:pt x="336233" y="26670"/>
                      </a:lnTo>
                      <a:cubicBezTo>
                        <a:pt x="303848" y="9525"/>
                        <a:pt x="267653" y="0"/>
                        <a:pt x="228600" y="0"/>
                      </a:cubicBezTo>
                      <a:cubicBezTo>
                        <a:pt x="102870" y="0"/>
                        <a:pt x="0" y="102870"/>
                        <a:pt x="0" y="228600"/>
                      </a:cubicBezTo>
                      <a:cubicBezTo>
                        <a:pt x="0" y="354330"/>
                        <a:pt x="102870" y="457200"/>
                        <a:pt x="228600" y="457200"/>
                      </a:cubicBezTo>
                      <a:cubicBezTo>
                        <a:pt x="354330" y="457200"/>
                        <a:pt x="457200" y="354330"/>
                        <a:pt x="457200" y="228600"/>
                      </a:cubicBezTo>
                      <a:cubicBezTo>
                        <a:pt x="457200" y="189548"/>
                        <a:pt x="447675" y="153352"/>
                        <a:pt x="430530" y="120968"/>
                      </a:cubicBezTo>
                      <a:lnTo>
                        <a:pt x="387668" y="163830"/>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grpSp>
        <p:grpSp>
          <p:nvGrpSpPr>
            <p:cNvPr id="273" name="Group 272">
              <a:extLst>
                <a:ext uri="{FF2B5EF4-FFF2-40B4-BE49-F238E27FC236}">
                  <a16:creationId xmlns:a16="http://schemas.microsoft.com/office/drawing/2014/main" id="{EC2CA6AE-82EC-C663-5291-5177835CCBF0}"/>
                </a:ext>
              </a:extLst>
            </p:cNvPr>
            <p:cNvGrpSpPr/>
            <p:nvPr/>
          </p:nvGrpSpPr>
          <p:grpSpPr>
            <a:xfrm>
              <a:off x="9474749" y="5148982"/>
              <a:ext cx="454267" cy="419436"/>
              <a:chOff x="9474749" y="5148982"/>
              <a:chExt cx="454267" cy="419436"/>
            </a:xfrm>
          </p:grpSpPr>
          <p:sp>
            <p:nvSpPr>
              <p:cNvPr id="274" name="Ellipse 182">
                <a:extLst>
                  <a:ext uri="{FF2B5EF4-FFF2-40B4-BE49-F238E27FC236}">
                    <a16:creationId xmlns:a16="http://schemas.microsoft.com/office/drawing/2014/main" id="{243CFD9A-DAC2-611D-1450-04D6CAB80612}"/>
                  </a:ext>
                </a:extLst>
              </p:cNvPr>
              <p:cNvSpPr/>
              <p:nvPr/>
            </p:nvSpPr>
            <p:spPr>
              <a:xfrm rot="16200000" flipH="1">
                <a:off x="9492165" y="5131566"/>
                <a:ext cx="419436" cy="454267"/>
              </a:xfrm>
              <a:prstGeom prst="ellipse">
                <a:avLst/>
              </a:prstGeom>
              <a:solidFill>
                <a:srgbClr val="0070AD">
                  <a:lumMod val="75000"/>
                </a:srgbClr>
              </a:solidFill>
              <a:ln w="6350" cap="sq" cmpd="sng" algn="ctr">
                <a:solidFill>
                  <a:srgbClr val="FFFFFF"/>
                </a:solidFill>
                <a:prstDash val="solid"/>
                <a:round/>
              </a:ln>
              <a:effectLst/>
            </p:spPr>
            <p:txBody>
              <a:bodyPr rtlCol="0" anchor="ctr"/>
              <a:lstStyle/>
              <a:p>
                <a:pPr marL="457200" marR="0" lvl="0" indent="-457200" algn="ctr" defTabSz="914400" eaLnBrk="1" fontAlgn="auto" latinLnBrk="0" hangingPunct="1">
                  <a:lnSpc>
                    <a:spcPct val="100000"/>
                  </a:lnSpc>
                  <a:spcBef>
                    <a:spcPts val="0"/>
                  </a:spcBef>
                  <a:spcAft>
                    <a:spcPts val="0"/>
                  </a:spcAft>
                  <a:buClrTx/>
                  <a:buSzTx/>
                  <a:buFont typeface="+mj-lt"/>
                  <a:buAutoNum type="arabicPeriod"/>
                  <a:tabLst/>
                  <a:defRPr/>
                </a:pPr>
                <a:endParaRPr kumimoji="0" lang="en-GB" sz="1100" b="0" i="0" u="none" strike="noStrike" kern="0" cap="none" spc="0" normalizeH="0" baseline="0" noProof="0">
                  <a:ln>
                    <a:noFill/>
                  </a:ln>
                  <a:solidFill>
                    <a:srgbClr val="FFFFFF"/>
                  </a:solidFill>
                  <a:effectLst/>
                  <a:uLnTx/>
                  <a:uFillTx/>
                </a:endParaRPr>
              </a:p>
            </p:txBody>
          </p:sp>
          <p:grpSp>
            <p:nvGrpSpPr>
              <p:cNvPr id="275" name="Graphic 63" descr="Gears">
                <a:extLst>
                  <a:ext uri="{FF2B5EF4-FFF2-40B4-BE49-F238E27FC236}">
                    <a16:creationId xmlns:a16="http://schemas.microsoft.com/office/drawing/2014/main" id="{E7869B3B-E66E-2144-DDF6-F97DCA98B545}"/>
                  </a:ext>
                </a:extLst>
              </p:cNvPr>
              <p:cNvGrpSpPr/>
              <p:nvPr/>
            </p:nvGrpSpPr>
            <p:grpSpPr>
              <a:xfrm>
                <a:off x="9557942" y="5184297"/>
                <a:ext cx="285220" cy="346149"/>
                <a:chOff x="5785485" y="3052763"/>
                <a:chExt cx="615315" cy="746760"/>
              </a:xfrm>
              <a:solidFill>
                <a:srgbClr val="FFFFFF"/>
              </a:solidFill>
            </p:grpSpPr>
            <p:sp>
              <p:nvSpPr>
                <p:cNvPr id="276" name="Freeform: Shape 275">
                  <a:extLst>
                    <a:ext uri="{FF2B5EF4-FFF2-40B4-BE49-F238E27FC236}">
                      <a16:creationId xmlns:a16="http://schemas.microsoft.com/office/drawing/2014/main" id="{54A11977-CA8F-61FB-7C5B-56882600116E}"/>
                    </a:ext>
                  </a:extLst>
                </p:cNvPr>
                <p:cNvSpPr/>
                <p:nvPr/>
              </p:nvSpPr>
              <p:spPr>
                <a:xfrm>
                  <a:off x="6000750" y="3052763"/>
                  <a:ext cx="400050" cy="400050"/>
                </a:xfrm>
                <a:custGeom>
                  <a:avLst/>
                  <a:gdLst>
                    <a:gd name="connsiteX0" fmla="*/ 202883 w 400050"/>
                    <a:gd name="connsiteY0" fmla="*/ 274320 h 400050"/>
                    <a:gd name="connsiteX1" fmla="*/ 131445 w 400050"/>
                    <a:gd name="connsiteY1" fmla="*/ 202883 h 400050"/>
                    <a:gd name="connsiteX2" fmla="*/ 202883 w 400050"/>
                    <a:gd name="connsiteY2" fmla="*/ 131445 h 400050"/>
                    <a:gd name="connsiteX3" fmla="*/ 274320 w 400050"/>
                    <a:gd name="connsiteY3" fmla="*/ 202883 h 400050"/>
                    <a:gd name="connsiteX4" fmla="*/ 202883 w 400050"/>
                    <a:gd name="connsiteY4" fmla="*/ 274320 h 400050"/>
                    <a:gd name="connsiteX5" fmla="*/ 363855 w 400050"/>
                    <a:gd name="connsiteY5" fmla="*/ 158115 h 400050"/>
                    <a:gd name="connsiteX6" fmla="*/ 348615 w 400050"/>
                    <a:gd name="connsiteY6" fmla="*/ 120968 h 400050"/>
                    <a:gd name="connsiteX7" fmla="*/ 363855 w 400050"/>
                    <a:gd name="connsiteY7" fmla="*/ 76200 h 400050"/>
                    <a:gd name="connsiteX8" fmla="*/ 329565 w 400050"/>
                    <a:gd name="connsiteY8" fmla="*/ 41910 h 400050"/>
                    <a:gd name="connsiteX9" fmla="*/ 284798 w 400050"/>
                    <a:gd name="connsiteY9" fmla="*/ 57150 h 400050"/>
                    <a:gd name="connsiteX10" fmla="*/ 247650 w 400050"/>
                    <a:gd name="connsiteY10" fmla="*/ 41910 h 400050"/>
                    <a:gd name="connsiteX11" fmla="*/ 226695 w 400050"/>
                    <a:gd name="connsiteY11" fmla="*/ 0 h 400050"/>
                    <a:gd name="connsiteX12" fmla="*/ 179070 w 400050"/>
                    <a:gd name="connsiteY12" fmla="*/ 0 h 400050"/>
                    <a:gd name="connsiteX13" fmla="*/ 158115 w 400050"/>
                    <a:gd name="connsiteY13" fmla="*/ 41910 h 400050"/>
                    <a:gd name="connsiteX14" fmla="*/ 120968 w 400050"/>
                    <a:gd name="connsiteY14" fmla="*/ 57150 h 400050"/>
                    <a:gd name="connsiteX15" fmla="*/ 76200 w 400050"/>
                    <a:gd name="connsiteY15" fmla="*/ 41910 h 400050"/>
                    <a:gd name="connsiteX16" fmla="*/ 41910 w 400050"/>
                    <a:gd name="connsiteY16" fmla="*/ 76200 h 400050"/>
                    <a:gd name="connsiteX17" fmla="*/ 57150 w 400050"/>
                    <a:gd name="connsiteY17" fmla="*/ 120968 h 400050"/>
                    <a:gd name="connsiteX18" fmla="*/ 41910 w 400050"/>
                    <a:gd name="connsiteY18" fmla="*/ 158115 h 400050"/>
                    <a:gd name="connsiteX19" fmla="*/ 0 w 400050"/>
                    <a:gd name="connsiteY19" fmla="*/ 179070 h 400050"/>
                    <a:gd name="connsiteX20" fmla="*/ 0 w 400050"/>
                    <a:gd name="connsiteY20" fmla="*/ 226695 h 400050"/>
                    <a:gd name="connsiteX21" fmla="*/ 41910 w 400050"/>
                    <a:gd name="connsiteY21" fmla="*/ 247650 h 400050"/>
                    <a:gd name="connsiteX22" fmla="*/ 57150 w 400050"/>
                    <a:gd name="connsiteY22" fmla="*/ 284798 h 400050"/>
                    <a:gd name="connsiteX23" fmla="*/ 41910 w 400050"/>
                    <a:gd name="connsiteY23" fmla="*/ 329565 h 400050"/>
                    <a:gd name="connsiteX24" fmla="*/ 75248 w 400050"/>
                    <a:gd name="connsiteY24" fmla="*/ 362903 h 400050"/>
                    <a:gd name="connsiteX25" fmla="*/ 120015 w 400050"/>
                    <a:gd name="connsiteY25" fmla="*/ 347663 h 400050"/>
                    <a:gd name="connsiteX26" fmla="*/ 157163 w 400050"/>
                    <a:gd name="connsiteY26" fmla="*/ 362903 h 400050"/>
                    <a:gd name="connsiteX27" fmla="*/ 178118 w 400050"/>
                    <a:gd name="connsiteY27" fmla="*/ 404813 h 400050"/>
                    <a:gd name="connsiteX28" fmla="*/ 225743 w 400050"/>
                    <a:gd name="connsiteY28" fmla="*/ 404813 h 400050"/>
                    <a:gd name="connsiteX29" fmla="*/ 246698 w 400050"/>
                    <a:gd name="connsiteY29" fmla="*/ 362903 h 400050"/>
                    <a:gd name="connsiteX30" fmla="*/ 283845 w 400050"/>
                    <a:gd name="connsiteY30" fmla="*/ 347663 h 400050"/>
                    <a:gd name="connsiteX31" fmla="*/ 328613 w 400050"/>
                    <a:gd name="connsiteY31" fmla="*/ 362903 h 400050"/>
                    <a:gd name="connsiteX32" fmla="*/ 362903 w 400050"/>
                    <a:gd name="connsiteY32" fmla="*/ 329565 h 400050"/>
                    <a:gd name="connsiteX33" fmla="*/ 347663 w 400050"/>
                    <a:gd name="connsiteY33" fmla="*/ 284798 h 400050"/>
                    <a:gd name="connsiteX34" fmla="*/ 363855 w 400050"/>
                    <a:gd name="connsiteY34" fmla="*/ 247650 h 400050"/>
                    <a:gd name="connsiteX35" fmla="*/ 405765 w 400050"/>
                    <a:gd name="connsiteY35" fmla="*/ 226695 h 400050"/>
                    <a:gd name="connsiteX36" fmla="*/ 405765 w 400050"/>
                    <a:gd name="connsiteY36" fmla="*/ 179070 h 400050"/>
                    <a:gd name="connsiteX37" fmla="*/ 363855 w 400050"/>
                    <a:gd name="connsiteY37" fmla="*/ 158115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400050" h="400050">
                      <a:moveTo>
                        <a:pt x="202883" y="274320"/>
                      </a:moveTo>
                      <a:cubicBezTo>
                        <a:pt x="162877" y="274320"/>
                        <a:pt x="131445" y="241935"/>
                        <a:pt x="131445" y="202883"/>
                      </a:cubicBezTo>
                      <a:cubicBezTo>
                        <a:pt x="131445" y="163830"/>
                        <a:pt x="163830" y="131445"/>
                        <a:pt x="202883" y="131445"/>
                      </a:cubicBezTo>
                      <a:cubicBezTo>
                        <a:pt x="242888" y="131445"/>
                        <a:pt x="274320" y="163830"/>
                        <a:pt x="274320" y="202883"/>
                      </a:cubicBezTo>
                      <a:cubicBezTo>
                        <a:pt x="274320" y="241935"/>
                        <a:pt x="241935" y="274320"/>
                        <a:pt x="202883" y="274320"/>
                      </a:cubicBezTo>
                      <a:close/>
                      <a:moveTo>
                        <a:pt x="363855" y="158115"/>
                      </a:moveTo>
                      <a:cubicBezTo>
                        <a:pt x="360045" y="144780"/>
                        <a:pt x="355283" y="132398"/>
                        <a:pt x="348615" y="120968"/>
                      </a:cubicBezTo>
                      <a:lnTo>
                        <a:pt x="363855" y="76200"/>
                      </a:lnTo>
                      <a:lnTo>
                        <a:pt x="329565" y="41910"/>
                      </a:lnTo>
                      <a:lnTo>
                        <a:pt x="284798" y="57150"/>
                      </a:lnTo>
                      <a:cubicBezTo>
                        <a:pt x="273367" y="50483"/>
                        <a:pt x="260985" y="45720"/>
                        <a:pt x="247650" y="41910"/>
                      </a:cubicBezTo>
                      <a:lnTo>
                        <a:pt x="226695" y="0"/>
                      </a:lnTo>
                      <a:lnTo>
                        <a:pt x="179070" y="0"/>
                      </a:lnTo>
                      <a:lnTo>
                        <a:pt x="158115" y="41910"/>
                      </a:lnTo>
                      <a:cubicBezTo>
                        <a:pt x="144780" y="45720"/>
                        <a:pt x="132398" y="50483"/>
                        <a:pt x="120968" y="57150"/>
                      </a:cubicBezTo>
                      <a:lnTo>
                        <a:pt x="76200" y="41910"/>
                      </a:lnTo>
                      <a:lnTo>
                        <a:pt x="41910" y="76200"/>
                      </a:lnTo>
                      <a:lnTo>
                        <a:pt x="57150" y="120968"/>
                      </a:lnTo>
                      <a:cubicBezTo>
                        <a:pt x="50482" y="132398"/>
                        <a:pt x="45720" y="144780"/>
                        <a:pt x="41910" y="158115"/>
                      </a:cubicBezTo>
                      <a:lnTo>
                        <a:pt x="0" y="179070"/>
                      </a:lnTo>
                      <a:lnTo>
                        <a:pt x="0" y="226695"/>
                      </a:lnTo>
                      <a:lnTo>
                        <a:pt x="41910" y="247650"/>
                      </a:lnTo>
                      <a:cubicBezTo>
                        <a:pt x="45720" y="260985"/>
                        <a:pt x="50482" y="273368"/>
                        <a:pt x="57150" y="284798"/>
                      </a:cubicBezTo>
                      <a:lnTo>
                        <a:pt x="41910" y="329565"/>
                      </a:lnTo>
                      <a:lnTo>
                        <a:pt x="75248" y="362903"/>
                      </a:lnTo>
                      <a:lnTo>
                        <a:pt x="120015" y="347663"/>
                      </a:lnTo>
                      <a:cubicBezTo>
                        <a:pt x="131445" y="354330"/>
                        <a:pt x="143827" y="359093"/>
                        <a:pt x="157163" y="362903"/>
                      </a:cubicBezTo>
                      <a:lnTo>
                        <a:pt x="178118" y="404813"/>
                      </a:lnTo>
                      <a:lnTo>
                        <a:pt x="225743" y="404813"/>
                      </a:lnTo>
                      <a:lnTo>
                        <a:pt x="246698" y="362903"/>
                      </a:lnTo>
                      <a:cubicBezTo>
                        <a:pt x="260033" y="359093"/>
                        <a:pt x="272415" y="354330"/>
                        <a:pt x="283845" y="347663"/>
                      </a:cubicBezTo>
                      <a:lnTo>
                        <a:pt x="328613" y="362903"/>
                      </a:lnTo>
                      <a:lnTo>
                        <a:pt x="362903" y="329565"/>
                      </a:lnTo>
                      <a:lnTo>
                        <a:pt x="347663" y="284798"/>
                      </a:lnTo>
                      <a:cubicBezTo>
                        <a:pt x="354330" y="273368"/>
                        <a:pt x="360045" y="260033"/>
                        <a:pt x="363855" y="247650"/>
                      </a:cubicBezTo>
                      <a:lnTo>
                        <a:pt x="405765" y="226695"/>
                      </a:lnTo>
                      <a:lnTo>
                        <a:pt x="405765" y="179070"/>
                      </a:lnTo>
                      <a:lnTo>
                        <a:pt x="363855" y="158115"/>
                      </a:ln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77" name="Freeform: Shape 276">
                  <a:extLst>
                    <a:ext uri="{FF2B5EF4-FFF2-40B4-BE49-F238E27FC236}">
                      <a16:creationId xmlns:a16="http://schemas.microsoft.com/office/drawing/2014/main" id="{41103971-33A6-50B3-B7C1-D6CCAF77DC99}"/>
                    </a:ext>
                  </a:extLst>
                </p:cNvPr>
                <p:cNvSpPr/>
                <p:nvPr/>
              </p:nvSpPr>
              <p:spPr>
                <a:xfrm>
                  <a:off x="5785485" y="3399473"/>
                  <a:ext cx="400050" cy="400050"/>
                </a:xfrm>
                <a:custGeom>
                  <a:avLst/>
                  <a:gdLst>
                    <a:gd name="connsiteX0" fmla="*/ 202883 w 400050"/>
                    <a:gd name="connsiteY0" fmla="*/ 274320 h 400050"/>
                    <a:gd name="connsiteX1" fmla="*/ 131445 w 400050"/>
                    <a:gd name="connsiteY1" fmla="*/ 202882 h 400050"/>
                    <a:gd name="connsiteX2" fmla="*/ 202883 w 400050"/>
                    <a:gd name="connsiteY2" fmla="*/ 131445 h 400050"/>
                    <a:gd name="connsiteX3" fmla="*/ 274320 w 400050"/>
                    <a:gd name="connsiteY3" fmla="*/ 202882 h 400050"/>
                    <a:gd name="connsiteX4" fmla="*/ 202883 w 400050"/>
                    <a:gd name="connsiteY4" fmla="*/ 274320 h 400050"/>
                    <a:gd name="connsiteX5" fmla="*/ 202883 w 400050"/>
                    <a:gd name="connsiteY5" fmla="*/ 274320 h 400050"/>
                    <a:gd name="connsiteX6" fmla="*/ 348615 w 400050"/>
                    <a:gd name="connsiteY6" fmla="*/ 120967 h 400050"/>
                    <a:gd name="connsiteX7" fmla="*/ 363855 w 400050"/>
                    <a:gd name="connsiteY7" fmla="*/ 76200 h 400050"/>
                    <a:gd name="connsiteX8" fmla="*/ 329565 w 400050"/>
                    <a:gd name="connsiteY8" fmla="*/ 41910 h 400050"/>
                    <a:gd name="connsiteX9" fmla="*/ 284798 w 400050"/>
                    <a:gd name="connsiteY9" fmla="*/ 57150 h 400050"/>
                    <a:gd name="connsiteX10" fmla="*/ 247650 w 400050"/>
                    <a:gd name="connsiteY10" fmla="*/ 41910 h 400050"/>
                    <a:gd name="connsiteX11" fmla="*/ 226695 w 400050"/>
                    <a:gd name="connsiteY11" fmla="*/ 0 h 400050"/>
                    <a:gd name="connsiteX12" fmla="*/ 179070 w 400050"/>
                    <a:gd name="connsiteY12" fmla="*/ 0 h 400050"/>
                    <a:gd name="connsiteX13" fmla="*/ 158115 w 400050"/>
                    <a:gd name="connsiteY13" fmla="*/ 41910 h 400050"/>
                    <a:gd name="connsiteX14" fmla="*/ 120968 w 400050"/>
                    <a:gd name="connsiteY14" fmla="*/ 57150 h 400050"/>
                    <a:gd name="connsiteX15" fmla="*/ 76200 w 400050"/>
                    <a:gd name="connsiteY15" fmla="*/ 41910 h 400050"/>
                    <a:gd name="connsiteX16" fmla="*/ 42863 w 400050"/>
                    <a:gd name="connsiteY16" fmla="*/ 75247 h 400050"/>
                    <a:gd name="connsiteX17" fmla="*/ 57150 w 400050"/>
                    <a:gd name="connsiteY17" fmla="*/ 120015 h 400050"/>
                    <a:gd name="connsiteX18" fmla="*/ 41910 w 400050"/>
                    <a:gd name="connsiteY18" fmla="*/ 157163 h 400050"/>
                    <a:gd name="connsiteX19" fmla="*/ 0 w 400050"/>
                    <a:gd name="connsiteY19" fmla="*/ 178117 h 400050"/>
                    <a:gd name="connsiteX20" fmla="*/ 0 w 400050"/>
                    <a:gd name="connsiteY20" fmla="*/ 225742 h 400050"/>
                    <a:gd name="connsiteX21" fmla="*/ 41910 w 400050"/>
                    <a:gd name="connsiteY21" fmla="*/ 246698 h 400050"/>
                    <a:gd name="connsiteX22" fmla="*/ 57150 w 400050"/>
                    <a:gd name="connsiteY22" fmla="*/ 283845 h 400050"/>
                    <a:gd name="connsiteX23" fmla="*/ 42863 w 400050"/>
                    <a:gd name="connsiteY23" fmla="*/ 328613 h 400050"/>
                    <a:gd name="connsiteX24" fmla="*/ 76200 w 400050"/>
                    <a:gd name="connsiteY24" fmla="*/ 361950 h 400050"/>
                    <a:gd name="connsiteX25" fmla="*/ 120968 w 400050"/>
                    <a:gd name="connsiteY25" fmla="*/ 347663 h 400050"/>
                    <a:gd name="connsiteX26" fmla="*/ 158115 w 400050"/>
                    <a:gd name="connsiteY26" fmla="*/ 362903 h 400050"/>
                    <a:gd name="connsiteX27" fmla="*/ 179070 w 400050"/>
                    <a:gd name="connsiteY27" fmla="*/ 404813 h 400050"/>
                    <a:gd name="connsiteX28" fmla="*/ 226695 w 400050"/>
                    <a:gd name="connsiteY28" fmla="*/ 404813 h 400050"/>
                    <a:gd name="connsiteX29" fmla="*/ 247650 w 400050"/>
                    <a:gd name="connsiteY29" fmla="*/ 362903 h 400050"/>
                    <a:gd name="connsiteX30" fmla="*/ 284798 w 400050"/>
                    <a:gd name="connsiteY30" fmla="*/ 347663 h 400050"/>
                    <a:gd name="connsiteX31" fmla="*/ 329565 w 400050"/>
                    <a:gd name="connsiteY31" fmla="*/ 362903 h 400050"/>
                    <a:gd name="connsiteX32" fmla="*/ 362903 w 400050"/>
                    <a:gd name="connsiteY32" fmla="*/ 328613 h 400050"/>
                    <a:gd name="connsiteX33" fmla="*/ 348615 w 400050"/>
                    <a:gd name="connsiteY33" fmla="*/ 284798 h 400050"/>
                    <a:gd name="connsiteX34" fmla="*/ 363855 w 400050"/>
                    <a:gd name="connsiteY34" fmla="*/ 247650 h 400050"/>
                    <a:gd name="connsiteX35" fmla="*/ 405765 w 400050"/>
                    <a:gd name="connsiteY35" fmla="*/ 226695 h 400050"/>
                    <a:gd name="connsiteX36" fmla="*/ 405765 w 400050"/>
                    <a:gd name="connsiteY36" fmla="*/ 179070 h 400050"/>
                    <a:gd name="connsiteX37" fmla="*/ 363855 w 400050"/>
                    <a:gd name="connsiteY37" fmla="*/ 158115 h 400050"/>
                    <a:gd name="connsiteX38" fmla="*/ 348615 w 400050"/>
                    <a:gd name="connsiteY38" fmla="*/ 120967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400050" h="400050">
                      <a:moveTo>
                        <a:pt x="202883" y="274320"/>
                      </a:moveTo>
                      <a:cubicBezTo>
                        <a:pt x="162878" y="274320"/>
                        <a:pt x="131445" y="241935"/>
                        <a:pt x="131445" y="202882"/>
                      </a:cubicBezTo>
                      <a:cubicBezTo>
                        <a:pt x="131445" y="162877"/>
                        <a:pt x="163830" y="131445"/>
                        <a:pt x="202883" y="131445"/>
                      </a:cubicBezTo>
                      <a:cubicBezTo>
                        <a:pt x="242888" y="131445"/>
                        <a:pt x="274320" y="163830"/>
                        <a:pt x="274320" y="202882"/>
                      </a:cubicBezTo>
                      <a:cubicBezTo>
                        <a:pt x="274320" y="241935"/>
                        <a:pt x="242888" y="274320"/>
                        <a:pt x="202883" y="274320"/>
                      </a:cubicBezTo>
                      <a:lnTo>
                        <a:pt x="202883" y="274320"/>
                      </a:lnTo>
                      <a:close/>
                      <a:moveTo>
                        <a:pt x="348615" y="120967"/>
                      </a:moveTo>
                      <a:lnTo>
                        <a:pt x="363855" y="76200"/>
                      </a:lnTo>
                      <a:lnTo>
                        <a:pt x="329565" y="41910"/>
                      </a:lnTo>
                      <a:lnTo>
                        <a:pt x="284798" y="57150"/>
                      </a:lnTo>
                      <a:cubicBezTo>
                        <a:pt x="273368" y="50482"/>
                        <a:pt x="260033" y="45720"/>
                        <a:pt x="247650" y="41910"/>
                      </a:cubicBezTo>
                      <a:lnTo>
                        <a:pt x="226695" y="0"/>
                      </a:lnTo>
                      <a:lnTo>
                        <a:pt x="179070" y="0"/>
                      </a:lnTo>
                      <a:lnTo>
                        <a:pt x="158115" y="41910"/>
                      </a:lnTo>
                      <a:cubicBezTo>
                        <a:pt x="144780" y="45720"/>
                        <a:pt x="132398" y="50482"/>
                        <a:pt x="120968" y="57150"/>
                      </a:cubicBezTo>
                      <a:lnTo>
                        <a:pt x="76200" y="41910"/>
                      </a:lnTo>
                      <a:lnTo>
                        <a:pt x="42863" y="75247"/>
                      </a:lnTo>
                      <a:lnTo>
                        <a:pt x="57150" y="120015"/>
                      </a:lnTo>
                      <a:cubicBezTo>
                        <a:pt x="50483" y="131445"/>
                        <a:pt x="45720" y="144780"/>
                        <a:pt x="41910" y="157163"/>
                      </a:cubicBezTo>
                      <a:lnTo>
                        <a:pt x="0" y="178117"/>
                      </a:lnTo>
                      <a:lnTo>
                        <a:pt x="0" y="225742"/>
                      </a:lnTo>
                      <a:lnTo>
                        <a:pt x="41910" y="246698"/>
                      </a:lnTo>
                      <a:cubicBezTo>
                        <a:pt x="45720" y="260032"/>
                        <a:pt x="50483" y="272415"/>
                        <a:pt x="57150" y="283845"/>
                      </a:cubicBezTo>
                      <a:lnTo>
                        <a:pt x="42863" y="328613"/>
                      </a:lnTo>
                      <a:lnTo>
                        <a:pt x="76200" y="361950"/>
                      </a:lnTo>
                      <a:lnTo>
                        <a:pt x="120968" y="347663"/>
                      </a:lnTo>
                      <a:cubicBezTo>
                        <a:pt x="132398" y="354330"/>
                        <a:pt x="144780" y="359092"/>
                        <a:pt x="158115" y="362903"/>
                      </a:cubicBezTo>
                      <a:lnTo>
                        <a:pt x="179070" y="404813"/>
                      </a:lnTo>
                      <a:lnTo>
                        <a:pt x="226695" y="404813"/>
                      </a:lnTo>
                      <a:lnTo>
                        <a:pt x="247650" y="362903"/>
                      </a:lnTo>
                      <a:cubicBezTo>
                        <a:pt x="260985" y="359092"/>
                        <a:pt x="273368" y="354330"/>
                        <a:pt x="284798" y="347663"/>
                      </a:cubicBezTo>
                      <a:lnTo>
                        <a:pt x="329565" y="362903"/>
                      </a:lnTo>
                      <a:lnTo>
                        <a:pt x="362903" y="328613"/>
                      </a:lnTo>
                      <a:lnTo>
                        <a:pt x="348615" y="284798"/>
                      </a:lnTo>
                      <a:cubicBezTo>
                        <a:pt x="355283" y="273367"/>
                        <a:pt x="360045" y="260985"/>
                        <a:pt x="363855" y="247650"/>
                      </a:cubicBezTo>
                      <a:lnTo>
                        <a:pt x="405765" y="226695"/>
                      </a:lnTo>
                      <a:lnTo>
                        <a:pt x="405765" y="179070"/>
                      </a:lnTo>
                      <a:lnTo>
                        <a:pt x="363855" y="158115"/>
                      </a:lnTo>
                      <a:cubicBezTo>
                        <a:pt x="360045" y="144780"/>
                        <a:pt x="355283" y="132397"/>
                        <a:pt x="348615" y="120967"/>
                      </a:cubicBezTo>
                      <a:close/>
                    </a:path>
                  </a:pathLst>
                </a:custGeom>
                <a:grpFill/>
                <a:ln w="9525"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grpSp>
        <p:sp>
          <p:nvSpPr>
            <p:cNvPr id="278" name="TextBox 277">
              <a:extLst>
                <a:ext uri="{FF2B5EF4-FFF2-40B4-BE49-F238E27FC236}">
                  <a16:creationId xmlns:a16="http://schemas.microsoft.com/office/drawing/2014/main" id="{9F2CDAD1-8A72-A0A0-6091-AB5AC5D4A2D6}"/>
                </a:ext>
              </a:extLst>
            </p:cNvPr>
            <p:cNvSpPr txBox="1"/>
            <p:nvPr/>
          </p:nvSpPr>
          <p:spPr>
            <a:xfrm>
              <a:off x="8550922" y="3522245"/>
              <a:ext cx="1800000" cy="397032"/>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rPr>
                <a:t>Implementation &amp; </a:t>
              </a:r>
              <a:r>
                <a:rPr kumimoji="0" lang="en-GB" sz="1100" b="1" i="0" u="none" strike="noStrike" kern="0" cap="none" spc="0" normalizeH="0" baseline="0" noProof="0" err="1">
                  <a:ln>
                    <a:noFill/>
                  </a:ln>
                  <a:solidFill>
                    <a:srgbClr val="FFFFFF"/>
                  </a:solidFill>
                  <a:effectLst/>
                  <a:uLnTx/>
                  <a:uFillTx/>
                </a:rPr>
                <a:t>Enbedding</a:t>
              </a:r>
              <a:endParaRPr kumimoji="0" lang="en-GB" sz="1100" b="1" i="0" u="none" strike="noStrike" kern="0" cap="none" spc="0" normalizeH="0" baseline="0" noProof="0">
                <a:ln>
                  <a:noFill/>
                </a:ln>
                <a:solidFill>
                  <a:srgbClr val="FFFFFF"/>
                </a:solidFill>
                <a:effectLst/>
                <a:uLnTx/>
                <a:uFillTx/>
              </a:endParaRPr>
            </a:p>
          </p:txBody>
        </p:sp>
        <p:sp>
          <p:nvSpPr>
            <p:cNvPr id="279" name="TextBox 278">
              <a:extLst>
                <a:ext uri="{FF2B5EF4-FFF2-40B4-BE49-F238E27FC236}">
                  <a16:creationId xmlns:a16="http://schemas.microsoft.com/office/drawing/2014/main" id="{43EC54C4-D5B2-0FF9-0CCB-DDF43016E0C4}"/>
                </a:ext>
              </a:extLst>
            </p:cNvPr>
            <p:cNvSpPr txBox="1"/>
            <p:nvPr/>
          </p:nvSpPr>
          <p:spPr>
            <a:xfrm>
              <a:off x="4793641" y="3522245"/>
              <a:ext cx="1800000" cy="244683"/>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rPr>
                <a:t>Identification</a:t>
              </a:r>
            </a:p>
          </p:txBody>
        </p:sp>
        <p:sp>
          <p:nvSpPr>
            <p:cNvPr id="280" name="TextBox 279">
              <a:extLst>
                <a:ext uri="{FF2B5EF4-FFF2-40B4-BE49-F238E27FC236}">
                  <a16:creationId xmlns:a16="http://schemas.microsoft.com/office/drawing/2014/main" id="{0D4293C1-41F9-55EE-2677-5B14D06B0AF2}"/>
                </a:ext>
              </a:extLst>
            </p:cNvPr>
            <p:cNvSpPr txBox="1"/>
            <p:nvPr/>
          </p:nvSpPr>
          <p:spPr>
            <a:xfrm>
              <a:off x="934808" y="3522245"/>
              <a:ext cx="1152000" cy="244683"/>
            </a:xfrm>
            <a:prstGeom prst="rect">
              <a:avLst/>
            </a:prstGeom>
            <a:noFill/>
          </p:spPr>
          <p:txBody>
            <a:bodyPr wrap="square"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kumimoji="0" lang="en-GB" sz="1100" b="1" i="0" u="none" strike="noStrike" kern="0" cap="none" spc="0" normalizeH="0" baseline="0" noProof="0">
                  <a:ln>
                    <a:noFill/>
                  </a:ln>
                  <a:solidFill>
                    <a:srgbClr val="FFFFFF"/>
                  </a:solidFill>
                  <a:effectLst/>
                  <a:uLnTx/>
                  <a:uFillTx/>
                </a:rPr>
                <a:t>Initiation</a:t>
              </a:r>
            </a:p>
          </p:txBody>
        </p:sp>
        <p:cxnSp>
          <p:nvCxnSpPr>
            <p:cNvPr id="281" name="Straight Connector 280">
              <a:extLst>
                <a:ext uri="{FF2B5EF4-FFF2-40B4-BE49-F238E27FC236}">
                  <a16:creationId xmlns:a16="http://schemas.microsoft.com/office/drawing/2014/main" id="{EDE7581B-135D-B73B-A102-F918A3F8B5EF}"/>
                </a:ext>
              </a:extLst>
            </p:cNvPr>
            <p:cNvCxnSpPr>
              <a:stCxn id="252" idx="6"/>
              <a:endCxn id="234" idx="0"/>
            </p:cNvCxnSpPr>
            <p:nvPr/>
          </p:nvCxnSpPr>
          <p:spPr>
            <a:xfrm>
              <a:off x="10873860" y="3720623"/>
              <a:ext cx="0" cy="353781"/>
            </a:xfrm>
            <a:prstGeom prst="line">
              <a:avLst/>
            </a:prstGeom>
            <a:noFill/>
            <a:ln w="19050" cap="flat" cmpd="sng" algn="ctr">
              <a:solidFill>
                <a:srgbClr val="0070AD">
                  <a:lumMod val="75000"/>
                </a:srgbClr>
              </a:solidFill>
              <a:prstDash val="solid"/>
              <a:miter lim="800000"/>
            </a:ln>
            <a:effectLst/>
          </p:spPr>
        </p:cxnSp>
        <p:grpSp>
          <p:nvGrpSpPr>
            <p:cNvPr id="282" name="Group 281">
              <a:extLst>
                <a:ext uri="{FF2B5EF4-FFF2-40B4-BE49-F238E27FC236}">
                  <a16:creationId xmlns:a16="http://schemas.microsoft.com/office/drawing/2014/main" id="{00FD9C77-71F6-A162-CB24-2F3C92B417E3}"/>
                </a:ext>
              </a:extLst>
            </p:cNvPr>
            <p:cNvGrpSpPr/>
            <p:nvPr/>
          </p:nvGrpSpPr>
          <p:grpSpPr>
            <a:xfrm>
              <a:off x="1982956" y="3301188"/>
              <a:ext cx="454267" cy="419436"/>
              <a:chOff x="1770813" y="3129825"/>
              <a:chExt cx="454267" cy="419436"/>
            </a:xfrm>
          </p:grpSpPr>
          <p:sp>
            <p:nvSpPr>
              <p:cNvPr id="283" name="Ellipse 182">
                <a:extLst>
                  <a:ext uri="{FF2B5EF4-FFF2-40B4-BE49-F238E27FC236}">
                    <a16:creationId xmlns:a16="http://schemas.microsoft.com/office/drawing/2014/main" id="{31E39CAC-EFBE-8C41-2AD0-D0239F082479}"/>
                  </a:ext>
                </a:extLst>
              </p:cNvPr>
              <p:cNvSpPr/>
              <p:nvPr/>
            </p:nvSpPr>
            <p:spPr>
              <a:xfrm rot="16200000" flipH="1">
                <a:off x="1788229" y="3112409"/>
                <a:ext cx="419436" cy="454267"/>
              </a:xfrm>
              <a:prstGeom prst="ellipse">
                <a:avLst/>
              </a:prstGeom>
              <a:solidFill>
                <a:srgbClr val="00BFBF"/>
              </a:solidFill>
              <a:ln w="9525" cap="flat" cmpd="sng" algn="ctr">
                <a:solidFill>
                  <a:srgbClr val="F6F6F6"/>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nvGrpSpPr>
              <p:cNvPr id="284" name="Group 283">
                <a:extLst>
                  <a:ext uri="{FF2B5EF4-FFF2-40B4-BE49-F238E27FC236}">
                    <a16:creationId xmlns:a16="http://schemas.microsoft.com/office/drawing/2014/main" id="{C4794FE6-564F-CE1B-52C8-2207AF8B49CC}"/>
                  </a:ext>
                </a:extLst>
              </p:cNvPr>
              <p:cNvGrpSpPr>
                <a:grpSpLocks/>
              </p:cNvGrpSpPr>
              <p:nvPr/>
            </p:nvGrpSpPr>
            <p:grpSpPr>
              <a:xfrm>
                <a:off x="1848569" y="3190164"/>
                <a:ext cx="298756" cy="298756"/>
                <a:chOff x="1981917" y="3239253"/>
                <a:chExt cx="271596" cy="271596"/>
              </a:xfrm>
            </p:grpSpPr>
            <p:sp>
              <p:nvSpPr>
                <p:cNvPr id="285" name="Freeform: Shape 284">
                  <a:extLst>
                    <a:ext uri="{FF2B5EF4-FFF2-40B4-BE49-F238E27FC236}">
                      <a16:creationId xmlns:a16="http://schemas.microsoft.com/office/drawing/2014/main" id="{5C217078-4A1A-7399-E73A-DFFB0C66C67D}"/>
                    </a:ext>
                  </a:extLst>
                </p:cNvPr>
                <p:cNvSpPr/>
                <p:nvPr/>
              </p:nvSpPr>
              <p:spPr>
                <a:xfrm>
                  <a:off x="1981917" y="3239253"/>
                  <a:ext cx="271596" cy="271596"/>
                </a:xfrm>
                <a:custGeom>
                  <a:avLst/>
                  <a:gdLst>
                    <a:gd name="connsiteX0" fmla="*/ 735329 w 752475"/>
                    <a:gd name="connsiteY0" fmla="*/ 640540 h 752475"/>
                    <a:gd name="connsiteX1" fmla="*/ 616266 w 752475"/>
                    <a:gd name="connsiteY1" fmla="*/ 521477 h 752475"/>
                    <a:gd name="connsiteX2" fmla="*/ 556925 w 752475"/>
                    <a:gd name="connsiteY2" fmla="*/ 503094 h 752475"/>
                    <a:gd name="connsiteX3" fmla="*/ 514349 w 752475"/>
                    <a:gd name="connsiteY3" fmla="*/ 460993 h 752475"/>
                    <a:gd name="connsiteX4" fmla="*/ 573404 w 752475"/>
                    <a:gd name="connsiteY4" fmla="*/ 287638 h 752475"/>
                    <a:gd name="connsiteX5" fmla="*/ 287638 w 752475"/>
                    <a:gd name="connsiteY5" fmla="*/ 2 h 752475"/>
                    <a:gd name="connsiteX6" fmla="*/ 2 w 752475"/>
                    <a:gd name="connsiteY6" fmla="*/ 285767 h 752475"/>
                    <a:gd name="connsiteX7" fmla="*/ 285767 w 752475"/>
                    <a:gd name="connsiteY7" fmla="*/ 573404 h 752475"/>
                    <a:gd name="connsiteX8" fmla="*/ 461009 w 752475"/>
                    <a:gd name="connsiteY8" fmla="*/ 514333 h 752475"/>
                    <a:gd name="connsiteX9" fmla="*/ 503109 w 752475"/>
                    <a:gd name="connsiteY9" fmla="*/ 556434 h 752475"/>
                    <a:gd name="connsiteX10" fmla="*/ 521492 w 752475"/>
                    <a:gd name="connsiteY10" fmla="*/ 616251 h 752475"/>
                    <a:gd name="connsiteX11" fmla="*/ 640555 w 752475"/>
                    <a:gd name="connsiteY11" fmla="*/ 735313 h 752475"/>
                    <a:gd name="connsiteX12" fmla="*/ 734852 w 752475"/>
                    <a:gd name="connsiteY12" fmla="*/ 735313 h 752475"/>
                    <a:gd name="connsiteX13" fmla="*/ 734852 w 752475"/>
                    <a:gd name="connsiteY13" fmla="*/ 641016 h 752475"/>
                    <a:gd name="connsiteX14" fmla="*/ 287654 w 752475"/>
                    <a:gd name="connsiteY14" fmla="*/ 525763 h 752475"/>
                    <a:gd name="connsiteX15" fmla="*/ 49529 w 752475"/>
                    <a:gd name="connsiteY15" fmla="*/ 287638 h 752475"/>
                    <a:gd name="connsiteX16" fmla="*/ 287654 w 752475"/>
                    <a:gd name="connsiteY16" fmla="*/ 49513 h 752475"/>
                    <a:gd name="connsiteX17" fmla="*/ 525779 w 752475"/>
                    <a:gd name="connsiteY17" fmla="*/ 287638 h 752475"/>
                    <a:gd name="connsiteX18" fmla="*/ 287654 w 752475"/>
                    <a:gd name="connsiteY18" fmla="*/ 525763 h 75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752475" h="752475">
                      <a:moveTo>
                        <a:pt x="735329" y="640540"/>
                      </a:moveTo>
                      <a:lnTo>
                        <a:pt x="616266" y="521477"/>
                      </a:lnTo>
                      <a:cubicBezTo>
                        <a:pt x="600723" y="505946"/>
                        <a:pt x="578526" y="499069"/>
                        <a:pt x="556925" y="503094"/>
                      </a:cubicBezTo>
                      <a:lnTo>
                        <a:pt x="514349" y="460993"/>
                      </a:lnTo>
                      <a:cubicBezTo>
                        <a:pt x="552749" y="411376"/>
                        <a:pt x="573528" y="350380"/>
                        <a:pt x="573404" y="287638"/>
                      </a:cubicBezTo>
                      <a:cubicBezTo>
                        <a:pt x="573921" y="129298"/>
                        <a:pt x="445979" y="518"/>
                        <a:pt x="287638" y="2"/>
                      </a:cubicBezTo>
                      <a:cubicBezTo>
                        <a:pt x="129298" y="-515"/>
                        <a:pt x="518" y="127426"/>
                        <a:pt x="2" y="285767"/>
                      </a:cubicBezTo>
                      <a:cubicBezTo>
                        <a:pt x="-515" y="444107"/>
                        <a:pt x="127426" y="572886"/>
                        <a:pt x="285767" y="573404"/>
                      </a:cubicBezTo>
                      <a:cubicBezTo>
                        <a:pt x="349102" y="573610"/>
                        <a:pt x="410723" y="552839"/>
                        <a:pt x="461009" y="514333"/>
                      </a:cubicBezTo>
                      <a:lnTo>
                        <a:pt x="503109" y="556434"/>
                      </a:lnTo>
                      <a:cubicBezTo>
                        <a:pt x="498918" y="578189"/>
                        <a:pt x="505807" y="600604"/>
                        <a:pt x="521492" y="616251"/>
                      </a:cubicBezTo>
                      <a:lnTo>
                        <a:pt x="640555" y="735313"/>
                      </a:lnTo>
                      <a:cubicBezTo>
                        <a:pt x="666594" y="761353"/>
                        <a:pt x="708813" y="761353"/>
                        <a:pt x="734852" y="735313"/>
                      </a:cubicBezTo>
                      <a:cubicBezTo>
                        <a:pt x="760892" y="709274"/>
                        <a:pt x="760892" y="667055"/>
                        <a:pt x="734852" y="641016"/>
                      </a:cubicBezTo>
                      <a:close/>
                      <a:moveTo>
                        <a:pt x="287654" y="525763"/>
                      </a:moveTo>
                      <a:cubicBezTo>
                        <a:pt x="156141" y="525763"/>
                        <a:pt x="49529" y="419151"/>
                        <a:pt x="49529" y="287638"/>
                      </a:cubicBezTo>
                      <a:cubicBezTo>
                        <a:pt x="49529" y="156126"/>
                        <a:pt x="156141" y="49513"/>
                        <a:pt x="287654" y="49513"/>
                      </a:cubicBezTo>
                      <a:cubicBezTo>
                        <a:pt x="419166" y="49513"/>
                        <a:pt x="525779" y="156126"/>
                        <a:pt x="525779" y="287638"/>
                      </a:cubicBezTo>
                      <a:cubicBezTo>
                        <a:pt x="525779" y="419151"/>
                        <a:pt x="419166" y="525763"/>
                        <a:pt x="287654" y="525763"/>
                      </a:cubicBezTo>
                      <a:close/>
                    </a:path>
                  </a:pathLst>
                </a:custGeom>
                <a:solidFill>
                  <a:srgbClr val="FFFFFF"/>
                </a:solidFill>
                <a:ln w="3143" cap="flat">
                  <a:solidFill>
                    <a:srgbClr val="F6F6F6"/>
                  </a:solidFill>
                  <a:prstDash val="solid"/>
                  <a:miter/>
                </a:ln>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sp>
              <p:nvSpPr>
                <p:cNvPr id="286" name="Freeform: Shape 285">
                  <a:extLst>
                    <a:ext uri="{FF2B5EF4-FFF2-40B4-BE49-F238E27FC236}">
                      <a16:creationId xmlns:a16="http://schemas.microsoft.com/office/drawing/2014/main" id="{FA085BF8-2585-4015-9FD0-A9D6C44FFC01}"/>
                    </a:ext>
                  </a:extLst>
                </p:cNvPr>
                <p:cNvSpPr/>
                <p:nvPr/>
              </p:nvSpPr>
              <p:spPr>
                <a:xfrm>
                  <a:off x="2039330" y="3292501"/>
                  <a:ext cx="96262" cy="96262"/>
                </a:xfrm>
                <a:custGeom>
                  <a:avLst/>
                  <a:gdLst>
                    <a:gd name="connsiteX0" fmla="*/ 266700 w 266700"/>
                    <a:gd name="connsiteY0" fmla="*/ 104775 h 266700"/>
                    <a:gd name="connsiteX1" fmla="*/ 161925 w 266700"/>
                    <a:gd name="connsiteY1" fmla="*/ 104775 h 266700"/>
                    <a:gd name="connsiteX2" fmla="*/ 161925 w 266700"/>
                    <a:gd name="connsiteY2" fmla="*/ 0 h 266700"/>
                    <a:gd name="connsiteX3" fmla="*/ 104775 w 266700"/>
                    <a:gd name="connsiteY3" fmla="*/ 0 h 266700"/>
                    <a:gd name="connsiteX4" fmla="*/ 104775 w 266700"/>
                    <a:gd name="connsiteY4" fmla="*/ 104775 h 266700"/>
                    <a:gd name="connsiteX5" fmla="*/ 0 w 266700"/>
                    <a:gd name="connsiteY5" fmla="*/ 104775 h 266700"/>
                    <a:gd name="connsiteX6" fmla="*/ 0 w 266700"/>
                    <a:gd name="connsiteY6" fmla="*/ 161925 h 266700"/>
                    <a:gd name="connsiteX7" fmla="*/ 104775 w 266700"/>
                    <a:gd name="connsiteY7" fmla="*/ 161925 h 266700"/>
                    <a:gd name="connsiteX8" fmla="*/ 104775 w 266700"/>
                    <a:gd name="connsiteY8" fmla="*/ 266700 h 266700"/>
                    <a:gd name="connsiteX9" fmla="*/ 161925 w 266700"/>
                    <a:gd name="connsiteY9" fmla="*/ 266700 h 266700"/>
                    <a:gd name="connsiteX10" fmla="*/ 161925 w 266700"/>
                    <a:gd name="connsiteY10" fmla="*/ 161925 h 266700"/>
                    <a:gd name="connsiteX11" fmla="*/ 266700 w 266700"/>
                    <a:gd name="connsiteY11" fmla="*/ 161925 h 266700"/>
                    <a:gd name="connsiteX12" fmla="*/ 266700 w 266700"/>
                    <a:gd name="connsiteY12" fmla="*/ 104775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6700" h="266700">
                      <a:moveTo>
                        <a:pt x="266700" y="104775"/>
                      </a:moveTo>
                      <a:lnTo>
                        <a:pt x="161925" y="104775"/>
                      </a:lnTo>
                      <a:lnTo>
                        <a:pt x="161925" y="0"/>
                      </a:lnTo>
                      <a:lnTo>
                        <a:pt x="104775" y="0"/>
                      </a:lnTo>
                      <a:lnTo>
                        <a:pt x="104775" y="104775"/>
                      </a:lnTo>
                      <a:lnTo>
                        <a:pt x="0" y="104775"/>
                      </a:lnTo>
                      <a:lnTo>
                        <a:pt x="0" y="161925"/>
                      </a:lnTo>
                      <a:lnTo>
                        <a:pt x="104775" y="161925"/>
                      </a:lnTo>
                      <a:lnTo>
                        <a:pt x="104775" y="266700"/>
                      </a:lnTo>
                      <a:lnTo>
                        <a:pt x="161925" y="266700"/>
                      </a:lnTo>
                      <a:lnTo>
                        <a:pt x="161925" y="161925"/>
                      </a:lnTo>
                      <a:lnTo>
                        <a:pt x="266700" y="161925"/>
                      </a:lnTo>
                      <a:lnTo>
                        <a:pt x="266700" y="104775"/>
                      </a:lnTo>
                      <a:close/>
                    </a:path>
                  </a:pathLst>
                </a:custGeom>
                <a:solidFill>
                  <a:srgbClr val="FFFFFF"/>
                </a:solidFill>
                <a:ln w="3143" cap="flat">
                  <a:solidFill>
                    <a:srgbClr val="F6F6F6"/>
                  </a:solidFill>
                  <a:prstDash val="solid"/>
                  <a:miter/>
                </a:ln>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100" b="0" i="0" u="none" strike="noStrike" kern="0" cap="none" spc="0" normalizeH="0" baseline="0" noProof="0">
                    <a:ln>
                      <a:noFill/>
                    </a:ln>
                    <a:solidFill>
                      <a:srgbClr val="FFFFFF"/>
                    </a:solidFill>
                    <a:effectLst/>
                    <a:uLnTx/>
                    <a:uFillTx/>
                  </a:endParaRPr>
                </a:p>
              </p:txBody>
            </p:sp>
          </p:grpSp>
        </p:grpSp>
        <p:sp>
          <p:nvSpPr>
            <p:cNvPr id="287" name="Chevron 96">
              <a:extLst>
                <a:ext uri="{FF2B5EF4-FFF2-40B4-BE49-F238E27FC236}">
                  <a16:creationId xmlns:a16="http://schemas.microsoft.com/office/drawing/2014/main" id="{89E5CB1F-A3EB-8EA9-26E2-0DED4855039E}"/>
                </a:ext>
              </a:extLst>
            </p:cNvPr>
            <p:cNvSpPr/>
            <p:nvPr>
              <p:custDataLst>
                <p:tags r:id="rId7"/>
              </p:custDataLst>
            </p:nvPr>
          </p:nvSpPr>
          <p:spPr>
            <a:xfrm>
              <a:off x="1833558" y="4108089"/>
              <a:ext cx="1180421" cy="624262"/>
            </a:xfrm>
            <a:prstGeom prst="chevron">
              <a:avLst>
                <a:gd name="adj" fmla="val 18898"/>
              </a:avLst>
            </a:prstGeom>
            <a:solidFill>
              <a:srgbClr val="00BFBF"/>
            </a:solidFill>
            <a:ln w="38100" cap="flat" cmpd="sng" algn="ctr">
              <a:solidFill>
                <a:srgbClr val="14596B">
                  <a:lumMod val="50000"/>
                  <a:lumOff val="50000"/>
                </a:srgbClr>
              </a:solidFill>
              <a:prstDash val="solid"/>
            </a:ln>
            <a:effectLst/>
          </p:spPr>
          <p:txBody>
            <a:bodyPr lIns="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b="1" i="0" u="none" strike="noStrike" kern="0" cap="none" spc="0" normalizeH="0" baseline="0" noProof="0">
                  <a:ln>
                    <a:noFill/>
                  </a:ln>
                  <a:solidFill>
                    <a:srgbClr val="FFFFFF"/>
                  </a:solidFill>
                  <a:effectLst/>
                  <a:uLnTx/>
                  <a:uFillTx/>
                </a:rPr>
                <a:t>Bench-marking</a:t>
              </a:r>
            </a:p>
          </p:txBody>
        </p:sp>
        <p:sp>
          <p:nvSpPr>
            <p:cNvPr id="294" name="TextBox 293">
              <a:extLst>
                <a:ext uri="{FF2B5EF4-FFF2-40B4-BE49-F238E27FC236}">
                  <a16:creationId xmlns:a16="http://schemas.microsoft.com/office/drawing/2014/main" id="{4104C62C-3466-6DB2-E992-2615308C95E4}"/>
                </a:ext>
              </a:extLst>
            </p:cNvPr>
            <p:cNvSpPr txBox="1">
              <a:spLocks noChangeAspect="1"/>
            </p:cNvSpPr>
            <p:nvPr/>
          </p:nvSpPr>
          <p:spPr>
            <a:xfrm>
              <a:off x="6522461" y="2893385"/>
              <a:ext cx="1418963" cy="400110"/>
            </a:xfrm>
            <a:prstGeom prst="rect">
              <a:avLst/>
            </a:prstGeom>
            <a:noFill/>
          </p:spPr>
          <p:txBody>
            <a:bodyPr wrap="square"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rPr>
                <a:t>Capital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rPr>
                <a:t>(e.g. Financing) </a:t>
              </a:r>
            </a:p>
          </p:txBody>
        </p:sp>
        <p:sp>
          <p:nvSpPr>
            <p:cNvPr id="295" name="TextBox 294">
              <a:extLst>
                <a:ext uri="{FF2B5EF4-FFF2-40B4-BE49-F238E27FC236}">
                  <a16:creationId xmlns:a16="http://schemas.microsoft.com/office/drawing/2014/main" id="{BB51C5FD-3A11-C9C8-9B81-F4C8D03EA208}"/>
                </a:ext>
              </a:extLst>
            </p:cNvPr>
            <p:cNvSpPr txBox="1">
              <a:spLocks noChangeAspect="1"/>
            </p:cNvSpPr>
            <p:nvPr/>
          </p:nvSpPr>
          <p:spPr>
            <a:xfrm>
              <a:off x="7608771" y="2845957"/>
              <a:ext cx="1418963" cy="553997"/>
            </a:xfrm>
            <a:prstGeom prst="rect">
              <a:avLst/>
            </a:prstGeom>
            <a:noFill/>
          </p:spPr>
          <p:txBody>
            <a:bodyPr wrap="square"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rPr>
                <a:t>IT</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rPr>
                <a:t>(e.g. System landscape)</a:t>
              </a:r>
            </a:p>
          </p:txBody>
        </p:sp>
        <p:pic>
          <p:nvPicPr>
            <p:cNvPr id="296" name="Graphic 295" descr="Hierarchy outline">
              <a:extLst>
                <a:ext uri="{FF2B5EF4-FFF2-40B4-BE49-F238E27FC236}">
                  <a16:creationId xmlns:a16="http://schemas.microsoft.com/office/drawing/2014/main" id="{96D17441-3E93-CB42-46D0-9226530E1EA3}"/>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692955" y="2483594"/>
              <a:ext cx="385321" cy="385321"/>
            </a:xfrm>
            <a:prstGeom prst="rect">
              <a:avLst/>
            </a:prstGeom>
          </p:spPr>
        </p:pic>
        <p:sp>
          <p:nvSpPr>
            <p:cNvPr id="297" name="TextBox 296">
              <a:extLst>
                <a:ext uri="{FF2B5EF4-FFF2-40B4-BE49-F238E27FC236}">
                  <a16:creationId xmlns:a16="http://schemas.microsoft.com/office/drawing/2014/main" id="{63DCBC68-402A-E589-1AF4-77AEF188B481}"/>
                </a:ext>
              </a:extLst>
            </p:cNvPr>
            <p:cNvSpPr txBox="1">
              <a:spLocks noChangeAspect="1"/>
            </p:cNvSpPr>
            <p:nvPr/>
          </p:nvSpPr>
          <p:spPr>
            <a:xfrm>
              <a:off x="4280915" y="2883198"/>
              <a:ext cx="1418963" cy="400110"/>
            </a:xfrm>
            <a:prstGeom prst="rect">
              <a:avLst/>
            </a:prstGeom>
            <a:noFill/>
          </p:spPr>
          <p:txBody>
            <a:bodyPr wrap="square"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rPr>
                <a:t>Operational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rPr>
                <a:t>(e.g. Processes)</a:t>
              </a:r>
            </a:p>
          </p:txBody>
        </p:sp>
        <p:pic>
          <p:nvPicPr>
            <p:cNvPr id="298" name="Graphic 297" descr="Cause And Effect with solid fill">
              <a:extLst>
                <a:ext uri="{FF2B5EF4-FFF2-40B4-BE49-F238E27FC236}">
                  <a16:creationId xmlns:a16="http://schemas.microsoft.com/office/drawing/2014/main" id="{CF867D08-25FE-B82A-6729-5A3FEABDD225}"/>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853152" y="2483594"/>
              <a:ext cx="385321" cy="385321"/>
            </a:xfrm>
            <a:prstGeom prst="rect">
              <a:avLst/>
            </a:prstGeom>
          </p:spPr>
        </p:pic>
        <p:sp>
          <p:nvSpPr>
            <p:cNvPr id="299" name="TextBox 298">
              <a:extLst>
                <a:ext uri="{FF2B5EF4-FFF2-40B4-BE49-F238E27FC236}">
                  <a16:creationId xmlns:a16="http://schemas.microsoft.com/office/drawing/2014/main" id="{2BC17F60-3D5F-B9AA-0D7E-29AFBA23CA5B}"/>
                </a:ext>
              </a:extLst>
            </p:cNvPr>
            <p:cNvSpPr txBox="1">
              <a:spLocks noChangeAspect="1"/>
            </p:cNvSpPr>
            <p:nvPr/>
          </p:nvSpPr>
          <p:spPr>
            <a:xfrm>
              <a:off x="5338729" y="2845957"/>
              <a:ext cx="1543307" cy="553997"/>
            </a:xfrm>
            <a:prstGeom prst="rect">
              <a:avLst/>
            </a:prstGeom>
            <a:noFill/>
          </p:spPr>
          <p:txBody>
            <a:bodyPr wrap="square" r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FFFFFF"/>
                  </a:solidFill>
                  <a:effectLst/>
                  <a:uLnTx/>
                  <a:uFillTx/>
                </a:rPr>
                <a:t>Portfolio</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FFFFFF"/>
                  </a:solidFill>
                  <a:effectLst/>
                  <a:uLnTx/>
                  <a:uFillTx/>
                </a:rPr>
                <a:t>(e.g. Customers, Products) </a:t>
              </a:r>
            </a:p>
          </p:txBody>
        </p:sp>
        <p:pic>
          <p:nvPicPr>
            <p:cNvPr id="300" name="Graphic 299" descr="Continuous Improvement with solid fill">
              <a:extLst>
                <a:ext uri="{FF2B5EF4-FFF2-40B4-BE49-F238E27FC236}">
                  <a16:creationId xmlns:a16="http://schemas.microsoft.com/office/drawing/2014/main" id="{88EE8B70-EC7F-9959-FEB6-E2E384B7061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45431" y="2483594"/>
              <a:ext cx="385321" cy="385321"/>
            </a:xfrm>
            <a:prstGeom prst="rect">
              <a:avLst/>
            </a:prstGeom>
          </p:spPr>
        </p:pic>
        <p:pic>
          <p:nvPicPr>
            <p:cNvPr id="301" name="Graphic 300" descr="Bank outline">
              <a:extLst>
                <a:ext uri="{FF2B5EF4-FFF2-40B4-BE49-F238E27FC236}">
                  <a16:creationId xmlns:a16="http://schemas.microsoft.com/office/drawing/2014/main" id="{B6D1DF13-34BA-1B67-BC7C-782BAA8FB33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7094698" y="2483594"/>
              <a:ext cx="385321" cy="385321"/>
            </a:xfrm>
            <a:prstGeom prst="rect">
              <a:avLst/>
            </a:prstGeom>
          </p:spPr>
        </p:pic>
        <p:pic>
          <p:nvPicPr>
            <p:cNvPr id="302" name="Graphic 301" descr="Server outline">
              <a:extLst>
                <a:ext uri="{FF2B5EF4-FFF2-40B4-BE49-F238E27FC236}">
                  <a16:creationId xmlns:a16="http://schemas.microsoft.com/office/drawing/2014/main" id="{630CF1C6-76B8-8973-0FF5-957EB844FFFF}"/>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62536" y="2483594"/>
              <a:ext cx="385321" cy="385321"/>
            </a:xfrm>
            <a:prstGeom prst="rect">
              <a:avLst/>
            </a:prstGeom>
          </p:spPr>
        </p:pic>
      </p:grpSp>
    </p:spTree>
    <p:extLst>
      <p:ext uri="{BB962C8B-B14F-4D97-AF65-F5344CB8AC3E}">
        <p14:creationId xmlns:p14="http://schemas.microsoft.com/office/powerpoint/2010/main" val="43633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3" name="Title 2">
            <a:extLst>
              <a:ext uri="{FF2B5EF4-FFF2-40B4-BE49-F238E27FC236}">
                <a16:creationId xmlns:a16="http://schemas.microsoft.com/office/drawing/2014/main" id="{7ED582C2-4131-BBCD-BAFC-D5A42AC45BAF}"/>
              </a:ext>
            </a:extLst>
          </p:cNvPr>
          <p:cNvSpPr>
            <a:spLocks noGrp="1"/>
          </p:cNvSpPr>
          <p:nvPr>
            <p:ph type="title"/>
          </p:nvPr>
        </p:nvSpPr>
        <p:spPr/>
        <p:txBody>
          <a:bodyPr vert="horz" lIns="0" tIns="0" rIns="0" bIns="0" rtlCol="0" anchor="b">
            <a:noAutofit/>
          </a:bodyPr>
          <a:lstStyle/>
          <a:p>
            <a:r>
              <a:rPr lang="en-US"/>
              <a:t>As projects are defined and move through the Cost Transformation funnel you will start to realize benefits</a:t>
            </a:r>
          </a:p>
        </p:txBody>
      </p:sp>
      <p:grpSp>
        <p:nvGrpSpPr>
          <p:cNvPr id="26" name="Group 25">
            <a:extLst>
              <a:ext uri="{FF2B5EF4-FFF2-40B4-BE49-F238E27FC236}">
                <a16:creationId xmlns:a16="http://schemas.microsoft.com/office/drawing/2014/main" id="{C2B570D1-227E-6EA4-9E4E-46B83F182124}"/>
              </a:ext>
            </a:extLst>
          </p:cNvPr>
          <p:cNvGrpSpPr/>
          <p:nvPr/>
        </p:nvGrpSpPr>
        <p:grpSpPr>
          <a:xfrm>
            <a:off x="404813" y="1624001"/>
            <a:ext cx="11325025" cy="4474209"/>
            <a:chOff x="404813" y="1853985"/>
            <a:chExt cx="11325025" cy="4474209"/>
          </a:xfrm>
        </p:grpSpPr>
        <p:grpSp>
          <p:nvGrpSpPr>
            <p:cNvPr id="335" name="Group 334">
              <a:extLst>
                <a:ext uri="{FF2B5EF4-FFF2-40B4-BE49-F238E27FC236}">
                  <a16:creationId xmlns:a16="http://schemas.microsoft.com/office/drawing/2014/main" id="{78E8EA17-91CB-86F3-9D5A-05EDEA2576C2}"/>
                </a:ext>
              </a:extLst>
            </p:cNvPr>
            <p:cNvGrpSpPr/>
            <p:nvPr/>
          </p:nvGrpSpPr>
          <p:grpSpPr>
            <a:xfrm>
              <a:off x="404813" y="1890784"/>
              <a:ext cx="5392933" cy="3622959"/>
              <a:chOff x="534395" y="1564908"/>
              <a:chExt cx="6488403" cy="3622959"/>
            </a:xfrm>
          </p:grpSpPr>
          <p:grpSp>
            <p:nvGrpSpPr>
              <p:cNvPr id="334" name="Group 333">
                <a:extLst>
                  <a:ext uri="{FF2B5EF4-FFF2-40B4-BE49-F238E27FC236}">
                    <a16:creationId xmlns:a16="http://schemas.microsoft.com/office/drawing/2014/main" id="{5E7CEA8D-0C76-CA26-32F3-981EFEA0597B}"/>
                  </a:ext>
                </a:extLst>
              </p:cNvPr>
              <p:cNvGrpSpPr/>
              <p:nvPr/>
            </p:nvGrpSpPr>
            <p:grpSpPr>
              <a:xfrm>
                <a:off x="534395" y="1564908"/>
                <a:ext cx="6488403" cy="3622959"/>
                <a:chOff x="3850472" y="162183"/>
                <a:chExt cx="6488403" cy="3622959"/>
              </a:xfrm>
            </p:grpSpPr>
            <p:grpSp>
              <p:nvGrpSpPr>
                <p:cNvPr id="326" name="Group 325">
                  <a:extLst>
                    <a:ext uri="{FF2B5EF4-FFF2-40B4-BE49-F238E27FC236}">
                      <a16:creationId xmlns:a16="http://schemas.microsoft.com/office/drawing/2014/main" id="{647D2D59-BF7F-3B78-9209-D0F075E78EF5}"/>
                    </a:ext>
                  </a:extLst>
                </p:cNvPr>
                <p:cNvGrpSpPr/>
                <p:nvPr/>
              </p:nvGrpSpPr>
              <p:grpSpPr>
                <a:xfrm>
                  <a:off x="3926947" y="162183"/>
                  <a:ext cx="6411928" cy="504000"/>
                  <a:chOff x="3925976" y="283370"/>
                  <a:chExt cx="6411928" cy="504000"/>
                </a:xfrm>
              </p:grpSpPr>
              <p:sp>
                <p:nvSpPr>
                  <p:cNvPr id="6" name="Chevron 96">
                    <a:extLst>
                      <a:ext uri="{FF2B5EF4-FFF2-40B4-BE49-F238E27FC236}">
                        <a16:creationId xmlns:a16="http://schemas.microsoft.com/office/drawing/2014/main" id="{DBFDE29B-8E44-F1AB-9D32-C4AA0BCB9436}"/>
                      </a:ext>
                    </a:extLst>
                  </p:cNvPr>
                  <p:cNvSpPr/>
                  <p:nvPr>
                    <p:custDataLst>
                      <p:tags r:id="rId4"/>
                    </p:custDataLst>
                  </p:nvPr>
                </p:nvSpPr>
                <p:spPr>
                  <a:xfrm>
                    <a:off x="7089452" y="283370"/>
                    <a:ext cx="3248452" cy="504000"/>
                  </a:xfrm>
                  <a:prstGeom prst="rect">
                    <a:avLst/>
                  </a:prstGeom>
                  <a:solidFill>
                    <a:srgbClr val="0070AD">
                      <a:lumMod val="75000"/>
                    </a:srgbClr>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i="0" u="none" strike="noStrike" kern="0" cap="none" spc="0" normalizeH="0" baseline="0" noProof="0">
                        <a:ln>
                          <a:noFill/>
                        </a:ln>
                        <a:solidFill>
                          <a:srgbClr val="FFFFFF"/>
                        </a:solidFill>
                        <a:effectLst/>
                        <a:uLnTx/>
                        <a:uFillTx/>
                      </a:rPr>
                      <a:t>IMPLEMENTATION &amp; EMBEDDING</a:t>
                    </a:r>
                  </a:p>
                </p:txBody>
              </p:sp>
              <p:sp>
                <p:nvSpPr>
                  <p:cNvPr id="4" name="Chevron 96">
                    <a:extLst>
                      <a:ext uri="{FF2B5EF4-FFF2-40B4-BE49-F238E27FC236}">
                        <a16:creationId xmlns:a16="http://schemas.microsoft.com/office/drawing/2014/main" id="{7F2A989F-F7BA-5536-CCE0-DD47EDBECEDC}"/>
                      </a:ext>
                    </a:extLst>
                  </p:cNvPr>
                  <p:cNvSpPr/>
                  <p:nvPr>
                    <p:custDataLst>
                      <p:tags r:id="rId5"/>
                    </p:custDataLst>
                  </p:nvPr>
                </p:nvSpPr>
                <p:spPr>
                  <a:xfrm>
                    <a:off x="3925976" y="283370"/>
                    <a:ext cx="1515944" cy="504000"/>
                  </a:xfrm>
                  <a:prstGeom prst="rect">
                    <a:avLst/>
                  </a:prstGeom>
                  <a:solidFill>
                    <a:srgbClr val="00BFBF"/>
                  </a:solidFill>
                  <a:ln w="38100"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i="0" u="none" strike="noStrike" kern="0" cap="none" spc="0" normalizeH="0" baseline="0" noProof="0">
                        <a:ln>
                          <a:noFill/>
                        </a:ln>
                        <a:solidFill>
                          <a:srgbClr val="FFFFFF"/>
                        </a:solidFill>
                        <a:effectLst/>
                        <a:uLnTx/>
                        <a:uFillTx/>
                      </a:rPr>
                      <a:t>INITIATION</a:t>
                    </a:r>
                  </a:p>
                </p:txBody>
              </p:sp>
              <p:sp>
                <p:nvSpPr>
                  <p:cNvPr id="7" name="Chevron 96">
                    <a:extLst>
                      <a:ext uri="{FF2B5EF4-FFF2-40B4-BE49-F238E27FC236}">
                        <a16:creationId xmlns:a16="http://schemas.microsoft.com/office/drawing/2014/main" id="{B0F15FF2-0345-AAAD-E172-B17EDCA050A9}"/>
                      </a:ext>
                    </a:extLst>
                  </p:cNvPr>
                  <p:cNvSpPr/>
                  <p:nvPr>
                    <p:custDataLst>
                      <p:tags r:id="rId6"/>
                    </p:custDataLst>
                  </p:nvPr>
                </p:nvSpPr>
                <p:spPr>
                  <a:xfrm>
                    <a:off x="5507715" y="283370"/>
                    <a:ext cx="1515944" cy="504000"/>
                  </a:xfrm>
                  <a:prstGeom prst="rect">
                    <a:avLst/>
                  </a:prstGeom>
                  <a:solidFill>
                    <a:srgbClr val="12ABDB"/>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100" i="0" u="none" strike="noStrike" kern="0" cap="none" spc="0" normalizeH="0" baseline="0" noProof="0">
                        <a:ln>
                          <a:noFill/>
                        </a:ln>
                        <a:solidFill>
                          <a:srgbClr val="FFFFFF"/>
                        </a:solidFill>
                        <a:effectLst/>
                        <a:uLnTx/>
                        <a:uFillTx/>
                      </a:rPr>
                      <a:t>IDENTIFICATION</a:t>
                    </a:r>
                  </a:p>
                </p:txBody>
              </p:sp>
            </p:grpSp>
            <p:grpSp>
              <p:nvGrpSpPr>
                <p:cNvPr id="313" name="Group 312">
                  <a:extLst>
                    <a:ext uri="{FF2B5EF4-FFF2-40B4-BE49-F238E27FC236}">
                      <a16:creationId xmlns:a16="http://schemas.microsoft.com/office/drawing/2014/main" id="{912E2D66-122C-66A6-5F33-90F07A7D199B}"/>
                    </a:ext>
                  </a:extLst>
                </p:cNvPr>
                <p:cNvGrpSpPr>
                  <a:grpSpLocks/>
                </p:cNvGrpSpPr>
                <p:nvPr/>
              </p:nvGrpSpPr>
              <p:grpSpPr>
                <a:xfrm>
                  <a:off x="3850472" y="715315"/>
                  <a:ext cx="6488402" cy="2520000"/>
                  <a:chOff x="2979245" y="2702776"/>
                  <a:chExt cx="8384198" cy="3767036"/>
                </a:xfrm>
              </p:grpSpPr>
              <p:sp>
                <p:nvSpPr>
                  <p:cNvPr id="28" name="Rectangle 6">
                    <a:extLst>
                      <a:ext uri="{FF2B5EF4-FFF2-40B4-BE49-F238E27FC236}">
                        <a16:creationId xmlns:a16="http://schemas.microsoft.com/office/drawing/2014/main" id="{A4685DC1-1220-E888-6E7F-ABFA70E3A167}"/>
                      </a:ext>
                    </a:extLst>
                  </p:cNvPr>
                  <p:cNvSpPr/>
                  <p:nvPr/>
                </p:nvSpPr>
                <p:spPr>
                  <a:xfrm flipH="1" flipV="1">
                    <a:off x="3078064" y="2702776"/>
                    <a:ext cx="8285379" cy="1675219"/>
                  </a:xfrm>
                  <a:custGeom>
                    <a:avLst/>
                    <a:gdLst>
                      <a:gd name="connsiteX0" fmla="*/ 0 w 6324600"/>
                      <a:gd name="connsiteY0" fmla="*/ 0 h 3505200"/>
                      <a:gd name="connsiteX1" fmla="*/ 6324600 w 6324600"/>
                      <a:gd name="connsiteY1" fmla="*/ 0 h 3505200"/>
                      <a:gd name="connsiteX2" fmla="*/ 6324600 w 6324600"/>
                      <a:gd name="connsiteY2" fmla="*/ 3505200 h 3505200"/>
                      <a:gd name="connsiteX3" fmla="*/ 0 w 6324600"/>
                      <a:gd name="connsiteY3" fmla="*/ 3505200 h 3505200"/>
                      <a:gd name="connsiteX4" fmla="*/ 0 w 6324600"/>
                      <a:gd name="connsiteY4" fmla="*/ 0 h 3505200"/>
                      <a:gd name="connsiteX0" fmla="*/ 0 w 6324600"/>
                      <a:gd name="connsiteY0" fmla="*/ 0 h 3505200"/>
                      <a:gd name="connsiteX1" fmla="*/ 6324600 w 6324600"/>
                      <a:gd name="connsiteY1" fmla="*/ 0 h 3505200"/>
                      <a:gd name="connsiteX2" fmla="*/ 6324600 w 6324600"/>
                      <a:gd name="connsiteY2" fmla="*/ 3505200 h 3505200"/>
                      <a:gd name="connsiteX3" fmla="*/ 0 w 6324600"/>
                      <a:gd name="connsiteY3" fmla="*/ 0 h 3505200"/>
                      <a:gd name="connsiteX0" fmla="*/ 6324600 w 6416040"/>
                      <a:gd name="connsiteY0" fmla="*/ 3505200 h 3596640"/>
                      <a:gd name="connsiteX1" fmla="*/ 0 w 6416040"/>
                      <a:gd name="connsiteY1" fmla="*/ 0 h 3596640"/>
                      <a:gd name="connsiteX2" fmla="*/ 6324600 w 6416040"/>
                      <a:gd name="connsiteY2" fmla="*/ 0 h 3596640"/>
                      <a:gd name="connsiteX3" fmla="*/ 6416040 w 6416040"/>
                      <a:gd name="connsiteY3" fmla="*/ 3596640 h 3596640"/>
                      <a:gd name="connsiteX0" fmla="*/ 2327787 w 6416040"/>
                      <a:gd name="connsiteY0" fmla="*/ 1941871 h 3596640"/>
                      <a:gd name="connsiteX1" fmla="*/ 0 w 6416040"/>
                      <a:gd name="connsiteY1" fmla="*/ 0 h 3596640"/>
                      <a:gd name="connsiteX2" fmla="*/ 6324600 w 6416040"/>
                      <a:gd name="connsiteY2" fmla="*/ 0 h 3596640"/>
                      <a:gd name="connsiteX3" fmla="*/ 6416040 w 6416040"/>
                      <a:gd name="connsiteY3" fmla="*/ 3596640 h 3596640"/>
                      <a:gd name="connsiteX0" fmla="*/ 0 w 6416040"/>
                      <a:gd name="connsiteY0" fmla="*/ 0 h 3596640"/>
                      <a:gd name="connsiteX1" fmla="*/ 6324600 w 6416040"/>
                      <a:gd name="connsiteY1" fmla="*/ 0 h 3596640"/>
                      <a:gd name="connsiteX2" fmla="*/ 6416040 w 6416040"/>
                      <a:gd name="connsiteY2" fmla="*/ 3596640 h 3596640"/>
                      <a:gd name="connsiteX0" fmla="*/ 0 w 6416040"/>
                      <a:gd name="connsiteY0" fmla="*/ 0 h 3596640"/>
                      <a:gd name="connsiteX1" fmla="*/ 6324600 w 6416040"/>
                      <a:gd name="connsiteY1" fmla="*/ 0 h 3596640"/>
                      <a:gd name="connsiteX2" fmla="*/ 6416040 w 6416040"/>
                      <a:gd name="connsiteY2" fmla="*/ 3596640 h 3596640"/>
                      <a:gd name="connsiteX3" fmla="*/ 0 w 6416040"/>
                      <a:gd name="connsiteY3" fmla="*/ 0 h 3596640"/>
                      <a:gd name="connsiteX0" fmla="*/ 6416040 w 6507480"/>
                      <a:gd name="connsiteY0" fmla="*/ 3596640 h 3688080"/>
                      <a:gd name="connsiteX1" fmla="*/ 0 w 6507480"/>
                      <a:gd name="connsiteY1" fmla="*/ 0 h 3688080"/>
                      <a:gd name="connsiteX2" fmla="*/ 6324600 w 6507480"/>
                      <a:gd name="connsiteY2" fmla="*/ 0 h 3688080"/>
                      <a:gd name="connsiteX3" fmla="*/ 6507480 w 6507480"/>
                      <a:gd name="connsiteY3" fmla="*/ 3688080 h 3688080"/>
                      <a:gd name="connsiteX0" fmla="*/ 1563821 w 6507480"/>
                      <a:gd name="connsiteY0" fmla="*/ 3050950 h 3688080"/>
                      <a:gd name="connsiteX1" fmla="*/ 0 w 6507480"/>
                      <a:gd name="connsiteY1" fmla="*/ 0 h 3688080"/>
                      <a:gd name="connsiteX2" fmla="*/ 6324600 w 6507480"/>
                      <a:gd name="connsiteY2" fmla="*/ 0 h 3688080"/>
                      <a:gd name="connsiteX3" fmla="*/ 6507480 w 6507480"/>
                      <a:gd name="connsiteY3" fmla="*/ 3688080 h 3688080"/>
                      <a:gd name="connsiteX0" fmla="*/ 0 w 6507480"/>
                      <a:gd name="connsiteY0" fmla="*/ 0 h 3688080"/>
                      <a:gd name="connsiteX1" fmla="*/ 6324600 w 6507480"/>
                      <a:gd name="connsiteY1" fmla="*/ 0 h 3688080"/>
                      <a:gd name="connsiteX2" fmla="*/ 6507480 w 6507480"/>
                      <a:gd name="connsiteY2" fmla="*/ 3688080 h 3688080"/>
                      <a:gd name="connsiteX0" fmla="*/ 0 w 6324600"/>
                      <a:gd name="connsiteY0" fmla="*/ 0 h 2168996"/>
                      <a:gd name="connsiteX1" fmla="*/ 6324600 w 6324600"/>
                      <a:gd name="connsiteY1" fmla="*/ 0 h 2168996"/>
                      <a:gd name="connsiteX2" fmla="*/ 6242009 w 6324600"/>
                      <a:gd name="connsiteY2" fmla="*/ 2168996 h 2168996"/>
                      <a:gd name="connsiteX0" fmla="*/ 0 w 6522228"/>
                      <a:gd name="connsiteY0" fmla="*/ 0 h 2404970"/>
                      <a:gd name="connsiteX1" fmla="*/ 6324600 w 6522228"/>
                      <a:gd name="connsiteY1" fmla="*/ 0 h 2404970"/>
                      <a:gd name="connsiteX2" fmla="*/ 6522228 w 6522228"/>
                      <a:gd name="connsiteY2" fmla="*/ 2404970 h 2404970"/>
                      <a:gd name="connsiteX0" fmla="*/ 0 w 7057136"/>
                      <a:gd name="connsiteY0" fmla="*/ 0 h 2589105"/>
                      <a:gd name="connsiteX1" fmla="*/ 6324600 w 7057136"/>
                      <a:gd name="connsiteY1" fmla="*/ 0 h 2589105"/>
                      <a:gd name="connsiteX2" fmla="*/ 6522228 w 7057136"/>
                      <a:gd name="connsiteY2" fmla="*/ 2404970 h 2589105"/>
                      <a:gd name="connsiteX0" fmla="*/ 0 w 6522228"/>
                      <a:gd name="connsiteY0" fmla="*/ 0 h 2884378"/>
                      <a:gd name="connsiteX1" fmla="*/ 6324600 w 6522228"/>
                      <a:gd name="connsiteY1" fmla="*/ 0 h 2884378"/>
                      <a:gd name="connsiteX2" fmla="*/ 6522228 w 6522228"/>
                      <a:gd name="connsiteY2" fmla="*/ 2404970 h 2884378"/>
                      <a:gd name="connsiteX0" fmla="*/ 0 w 6959565"/>
                      <a:gd name="connsiteY0" fmla="*/ 0 h 2629590"/>
                      <a:gd name="connsiteX1" fmla="*/ 6324600 w 6959565"/>
                      <a:gd name="connsiteY1" fmla="*/ 0 h 2629590"/>
                      <a:gd name="connsiteX2" fmla="*/ 6522228 w 6959565"/>
                      <a:gd name="connsiteY2" fmla="*/ 2404970 h 2629590"/>
                      <a:gd name="connsiteX0" fmla="*/ 0 w 6959565"/>
                      <a:gd name="connsiteY0" fmla="*/ 0 h 2629590"/>
                      <a:gd name="connsiteX1" fmla="*/ 6324600 w 6959565"/>
                      <a:gd name="connsiteY1" fmla="*/ 0 h 2629590"/>
                      <a:gd name="connsiteX2" fmla="*/ 6522228 w 6959565"/>
                      <a:gd name="connsiteY2" fmla="*/ 2404970 h 2629590"/>
                      <a:gd name="connsiteX0" fmla="*/ 0 w 6522228"/>
                      <a:gd name="connsiteY0" fmla="*/ 0 h 2404970"/>
                      <a:gd name="connsiteX1" fmla="*/ 6324600 w 6522228"/>
                      <a:gd name="connsiteY1" fmla="*/ 0 h 2404970"/>
                      <a:gd name="connsiteX2" fmla="*/ 6522228 w 6522228"/>
                      <a:gd name="connsiteY2" fmla="*/ 2404970 h 2404970"/>
                      <a:gd name="connsiteX0" fmla="*/ 0 w 6839285"/>
                      <a:gd name="connsiteY0" fmla="*/ 178145 h 2583115"/>
                      <a:gd name="connsiteX1" fmla="*/ 6324600 w 6839285"/>
                      <a:gd name="connsiteY1" fmla="*/ 178145 h 2583115"/>
                      <a:gd name="connsiteX2" fmla="*/ 6522228 w 6839285"/>
                      <a:gd name="connsiteY2" fmla="*/ 2583115 h 2583115"/>
                      <a:gd name="connsiteX0" fmla="*/ 0 w 6522228"/>
                      <a:gd name="connsiteY0" fmla="*/ 0 h 2404970"/>
                      <a:gd name="connsiteX1" fmla="*/ 3699387 w 6522228"/>
                      <a:gd name="connsiteY1" fmla="*/ 575187 h 2404970"/>
                      <a:gd name="connsiteX2" fmla="*/ 6522228 w 6522228"/>
                      <a:gd name="connsiteY2" fmla="*/ 2404970 h 2404970"/>
                      <a:gd name="connsiteX0" fmla="*/ 0 w 6522228"/>
                      <a:gd name="connsiteY0" fmla="*/ 5635 h 2410605"/>
                      <a:gd name="connsiteX1" fmla="*/ 3699387 w 6522228"/>
                      <a:gd name="connsiteY1" fmla="*/ 580822 h 2410605"/>
                      <a:gd name="connsiteX2" fmla="*/ 6522228 w 6522228"/>
                      <a:gd name="connsiteY2" fmla="*/ 2410605 h 2410605"/>
                      <a:gd name="connsiteX0" fmla="*/ 0 w 6522228"/>
                      <a:gd name="connsiteY0" fmla="*/ 5635 h 2410605"/>
                      <a:gd name="connsiteX1" fmla="*/ 3699387 w 6522228"/>
                      <a:gd name="connsiteY1" fmla="*/ 580822 h 2410605"/>
                      <a:gd name="connsiteX2" fmla="*/ 6522228 w 6522228"/>
                      <a:gd name="connsiteY2" fmla="*/ 2410605 h 2410605"/>
                      <a:gd name="connsiteX0" fmla="*/ 0 w 6522228"/>
                      <a:gd name="connsiteY0" fmla="*/ 6310 h 2411280"/>
                      <a:gd name="connsiteX1" fmla="*/ 4628535 w 6522228"/>
                      <a:gd name="connsiteY1" fmla="*/ 552000 h 2411280"/>
                      <a:gd name="connsiteX2" fmla="*/ 6522228 w 6522228"/>
                      <a:gd name="connsiteY2" fmla="*/ 2411280 h 2411280"/>
                      <a:gd name="connsiteX0" fmla="*/ 0 w 6522228"/>
                      <a:gd name="connsiteY0" fmla="*/ 5347 h 2410317"/>
                      <a:gd name="connsiteX1" fmla="*/ 4023851 w 6522228"/>
                      <a:gd name="connsiteY1" fmla="*/ 595282 h 2410317"/>
                      <a:gd name="connsiteX2" fmla="*/ 6522228 w 6522228"/>
                      <a:gd name="connsiteY2" fmla="*/ 2410317 h 2410317"/>
                      <a:gd name="connsiteX0" fmla="*/ 0 w 6509203"/>
                      <a:gd name="connsiteY0" fmla="*/ 163951 h 1949489"/>
                      <a:gd name="connsiteX1" fmla="*/ 4010826 w 6509203"/>
                      <a:gd name="connsiteY1" fmla="*/ 134454 h 1949489"/>
                      <a:gd name="connsiteX2" fmla="*/ 6509203 w 6509203"/>
                      <a:gd name="connsiteY2" fmla="*/ 1949489 h 1949489"/>
                      <a:gd name="connsiteX0" fmla="*/ 0 w 6535251"/>
                      <a:gd name="connsiteY0" fmla="*/ 155212 h 1822763"/>
                      <a:gd name="connsiteX1" fmla="*/ 4010826 w 6535251"/>
                      <a:gd name="connsiteY1" fmla="*/ 125715 h 1822763"/>
                      <a:gd name="connsiteX2" fmla="*/ 6535251 w 6535251"/>
                      <a:gd name="connsiteY2" fmla="*/ 1822763 h 1822763"/>
                      <a:gd name="connsiteX0" fmla="*/ 0 w 6535251"/>
                      <a:gd name="connsiteY0" fmla="*/ 155212 h 1822763"/>
                      <a:gd name="connsiteX1" fmla="*/ 4010826 w 6535251"/>
                      <a:gd name="connsiteY1" fmla="*/ 125715 h 1822763"/>
                      <a:gd name="connsiteX2" fmla="*/ 6535251 w 6535251"/>
                      <a:gd name="connsiteY2" fmla="*/ 1822763 h 1822763"/>
                      <a:gd name="connsiteX0" fmla="*/ 0 w 6535251"/>
                      <a:gd name="connsiteY0" fmla="*/ 10655 h 1678206"/>
                      <a:gd name="connsiteX1" fmla="*/ 4062921 w 6535251"/>
                      <a:gd name="connsiteY1" fmla="*/ 335120 h 1678206"/>
                      <a:gd name="connsiteX2" fmla="*/ 6535251 w 6535251"/>
                      <a:gd name="connsiteY2" fmla="*/ 1678206 h 1678206"/>
                      <a:gd name="connsiteX0" fmla="*/ 0 w 6535251"/>
                      <a:gd name="connsiteY0" fmla="*/ 3375 h 1670926"/>
                      <a:gd name="connsiteX1" fmla="*/ 4128041 w 6535251"/>
                      <a:gd name="connsiteY1" fmla="*/ 637556 h 1670926"/>
                      <a:gd name="connsiteX2" fmla="*/ 6535251 w 6535251"/>
                      <a:gd name="connsiteY2" fmla="*/ 1670926 h 1670926"/>
                      <a:gd name="connsiteX0" fmla="*/ 0 w 6535251"/>
                      <a:gd name="connsiteY0" fmla="*/ 7668 h 1675219"/>
                      <a:gd name="connsiteX1" fmla="*/ 4023848 w 6535251"/>
                      <a:gd name="connsiteY1" fmla="*/ 391126 h 1675219"/>
                      <a:gd name="connsiteX2" fmla="*/ 6535251 w 6535251"/>
                      <a:gd name="connsiteY2" fmla="*/ 1675219 h 1675219"/>
                      <a:gd name="connsiteX0" fmla="*/ 0 w 6535251"/>
                      <a:gd name="connsiteY0" fmla="*/ 7668 h 1675219"/>
                      <a:gd name="connsiteX1" fmla="*/ 4023848 w 6535251"/>
                      <a:gd name="connsiteY1" fmla="*/ 391126 h 1675219"/>
                      <a:gd name="connsiteX2" fmla="*/ 6535251 w 6535251"/>
                      <a:gd name="connsiteY2" fmla="*/ 1675219 h 1675219"/>
                    </a:gdLst>
                    <a:ahLst/>
                    <a:cxnLst>
                      <a:cxn ang="0">
                        <a:pos x="connsiteX0" y="connsiteY0"/>
                      </a:cxn>
                      <a:cxn ang="0">
                        <a:pos x="connsiteX1" y="connsiteY1"/>
                      </a:cxn>
                      <a:cxn ang="0">
                        <a:pos x="connsiteX2" y="connsiteY2"/>
                      </a:cxn>
                    </a:cxnLst>
                    <a:rect l="l" t="t" r="r" b="b"/>
                    <a:pathLst>
                      <a:path w="6535251" h="1675219">
                        <a:moveTo>
                          <a:pt x="0" y="7668"/>
                        </a:moveTo>
                        <a:cubicBezTo>
                          <a:pt x="618613" y="-36578"/>
                          <a:pt x="2934640" y="113201"/>
                          <a:pt x="4023848" y="391126"/>
                        </a:cubicBezTo>
                        <a:cubicBezTo>
                          <a:pt x="5113057" y="669051"/>
                          <a:pt x="6017867" y="1075450"/>
                          <a:pt x="6535251" y="1675219"/>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9" name="Rectangle 6">
                    <a:extLst>
                      <a:ext uri="{FF2B5EF4-FFF2-40B4-BE49-F238E27FC236}">
                        <a16:creationId xmlns:a16="http://schemas.microsoft.com/office/drawing/2014/main" id="{9A1B1294-89FD-FC50-375F-A819002ACA52}"/>
                      </a:ext>
                    </a:extLst>
                  </p:cNvPr>
                  <p:cNvSpPr/>
                  <p:nvPr/>
                </p:nvSpPr>
                <p:spPr>
                  <a:xfrm flipH="1">
                    <a:off x="3067206" y="4794593"/>
                    <a:ext cx="8285379" cy="1675219"/>
                  </a:xfrm>
                  <a:custGeom>
                    <a:avLst/>
                    <a:gdLst>
                      <a:gd name="connsiteX0" fmla="*/ 0 w 6324600"/>
                      <a:gd name="connsiteY0" fmla="*/ 0 h 3505200"/>
                      <a:gd name="connsiteX1" fmla="*/ 6324600 w 6324600"/>
                      <a:gd name="connsiteY1" fmla="*/ 0 h 3505200"/>
                      <a:gd name="connsiteX2" fmla="*/ 6324600 w 6324600"/>
                      <a:gd name="connsiteY2" fmla="*/ 3505200 h 3505200"/>
                      <a:gd name="connsiteX3" fmla="*/ 0 w 6324600"/>
                      <a:gd name="connsiteY3" fmla="*/ 3505200 h 3505200"/>
                      <a:gd name="connsiteX4" fmla="*/ 0 w 6324600"/>
                      <a:gd name="connsiteY4" fmla="*/ 0 h 3505200"/>
                      <a:gd name="connsiteX0" fmla="*/ 0 w 6324600"/>
                      <a:gd name="connsiteY0" fmla="*/ 0 h 3505200"/>
                      <a:gd name="connsiteX1" fmla="*/ 6324600 w 6324600"/>
                      <a:gd name="connsiteY1" fmla="*/ 0 h 3505200"/>
                      <a:gd name="connsiteX2" fmla="*/ 6324600 w 6324600"/>
                      <a:gd name="connsiteY2" fmla="*/ 3505200 h 3505200"/>
                      <a:gd name="connsiteX3" fmla="*/ 0 w 6324600"/>
                      <a:gd name="connsiteY3" fmla="*/ 0 h 3505200"/>
                      <a:gd name="connsiteX0" fmla="*/ 6324600 w 6416040"/>
                      <a:gd name="connsiteY0" fmla="*/ 3505200 h 3596640"/>
                      <a:gd name="connsiteX1" fmla="*/ 0 w 6416040"/>
                      <a:gd name="connsiteY1" fmla="*/ 0 h 3596640"/>
                      <a:gd name="connsiteX2" fmla="*/ 6324600 w 6416040"/>
                      <a:gd name="connsiteY2" fmla="*/ 0 h 3596640"/>
                      <a:gd name="connsiteX3" fmla="*/ 6416040 w 6416040"/>
                      <a:gd name="connsiteY3" fmla="*/ 3596640 h 3596640"/>
                      <a:gd name="connsiteX0" fmla="*/ 2327787 w 6416040"/>
                      <a:gd name="connsiteY0" fmla="*/ 1941871 h 3596640"/>
                      <a:gd name="connsiteX1" fmla="*/ 0 w 6416040"/>
                      <a:gd name="connsiteY1" fmla="*/ 0 h 3596640"/>
                      <a:gd name="connsiteX2" fmla="*/ 6324600 w 6416040"/>
                      <a:gd name="connsiteY2" fmla="*/ 0 h 3596640"/>
                      <a:gd name="connsiteX3" fmla="*/ 6416040 w 6416040"/>
                      <a:gd name="connsiteY3" fmla="*/ 3596640 h 3596640"/>
                      <a:gd name="connsiteX0" fmla="*/ 0 w 6416040"/>
                      <a:gd name="connsiteY0" fmla="*/ 0 h 3596640"/>
                      <a:gd name="connsiteX1" fmla="*/ 6324600 w 6416040"/>
                      <a:gd name="connsiteY1" fmla="*/ 0 h 3596640"/>
                      <a:gd name="connsiteX2" fmla="*/ 6416040 w 6416040"/>
                      <a:gd name="connsiteY2" fmla="*/ 3596640 h 3596640"/>
                      <a:gd name="connsiteX0" fmla="*/ 0 w 6416040"/>
                      <a:gd name="connsiteY0" fmla="*/ 0 h 3596640"/>
                      <a:gd name="connsiteX1" fmla="*/ 6324600 w 6416040"/>
                      <a:gd name="connsiteY1" fmla="*/ 0 h 3596640"/>
                      <a:gd name="connsiteX2" fmla="*/ 6416040 w 6416040"/>
                      <a:gd name="connsiteY2" fmla="*/ 3596640 h 3596640"/>
                      <a:gd name="connsiteX3" fmla="*/ 0 w 6416040"/>
                      <a:gd name="connsiteY3" fmla="*/ 0 h 3596640"/>
                      <a:gd name="connsiteX0" fmla="*/ 6416040 w 6507480"/>
                      <a:gd name="connsiteY0" fmla="*/ 3596640 h 3688080"/>
                      <a:gd name="connsiteX1" fmla="*/ 0 w 6507480"/>
                      <a:gd name="connsiteY1" fmla="*/ 0 h 3688080"/>
                      <a:gd name="connsiteX2" fmla="*/ 6324600 w 6507480"/>
                      <a:gd name="connsiteY2" fmla="*/ 0 h 3688080"/>
                      <a:gd name="connsiteX3" fmla="*/ 6507480 w 6507480"/>
                      <a:gd name="connsiteY3" fmla="*/ 3688080 h 3688080"/>
                      <a:gd name="connsiteX0" fmla="*/ 1563821 w 6507480"/>
                      <a:gd name="connsiteY0" fmla="*/ 3050950 h 3688080"/>
                      <a:gd name="connsiteX1" fmla="*/ 0 w 6507480"/>
                      <a:gd name="connsiteY1" fmla="*/ 0 h 3688080"/>
                      <a:gd name="connsiteX2" fmla="*/ 6324600 w 6507480"/>
                      <a:gd name="connsiteY2" fmla="*/ 0 h 3688080"/>
                      <a:gd name="connsiteX3" fmla="*/ 6507480 w 6507480"/>
                      <a:gd name="connsiteY3" fmla="*/ 3688080 h 3688080"/>
                      <a:gd name="connsiteX0" fmla="*/ 0 w 6507480"/>
                      <a:gd name="connsiteY0" fmla="*/ 0 h 3688080"/>
                      <a:gd name="connsiteX1" fmla="*/ 6324600 w 6507480"/>
                      <a:gd name="connsiteY1" fmla="*/ 0 h 3688080"/>
                      <a:gd name="connsiteX2" fmla="*/ 6507480 w 6507480"/>
                      <a:gd name="connsiteY2" fmla="*/ 3688080 h 3688080"/>
                      <a:gd name="connsiteX0" fmla="*/ 0 w 6324600"/>
                      <a:gd name="connsiteY0" fmla="*/ 0 h 2168996"/>
                      <a:gd name="connsiteX1" fmla="*/ 6324600 w 6324600"/>
                      <a:gd name="connsiteY1" fmla="*/ 0 h 2168996"/>
                      <a:gd name="connsiteX2" fmla="*/ 6242009 w 6324600"/>
                      <a:gd name="connsiteY2" fmla="*/ 2168996 h 2168996"/>
                      <a:gd name="connsiteX0" fmla="*/ 0 w 6522228"/>
                      <a:gd name="connsiteY0" fmla="*/ 0 h 2404970"/>
                      <a:gd name="connsiteX1" fmla="*/ 6324600 w 6522228"/>
                      <a:gd name="connsiteY1" fmla="*/ 0 h 2404970"/>
                      <a:gd name="connsiteX2" fmla="*/ 6522228 w 6522228"/>
                      <a:gd name="connsiteY2" fmla="*/ 2404970 h 2404970"/>
                      <a:gd name="connsiteX0" fmla="*/ 0 w 7057136"/>
                      <a:gd name="connsiteY0" fmla="*/ 0 h 2589105"/>
                      <a:gd name="connsiteX1" fmla="*/ 6324600 w 7057136"/>
                      <a:gd name="connsiteY1" fmla="*/ 0 h 2589105"/>
                      <a:gd name="connsiteX2" fmla="*/ 6522228 w 7057136"/>
                      <a:gd name="connsiteY2" fmla="*/ 2404970 h 2589105"/>
                      <a:gd name="connsiteX0" fmla="*/ 0 w 6522228"/>
                      <a:gd name="connsiteY0" fmla="*/ 0 h 2884378"/>
                      <a:gd name="connsiteX1" fmla="*/ 6324600 w 6522228"/>
                      <a:gd name="connsiteY1" fmla="*/ 0 h 2884378"/>
                      <a:gd name="connsiteX2" fmla="*/ 6522228 w 6522228"/>
                      <a:gd name="connsiteY2" fmla="*/ 2404970 h 2884378"/>
                      <a:gd name="connsiteX0" fmla="*/ 0 w 6959565"/>
                      <a:gd name="connsiteY0" fmla="*/ 0 h 2629590"/>
                      <a:gd name="connsiteX1" fmla="*/ 6324600 w 6959565"/>
                      <a:gd name="connsiteY1" fmla="*/ 0 h 2629590"/>
                      <a:gd name="connsiteX2" fmla="*/ 6522228 w 6959565"/>
                      <a:gd name="connsiteY2" fmla="*/ 2404970 h 2629590"/>
                      <a:gd name="connsiteX0" fmla="*/ 0 w 6959565"/>
                      <a:gd name="connsiteY0" fmla="*/ 0 h 2629590"/>
                      <a:gd name="connsiteX1" fmla="*/ 6324600 w 6959565"/>
                      <a:gd name="connsiteY1" fmla="*/ 0 h 2629590"/>
                      <a:gd name="connsiteX2" fmla="*/ 6522228 w 6959565"/>
                      <a:gd name="connsiteY2" fmla="*/ 2404970 h 2629590"/>
                      <a:gd name="connsiteX0" fmla="*/ 0 w 6522228"/>
                      <a:gd name="connsiteY0" fmla="*/ 0 h 2404970"/>
                      <a:gd name="connsiteX1" fmla="*/ 6324600 w 6522228"/>
                      <a:gd name="connsiteY1" fmla="*/ 0 h 2404970"/>
                      <a:gd name="connsiteX2" fmla="*/ 6522228 w 6522228"/>
                      <a:gd name="connsiteY2" fmla="*/ 2404970 h 2404970"/>
                      <a:gd name="connsiteX0" fmla="*/ 0 w 6839285"/>
                      <a:gd name="connsiteY0" fmla="*/ 178145 h 2583115"/>
                      <a:gd name="connsiteX1" fmla="*/ 6324600 w 6839285"/>
                      <a:gd name="connsiteY1" fmla="*/ 178145 h 2583115"/>
                      <a:gd name="connsiteX2" fmla="*/ 6522228 w 6839285"/>
                      <a:gd name="connsiteY2" fmla="*/ 2583115 h 2583115"/>
                      <a:gd name="connsiteX0" fmla="*/ 0 w 6522228"/>
                      <a:gd name="connsiteY0" fmla="*/ 0 h 2404970"/>
                      <a:gd name="connsiteX1" fmla="*/ 3699387 w 6522228"/>
                      <a:gd name="connsiteY1" fmla="*/ 575187 h 2404970"/>
                      <a:gd name="connsiteX2" fmla="*/ 6522228 w 6522228"/>
                      <a:gd name="connsiteY2" fmla="*/ 2404970 h 2404970"/>
                      <a:gd name="connsiteX0" fmla="*/ 0 w 6522228"/>
                      <a:gd name="connsiteY0" fmla="*/ 5635 h 2410605"/>
                      <a:gd name="connsiteX1" fmla="*/ 3699387 w 6522228"/>
                      <a:gd name="connsiteY1" fmla="*/ 580822 h 2410605"/>
                      <a:gd name="connsiteX2" fmla="*/ 6522228 w 6522228"/>
                      <a:gd name="connsiteY2" fmla="*/ 2410605 h 2410605"/>
                      <a:gd name="connsiteX0" fmla="*/ 0 w 6522228"/>
                      <a:gd name="connsiteY0" fmla="*/ 5635 h 2410605"/>
                      <a:gd name="connsiteX1" fmla="*/ 3699387 w 6522228"/>
                      <a:gd name="connsiteY1" fmla="*/ 580822 h 2410605"/>
                      <a:gd name="connsiteX2" fmla="*/ 6522228 w 6522228"/>
                      <a:gd name="connsiteY2" fmla="*/ 2410605 h 2410605"/>
                      <a:gd name="connsiteX0" fmla="*/ 0 w 6522228"/>
                      <a:gd name="connsiteY0" fmla="*/ 6310 h 2411280"/>
                      <a:gd name="connsiteX1" fmla="*/ 4628535 w 6522228"/>
                      <a:gd name="connsiteY1" fmla="*/ 552000 h 2411280"/>
                      <a:gd name="connsiteX2" fmla="*/ 6522228 w 6522228"/>
                      <a:gd name="connsiteY2" fmla="*/ 2411280 h 2411280"/>
                      <a:gd name="connsiteX0" fmla="*/ 0 w 6522228"/>
                      <a:gd name="connsiteY0" fmla="*/ 5347 h 2410317"/>
                      <a:gd name="connsiteX1" fmla="*/ 4023851 w 6522228"/>
                      <a:gd name="connsiteY1" fmla="*/ 595282 h 2410317"/>
                      <a:gd name="connsiteX2" fmla="*/ 6522228 w 6522228"/>
                      <a:gd name="connsiteY2" fmla="*/ 2410317 h 2410317"/>
                      <a:gd name="connsiteX0" fmla="*/ 0 w 6509203"/>
                      <a:gd name="connsiteY0" fmla="*/ 163951 h 1949489"/>
                      <a:gd name="connsiteX1" fmla="*/ 4010826 w 6509203"/>
                      <a:gd name="connsiteY1" fmla="*/ 134454 h 1949489"/>
                      <a:gd name="connsiteX2" fmla="*/ 6509203 w 6509203"/>
                      <a:gd name="connsiteY2" fmla="*/ 1949489 h 1949489"/>
                      <a:gd name="connsiteX0" fmla="*/ 0 w 6535251"/>
                      <a:gd name="connsiteY0" fmla="*/ 155212 h 1822763"/>
                      <a:gd name="connsiteX1" fmla="*/ 4010826 w 6535251"/>
                      <a:gd name="connsiteY1" fmla="*/ 125715 h 1822763"/>
                      <a:gd name="connsiteX2" fmla="*/ 6535251 w 6535251"/>
                      <a:gd name="connsiteY2" fmla="*/ 1822763 h 1822763"/>
                      <a:gd name="connsiteX0" fmla="*/ 0 w 6535251"/>
                      <a:gd name="connsiteY0" fmla="*/ 155212 h 1822763"/>
                      <a:gd name="connsiteX1" fmla="*/ 4010826 w 6535251"/>
                      <a:gd name="connsiteY1" fmla="*/ 125715 h 1822763"/>
                      <a:gd name="connsiteX2" fmla="*/ 6535251 w 6535251"/>
                      <a:gd name="connsiteY2" fmla="*/ 1822763 h 1822763"/>
                      <a:gd name="connsiteX0" fmla="*/ 0 w 6535251"/>
                      <a:gd name="connsiteY0" fmla="*/ 10655 h 1678206"/>
                      <a:gd name="connsiteX1" fmla="*/ 4062921 w 6535251"/>
                      <a:gd name="connsiteY1" fmla="*/ 335120 h 1678206"/>
                      <a:gd name="connsiteX2" fmla="*/ 6535251 w 6535251"/>
                      <a:gd name="connsiteY2" fmla="*/ 1678206 h 1678206"/>
                      <a:gd name="connsiteX0" fmla="*/ 0 w 6535251"/>
                      <a:gd name="connsiteY0" fmla="*/ 3375 h 1670926"/>
                      <a:gd name="connsiteX1" fmla="*/ 4128041 w 6535251"/>
                      <a:gd name="connsiteY1" fmla="*/ 637556 h 1670926"/>
                      <a:gd name="connsiteX2" fmla="*/ 6535251 w 6535251"/>
                      <a:gd name="connsiteY2" fmla="*/ 1670926 h 1670926"/>
                      <a:gd name="connsiteX0" fmla="*/ 0 w 6535251"/>
                      <a:gd name="connsiteY0" fmla="*/ 7668 h 1675219"/>
                      <a:gd name="connsiteX1" fmla="*/ 4023848 w 6535251"/>
                      <a:gd name="connsiteY1" fmla="*/ 391126 h 1675219"/>
                      <a:gd name="connsiteX2" fmla="*/ 6535251 w 6535251"/>
                      <a:gd name="connsiteY2" fmla="*/ 1675219 h 1675219"/>
                      <a:gd name="connsiteX0" fmla="*/ 0 w 6535251"/>
                      <a:gd name="connsiteY0" fmla="*/ 7668 h 1675219"/>
                      <a:gd name="connsiteX1" fmla="*/ 4023848 w 6535251"/>
                      <a:gd name="connsiteY1" fmla="*/ 391126 h 1675219"/>
                      <a:gd name="connsiteX2" fmla="*/ 6535251 w 6535251"/>
                      <a:gd name="connsiteY2" fmla="*/ 1675219 h 1675219"/>
                    </a:gdLst>
                    <a:ahLst/>
                    <a:cxnLst>
                      <a:cxn ang="0">
                        <a:pos x="connsiteX0" y="connsiteY0"/>
                      </a:cxn>
                      <a:cxn ang="0">
                        <a:pos x="connsiteX1" y="connsiteY1"/>
                      </a:cxn>
                      <a:cxn ang="0">
                        <a:pos x="connsiteX2" y="connsiteY2"/>
                      </a:cxn>
                    </a:cxnLst>
                    <a:rect l="l" t="t" r="r" b="b"/>
                    <a:pathLst>
                      <a:path w="6535251" h="1675219">
                        <a:moveTo>
                          <a:pt x="0" y="7668"/>
                        </a:moveTo>
                        <a:cubicBezTo>
                          <a:pt x="618613" y="-36578"/>
                          <a:pt x="2934640" y="113201"/>
                          <a:pt x="4023848" y="391126"/>
                        </a:cubicBezTo>
                        <a:cubicBezTo>
                          <a:pt x="5113057" y="669051"/>
                          <a:pt x="6017867" y="1075450"/>
                          <a:pt x="6535251" y="1675219"/>
                        </a:cubicBez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 name="Oval 29">
                    <a:extLst>
                      <a:ext uri="{FF2B5EF4-FFF2-40B4-BE49-F238E27FC236}">
                        <a16:creationId xmlns:a16="http://schemas.microsoft.com/office/drawing/2014/main" id="{53C017A7-1E5B-C63C-CC86-D18DA446EC35}"/>
                      </a:ext>
                    </a:extLst>
                  </p:cNvPr>
                  <p:cNvSpPr>
                    <a:spLocks noChangeAspect="1"/>
                  </p:cNvSpPr>
                  <p:nvPr/>
                </p:nvSpPr>
                <p:spPr>
                  <a:xfrm>
                    <a:off x="3999929" y="3536395"/>
                    <a:ext cx="403269" cy="403269"/>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1" name="Oval 30">
                    <a:extLst>
                      <a:ext uri="{FF2B5EF4-FFF2-40B4-BE49-F238E27FC236}">
                        <a16:creationId xmlns:a16="http://schemas.microsoft.com/office/drawing/2014/main" id="{D22F61B0-8452-0C4A-CADC-9671E1193E50}"/>
                      </a:ext>
                    </a:extLst>
                  </p:cNvPr>
                  <p:cNvSpPr>
                    <a:spLocks noChangeAspect="1"/>
                  </p:cNvSpPr>
                  <p:nvPr/>
                </p:nvSpPr>
                <p:spPr>
                  <a:xfrm>
                    <a:off x="3667021" y="4238151"/>
                    <a:ext cx="366608" cy="366608"/>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2" name="Oval 31">
                    <a:extLst>
                      <a:ext uri="{FF2B5EF4-FFF2-40B4-BE49-F238E27FC236}">
                        <a16:creationId xmlns:a16="http://schemas.microsoft.com/office/drawing/2014/main" id="{C0B500CA-F4EF-01E9-5D73-6C04F3405B0C}"/>
                      </a:ext>
                    </a:extLst>
                  </p:cNvPr>
                  <p:cNvSpPr>
                    <a:spLocks noChangeAspect="1"/>
                  </p:cNvSpPr>
                  <p:nvPr/>
                </p:nvSpPr>
                <p:spPr>
                  <a:xfrm>
                    <a:off x="4201393" y="4875143"/>
                    <a:ext cx="403269" cy="403269"/>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3" name="Oval 32">
                    <a:extLst>
                      <a:ext uri="{FF2B5EF4-FFF2-40B4-BE49-F238E27FC236}">
                        <a16:creationId xmlns:a16="http://schemas.microsoft.com/office/drawing/2014/main" id="{194BA7C0-F230-FAA2-F08E-3D257F5AF790}"/>
                      </a:ext>
                    </a:extLst>
                  </p:cNvPr>
                  <p:cNvSpPr>
                    <a:spLocks noChangeAspect="1"/>
                  </p:cNvSpPr>
                  <p:nvPr/>
                </p:nvSpPr>
                <p:spPr>
                  <a:xfrm>
                    <a:off x="4371460" y="4008243"/>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4" name="Oval 33">
                    <a:extLst>
                      <a:ext uri="{FF2B5EF4-FFF2-40B4-BE49-F238E27FC236}">
                        <a16:creationId xmlns:a16="http://schemas.microsoft.com/office/drawing/2014/main" id="{A99A71CE-DBA0-3BE6-425B-DF333E0764CE}"/>
                      </a:ext>
                    </a:extLst>
                  </p:cNvPr>
                  <p:cNvSpPr>
                    <a:spLocks noChangeAspect="1"/>
                  </p:cNvSpPr>
                  <p:nvPr/>
                </p:nvSpPr>
                <p:spPr>
                  <a:xfrm>
                    <a:off x="4416300" y="5340960"/>
                    <a:ext cx="187484" cy="187484"/>
                  </a:xfrm>
                  <a:prstGeom prst="ellipse">
                    <a:avLst/>
                  </a:prstGeom>
                  <a:solidFill>
                    <a:schemeClr val="accent6">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5" name="Oval 34">
                    <a:extLst>
                      <a:ext uri="{FF2B5EF4-FFF2-40B4-BE49-F238E27FC236}">
                        <a16:creationId xmlns:a16="http://schemas.microsoft.com/office/drawing/2014/main" id="{51C133C9-8A78-991F-7305-EAFA3E24BF0A}"/>
                      </a:ext>
                    </a:extLst>
                  </p:cNvPr>
                  <p:cNvSpPr>
                    <a:spLocks noChangeAspect="1"/>
                  </p:cNvSpPr>
                  <p:nvPr/>
                </p:nvSpPr>
                <p:spPr>
                  <a:xfrm>
                    <a:off x="4926443" y="4879444"/>
                    <a:ext cx="403269" cy="403269"/>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6" name="Oval 35">
                    <a:extLst>
                      <a:ext uri="{FF2B5EF4-FFF2-40B4-BE49-F238E27FC236}">
                        <a16:creationId xmlns:a16="http://schemas.microsoft.com/office/drawing/2014/main" id="{CBBCF12D-9070-C7F6-4C13-D1E012D267C3}"/>
                      </a:ext>
                    </a:extLst>
                  </p:cNvPr>
                  <p:cNvSpPr>
                    <a:spLocks noChangeAspect="1"/>
                  </p:cNvSpPr>
                  <p:nvPr/>
                </p:nvSpPr>
                <p:spPr>
                  <a:xfrm>
                    <a:off x="5441100" y="4190672"/>
                    <a:ext cx="366608" cy="366608"/>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7" name="Oval 36">
                    <a:extLst>
                      <a:ext uri="{FF2B5EF4-FFF2-40B4-BE49-F238E27FC236}">
                        <a16:creationId xmlns:a16="http://schemas.microsoft.com/office/drawing/2014/main" id="{2D062507-997A-D107-08CE-DAA6A54B4AD1}"/>
                      </a:ext>
                    </a:extLst>
                  </p:cNvPr>
                  <p:cNvSpPr>
                    <a:spLocks noChangeAspect="1"/>
                  </p:cNvSpPr>
                  <p:nvPr/>
                </p:nvSpPr>
                <p:spPr>
                  <a:xfrm>
                    <a:off x="4773618" y="3886528"/>
                    <a:ext cx="366608" cy="366608"/>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8" name="Oval 37">
                    <a:extLst>
                      <a:ext uri="{FF2B5EF4-FFF2-40B4-BE49-F238E27FC236}">
                        <a16:creationId xmlns:a16="http://schemas.microsoft.com/office/drawing/2014/main" id="{F883AA0A-718A-5FE6-C591-B9FFA213248E}"/>
                      </a:ext>
                    </a:extLst>
                  </p:cNvPr>
                  <p:cNvSpPr>
                    <a:spLocks noChangeAspect="1"/>
                  </p:cNvSpPr>
                  <p:nvPr/>
                </p:nvSpPr>
                <p:spPr>
                  <a:xfrm>
                    <a:off x="6061169" y="4161952"/>
                    <a:ext cx="274321" cy="274321"/>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9" name="Oval 38">
                    <a:extLst>
                      <a:ext uri="{FF2B5EF4-FFF2-40B4-BE49-F238E27FC236}">
                        <a16:creationId xmlns:a16="http://schemas.microsoft.com/office/drawing/2014/main" id="{068D9208-B199-72F7-D724-F8CF9D1C3AB0}"/>
                      </a:ext>
                    </a:extLst>
                  </p:cNvPr>
                  <p:cNvSpPr>
                    <a:spLocks noChangeAspect="1"/>
                  </p:cNvSpPr>
                  <p:nvPr/>
                </p:nvSpPr>
                <p:spPr>
                  <a:xfrm>
                    <a:off x="6172609" y="4535438"/>
                    <a:ext cx="137160" cy="137160"/>
                  </a:xfrm>
                  <a:prstGeom prst="ellipse">
                    <a:avLst/>
                  </a:prstGeom>
                  <a:solidFill>
                    <a:schemeClr val="accent2"/>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0" name="Oval 39">
                    <a:extLst>
                      <a:ext uri="{FF2B5EF4-FFF2-40B4-BE49-F238E27FC236}">
                        <a16:creationId xmlns:a16="http://schemas.microsoft.com/office/drawing/2014/main" id="{EA05C5BE-3CFF-DDC4-6807-E238B08D39A0}"/>
                      </a:ext>
                    </a:extLst>
                  </p:cNvPr>
                  <p:cNvSpPr>
                    <a:spLocks noChangeAspect="1"/>
                  </p:cNvSpPr>
                  <p:nvPr/>
                </p:nvSpPr>
                <p:spPr>
                  <a:xfrm>
                    <a:off x="5273509" y="4686748"/>
                    <a:ext cx="137160" cy="137160"/>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1" name="Oval 40">
                    <a:extLst>
                      <a:ext uri="{FF2B5EF4-FFF2-40B4-BE49-F238E27FC236}">
                        <a16:creationId xmlns:a16="http://schemas.microsoft.com/office/drawing/2014/main" id="{EC9D575F-8B36-9718-35AD-A3F2DC0CA5AB}"/>
                      </a:ext>
                    </a:extLst>
                  </p:cNvPr>
                  <p:cNvSpPr>
                    <a:spLocks noChangeAspect="1"/>
                  </p:cNvSpPr>
                  <p:nvPr/>
                </p:nvSpPr>
                <p:spPr>
                  <a:xfrm>
                    <a:off x="6104028" y="4943917"/>
                    <a:ext cx="137160" cy="137160"/>
                  </a:xfrm>
                  <a:prstGeom prst="ellipse">
                    <a:avLst/>
                  </a:prstGeom>
                  <a:solidFill>
                    <a:schemeClr val="bg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2" name="Oval 41">
                    <a:extLst>
                      <a:ext uri="{FF2B5EF4-FFF2-40B4-BE49-F238E27FC236}">
                        <a16:creationId xmlns:a16="http://schemas.microsoft.com/office/drawing/2014/main" id="{E7994D55-F111-6CC3-900D-8A644950AC77}"/>
                      </a:ext>
                    </a:extLst>
                  </p:cNvPr>
                  <p:cNvSpPr>
                    <a:spLocks noChangeAspect="1"/>
                  </p:cNvSpPr>
                  <p:nvPr/>
                </p:nvSpPr>
                <p:spPr>
                  <a:xfrm>
                    <a:off x="5241630" y="3867694"/>
                    <a:ext cx="137160" cy="137160"/>
                  </a:xfrm>
                  <a:prstGeom prst="ellipse">
                    <a:avLst/>
                  </a:prstGeom>
                  <a:solidFill>
                    <a:schemeClr val="accent2"/>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3" name="Oval 42">
                    <a:extLst>
                      <a:ext uri="{FF2B5EF4-FFF2-40B4-BE49-F238E27FC236}">
                        <a16:creationId xmlns:a16="http://schemas.microsoft.com/office/drawing/2014/main" id="{C5243348-D182-2631-0E1D-AF0B31E0703B}"/>
                      </a:ext>
                    </a:extLst>
                  </p:cNvPr>
                  <p:cNvSpPr>
                    <a:spLocks noChangeAspect="1"/>
                  </p:cNvSpPr>
                  <p:nvPr/>
                </p:nvSpPr>
                <p:spPr>
                  <a:xfrm>
                    <a:off x="4785175" y="4742283"/>
                    <a:ext cx="137160" cy="137160"/>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4" name="Oval 43">
                    <a:extLst>
                      <a:ext uri="{FF2B5EF4-FFF2-40B4-BE49-F238E27FC236}">
                        <a16:creationId xmlns:a16="http://schemas.microsoft.com/office/drawing/2014/main" id="{899D88C4-8E58-384D-9A23-FC521862EDB6}"/>
                      </a:ext>
                    </a:extLst>
                  </p:cNvPr>
                  <p:cNvSpPr>
                    <a:spLocks noChangeAspect="1"/>
                  </p:cNvSpPr>
                  <p:nvPr/>
                </p:nvSpPr>
                <p:spPr>
                  <a:xfrm>
                    <a:off x="5817295" y="4564230"/>
                    <a:ext cx="137160" cy="137160"/>
                  </a:xfrm>
                  <a:prstGeom prst="ellipse">
                    <a:avLst/>
                  </a:prstGeom>
                  <a:solidFill>
                    <a:schemeClr val="accent2"/>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5" name="Oval 44">
                    <a:extLst>
                      <a:ext uri="{FF2B5EF4-FFF2-40B4-BE49-F238E27FC236}">
                        <a16:creationId xmlns:a16="http://schemas.microsoft.com/office/drawing/2014/main" id="{327B70C5-412F-71DA-ED70-DC7F5DCFB912}"/>
                      </a:ext>
                    </a:extLst>
                  </p:cNvPr>
                  <p:cNvSpPr>
                    <a:spLocks noChangeAspect="1"/>
                  </p:cNvSpPr>
                  <p:nvPr/>
                </p:nvSpPr>
                <p:spPr>
                  <a:xfrm>
                    <a:off x="5204929" y="4283479"/>
                    <a:ext cx="137160" cy="137160"/>
                  </a:xfrm>
                  <a:prstGeom prst="ellipse">
                    <a:avLst/>
                  </a:prstGeom>
                  <a:solidFill>
                    <a:schemeClr val="accent2"/>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6" name="Oval 45">
                    <a:extLst>
                      <a:ext uri="{FF2B5EF4-FFF2-40B4-BE49-F238E27FC236}">
                        <a16:creationId xmlns:a16="http://schemas.microsoft.com/office/drawing/2014/main" id="{6941F22E-F75A-8677-3C09-DC155B08C80B}"/>
                      </a:ext>
                    </a:extLst>
                  </p:cNvPr>
                  <p:cNvSpPr>
                    <a:spLocks noChangeAspect="1"/>
                  </p:cNvSpPr>
                  <p:nvPr/>
                </p:nvSpPr>
                <p:spPr>
                  <a:xfrm>
                    <a:off x="5424106" y="5121812"/>
                    <a:ext cx="137160" cy="137160"/>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7" name="Oval 46">
                    <a:extLst>
                      <a:ext uri="{FF2B5EF4-FFF2-40B4-BE49-F238E27FC236}">
                        <a16:creationId xmlns:a16="http://schemas.microsoft.com/office/drawing/2014/main" id="{05A3D1F6-64B0-FEF5-90F3-96A6C54BF7CB}"/>
                      </a:ext>
                    </a:extLst>
                  </p:cNvPr>
                  <p:cNvSpPr>
                    <a:spLocks noChangeAspect="1"/>
                  </p:cNvSpPr>
                  <p:nvPr/>
                </p:nvSpPr>
                <p:spPr>
                  <a:xfrm>
                    <a:off x="5550408" y="3939663"/>
                    <a:ext cx="137160" cy="137160"/>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8" name="Oval 47">
                    <a:extLst>
                      <a:ext uri="{FF2B5EF4-FFF2-40B4-BE49-F238E27FC236}">
                        <a16:creationId xmlns:a16="http://schemas.microsoft.com/office/drawing/2014/main" id="{5C7706D4-CD69-948F-7556-1720497CDAC1}"/>
                      </a:ext>
                    </a:extLst>
                  </p:cNvPr>
                  <p:cNvSpPr>
                    <a:spLocks noChangeAspect="1"/>
                  </p:cNvSpPr>
                  <p:nvPr/>
                </p:nvSpPr>
                <p:spPr>
                  <a:xfrm>
                    <a:off x="4450673" y="4344831"/>
                    <a:ext cx="274321" cy="274321"/>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49" name="Oval 48">
                    <a:extLst>
                      <a:ext uri="{FF2B5EF4-FFF2-40B4-BE49-F238E27FC236}">
                        <a16:creationId xmlns:a16="http://schemas.microsoft.com/office/drawing/2014/main" id="{D3B0703E-C766-A8AF-69D3-6E78D7F2F9F1}"/>
                      </a:ext>
                    </a:extLst>
                  </p:cNvPr>
                  <p:cNvSpPr>
                    <a:spLocks noChangeAspect="1"/>
                  </p:cNvSpPr>
                  <p:nvPr/>
                </p:nvSpPr>
                <p:spPr>
                  <a:xfrm>
                    <a:off x="3673433" y="3234220"/>
                    <a:ext cx="137160" cy="137160"/>
                  </a:xfrm>
                  <a:prstGeom prst="ellipse">
                    <a:avLst/>
                  </a:prstGeom>
                  <a:solidFill>
                    <a:schemeClr val="bg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0" name="Oval 49">
                    <a:extLst>
                      <a:ext uri="{FF2B5EF4-FFF2-40B4-BE49-F238E27FC236}">
                        <a16:creationId xmlns:a16="http://schemas.microsoft.com/office/drawing/2014/main" id="{9DDBA0A9-247F-B145-ACA3-64C37D4A2B65}"/>
                      </a:ext>
                    </a:extLst>
                  </p:cNvPr>
                  <p:cNvSpPr>
                    <a:spLocks noChangeAspect="1"/>
                  </p:cNvSpPr>
                  <p:nvPr/>
                </p:nvSpPr>
                <p:spPr>
                  <a:xfrm>
                    <a:off x="3724347" y="4794970"/>
                    <a:ext cx="274321" cy="274321"/>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1" name="Oval 50">
                    <a:extLst>
                      <a:ext uri="{FF2B5EF4-FFF2-40B4-BE49-F238E27FC236}">
                        <a16:creationId xmlns:a16="http://schemas.microsoft.com/office/drawing/2014/main" id="{75AAC5D9-2A99-9EE7-E9CC-DE64895A27E3}"/>
                      </a:ext>
                    </a:extLst>
                  </p:cNvPr>
                  <p:cNvSpPr>
                    <a:spLocks noChangeAspect="1"/>
                  </p:cNvSpPr>
                  <p:nvPr/>
                </p:nvSpPr>
                <p:spPr>
                  <a:xfrm>
                    <a:off x="3522713" y="3693451"/>
                    <a:ext cx="403269" cy="403269"/>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2" name="Oval 51">
                    <a:extLst>
                      <a:ext uri="{FF2B5EF4-FFF2-40B4-BE49-F238E27FC236}">
                        <a16:creationId xmlns:a16="http://schemas.microsoft.com/office/drawing/2014/main" id="{C0D3EE32-E6D9-9B02-663A-6DC36FD1C4B0}"/>
                      </a:ext>
                    </a:extLst>
                  </p:cNvPr>
                  <p:cNvSpPr>
                    <a:spLocks noChangeAspect="1"/>
                  </p:cNvSpPr>
                  <p:nvPr/>
                </p:nvSpPr>
                <p:spPr>
                  <a:xfrm>
                    <a:off x="3213754" y="3513797"/>
                    <a:ext cx="187484" cy="187484"/>
                  </a:xfrm>
                  <a:prstGeom prst="ellipse">
                    <a:avLst/>
                  </a:prstGeom>
                  <a:solidFill>
                    <a:schemeClr val="bg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3" name="Oval 52">
                    <a:extLst>
                      <a:ext uri="{FF2B5EF4-FFF2-40B4-BE49-F238E27FC236}">
                        <a16:creationId xmlns:a16="http://schemas.microsoft.com/office/drawing/2014/main" id="{0A0EA05B-2E46-400E-FE6E-F09022FDFB5F}"/>
                      </a:ext>
                    </a:extLst>
                  </p:cNvPr>
                  <p:cNvSpPr>
                    <a:spLocks noChangeAspect="1"/>
                  </p:cNvSpPr>
                  <p:nvPr/>
                </p:nvSpPr>
                <p:spPr>
                  <a:xfrm>
                    <a:off x="3122571" y="4208198"/>
                    <a:ext cx="274321" cy="274321"/>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4" name="Oval 53">
                    <a:extLst>
                      <a:ext uri="{FF2B5EF4-FFF2-40B4-BE49-F238E27FC236}">
                        <a16:creationId xmlns:a16="http://schemas.microsoft.com/office/drawing/2014/main" id="{2F777686-9DCC-B2EF-359E-664DA38D521B}"/>
                      </a:ext>
                    </a:extLst>
                  </p:cNvPr>
                  <p:cNvSpPr>
                    <a:spLocks noChangeAspect="1"/>
                  </p:cNvSpPr>
                  <p:nvPr/>
                </p:nvSpPr>
                <p:spPr>
                  <a:xfrm>
                    <a:off x="3371723" y="5174170"/>
                    <a:ext cx="366608" cy="366608"/>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5" name="Oval 54">
                    <a:extLst>
                      <a:ext uri="{FF2B5EF4-FFF2-40B4-BE49-F238E27FC236}">
                        <a16:creationId xmlns:a16="http://schemas.microsoft.com/office/drawing/2014/main" id="{A37770A8-54F3-D2E6-192A-619E0B039CF0}"/>
                      </a:ext>
                    </a:extLst>
                  </p:cNvPr>
                  <p:cNvSpPr>
                    <a:spLocks noChangeAspect="1"/>
                  </p:cNvSpPr>
                  <p:nvPr/>
                </p:nvSpPr>
                <p:spPr>
                  <a:xfrm>
                    <a:off x="3071276" y="5220315"/>
                    <a:ext cx="137160" cy="137160"/>
                  </a:xfrm>
                  <a:prstGeom prst="ellipse">
                    <a:avLst/>
                  </a:prstGeom>
                  <a:solidFill>
                    <a:schemeClr val="accent2"/>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6" name="Oval 55">
                    <a:extLst>
                      <a:ext uri="{FF2B5EF4-FFF2-40B4-BE49-F238E27FC236}">
                        <a16:creationId xmlns:a16="http://schemas.microsoft.com/office/drawing/2014/main" id="{61A5B146-5032-1F9D-7C91-14CA3DC4CF3F}"/>
                      </a:ext>
                    </a:extLst>
                  </p:cNvPr>
                  <p:cNvSpPr>
                    <a:spLocks noChangeAspect="1"/>
                  </p:cNvSpPr>
                  <p:nvPr/>
                </p:nvSpPr>
                <p:spPr>
                  <a:xfrm>
                    <a:off x="4075219" y="5459591"/>
                    <a:ext cx="274321" cy="274321"/>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7" name="Oval 56">
                    <a:extLst>
                      <a:ext uri="{FF2B5EF4-FFF2-40B4-BE49-F238E27FC236}">
                        <a16:creationId xmlns:a16="http://schemas.microsoft.com/office/drawing/2014/main" id="{2EFE1BDF-5F13-E97A-9AC2-ECF1F64A0FD7}"/>
                      </a:ext>
                    </a:extLst>
                  </p:cNvPr>
                  <p:cNvSpPr>
                    <a:spLocks noChangeAspect="1"/>
                  </p:cNvSpPr>
                  <p:nvPr/>
                </p:nvSpPr>
                <p:spPr>
                  <a:xfrm>
                    <a:off x="3089532" y="4966999"/>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8" name="Oval 57">
                    <a:extLst>
                      <a:ext uri="{FF2B5EF4-FFF2-40B4-BE49-F238E27FC236}">
                        <a16:creationId xmlns:a16="http://schemas.microsoft.com/office/drawing/2014/main" id="{C9F20CBD-0AAE-2FEE-1D50-62A18E9C6864}"/>
                      </a:ext>
                    </a:extLst>
                  </p:cNvPr>
                  <p:cNvSpPr>
                    <a:spLocks noChangeAspect="1"/>
                  </p:cNvSpPr>
                  <p:nvPr/>
                </p:nvSpPr>
                <p:spPr>
                  <a:xfrm>
                    <a:off x="3299875" y="5685952"/>
                    <a:ext cx="274321" cy="274321"/>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59" name="Oval 58">
                    <a:extLst>
                      <a:ext uri="{FF2B5EF4-FFF2-40B4-BE49-F238E27FC236}">
                        <a16:creationId xmlns:a16="http://schemas.microsoft.com/office/drawing/2014/main" id="{B4D7CDD3-AA89-FC6A-26BF-584B6BD18BF6}"/>
                      </a:ext>
                    </a:extLst>
                  </p:cNvPr>
                  <p:cNvSpPr>
                    <a:spLocks noChangeAspect="1"/>
                  </p:cNvSpPr>
                  <p:nvPr/>
                </p:nvSpPr>
                <p:spPr>
                  <a:xfrm>
                    <a:off x="3139856" y="6042082"/>
                    <a:ext cx="137160" cy="137160"/>
                  </a:xfrm>
                  <a:prstGeom prst="ellipse">
                    <a:avLst/>
                  </a:prstGeom>
                  <a:solidFill>
                    <a:schemeClr val="accent3"/>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60" name="Oval 59">
                    <a:extLst>
                      <a:ext uri="{FF2B5EF4-FFF2-40B4-BE49-F238E27FC236}">
                        <a16:creationId xmlns:a16="http://schemas.microsoft.com/office/drawing/2014/main" id="{C7069023-76F6-2F33-7371-C76C3E7D2F2D}"/>
                      </a:ext>
                    </a:extLst>
                  </p:cNvPr>
                  <p:cNvSpPr>
                    <a:spLocks noChangeAspect="1"/>
                  </p:cNvSpPr>
                  <p:nvPr/>
                </p:nvSpPr>
                <p:spPr>
                  <a:xfrm>
                    <a:off x="7387096" y="4261928"/>
                    <a:ext cx="333280" cy="333280"/>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61" name="Oval 60">
                    <a:extLst>
                      <a:ext uri="{FF2B5EF4-FFF2-40B4-BE49-F238E27FC236}">
                        <a16:creationId xmlns:a16="http://schemas.microsoft.com/office/drawing/2014/main" id="{C0000477-B0BC-0EF1-F661-6CBB97979182}"/>
                      </a:ext>
                    </a:extLst>
                  </p:cNvPr>
                  <p:cNvSpPr>
                    <a:spLocks noChangeAspect="1"/>
                  </p:cNvSpPr>
                  <p:nvPr/>
                </p:nvSpPr>
                <p:spPr>
                  <a:xfrm>
                    <a:off x="7966509" y="4283904"/>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62" name="Oval 61">
                    <a:extLst>
                      <a:ext uri="{FF2B5EF4-FFF2-40B4-BE49-F238E27FC236}">
                        <a16:creationId xmlns:a16="http://schemas.microsoft.com/office/drawing/2014/main" id="{C8727838-CF41-7496-88B0-ED2CEC9EEC16}"/>
                      </a:ext>
                    </a:extLst>
                  </p:cNvPr>
                  <p:cNvSpPr>
                    <a:spLocks noChangeAspect="1"/>
                  </p:cNvSpPr>
                  <p:nvPr/>
                </p:nvSpPr>
                <p:spPr>
                  <a:xfrm>
                    <a:off x="7840694" y="4665224"/>
                    <a:ext cx="226712" cy="226712"/>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63" name="Oval 62">
                    <a:extLst>
                      <a:ext uri="{FF2B5EF4-FFF2-40B4-BE49-F238E27FC236}">
                        <a16:creationId xmlns:a16="http://schemas.microsoft.com/office/drawing/2014/main" id="{7504EABB-2C8B-FE88-98C0-83B670186796}"/>
                      </a:ext>
                    </a:extLst>
                  </p:cNvPr>
                  <p:cNvSpPr>
                    <a:spLocks noChangeAspect="1"/>
                  </p:cNvSpPr>
                  <p:nvPr/>
                </p:nvSpPr>
                <p:spPr>
                  <a:xfrm>
                    <a:off x="7006720" y="4592189"/>
                    <a:ext cx="403269" cy="403269"/>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2" name="Oval 191">
                    <a:extLst>
                      <a:ext uri="{FF2B5EF4-FFF2-40B4-BE49-F238E27FC236}">
                        <a16:creationId xmlns:a16="http://schemas.microsoft.com/office/drawing/2014/main" id="{C08221F5-04EB-4369-68FE-4528F210390D}"/>
                      </a:ext>
                    </a:extLst>
                  </p:cNvPr>
                  <p:cNvSpPr>
                    <a:spLocks noChangeAspect="1"/>
                  </p:cNvSpPr>
                  <p:nvPr/>
                </p:nvSpPr>
                <p:spPr>
                  <a:xfrm>
                    <a:off x="6819235" y="4491463"/>
                    <a:ext cx="187484" cy="187484"/>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3" name="Oval 192">
                    <a:extLst>
                      <a:ext uri="{FF2B5EF4-FFF2-40B4-BE49-F238E27FC236}">
                        <a16:creationId xmlns:a16="http://schemas.microsoft.com/office/drawing/2014/main" id="{02B46846-6739-D891-B899-7476FF333E54}"/>
                      </a:ext>
                    </a:extLst>
                  </p:cNvPr>
                  <p:cNvSpPr>
                    <a:spLocks noChangeAspect="1"/>
                  </p:cNvSpPr>
                  <p:nvPr/>
                </p:nvSpPr>
                <p:spPr>
                  <a:xfrm>
                    <a:off x="6643511" y="4778581"/>
                    <a:ext cx="274321" cy="274321"/>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4" name="Oval 193">
                    <a:extLst>
                      <a:ext uri="{FF2B5EF4-FFF2-40B4-BE49-F238E27FC236}">
                        <a16:creationId xmlns:a16="http://schemas.microsoft.com/office/drawing/2014/main" id="{E928B4C7-4C1D-9F06-E662-1F9EFCF21ADA}"/>
                      </a:ext>
                    </a:extLst>
                  </p:cNvPr>
                  <p:cNvSpPr>
                    <a:spLocks noChangeAspect="1"/>
                  </p:cNvSpPr>
                  <p:nvPr/>
                </p:nvSpPr>
                <p:spPr>
                  <a:xfrm>
                    <a:off x="6719148" y="4248788"/>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5" name="Oval 194">
                    <a:extLst>
                      <a:ext uri="{FF2B5EF4-FFF2-40B4-BE49-F238E27FC236}">
                        <a16:creationId xmlns:a16="http://schemas.microsoft.com/office/drawing/2014/main" id="{72623FA7-51A0-097E-C34A-FC4EC745F716}"/>
                      </a:ext>
                    </a:extLst>
                  </p:cNvPr>
                  <p:cNvSpPr>
                    <a:spLocks noChangeAspect="1"/>
                  </p:cNvSpPr>
                  <p:nvPr/>
                </p:nvSpPr>
                <p:spPr>
                  <a:xfrm>
                    <a:off x="6492913" y="4101313"/>
                    <a:ext cx="137160" cy="137160"/>
                  </a:xfrm>
                  <a:prstGeom prst="ellipse">
                    <a:avLst/>
                  </a:prstGeom>
                  <a:solidFill>
                    <a:schemeClr val="accent5">
                      <a:lumMod val="20000"/>
                      <a:lumOff val="8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6" name="Oval 195">
                    <a:extLst>
                      <a:ext uri="{FF2B5EF4-FFF2-40B4-BE49-F238E27FC236}">
                        <a16:creationId xmlns:a16="http://schemas.microsoft.com/office/drawing/2014/main" id="{5A1695EC-18D7-87B7-D85B-9ABD1D3678E2}"/>
                      </a:ext>
                    </a:extLst>
                  </p:cNvPr>
                  <p:cNvSpPr>
                    <a:spLocks noChangeAspect="1"/>
                  </p:cNvSpPr>
                  <p:nvPr/>
                </p:nvSpPr>
                <p:spPr>
                  <a:xfrm>
                    <a:off x="6534463" y="4276777"/>
                    <a:ext cx="137160" cy="137160"/>
                  </a:xfrm>
                  <a:prstGeom prst="ellipse">
                    <a:avLst/>
                  </a:prstGeom>
                  <a:solidFill>
                    <a:schemeClr val="accent3"/>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7" name="Oval 196">
                    <a:extLst>
                      <a:ext uri="{FF2B5EF4-FFF2-40B4-BE49-F238E27FC236}">
                        <a16:creationId xmlns:a16="http://schemas.microsoft.com/office/drawing/2014/main" id="{D4D83DEB-DCD9-2F03-C4DB-92D7ACB02AFA}"/>
                      </a:ext>
                    </a:extLst>
                  </p:cNvPr>
                  <p:cNvSpPr>
                    <a:spLocks noChangeAspect="1"/>
                  </p:cNvSpPr>
                  <p:nvPr/>
                </p:nvSpPr>
                <p:spPr>
                  <a:xfrm>
                    <a:off x="8811313" y="4377731"/>
                    <a:ext cx="333280" cy="333280"/>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8" name="Oval 197">
                    <a:extLst>
                      <a:ext uri="{FF2B5EF4-FFF2-40B4-BE49-F238E27FC236}">
                        <a16:creationId xmlns:a16="http://schemas.microsoft.com/office/drawing/2014/main" id="{DC331BF1-32D2-2D7C-C7F1-8609524B0F22}"/>
                      </a:ext>
                    </a:extLst>
                  </p:cNvPr>
                  <p:cNvSpPr>
                    <a:spLocks noChangeAspect="1"/>
                  </p:cNvSpPr>
                  <p:nvPr/>
                </p:nvSpPr>
                <p:spPr>
                  <a:xfrm>
                    <a:off x="9468070" y="4372750"/>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99" name="Oval 198">
                    <a:extLst>
                      <a:ext uri="{FF2B5EF4-FFF2-40B4-BE49-F238E27FC236}">
                        <a16:creationId xmlns:a16="http://schemas.microsoft.com/office/drawing/2014/main" id="{75C84A33-436F-0111-99C5-7998DACD2BE2}"/>
                      </a:ext>
                    </a:extLst>
                  </p:cNvPr>
                  <p:cNvSpPr>
                    <a:spLocks noChangeAspect="1"/>
                  </p:cNvSpPr>
                  <p:nvPr/>
                </p:nvSpPr>
                <p:spPr>
                  <a:xfrm>
                    <a:off x="9708473" y="4544097"/>
                    <a:ext cx="274321" cy="274321"/>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0" name="Oval 199">
                    <a:extLst>
                      <a:ext uri="{FF2B5EF4-FFF2-40B4-BE49-F238E27FC236}">
                        <a16:creationId xmlns:a16="http://schemas.microsoft.com/office/drawing/2014/main" id="{827618B5-63F0-B776-74DB-DC9AC4E30C9E}"/>
                      </a:ext>
                    </a:extLst>
                  </p:cNvPr>
                  <p:cNvSpPr>
                    <a:spLocks noChangeAspect="1"/>
                  </p:cNvSpPr>
                  <p:nvPr/>
                </p:nvSpPr>
                <p:spPr>
                  <a:xfrm>
                    <a:off x="8514623" y="4607152"/>
                    <a:ext cx="226712" cy="226712"/>
                  </a:xfrm>
                  <a:prstGeom prst="ellipse">
                    <a:avLst/>
                  </a:prstGeom>
                  <a:solidFill>
                    <a:schemeClr val="accent3">
                      <a:lumMod val="10000"/>
                      <a:lumOff val="90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1" name="Oval 200">
                    <a:extLst>
                      <a:ext uri="{FF2B5EF4-FFF2-40B4-BE49-F238E27FC236}">
                        <a16:creationId xmlns:a16="http://schemas.microsoft.com/office/drawing/2014/main" id="{46E2850B-7A55-2280-0919-87A290F3B399}"/>
                      </a:ext>
                    </a:extLst>
                  </p:cNvPr>
                  <p:cNvSpPr>
                    <a:spLocks noChangeAspect="1"/>
                  </p:cNvSpPr>
                  <p:nvPr/>
                </p:nvSpPr>
                <p:spPr>
                  <a:xfrm>
                    <a:off x="9221933" y="4367692"/>
                    <a:ext cx="137160" cy="137160"/>
                  </a:xfrm>
                  <a:prstGeom prst="ellipse">
                    <a:avLst/>
                  </a:prstGeom>
                  <a:solidFill>
                    <a:schemeClr val="bg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2" name="Oval 201">
                    <a:extLst>
                      <a:ext uri="{FF2B5EF4-FFF2-40B4-BE49-F238E27FC236}">
                        <a16:creationId xmlns:a16="http://schemas.microsoft.com/office/drawing/2014/main" id="{BE52D230-99B0-D511-68FF-7AE0699656A2}"/>
                      </a:ext>
                    </a:extLst>
                  </p:cNvPr>
                  <p:cNvSpPr>
                    <a:spLocks noChangeAspect="1"/>
                  </p:cNvSpPr>
                  <p:nvPr/>
                </p:nvSpPr>
                <p:spPr>
                  <a:xfrm>
                    <a:off x="8583119" y="4323165"/>
                    <a:ext cx="187484" cy="187484"/>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3" name="Oval 202">
                    <a:extLst>
                      <a:ext uri="{FF2B5EF4-FFF2-40B4-BE49-F238E27FC236}">
                        <a16:creationId xmlns:a16="http://schemas.microsoft.com/office/drawing/2014/main" id="{1E260D4D-C46F-0A50-7259-9861D04B5321}"/>
                      </a:ext>
                    </a:extLst>
                  </p:cNvPr>
                  <p:cNvSpPr>
                    <a:spLocks noChangeAspect="1"/>
                  </p:cNvSpPr>
                  <p:nvPr/>
                </p:nvSpPr>
                <p:spPr>
                  <a:xfrm>
                    <a:off x="8153993" y="4669883"/>
                    <a:ext cx="187484" cy="187484"/>
                  </a:xfrm>
                  <a:prstGeom prst="ellipse">
                    <a:avLst/>
                  </a:prstGeom>
                  <a:solidFill>
                    <a:schemeClr val="accent3"/>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4" name="Oval 203">
                    <a:extLst>
                      <a:ext uri="{FF2B5EF4-FFF2-40B4-BE49-F238E27FC236}">
                        <a16:creationId xmlns:a16="http://schemas.microsoft.com/office/drawing/2014/main" id="{19713581-08A7-AFD8-4E18-0B798BAED152}"/>
                      </a:ext>
                    </a:extLst>
                  </p:cNvPr>
                  <p:cNvSpPr>
                    <a:spLocks noChangeAspect="1"/>
                  </p:cNvSpPr>
                  <p:nvPr/>
                </p:nvSpPr>
                <p:spPr>
                  <a:xfrm>
                    <a:off x="10928935" y="4460400"/>
                    <a:ext cx="273058" cy="273058"/>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5" name="Oval 204">
                    <a:extLst>
                      <a:ext uri="{FF2B5EF4-FFF2-40B4-BE49-F238E27FC236}">
                        <a16:creationId xmlns:a16="http://schemas.microsoft.com/office/drawing/2014/main" id="{E76A73EB-DF2A-F274-6085-CA688920CFFA}"/>
                      </a:ext>
                    </a:extLst>
                  </p:cNvPr>
                  <p:cNvSpPr>
                    <a:spLocks noChangeAspect="1"/>
                  </p:cNvSpPr>
                  <p:nvPr/>
                </p:nvSpPr>
                <p:spPr>
                  <a:xfrm>
                    <a:off x="10034981" y="4431729"/>
                    <a:ext cx="330400" cy="330400"/>
                  </a:xfrm>
                  <a:prstGeom prst="ellipse">
                    <a:avLst/>
                  </a:prstGeom>
                  <a:solidFill>
                    <a:schemeClr val="bg1">
                      <a:lumMod val="85000"/>
                    </a:schemeClr>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grpSp>
                <p:nvGrpSpPr>
                  <p:cNvPr id="206" name="Group 205">
                    <a:extLst>
                      <a:ext uri="{FF2B5EF4-FFF2-40B4-BE49-F238E27FC236}">
                        <a16:creationId xmlns:a16="http://schemas.microsoft.com/office/drawing/2014/main" id="{9B4785E4-C45D-5C4F-0362-0A20E801C41F}"/>
                      </a:ext>
                    </a:extLst>
                  </p:cNvPr>
                  <p:cNvGrpSpPr/>
                  <p:nvPr/>
                </p:nvGrpSpPr>
                <p:grpSpPr>
                  <a:xfrm>
                    <a:off x="2979245" y="3032587"/>
                    <a:ext cx="7828318" cy="2840849"/>
                    <a:chOff x="1686475" y="2147235"/>
                    <a:chExt cx="7828318" cy="2840849"/>
                  </a:xfrm>
                </p:grpSpPr>
                <p:sp>
                  <p:nvSpPr>
                    <p:cNvPr id="207" name="Oval 206">
                      <a:extLst>
                        <a:ext uri="{FF2B5EF4-FFF2-40B4-BE49-F238E27FC236}">
                          <a16:creationId xmlns:a16="http://schemas.microsoft.com/office/drawing/2014/main" id="{4A534097-483C-B072-EB86-AB66B8424FC0}"/>
                        </a:ext>
                      </a:extLst>
                    </p:cNvPr>
                    <p:cNvSpPr>
                      <a:spLocks noChangeAspect="1"/>
                    </p:cNvSpPr>
                    <p:nvPr/>
                  </p:nvSpPr>
                  <p:spPr>
                    <a:xfrm>
                      <a:off x="1827212" y="2147235"/>
                      <a:ext cx="403269" cy="403269"/>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8" name="Oval 207">
                      <a:extLst>
                        <a:ext uri="{FF2B5EF4-FFF2-40B4-BE49-F238E27FC236}">
                          <a16:creationId xmlns:a16="http://schemas.microsoft.com/office/drawing/2014/main" id="{DE373F8D-BA90-C173-1FD9-8D768382C870}"/>
                        </a:ext>
                      </a:extLst>
                    </p:cNvPr>
                    <p:cNvSpPr>
                      <a:spLocks noChangeAspect="1"/>
                    </p:cNvSpPr>
                    <p:nvPr/>
                  </p:nvSpPr>
                  <p:spPr>
                    <a:xfrm>
                      <a:off x="2939939" y="3741416"/>
                      <a:ext cx="187484" cy="187484"/>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09" name="Oval 208">
                      <a:extLst>
                        <a:ext uri="{FF2B5EF4-FFF2-40B4-BE49-F238E27FC236}">
                          <a16:creationId xmlns:a16="http://schemas.microsoft.com/office/drawing/2014/main" id="{76CE720C-EC0A-2A55-216E-F821E80AE433}"/>
                        </a:ext>
                      </a:extLst>
                    </p:cNvPr>
                    <p:cNvSpPr>
                      <a:spLocks noChangeAspect="1"/>
                    </p:cNvSpPr>
                    <p:nvPr/>
                  </p:nvSpPr>
                  <p:spPr>
                    <a:xfrm>
                      <a:off x="4297610" y="3900857"/>
                      <a:ext cx="333280" cy="333280"/>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0" name="Oval 209">
                      <a:extLst>
                        <a:ext uri="{FF2B5EF4-FFF2-40B4-BE49-F238E27FC236}">
                          <a16:creationId xmlns:a16="http://schemas.microsoft.com/office/drawing/2014/main" id="{E8CEA3FD-3DEF-1B63-4D6A-ABC228D3C6CB}"/>
                        </a:ext>
                      </a:extLst>
                    </p:cNvPr>
                    <p:cNvSpPr>
                      <a:spLocks noChangeAspect="1"/>
                    </p:cNvSpPr>
                    <p:nvPr/>
                  </p:nvSpPr>
                  <p:spPr>
                    <a:xfrm>
                      <a:off x="3584789" y="3442988"/>
                      <a:ext cx="226712" cy="226712"/>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1" name="Oval 210">
                      <a:extLst>
                        <a:ext uri="{FF2B5EF4-FFF2-40B4-BE49-F238E27FC236}">
                          <a16:creationId xmlns:a16="http://schemas.microsoft.com/office/drawing/2014/main" id="{C3F8CAA7-0490-CB53-2551-F1F95ED011F9}"/>
                        </a:ext>
                      </a:extLst>
                    </p:cNvPr>
                    <p:cNvSpPr>
                      <a:spLocks noChangeAspect="1"/>
                    </p:cNvSpPr>
                    <p:nvPr/>
                  </p:nvSpPr>
                  <p:spPr>
                    <a:xfrm>
                      <a:off x="3526992" y="4455609"/>
                      <a:ext cx="137160" cy="137160"/>
                    </a:xfrm>
                    <a:prstGeom prst="ellipse">
                      <a:avLst/>
                    </a:prstGeom>
                    <a:solidFill>
                      <a:schemeClr val="accent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2" name="Oval 211">
                      <a:extLst>
                        <a:ext uri="{FF2B5EF4-FFF2-40B4-BE49-F238E27FC236}">
                          <a16:creationId xmlns:a16="http://schemas.microsoft.com/office/drawing/2014/main" id="{A5B3559A-B339-A6E1-AB4A-4FBCF1424E0B}"/>
                        </a:ext>
                      </a:extLst>
                    </p:cNvPr>
                    <p:cNvSpPr>
                      <a:spLocks noChangeAspect="1"/>
                    </p:cNvSpPr>
                    <p:nvPr/>
                  </p:nvSpPr>
                  <p:spPr>
                    <a:xfrm>
                      <a:off x="4533122" y="3103958"/>
                      <a:ext cx="226712" cy="226712"/>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3" name="Oval 212">
                      <a:extLst>
                        <a:ext uri="{FF2B5EF4-FFF2-40B4-BE49-F238E27FC236}">
                          <a16:creationId xmlns:a16="http://schemas.microsoft.com/office/drawing/2014/main" id="{9C18135A-0471-92FE-231B-11DA9B7E193B}"/>
                        </a:ext>
                      </a:extLst>
                    </p:cNvPr>
                    <p:cNvSpPr>
                      <a:spLocks noChangeAspect="1"/>
                    </p:cNvSpPr>
                    <p:nvPr/>
                  </p:nvSpPr>
                  <p:spPr>
                    <a:xfrm>
                      <a:off x="1962154" y="3657600"/>
                      <a:ext cx="403269" cy="403269"/>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4" name="Oval 213">
                      <a:extLst>
                        <a:ext uri="{FF2B5EF4-FFF2-40B4-BE49-F238E27FC236}">
                          <a16:creationId xmlns:a16="http://schemas.microsoft.com/office/drawing/2014/main" id="{CD881713-F95E-F864-D347-36FE94771E87}"/>
                        </a:ext>
                      </a:extLst>
                    </p:cNvPr>
                    <p:cNvSpPr>
                      <a:spLocks noChangeAspect="1"/>
                    </p:cNvSpPr>
                    <p:nvPr/>
                  </p:nvSpPr>
                  <p:spPr>
                    <a:xfrm>
                      <a:off x="2758493" y="3175540"/>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5" name="Oval 214">
                      <a:extLst>
                        <a:ext uri="{FF2B5EF4-FFF2-40B4-BE49-F238E27FC236}">
                          <a16:creationId xmlns:a16="http://schemas.microsoft.com/office/drawing/2014/main" id="{C42A23CC-6222-3E2E-EC0F-4164E34FC8A9}"/>
                        </a:ext>
                      </a:extLst>
                    </p:cNvPr>
                    <p:cNvSpPr>
                      <a:spLocks noChangeAspect="1"/>
                    </p:cNvSpPr>
                    <p:nvPr/>
                  </p:nvSpPr>
                  <p:spPr>
                    <a:xfrm>
                      <a:off x="1755823" y="2942993"/>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6" name="Oval 215">
                      <a:extLst>
                        <a:ext uri="{FF2B5EF4-FFF2-40B4-BE49-F238E27FC236}">
                          <a16:creationId xmlns:a16="http://schemas.microsoft.com/office/drawing/2014/main" id="{23C4EB31-31A8-9018-9864-BC3CEC35ED5F}"/>
                        </a:ext>
                      </a:extLst>
                    </p:cNvPr>
                    <p:cNvSpPr>
                      <a:spLocks noChangeAspect="1"/>
                    </p:cNvSpPr>
                    <p:nvPr/>
                  </p:nvSpPr>
                  <p:spPr>
                    <a:xfrm>
                      <a:off x="3154733" y="2722188"/>
                      <a:ext cx="137160" cy="137160"/>
                    </a:xfrm>
                    <a:prstGeom prst="ellipse">
                      <a:avLst/>
                    </a:prstGeom>
                    <a:solidFill>
                      <a:schemeClr val="accent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7" name="Oval 216">
                      <a:extLst>
                        <a:ext uri="{FF2B5EF4-FFF2-40B4-BE49-F238E27FC236}">
                          <a16:creationId xmlns:a16="http://schemas.microsoft.com/office/drawing/2014/main" id="{77596DE1-046F-9106-D5CF-0E00CD4D3CC0}"/>
                        </a:ext>
                      </a:extLst>
                    </p:cNvPr>
                    <p:cNvSpPr>
                      <a:spLocks noChangeAspect="1"/>
                    </p:cNvSpPr>
                    <p:nvPr/>
                  </p:nvSpPr>
                  <p:spPr>
                    <a:xfrm>
                      <a:off x="2441623" y="2606040"/>
                      <a:ext cx="137160" cy="137160"/>
                    </a:xfrm>
                    <a:prstGeom prst="ellipse">
                      <a:avLst/>
                    </a:prstGeom>
                    <a:solidFill>
                      <a:schemeClr val="accent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18" name="Oval 217">
                      <a:extLst>
                        <a:ext uri="{FF2B5EF4-FFF2-40B4-BE49-F238E27FC236}">
                          <a16:creationId xmlns:a16="http://schemas.microsoft.com/office/drawing/2014/main" id="{393600E8-E31D-B3AF-D2EB-7B5B44A1E8E3}"/>
                        </a:ext>
                      </a:extLst>
                    </p:cNvPr>
                    <p:cNvSpPr>
                      <a:spLocks noChangeAspect="1"/>
                    </p:cNvSpPr>
                    <p:nvPr/>
                  </p:nvSpPr>
                  <p:spPr>
                    <a:xfrm>
                      <a:off x="2439240" y="4800600"/>
                      <a:ext cx="187484" cy="187484"/>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54" name="Oval 253">
                      <a:extLst>
                        <a:ext uri="{FF2B5EF4-FFF2-40B4-BE49-F238E27FC236}">
                          <a16:creationId xmlns:a16="http://schemas.microsoft.com/office/drawing/2014/main" id="{4C593C9A-5F4E-AA62-6152-72CBE6E445A9}"/>
                        </a:ext>
                      </a:extLst>
                    </p:cNvPr>
                    <p:cNvSpPr>
                      <a:spLocks noChangeAspect="1"/>
                    </p:cNvSpPr>
                    <p:nvPr/>
                  </p:nvSpPr>
                  <p:spPr>
                    <a:xfrm>
                      <a:off x="2609904" y="4249401"/>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256" name="Oval 255">
                      <a:extLst>
                        <a:ext uri="{FF2B5EF4-FFF2-40B4-BE49-F238E27FC236}">
                          <a16:creationId xmlns:a16="http://schemas.microsoft.com/office/drawing/2014/main" id="{FFAB1455-076C-D760-6CD4-04DA34D88A9A}"/>
                        </a:ext>
                      </a:extLst>
                    </p:cNvPr>
                    <p:cNvSpPr>
                      <a:spLocks noChangeAspect="1"/>
                    </p:cNvSpPr>
                    <p:nvPr/>
                  </p:nvSpPr>
                  <p:spPr>
                    <a:xfrm>
                      <a:off x="1686475" y="4684290"/>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4" name="Oval 303">
                      <a:extLst>
                        <a:ext uri="{FF2B5EF4-FFF2-40B4-BE49-F238E27FC236}">
                          <a16:creationId xmlns:a16="http://schemas.microsoft.com/office/drawing/2014/main" id="{1CE932C0-0C12-ED0A-33AE-D3C595EB659F}"/>
                        </a:ext>
                      </a:extLst>
                    </p:cNvPr>
                    <p:cNvSpPr>
                      <a:spLocks noChangeAspect="1"/>
                    </p:cNvSpPr>
                    <p:nvPr/>
                  </p:nvSpPr>
                  <p:spPr>
                    <a:xfrm>
                      <a:off x="6188280" y="3794759"/>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5" name="Oval 304">
                      <a:extLst>
                        <a:ext uri="{FF2B5EF4-FFF2-40B4-BE49-F238E27FC236}">
                          <a16:creationId xmlns:a16="http://schemas.microsoft.com/office/drawing/2014/main" id="{C33243F2-851B-A14A-2AE2-DF1E8EE9CC0A}"/>
                        </a:ext>
                      </a:extLst>
                    </p:cNvPr>
                    <p:cNvSpPr>
                      <a:spLocks noChangeAspect="1"/>
                    </p:cNvSpPr>
                    <p:nvPr/>
                  </p:nvSpPr>
                  <p:spPr>
                    <a:xfrm>
                      <a:off x="5737753" y="3359782"/>
                      <a:ext cx="226712" cy="226712"/>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6" name="Oval 305">
                      <a:extLst>
                        <a:ext uri="{FF2B5EF4-FFF2-40B4-BE49-F238E27FC236}">
                          <a16:creationId xmlns:a16="http://schemas.microsoft.com/office/drawing/2014/main" id="{070D6671-E366-F7A6-6F38-0986471F9CC3}"/>
                        </a:ext>
                      </a:extLst>
                    </p:cNvPr>
                    <p:cNvSpPr>
                      <a:spLocks noChangeAspect="1"/>
                    </p:cNvSpPr>
                    <p:nvPr/>
                  </p:nvSpPr>
                  <p:spPr>
                    <a:xfrm>
                      <a:off x="6496847" y="3581141"/>
                      <a:ext cx="137160" cy="137160"/>
                    </a:xfrm>
                    <a:prstGeom prst="ellipse">
                      <a:avLst/>
                    </a:prstGeom>
                    <a:solidFill>
                      <a:schemeClr val="accent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7" name="Oval 306">
                      <a:extLst>
                        <a:ext uri="{FF2B5EF4-FFF2-40B4-BE49-F238E27FC236}">
                          <a16:creationId xmlns:a16="http://schemas.microsoft.com/office/drawing/2014/main" id="{A8AC6977-6256-75BB-FEBB-3BBB1A431707}"/>
                        </a:ext>
                      </a:extLst>
                    </p:cNvPr>
                    <p:cNvSpPr>
                      <a:spLocks noChangeAspect="1"/>
                    </p:cNvSpPr>
                    <p:nvPr/>
                  </p:nvSpPr>
                  <p:spPr>
                    <a:xfrm>
                      <a:off x="5196917" y="3613909"/>
                      <a:ext cx="226712" cy="226712"/>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8" name="Oval 307">
                      <a:extLst>
                        <a:ext uri="{FF2B5EF4-FFF2-40B4-BE49-F238E27FC236}">
                          <a16:creationId xmlns:a16="http://schemas.microsoft.com/office/drawing/2014/main" id="{4B641007-CF0D-B9AE-2ADE-D6C2E9B2FF9E}"/>
                        </a:ext>
                      </a:extLst>
                    </p:cNvPr>
                    <p:cNvSpPr>
                      <a:spLocks noChangeAspect="1"/>
                    </p:cNvSpPr>
                    <p:nvPr/>
                  </p:nvSpPr>
                  <p:spPr>
                    <a:xfrm>
                      <a:off x="7958502" y="3688079"/>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09" name="Oval 308">
                      <a:extLst>
                        <a:ext uri="{FF2B5EF4-FFF2-40B4-BE49-F238E27FC236}">
                          <a16:creationId xmlns:a16="http://schemas.microsoft.com/office/drawing/2014/main" id="{10FA3C39-8415-53F0-0FB3-E82D76CC4EBE}"/>
                        </a:ext>
                      </a:extLst>
                    </p:cNvPr>
                    <p:cNvSpPr>
                      <a:spLocks noChangeAspect="1"/>
                    </p:cNvSpPr>
                    <p:nvPr/>
                  </p:nvSpPr>
                  <p:spPr>
                    <a:xfrm>
                      <a:off x="8406202" y="3494065"/>
                      <a:ext cx="137160" cy="137160"/>
                    </a:xfrm>
                    <a:prstGeom prst="ellipse">
                      <a:avLst/>
                    </a:prstGeom>
                    <a:solidFill>
                      <a:schemeClr val="accent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10" name="Oval 309">
                      <a:extLst>
                        <a:ext uri="{FF2B5EF4-FFF2-40B4-BE49-F238E27FC236}">
                          <a16:creationId xmlns:a16="http://schemas.microsoft.com/office/drawing/2014/main" id="{F1A9B762-56A7-9ADB-83BB-F31475F983F7}"/>
                        </a:ext>
                      </a:extLst>
                    </p:cNvPr>
                    <p:cNvSpPr>
                      <a:spLocks noChangeAspect="1"/>
                    </p:cNvSpPr>
                    <p:nvPr/>
                  </p:nvSpPr>
                  <p:spPr>
                    <a:xfrm>
                      <a:off x="6923728" y="3400562"/>
                      <a:ext cx="274321" cy="274321"/>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11" name="Oval 310">
                      <a:extLst>
                        <a:ext uri="{FF2B5EF4-FFF2-40B4-BE49-F238E27FC236}">
                          <a16:creationId xmlns:a16="http://schemas.microsoft.com/office/drawing/2014/main" id="{01B31035-A196-36CD-40F4-FB8DFA9C362C}"/>
                        </a:ext>
                      </a:extLst>
                    </p:cNvPr>
                    <p:cNvSpPr>
                      <a:spLocks noChangeAspect="1"/>
                    </p:cNvSpPr>
                    <p:nvPr/>
                  </p:nvSpPr>
                  <p:spPr>
                    <a:xfrm>
                      <a:off x="9214429" y="3561396"/>
                      <a:ext cx="300364" cy="300364"/>
                    </a:xfrm>
                    <a:prstGeom prst="ellipse">
                      <a:avLst/>
                    </a:prstGeom>
                    <a:solidFill>
                      <a:schemeClr val="accent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grpSp>
              <p:sp>
                <p:nvSpPr>
                  <p:cNvPr id="312" name="Oval 311">
                    <a:extLst>
                      <a:ext uri="{FF2B5EF4-FFF2-40B4-BE49-F238E27FC236}">
                        <a16:creationId xmlns:a16="http://schemas.microsoft.com/office/drawing/2014/main" id="{0A9E57E8-2EB4-6975-7AFD-249995732990}"/>
                      </a:ext>
                    </a:extLst>
                  </p:cNvPr>
                  <p:cNvSpPr>
                    <a:spLocks noChangeAspect="1"/>
                  </p:cNvSpPr>
                  <p:nvPr/>
                </p:nvSpPr>
                <p:spPr>
                  <a:xfrm>
                    <a:off x="6334781" y="4779241"/>
                    <a:ext cx="226712" cy="226712"/>
                  </a:xfrm>
                  <a:prstGeom prst="ellipse">
                    <a:avLst/>
                  </a:prstGeom>
                  <a:solidFill>
                    <a:schemeClr val="accent2"/>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16" name="Oval 315">
                    <a:extLst>
                      <a:ext uri="{FF2B5EF4-FFF2-40B4-BE49-F238E27FC236}">
                        <a16:creationId xmlns:a16="http://schemas.microsoft.com/office/drawing/2014/main" id="{5E08C754-14D7-2C59-C5E3-5397B504E631}"/>
                      </a:ext>
                    </a:extLst>
                  </p:cNvPr>
                  <p:cNvSpPr>
                    <a:spLocks noChangeAspect="1"/>
                  </p:cNvSpPr>
                  <p:nvPr/>
                </p:nvSpPr>
                <p:spPr>
                  <a:xfrm>
                    <a:off x="6550822" y="4277228"/>
                    <a:ext cx="137160" cy="137160"/>
                  </a:xfrm>
                  <a:prstGeom prst="ellipse">
                    <a:avLst/>
                  </a:prstGeom>
                  <a:solidFill>
                    <a:schemeClr val="bg1"/>
                  </a:solidFill>
                  <a:ln w="3175">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317" name="Oval 316">
                    <a:extLst>
                      <a:ext uri="{FF2B5EF4-FFF2-40B4-BE49-F238E27FC236}">
                        <a16:creationId xmlns:a16="http://schemas.microsoft.com/office/drawing/2014/main" id="{2B5A1CE5-E518-012A-2CA6-74E0FAB14AF9}"/>
                      </a:ext>
                    </a:extLst>
                  </p:cNvPr>
                  <p:cNvSpPr>
                    <a:spLocks noChangeAspect="1"/>
                  </p:cNvSpPr>
                  <p:nvPr/>
                </p:nvSpPr>
                <p:spPr>
                  <a:xfrm>
                    <a:off x="8170352" y="4670334"/>
                    <a:ext cx="187484" cy="187484"/>
                  </a:xfrm>
                  <a:prstGeom prst="ellipse">
                    <a:avLst/>
                  </a:prstGeom>
                  <a:solidFill>
                    <a:schemeClr val="bg1"/>
                  </a:solidFill>
                  <a:ln w="12700">
                    <a:noFill/>
                  </a:ln>
                  <a:effectLst>
                    <a:outerShdw blurRad="381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ea typeface="+mn-ea"/>
                      <a:cs typeface="+mn-cs"/>
                    </a:endParaRPr>
                  </a:p>
                </p:txBody>
              </p:sp>
            </p:grpSp>
            <p:grpSp>
              <p:nvGrpSpPr>
                <p:cNvPr id="333" name="Group 332">
                  <a:extLst>
                    <a:ext uri="{FF2B5EF4-FFF2-40B4-BE49-F238E27FC236}">
                      <a16:creationId xmlns:a16="http://schemas.microsoft.com/office/drawing/2014/main" id="{A350FBF8-8CBC-A43E-229D-E64B04B4B364}"/>
                    </a:ext>
                  </a:extLst>
                </p:cNvPr>
                <p:cNvGrpSpPr/>
                <p:nvPr/>
              </p:nvGrpSpPr>
              <p:grpSpPr>
                <a:xfrm>
                  <a:off x="3904616" y="3510934"/>
                  <a:ext cx="6371708" cy="274208"/>
                  <a:chOff x="3850470" y="3831874"/>
                  <a:chExt cx="6371708" cy="274208"/>
                </a:xfrm>
              </p:grpSpPr>
              <p:sp>
                <p:nvSpPr>
                  <p:cNvPr id="323" name="Chevron 96">
                    <a:extLst>
                      <a:ext uri="{FF2B5EF4-FFF2-40B4-BE49-F238E27FC236}">
                        <a16:creationId xmlns:a16="http://schemas.microsoft.com/office/drawing/2014/main" id="{9584B01A-C6EF-607B-C952-6402D400F9B7}"/>
                      </a:ext>
                    </a:extLst>
                  </p:cNvPr>
                  <p:cNvSpPr/>
                  <p:nvPr>
                    <p:custDataLst>
                      <p:tags r:id="rId1"/>
                    </p:custDataLst>
                  </p:nvPr>
                </p:nvSpPr>
                <p:spPr>
                  <a:xfrm>
                    <a:off x="4978971" y="3831874"/>
                    <a:ext cx="4114706" cy="216000"/>
                  </a:xfrm>
                  <a:prstGeom prst="rect">
                    <a:avLst/>
                  </a:prstGeom>
                  <a:noFill/>
                  <a:ln w="38100" cap="flat" cmpd="sng" algn="ctr">
                    <a:noFill/>
                    <a:prstDash val="solid"/>
                  </a:ln>
                  <a:effectLst/>
                </p:spPr>
                <p:txBody>
                  <a:bodyPr lIns="0" tIns="0" rIns="0" bIns="0" rtlCol="0" anchor="ctr" anchorCtr="0"/>
                  <a:lstStyle/>
                  <a:p>
                    <a:pPr marL="0" marR="0" lvl="1" algn="ctr" defTabSz="914400" eaLnBrk="1" fontAlgn="auto" latinLnBrk="0" hangingPunct="1">
                      <a:lnSpc>
                        <a:spcPct val="100000"/>
                      </a:lnSpc>
                      <a:spcBef>
                        <a:spcPts val="0"/>
                      </a:spcBef>
                      <a:spcAft>
                        <a:spcPts val="0"/>
                      </a:spcAft>
                      <a:buClr>
                        <a:schemeClr val="bg1"/>
                      </a:buClr>
                      <a:buSzTx/>
                      <a:tabLst>
                        <a:tab pos="1255713" algn="l"/>
                      </a:tabLst>
                      <a:defRPr/>
                    </a:pPr>
                    <a:r>
                      <a:rPr kumimoji="0" lang="en-GB" sz="1000" i="0" u="none" strike="noStrike" kern="0" cap="none" spc="0" normalizeH="0" baseline="0" noProof="0">
                        <a:ln>
                          <a:noFill/>
                        </a:ln>
                        <a:solidFill>
                          <a:srgbClr val="FFFFFF"/>
                        </a:solidFill>
                        <a:effectLst/>
                        <a:uLnTx/>
                        <a:uFillTx/>
                      </a:rPr>
                      <a:t>Investment and Confidence in financial benefits realisation</a:t>
                    </a:r>
                    <a:endParaRPr lang="en-GB" sz="1000" kern="0">
                      <a:solidFill>
                        <a:srgbClr val="FFFFFF"/>
                      </a:solidFill>
                    </a:endParaRPr>
                  </a:p>
                </p:txBody>
              </p:sp>
              <p:cxnSp>
                <p:nvCxnSpPr>
                  <p:cNvPr id="328" name="Straight Arrow Connector 327">
                    <a:extLst>
                      <a:ext uri="{FF2B5EF4-FFF2-40B4-BE49-F238E27FC236}">
                        <a16:creationId xmlns:a16="http://schemas.microsoft.com/office/drawing/2014/main" id="{EFFE4B95-F1FB-8570-7CDC-3590D2C4EBA9}"/>
                      </a:ext>
                    </a:extLst>
                  </p:cNvPr>
                  <p:cNvCxnSpPr>
                    <a:cxnSpLocks/>
                  </p:cNvCxnSpPr>
                  <p:nvPr/>
                </p:nvCxnSpPr>
                <p:spPr>
                  <a:xfrm>
                    <a:off x="3850470" y="4106082"/>
                    <a:ext cx="6371708" cy="0"/>
                  </a:xfrm>
                  <a:prstGeom prst="straightConnector1">
                    <a:avLst/>
                  </a:prstGeom>
                  <a:ln w="190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329" name="Chevron 96">
                    <a:extLst>
                      <a:ext uri="{FF2B5EF4-FFF2-40B4-BE49-F238E27FC236}">
                        <a16:creationId xmlns:a16="http://schemas.microsoft.com/office/drawing/2014/main" id="{05DEBD22-4201-9DB6-9AA3-930719F088B9}"/>
                      </a:ext>
                    </a:extLst>
                  </p:cNvPr>
                  <p:cNvSpPr/>
                  <p:nvPr>
                    <p:custDataLst>
                      <p:tags r:id="rId2"/>
                    </p:custDataLst>
                  </p:nvPr>
                </p:nvSpPr>
                <p:spPr>
                  <a:xfrm>
                    <a:off x="3850470" y="3831874"/>
                    <a:ext cx="504000" cy="216000"/>
                  </a:xfrm>
                  <a:prstGeom prst="rect">
                    <a:avLst/>
                  </a:prstGeom>
                  <a:noFill/>
                  <a:ln w="38100" cap="flat" cmpd="sng" algn="ctr">
                    <a:noFill/>
                    <a:prstDash val="solid"/>
                  </a:ln>
                  <a:effectLst/>
                </p:spPr>
                <p:txBody>
                  <a:bodyPr lIns="36000" tIns="0" rIns="36000" bIns="0" rtlCol="0" anchor="ctr" anchorCtr="0"/>
                  <a:lstStyle/>
                  <a:p>
                    <a:pPr marL="0" marR="0" lvl="1" algn="ctr" defTabSz="914400" eaLnBrk="1" fontAlgn="auto" latinLnBrk="0" hangingPunct="1">
                      <a:lnSpc>
                        <a:spcPct val="100000"/>
                      </a:lnSpc>
                      <a:spcBef>
                        <a:spcPts val="0"/>
                      </a:spcBef>
                      <a:spcAft>
                        <a:spcPts val="0"/>
                      </a:spcAft>
                      <a:buClr>
                        <a:schemeClr val="bg1"/>
                      </a:buClr>
                      <a:buSzTx/>
                      <a:tabLst>
                        <a:tab pos="1255713" algn="l"/>
                      </a:tabLst>
                      <a:defRPr/>
                    </a:pPr>
                    <a:r>
                      <a:rPr kumimoji="0" lang="en-GB" sz="1000" b="1" i="0" u="none" strike="noStrike" kern="0" cap="none" spc="0" normalizeH="0" baseline="0" noProof="0">
                        <a:ln>
                          <a:noFill/>
                        </a:ln>
                        <a:solidFill>
                          <a:srgbClr val="FFFFFF"/>
                        </a:solidFill>
                        <a:effectLst/>
                        <a:uLnTx/>
                        <a:uFillTx/>
                      </a:rPr>
                      <a:t>LOW</a:t>
                    </a:r>
                    <a:endParaRPr lang="en-GB" sz="1000" b="1" kern="0">
                      <a:solidFill>
                        <a:srgbClr val="FFFFFF"/>
                      </a:solidFill>
                    </a:endParaRPr>
                  </a:p>
                </p:txBody>
              </p:sp>
              <p:sp>
                <p:nvSpPr>
                  <p:cNvPr id="330" name="Chevron 96">
                    <a:extLst>
                      <a:ext uri="{FF2B5EF4-FFF2-40B4-BE49-F238E27FC236}">
                        <a16:creationId xmlns:a16="http://schemas.microsoft.com/office/drawing/2014/main" id="{895FB536-3090-72AC-CD11-D5FDE119380C}"/>
                      </a:ext>
                    </a:extLst>
                  </p:cNvPr>
                  <p:cNvSpPr/>
                  <p:nvPr>
                    <p:custDataLst>
                      <p:tags r:id="rId3"/>
                    </p:custDataLst>
                  </p:nvPr>
                </p:nvSpPr>
                <p:spPr>
                  <a:xfrm>
                    <a:off x="9718178" y="3831874"/>
                    <a:ext cx="504000" cy="216000"/>
                  </a:xfrm>
                  <a:prstGeom prst="rect">
                    <a:avLst/>
                  </a:prstGeom>
                  <a:noFill/>
                  <a:ln w="38100" cap="flat" cmpd="sng" algn="ctr">
                    <a:noFill/>
                    <a:prstDash val="solid"/>
                  </a:ln>
                  <a:effectLst/>
                </p:spPr>
                <p:txBody>
                  <a:bodyPr lIns="36000" tIns="0" rIns="36000" bIns="0" rtlCol="0" anchor="ctr" anchorCtr="0"/>
                  <a:lstStyle/>
                  <a:p>
                    <a:pPr marL="0" marR="0" lvl="1" algn="ctr" defTabSz="914400" eaLnBrk="1" fontAlgn="auto" latinLnBrk="0" hangingPunct="1">
                      <a:lnSpc>
                        <a:spcPct val="100000"/>
                      </a:lnSpc>
                      <a:spcBef>
                        <a:spcPts val="0"/>
                      </a:spcBef>
                      <a:spcAft>
                        <a:spcPts val="0"/>
                      </a:spcAft>
                      <a:buClr>
                        <a:schemeClr val="bg1"/>
                      </a:buClr>
                      <a:buSzTx/>
                      <a:tabLst>
                        <a:tab pos="1255713" algn="l"/>
                      </a:tabLst>
                      <a:defRPr/>
                    </a:pPr>
                    <a:r>
                      <a:rPr kumimoji="0" lang="en-GB" sz="1000" b="1" i="0" u="none" strike="noStrike" kern="0" cap="none" spc="0" normalizeH="0" baseline="0" noProof="0">
                        <a:ln>
                          <a:noFill/>
                        </a:ln>
                        <a:solidFill>
                          <a:srgbClr val="FFFFFF"/>
                        </a:solidFill>
                        <a:effectLst/>
                        <a:uLnTx/>
                        <a:uFillTx/>
                      </a:rPr>
                      <a:t>HIGH</a:t>
                    </a:r>
                    <a:endParaRPr lang="en-GB" sz="1000" b="1" kern="0">
                      <a:solidFill>
                        <a:srgbClr val="FFFFFF"/>
                      </a:solidFill>
                    </a:endParaRPr>
                  </a:p>
                </p:txBody>
              </p:sp>
            </p:grpSp>
          </p:grpSp>
          <p:sp>
            <p:nvSpPr>
              <p:cNvPr id="13" name="Rectangle 12">
                <a:extLst>
                  <a:ext uri="{FF2B5EF4-FFF2-40B4-BE49-F238E27FC236}">
                    <a16:creationId xmlns:a16="http://schemas.microsoft.com/office/drawing/2014/main" id="{773F64F8-B39A-5BCB-3229-B01B16B369DC}"/>
                  </a:ext>
                </a:extLst>
              </p:cNvPr>
              <p:cNvSpPr/>
              <p:nvPr/>
            </p:nvSpPr>
            <p:spPr>
              <a:xfrm>
                <a:off x="674110" y="2127123"/>
                <a:ext cx="1260000" cy="2520000"/>
              </a:xfrm>
              <a:prstGeom prst="rect">
                <a:avLst/>
              </a:prstGeom>
              <a:solidFill>
                <a:schemeClr val="bg2">
                  <a:lumMod val="60000"/>
                  <a:lumOff val="40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900">
                  <a:solidFill>
                    <a:schemeClr val="bg1"/>
                  </a:solidFill>
                </a:endParaRPr>
              </a:p>
            </p:txBody>
          </p:sp>
        </p:grpSp>
        <p:sp>
          <p:nvSpPr>
            <p:cNvPr id="347" name="Isosceles Triangle 346">
              <a:extLst>
                <a:ext uri="{FF2B5EF4-FFF2-40B4-BE49-F238E27FC236}">
                  <a16:creationId xmlns:a16="http://schemas.microsoft.com/office/drawing/2014/main" id="{6563B6F7-E515-DF3D-24B9-3967D6675D4D}"/>
                </a:ext>
              </a:extLst>
            </p:cNvPr>
            <p:cNvSpPr/>
            <p:nvPr/>
          </p:nvSpPr>
          <p:spPr>
            <a:xfrm rot="5400000">
              <a:off x="4604923" y="3545985"/>
              <a:ext cx="3600000" cy="216000"/>
            </a:xfrm>
            <a:prstGeom prst="triangl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nvGrpSpPr>
            <p:cNvPr id="25" name="Group 24">
              <a:extLst>
                <a:ext uri="{FF2B5EF4-FFF2-40B4-BE49-F238E27FC236}">
                  <a16:creationId xmlns:a16="http://schemas.microsoft.com/office/drawing/2014/main" id="{FC0BC793-B5E2-3951-71C1-9454AB397E80}"/>
                </a:ext>
              </a:extLst>
            </p:cNvPr>
            <p:cNvGrpSpPr/>
            <p:nvPr/>
          </p:nvGrpSpPr>
          <p:grpSpPr>
            <a:xfrm>
              <a:off x="606077" y="2002701"/>
              <a:ext cx="11123761" cy="4325493"/>
              <a:chOff x="606077" y="2002701"/>
              <a:chExt cx="11123761" cy="4325493"/>
            </a:xfrm>
          </p:grpSpPr>
          <p:sp>
            <p:nvSpPr>
              <p:cNvPr id="5" name="TextBox 4">
                <a:extLst>
                  <a:ext uri="{FF2B5EF4-FFF2-40B4-BE49-F238E27FC236}">
                    <a16:creationId xmlns:a16="http://schemas.microsoft.com/office/drawing/2014/main" id="{FD67A044-E69E-2CBD-9FE3-B61140873967}"/>
                  </a:ext>
                </a:extLst>
              </p:cNvPr>
              <p:cNvSpPr txBox="1"/>
              <p:nvPr/>
            </p:nvSpPr>
            <p:spPr>
              <a:xfrm>
                <a:off x="7049838" y="5779656"/>
                <a:ext cx="4680000" cy="524963"/>
              </a:xfrm>
              <a:prstGeom prst="rect">
                <a:avLst/>
              </a:prstGeom>
              <a:noFill/>
            </p:spPr>
            <p:txBody>
              <a:bodyPr wrap="square" lIns="0" tIns="0" rIns="0" bIns="0" rtlCol="0" anchor="ctr" anchorCtr="0">
                <a:noAutofit/>
              </a:bodyPr>
              <a:lstStyle/>
              <a:p>
                <a:pPr algn="ctr"/>
                <a:r>
                  <a:rPr lang="en-US">
                    <a:solidFill>
                      <a:schemeClr val="bg1"/>
                    </a:solidFill>
                  </a:rPr>
                  <a:t>As the CT funnel is fed, the amount underpinned will increase over time</a:t>
                </a:r>
              </a:p>
            </p:txBody>
          </p:sp>
          <p:grpSp>
            <p:nvGrpSpPr>
              <p:cNvPr id="24" name="Group 23">
                <a:extLst>
                  <a:ext uri="{FF2B5EF4-FFF2-40B4-BE49-F238E27FC236}">
                    <a16:creationId xmlns:a16="http://schemas.microsoft.com/office/drawing/2014/main" id="{B6010042-BC34-17B1-619A-8A2D4999841A}"/>
                  </a:ext>
                </a:extLst>
              </p:cNvPr>
              <p:cNvGrpSpPr/>
              <p:nvPr/>
            </p:nvGrpSpPr>
            <p:grpSpPr>
              <a:xfrm>
                <a:off x="7005034" y="2002701"/>
                <a:ext cx="4701249" cy="3302568"/>
                <a:chOff x="7005034" y="2429970"/>
                <a:chExt cx="4701249" cy="3302568"/>
              </a:xfrm>
            </p:grpSpPr>
            <p:grpSp>
              <p:nvGrpSpPr>
                <p:cNvPr id="2" name="Group 1">
                  <a:extLst>
                    <a:ext uri="{FF2B5EF4-FFF2-40B4-BE49-F238E27FC236}">
                      <a16:creationId xmlns:a16="http://schemas.microsoft.com/office/drawing/2014/main" id="{60DD5042-59FC-193D-A657-AC1083D94F2F}"/>
                    </a:ext>
                  </a:extLst>
                </p:cNvPr>
                <p:cNvGrpSpPr/>
                <p:nvPr/>
              </p:nvGrpSpPr>
              <p:grpSpPr>
                <a:xfrm>
                  <a:off x="7330614" y="2429970"/>
                  <a:ext cx="4050088" cy="2340000"/>
                  <a:chOff x="6945795" y="2740174"/>
                  <a:chExt cx="4050088" cy="2340000"/>
                </a:xfrm>
              </p:grpSpPr>
              <p:grpSp>
                <p:nvGrpSpPr>
                  <p:cNvPr id="358" name="Group 357">
                    <a:extLst>
                      <a:ext uri="{FF2B5EF4-FFF2-40B4-BE49-F238E27FC236}">
                        <a16:creationId xmlns:a16="http://schemas.microsoft.com/office/drawing/2014/main" id="{E6AFF446-DA79-4FC4-0B64-8C87DDC2F1AF}"/>
                      </a:ext>
                    </a:extLst>
                  </p:cNvPr>
                  <p:cNvGrpSpPr/>
                  <p:nvPr/>
                </p:nvGrpSpPr>
                <p:grpSpPr>
                  <a:xfrm>
                    <a:off x="6945795" y="2740174"/>
                    <a:ext cx="4050088" cy="2340000"/>
                    <a:chOff x="6945795" y="2818704"/>
                    <a:chExt cx="4050088" cy="2340000"/>
                  </a:xfrm>
                </p:grpSpPr>
                <p:graphicFrame>
                  <p:nvGraphicFramePr>
                    <p:cNvPr id="339" name="Chart 338">
                      <a:extLst>
                        <a:ext uri="{FF2B5EF4-FFF2-40B4-BE49-F238E27FC236}">
                          <a16:creationId xmlns:a16="http://schemas.microsoft.com/office/drawing/2014/main" id="{5546471D-5708-7FB1-2058-B845E6E5D235}"/>
                        </a:ext>
                      </a:extLst>
                    </p:cNvPr>
                    <p:cNvGraphicFramePr/>
                    <p:nvPr>
                      <p:extLst>
                        <p:ext uri="{D42A27DB-BD31-4B8C-83A1-F6EECF244321}">
                          <p14:modId xmlns:p14="http://schemas.microsoft.com/office/powerpoint/2010/main" val="1704650565"/>
                        </p:ext>
                      </p:extLst>
                    </p:nvPr>
                  </p:nvGraphicFramePr>
                  <p:xfrm>
                    <a:off x="7035883" y="2818704"/>
                    <a:ext cx="3960000" cy="2340000"/>
                  </p:xfrm>
                  <a:graphic>
                    <a:graphicData uri="http://schemas.openxmlformats.org/drawingml/2006/chart">
                      <c:chart xmlns:c="http://schemas.openxmlformats.org/drawingml/2006/chart" xmlns:r="http://schemas.openxmlformats.org/officeDocument/2006/relationships" r:id="rId8"/>
                    </a:graphicData>
                  </a:graphic>
                </p:graphicFrame>
                <p:sp>
                  <p:nvSpPr>
                    <p:cNvPr id="348" name="Rounded Rectangle 34">
                      <a:extLst>
                        <a:ext uri="{FF2B5EF4-FFF2-40B4-BE49-F238E27FC236}">
                          <a16:creationId xmlns:a16="http://schemas.microsoft.com/office/drawing/2014/main" id="{F2BC0EE8-FCA4-BF9D-B2F0-AA8F55178021}"/>
                        </a:ext>
                      </a:extLst>
                    </p:cNvPr>
                    <p:cNvSpPr/>
                    <p:nvPr/>
                  </p:nvSpPr>
                  <p:spPr>
                    <a:xfrm rot="16200000">
                      <a:off x="6891795" y="2990023"/>
                      <a:ext cx="252000" cy="144000"/>
                    </a:xfrm>
                    <a:prstGeom prst="rect">
                      <a:avLst/>
                    </a:prstGeom>
                    <a:no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gn="ctr">
                        <a:lnSpc>
                          <a:spcPct val="110000"/>
                        </a:lnSpc>
                        <a:spcBef>
                          <a:spcPts val="300"/>
                        </a:spcBef>
                      </a:pPr>
                      <a:r>
                        <a:rPr kumimoji="1" lang="en-GB" sz="800" b="1">
                          <a:solidFill>
                            <a:schemeClr val="bg1"/>
                          </a:solidFill>
                          <a:cs typeface="Arial" panose="020B0604020202020204" pitchFamily="34" charset="0"/>
                        </a:rPr>
                        <a:t>£ M</a:t>
                      </a:r>
                      <a:endParaRPr kumimoji="1" lang="en-GB" sz="600">
                        <a:solidFill>
                          <a:schemeClr val="bg1"/>
                        </a:solidFill>
                        <a:cs typeface="Arial" panose="020B0604020202020204" pitchFamily="34" charset="0"/>
                      </a:endParaRPr>
                    </a:p>
                  </p:txBody>
                </p:sp>
              </p:grpSp>
              <p:cxnSp>
                <p:nvCxnSpPr>
                  <p:cNvPr id="381" name="Straight Arrow Connector 380">
                    <a:extLst>
                      <a:ext uri="{FF2B5EF4-FFF2-40B4-BE49-F238E27FC236}">
                        <a16:creationId xmlns:a16="http://schemas.microsoft.com/office/drawing/2014/main" id="{C142587A-A64F-F849-A8C9-49F0251A6D0C}"/>
                      </a:ext>
                    </a:extLst>
                  </p:cNvPr>
                  <p:cNvCxnSpPr/>
                  <p:nvPr/>
                </p:nvCxnSpPr>
                <p:spPr>
                  <a:xfrm flipV="1">
                    <a:off x="7113588" y="2755523"/>
                    <a:ext cx="0" cy="1867117"/>
                  </a:xfrm>
                  <a:prstGeom prst="straightConnector1">
                    <a:avLst/>
                  </a:prstGeom>
                  <a:ln>
                    <a:solidFill>
                      <a:srgbClr val="D9D9D9"/>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BFB67F1A-58F1-B714-55DA-2F4185E9C9F5}"/>
                    </a:ext>
                  </a:extLst>
                </p:cNvPr>
                <p:cNvGrpSpPr/>
                <p:nvPr/>
              </p:nvGrpSpPr>
              <p:grpSpPr>
                <a:xfrm>
                  <a:off x="7005034" y="5012538"/>
                  <a:ext cx="4701249" cy="720000"/>
                  <a:chOff x="7005034" y="5012538"/>
                  <a:chExt cx="4701249" cy="720000"/>
                </a:xfrm>
              </p:grpSpPr>
              <p:grpSp>
                <p:nvGrpSpPr>
                  <p:cNvPr id="16" name="Group 15">
                    <a:extLst>
                      <a:ext uri="{FF2B5EF4-FFF2-40B4-BE49-F238E27FC236}">
                        <a16:creationId xmlns:a16="http://schemas.microsoft.com/office/drawing/2014/main" id="{96EE5B9C-900D-E609-8C59-9EA9DC5C4476}"/>
                      </a:ext>
                    </a:extLst>
                  </p:cNvPr>
                  <p:cNvGrpSpPr/>
                  <p:nvPr/>
                </p:nvGrpSpPr>
                <p:grpSpPr>
                  <a:xfrm>
                    <a:off x="7005034" y="5012538"/>
                    <a:ext cx="1452153" cy="720000"/>
                    <a:chOff x="6575304" y="4320231"/>
                    <a:chExt cx="1452153" cy="720000"/>
                  </a:xfrm>
                </p:grpSpPr>
                <p:sp>
                  <p:nvSpPr>
                    <p:cNvPr id="9" name="Rounded Rectangle 34">
                      <a:extLst>
                        <a:ext uri="{FF2B5EF4-FFF2-40B4-BE49-F238E27FC236}">
                          <a16:creationId xmlns:a16="http://schemas.microsoft.com/office/drawing/2014/main" id="{F165123A-3BA5-5CCE-AAFC-058F8D3835ED}"/>
                        </a:ext>
                      </a:extLst>
                    </p:cNvPr>
                    <p:cNvSpPr/>
                    <p:nvPr/>
                  </p:nvSpPr>
                  <p:spPr>
                    <a:xfrm>
                      <a:off x="6767457" y="4320231"/>
                      <a:ext cx="1260000" cy="720000"/>
                    </a:xfrm>
                    <a:prstGeom prst="rect">
                      <a:avLst/>
                    </a:prstGeom>
                    <a:no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nSpc>
                          <a:spcPct val="110000"/>
                        </a:lnSpc>
                        <a:spcBef>
                          <a:spcPts val="300"/>
                        </a:spcBef>
                      </a:pPr>
                      <a:r>
                        <a:rPr kumimoji="1" lang="en-GB" sz="1000" b="1">
                          <a:solidFill>
                            <a:schemeClr val="bg1"/>
                          </a:solidFill>
                          <a:cs typeface="Arial" panose="020B0604020202020204" pitchFamily="34" charset="0"/>
                        </a:rPr>
                        <a:t>Underpinned</a:t>
                      </a:r>
                    </a:p>
                    <a:p>
                      <a:pPr lvl="0">
                        <a:lnSpc>
                          <a:spcPct val="110000"/>
                        </a:lnSpc>
                        <a:spcAft>
                          <a:spcPts val="300"/>
                        </a:spcAft>
                      </a:pPr>
                      <a:r>
                        <a:rPr kumimoji="1" lang="en-GB" sz="700">
                          <a:solidFill>
                            <a:schemeClr val="bg1"/>
                          </a:solidFill>
                          <a:cs typeface="Arial" panose="020B0604020202020204" pitchFamily="34" charset="0"/>
                        </a:rPr>
                        <a:t>High degree of confidence in realising agreed benefits</a:t>
                      </a:r>
                    </a:p>
                  </p:txBody>
                </p:sp>
                <p:sp>
                  <p:nvSpPr>
                    <p:cNvPr id="10" name="Rectangle 9">
                      <a:extLst>
                        <a:ext uri="{FF2B5EF4-FFF2-40B4-BE49-F238E27FC236}">
                          <a16:creationId xmlns:a16="http://schemas.microsoft.com/office/drawing/2014/main" id="{7FC22A5B-2A87-4A16-5030-1A6DE0394B4A}"/>
                        </a:ext>
                      </a:extLst>
                    </p:cNvPr>
                    <p:cNvSpPr/>
                    <p:nvPr/>
                  </p:nvSpPr>
                  <p:spPr>
                    <a:xfrm>
                      <a:off x="6575304" y="4320231"/>
                      <a:ext cx="130909" cy="13090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kern="1200"/>
                    </a:p>
                  </p:txBody>
                </p:sp>
              </p:grpSp>
              <p:grpSp>
                <p:nvGrpSpPr>
                  <p:cNvPr id="17" name="Group 16">
                    <a:extLst>
                      <a:ext uri="{FF2B5EF4-FFF2-40B4-BE49-F238E27FC236}">
                        <a16:creationId xmlns:a16="http://schemas.microsoft.com/office/drawing/2014/main" id="{E708601B-BE12-3E83-4B15-CE38CF23C7F3}"/>
                      </a:ext>
                    </a:extLst>
                  </p:cNvPr>
                  <p:cNvGrpSpPr/>
                  <p:nvPr/>
                </p:nvGrpSpPr>
                <p:grpSpPr>
                  <a:xfrm>
                    <a:off x="8629582" y="5012538"/>
                    <a:ext cx="1452153" cy="720000"/>
                    <a:chOff x="6575304" y="4320231"/>
                    <a:chExt cx="1452153" cy="720000"/>
                  </a:xfrm>
                </p:grpSpPr>
                <p:sp>
                  <p:nvSpPr>
                    <p:cNvPr id="18" name="Rounded Rectangle 34">
                      <a:extLst>
                        <a:ext uri="{FF2B5EF4-FFF2-40B4-BE49-F238E27FC236}">
                          <a16:creationId xmlns:a16="http://schemas.microsoft.com/office/drawing/2014/main" id="{862D3B94-1B52-88FA-748E-654FBD066EC3}"/>
                        </a:ext>
                      </a:extLst>
                    </p:cNvPr>
                    <p:cNvSpPr/>
                    <p:nvPr/>
                  </p:nvSpPr>
                  <p:spPr>
                    <a:xfrm>
                      <a:off x="6767457" y="4320231"/>
                      <a:ext cx="1260000" cy="720000"/>
                    </a:xfrm>
                    <a:prstGeom prst="rect">
                      <a:avLst/>
                    </a:prstGeom>
                    <a:no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nSpc>
                          <a:spcPct val="110000"/>
                        </a:lnSpc>
                        <a:spcBef>
                          <a:spcPts val="300"/>
                        </a:spcBef>
                      </a:pPr>
                      <a:r>
                        <a:rPr kumimoji="1" lang="en-GB" sz="1000" b="1">
                          <a:solidFill>
                            <a:schemeClr val="bg1"/>
                          </a:solidFill>
                          <a:cs typeface="Arial" panose="020B0604020202020204" pitchFamily="34" charset="0"/>
                        </a:rPr>
                        <a:t>Non-underpinned</a:t>
                      </a:r>
                    </a:p>
                    <a:p>
                      <a:pPr lvl="0">
                        <a:lnSpc>
                          <a:spcPct val="110000"/>
                        </a:lnSpc>
                        <a:spcAft>
                          <a:spcPts val="300"/>
                        </a:spcAft>
                      </a:pPr>
                      <a:r>
                        <a:rPr kumimoji="1" lang="en-GB" sz="700">
                          <a:solidFill>
                            <a:schemeClr val="bg1"/>
                          </a:solidFill>
                          <a:cs typeface="Arial" panose="020B0604020202020204" pitchFamily="34" charset="0"/>
                        </a:rPr>
                        <a:t>Benefits in POC stage with low to medium confidence on its realisation</a:t>
                      </a:r>
                    </a:p>
                  </p:txBody>
                </p:sp>
                <p:sp>
                  <p:nvSpPr>
                    <p:cNvPr id="19" name="Rectangle 18">
                      <a:extLst>
                        <a:ext uri="{FF2B5EF4-FFF2-40B4-BE49-F238E27FC236}">
                          <a16:creationId xmlns:a16="http://schemas.microsoft.com/office/drawing/2014/main" id="{0BB464F5-8D91-2CDF-8D43-6F111F250F20}"/>
                        </a:ext>
                      </a:extLst>
                    </p:cNvPr>
                    <p:cNvSpPr/>
                    <p:nvPr/>
                  </p:nvSpPr>
                  <p:spPr>
                    <a:xfrm>
                      <a:off x="6575304" y="4320231"/>
                      <a:ext cx="130909" cy="130909"/>
                    </a:xfrm>
                    <a:prstGeom prst="rect">
                      <a:avLst/>
                    </a:prstGeom>
                    <a:solidFill>
                      <a:srgbClr val="0F87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kern="1200"/>
                    </a:p>
                  </p:txBody>
                </p:sp>
              </p:grpSp>
              <p:grpSp>
                <p:nvGrpSpPr>
                  <p:cNvPr id="20" name="Group 19">
                    <a:extLst>
                      <a:ext uri="{FF2B5EF4-FFF2-40B4-BE49-F238E27FC236}">
                        <a16:creationId xmlns:a16="http://schemas.microsoft.com/office/drawing/2014/main" id="{1F2EA54D-0826-C896-7591-4017F7CE0A8A}"/>
                      </a:ext>
                    </a:extLst>
                  </p:cNvPr>
                  <p:cNvGrpSpPr/>
                  <p:nvPr/>
                </p:nvGrpSpPr>
                <p:grpSpPr>
                  <a:xfrm>
                    <a:off x="10254130" y="5012538"/>
                    <a:ext cx="1452153" cy="720000"/>
                    <a:chOff x="6575304" y="4320231"/>
                    <a:chExt cx="1452153" cy="720000"/>
                  </a:xfrm>
                </p:grpSpPr>
                <p:sp>
                  <p:nvSpPr>
                    <p:cNvPr id="21" name="Rounded Rectangle 34">
                      <a:extLst>
                        <a:ext uri="{FF2B5EF4-FFF2-40B4-BE49-F238E27FC236}">
                          <a16:creationId xmlns:a16="http://schemas.microsoft.com/office/drawing/2014/main" id="{F088DB6D-22BA-D9FF-7EF2-161B83220310}"/>
                        </a:ext>
                      </a:extLst>
                    </p:cNvPr>
                    <p:cNvSpPr/>
                    <p:nvPr/>
                  </p:nvSpPr>
                  <p:spPr>
                    <a:xfrm>
                      <a:off x="6767457" y="4320231"/>
                      <a:ext cx="1260000" cy="720000"/>
                    </a:xfrm>
                    <a:prstGeom prst="rect">
                      <a:avLst/>
                    </a:prstGeom>
                    <a:noFill/>
                    <a:ln w="12700" cmpd="sng">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lvl="0">
                        <a:lnSpc>
                          <a:spcPct val="110000"/>
                        </a:lnSpc>
                        <a:spcBef>
                          <a:spcPts val="300"/>
                        </a:spcBef>
                      </a:pPr>
                      <a:r>
                        <a:rPr kumimoji="1" lang="en-GB" sz="1000" b="1">
                          <a:solidFill>
                            <a:schemeClr val="bg1"/>
                          </a:solidFill>
                          <a:cs typeface="Arial" panose="020B0604020202020204" pitchFamily="34" charset="0"/>
                        </a:rPr>
                        <a:t>Ideas</a:t>
                      </a:r>
                    </a:p>
                    <a:p>
                      <a:pPr lvl="0">
                        <a:lnSpc>
                          <a:spcPct val="110000"/>
                        </a:lnSpc>
                        <a:spcAft>
                          <a:spcPts val="300"/>
                        </a:spcAft>
                      </a:pPr>
                      <a:r>
                        <a:rPr kumimoji="1" lang="en-GB" sz="700">
                          <a:solidFill>
                            <a:schemeClr val="bg1"/>
                          </a:solidFill>
                          <a:cs typeface="Arial" panose="020B0604020202020204" pitchFamily="34" charset="0"/>
                        </a:rPr>
                        <a:t>Constant feed from business stakeholders on new opportunities – always exceed 100% of target as not all benefits will materialise</a:t>
                      </a:r>
                    </a:p>
                  </p:txBody>
                </p:sp>
                <p:sp>
                  <p:nvSpPr>
                    <p:cNvPr id="22" name="Rectangle 21">
                      <a:extLst>
                        <a:ext uri="{FF2B5EF4-FFF2-40B4-BE49-F238E27FC236}">
                          <a16:creationId xmlns:a16="http://schemas.microsoft.com/office/drawing/2014/main" id="{E3837497-7C70-961C-3832-657FF73B79A2}"/>
                        </a:ext>
                      </a:extLst>
                    </p:cNvPr>
                    <p:cNvSpPr/>
                    <p:nvPr/>
                  </p:nvSpPr>
                  <p:spPr>
                    <a:xfrm>
                      <a:off x="6575304" y="4320231"/>
                      <a:ext cx="130909" cy="130909"/>
                    </a:xfrm>
                    <a:prstGeom prst="rect">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en-GB" kern="1200"/>
                    </a:p>
                  </p:txBody>
                </p:sp>
              </p:grpSp>
            </p:grpSp>
          </p:grpSp>
          <p:sp>
            <p:nvSpPr>
              <p:cNvPr id="27" name="TextBox 26">
                <a:extLst>
                  <a:ext uri="{FF2B5EF4-FFF2-40B4-BE49-F238E27FC236}">
                    <a16:creationId xmlns:a16="http://schemas.microsoft.com/office/drawing/2014/main" id="{94D92940-AD30-B71C-6B6E-3FD04C283295}"/>
                  </a:ext>
                </a:extLst>
              </p:cNvPr>
              <p:cNvSpPr txBox="1"/>
              <p:nvPr/>
            </p:nvSpPr>
            <p:spPr>
              <a:xfrm>
                <a:off x="606077" y="5803231"/>
                <a:ext cx="5040000" cy="524963"/>
              </a:xfrm>
              <a:prstGeom prst="rect">
                <a:avLst/>
              </a:prstGeom>
              <a:noFill/>
            </p:spPr>
            <p:txBody>
              <a:bodyPr wrap="square" lIns="0" tIns="0" rIns="0" bIns="0" rtlCol="0" anchor="ctr" anchorCtr="0">
                <a:noAutofit/>
              </a:bodyPr>
              <a:lstStyle/>
              <a:p>
                <a:pPr algn="ctr"/>
                <a:r>
                  <a:rPr lang="en-US">
                    <a:solidFill>
                      <a:schemeClr val="bg1"/>
                    </a:solidFill>
                  </a:rPr>
                  <a:t>As project benefits and costs are monitored, project confidence increases over time</a:t>
                </a:r>
              </a:p>
            </p:txBody>
          </p:sp>
        </p:grpSp>
      </p:grpSp>
    </p:spTree>
    <p:extLst>
      <p:ext uri="{BB962C8B-B14F-4D97-AF65-F5344CB8AC3E}">
        <p14:creationId xmlns:p14="http://schemas.microsoft.com/office/powerpoint/2010/main" val="36054516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F963A0B-0FF8-3FD5-ADF4-C5804EF08415}"/>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3" name="Title 2">
            <a:extLst>
              <a:ext uri="{FF2B5EF4-FFF2-40B4-BE49-F238E27FC236}">
                <a16:creationId xmlns:a16="http://schemas.microsoft.com/office/drawing/2014/main" id="{7ED582C2-4131-BBCD-BAFC-D5A42AC45BAF}"/>
              </a:ext>
            </a:extLst>
          </p:cNvPr>
          <p:cNvSpPr>
            <a:spLocks noGrp="1"/>
          </p:cNvSpPr>
          <p:nvPr>
            <p:ph type="title"/>
          </p:nvPr>
        </p:nvSpPr>
        <p:spPr/>
        <p:txBody>
          <a:bodyPr vert="horz" lIns="0" tIns="0" rIns="0" bIns="0" rtlCol="0" anchor="b">
            <a:noAutofit/>
          </a:bodyPr>
          <a:lstStyle/>
          <a:p>
            <a:r>
              <a:rPr lang="en-US"/>
              <a:t>Each step of the journey has a set of defined activities to ensure repeatable and robust outcomes</a:t>
            </a:r>
          </a:p>
        </p:txBody>
      </p:sp>
      <p:grpSp>
        <p:nvGrpSpPr>
          <p:cNvPr id="27" name="Group 26">
            <a:extLst>
              <a:ext uri="{FF2B5EF4-FFF2-40B4-BE49-F238E27FC236}">
                <a16:creationId xmlns:a16="http://schemas.microsoft.com/office/drawing/2014/main" id="{0EE27D64-330F-3DD7-6D6C-190F25050704}"/>
              </a:ext>
            </a:extLst>
          </p:cNvPr>
          <p:cNvGrpSpPr/>
          <p:nvPr/>
        </p:nvGrpSpPr>
        <p:grpSpPr>
          <a:xfrm>
            <a:off x="1039584" y="1371142"/>
            <a:ext cx="10870860" cy="504000"/>
            <a:chOff x="2516475" y="184360"/>
            <a:chExt cx="8917346" cy="504000"/>
          </a:xfrm>
        </p:grpSpPr>
        <p:sp>
          <p:nvSpPr>
            <p:cNvPr id="327" name="Chevron 96">
              <a:extLst>
                <a:ext uri="{FF2B5EF4-FFF2-40B4-BE49-F238E27FC236}">
                  <a16:creationId xmlns:a16="http://schemas.microsoft.com/office/drawing/2014/main" id="{5E73544C-23AF-080E-3595-FBA9CB83FEAC}"/>
                </a:ext>
              </a:extLst>
            </p:cNvPr>
            <p:cNvSpPr/>
            <p:nvPr>
              <p:custDataLst>
                <p:tags r:id="rId10"/>
              </p:custDataLst>
            </p:nvPr>
          </p:nvSpPr>
          <p:spPr>
            <a:xfrm>
              <a:off x="6708904" y="184360"/>
              <a:ext cx="4724917" cy="504000"/>
            </a:xfrm>
            <a:prstGeom prst="rect">
              <a:avLst/>
            </a:prstGeom>
            <a:solidFill>
              <a:srgbClr val="0070AD">
                <a:lumMod val="75000"/>
              </a:srgbClr>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600" i="0" u="none" strike="noStrike" kern="0" cap="none" spc="0" normalizeH="0" baseline="0" noProof="0">
                  <a:ln>
                    <a:noFill/>
                  </a:ln>
                  <a:solidFill>
                    <a:srgbClr val="FFFFFF"/>
                  </a:solidFill>
                  <a:effectLst/>
                  <a:uLnTx/>
                  <a:uFillTx/>
                </a:rPr>
                <a:t>IMPLEMENTATION &amp; EMBEDDING</a:t>
              </a:r>
            </a:p>
          </p:txBody>
        </p:sp>
        <p:sp>
          <p:nvSpPr>
            <p:cNvPr id="331" name="Chevron 96">
              <a:extLst>
                <a:ext uri="{FF2B5EF4-FFF2-40B4-BE49-F238E27FC236}">
                  <a16:creationId xmlns:a16="http://schemas.microsoft.com/office/drawing/2014/main" id="{652B1905-9C6A-5318-4149-5618A5847DD3}"/>
                </a:ext>
              </a:extLst>
            </p:cNvPr>
            <p:cNvSpPr/>
            <p:nvPr>
              <p:custDataLst>
                <p:tags r:id="rId11"/>
              </p:custDataLst>
            </p:nvPr>
          </p:nvSpPr>
          <p:spPr>
            <a:xfrm>
              <a:off x="2516475" y="184360"/>
              <a:ext cx="1919498" cy="504000"/>
            </a:xfrm>
            <a:prstGeom prst="rect">
              <a:avLst/>
            </a:prstGeom>
            <a:solidFill>
              <a:srgbClr val="00BFBF"/>
            </a:solidFill>
            <a:ln w="38100"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600" i="0" u="none" strike="noStrike" kern="0" cap="none" spc="0" normalizeH="0" baseline="0" noProof="0">
                  <a:ln>
                    <a:noFill/>
                  </a:ln>
                  <a:solidFill>
                    <a:srgbClr val="FFFFFF"/>
                  </a:solidFill>
                  <a:effectLst/>
                  <a:uLnTx/>
                  <a:uFillTx/>
                </a:rPr>
                <a:t>INITIATION</a:t>
              </a:r>
            </a:p>
          </p:txBody>
        </p:sp>
        <p:sp>
          <p:nvSpPr>
            <p:cNvPr id="332" name="Chevron 96">
              <a:extLst>
                <a:ext uri="{FF2B5EF4-FFF2-40B4-BE49-F238E27FC236}">
                  <a16:creationId xmlns:a16="http://schemas.microsoft.com/office/drawing/2014/main" id="{472C14E7-89EF-EE84-24A3-68B9C838656B}"/>
                </a:ext>
              </a:extLst>
            </p:cNvPr>
            <p:cNvSpPr/>
            <p:nvPr>
              <p:custDataLst>
                <p:tags r:id="rId12"/>
              </p:custDataLst>
            </p:nvPr>
          </p:nvSpPr>
          <p:spPr>
            <a:xfrm>
              <a:off x="4612689" y="184360"/>
              <a:ext cx="1919498" cy="504000"/>
            </a:xfrm>
            <a:prstGeom prst="rect">
              <a:avLst/>
            </a:prstGeom>
            <a:solidFill>
              <a:srgbClr val="12ABDB"/>
            </a:solidFill>
            <a:ln w="3175" cap="flat" cmpd="sng" algn="ctr">
              <a:noFill/>
              <a:prstDash val="solid"/>
            </a:ln>
            <a:effectLst/>
          </p:spPr>
          <p:txBody>
            <a:bodyPr lIns="36000" rIns="0" rtlCol="0" anchor="ctr"/>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600" i="0" u="none" strike="noStrike" kern="0" cap="none" spc="0" normalizeH="0" baseline="0" noProof="0">
                  <a:ln>
                    <a:noFill/>
                  </a:ln>
                  <a:solidFill>
                    <a:srgbClr val="FFFFFF"/>
                  </a:solidFill>
                  <a:effectLst/>
                  <a:uLnTx/>
                  <a:uFillTx/>
                </a:rPr>
                <a:t>IDENTIFICATION</a:t>
              </a:r>
            </a:p>
          </p:txBody>
        </p:sp>
      </p:grpSp>
      <p:sp>
        <p:nvSpPr>
          <p:cNvPr id="2" name="Rectangle 65">
            <a:extLst>
              <a:ext uri="{FF2B5EF4-FFF2-40B4-BE49-F238E27FC236}">
                <a16:creationId xmlns:a16="http://schemas.microsoft.com/office/drawing/2014/main" id="{C0EF8970-E0C0-4789-3924-2A180A795181}"/>
              </a:ext>
            </a:extLst>
          </p:cNvPr>
          <p:cNvSpPr>
            <a:spLocks noChangeArrowheads="1"/>
          </p:cNvSpPr>
          <p:nvPr>
            <p:custDataLst>
              <p:tags r:id="rId1"/>
            </p:custDataLst>
          </p:nvPr>
        </p:nvSpPr>
        <p:spPr bwMode="auto">
          <a:xfrm rot="5400000">
            <a:off x="-438618" y="2615730"/>
            <a:ext cx="1620000" cy="360000"/>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i="0" u="none" strike="noStrike" kern="0" cap="none" spc="0" normalizeH="0" baseline="0">
                <a:ln>
                  <a:noFill/>
                </a:ln>
                <a:solidFill>
                  <a:schemeClr val="bg1"/>
                </a:solidFill>
                <a:effectLst/>
                <a:uLnTx/>
                <a:uFillTx/>
                <a:ea typeface="+mn-ea"/>
                <a:cs typeface="Calibri" pitchFamily="34" charset="0"/>
              </a:rPr>
              <a:t>Key Activities</a:t>
            </a:r>
          </a:p>
        </p:txBody>
      </p:sp>
      <p:cxnSp>
        <p:nvCxnSpPr>
          <p:cNvPr id="5" name="Straight Connector 4">
            <a:extLst>
              <a:ext uri="{FF2B5EF4-FFF2-40B4-BE49-F238E27FC236}">
                <a16:creationId xmlns:a16="http://schemas.microsoft.com/office/drawing/2014/main" id="{FCCA6210-213F-F6A6-35BF-7D34CFED2D46}"/>
              </a:ext>
            </a:extLst>
          </p:cNvPr>
          <p:cNvCxnSpPr>
            <a:cxnSpLocks/>
          </p:cNvCxnSpPr>
          <p:nvPr/>
        </p:nvCxnSpPr>
        <p:spPr>
          <a:xfrm>
            <a:off x="-10510" y="1985732"/>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0DA7626-C774-253A-57CF-58B437E2CC64}"/>
              </a:ext>
            </a:extLst>
          </p:cNvPr>
          <p:cNvCxnSpPr>
            <a:cxnSpLocks/>
          </p:cNvCxnSpPr>
          <p:nvPr/>
        </p:nvCxnSpPr>
        <p:spPr>
          <a:xfrm>
            <a:off x="-10510" y="3605730"/>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9" name="Rectangle 65">
            <a:extLst>
              <a:ext uri="{FF2B5EF4-FFF2-40B4-BE49-F238E27FC236}">
                <a16:creationId xmlns:a16="http://schemas.microsoft.com/office/drawing/2014/main" id="{4D87D03B-F4DD-1BFE-4C8B-ED08E6D1DB36}"/>
              </a:ext>
            </a:extLst>
          </p:cNvPr>
          <p:cNvSpPr>
            <a:spLocks noChangeArrowheads="1"/>
          </p:cNvSpPr>
          <p:nvPr>
            <p:custDataLst>
              <p:tags r:id="rId2"/>
            </p:custDataLst>
          </p:nvPr>
        </p:nvSpPr>
        <p:spPr bwMode="auto">
          <a:xfrm rot="5400000">
            <a:off x="-978618" y="4775730"/>
            <a:ext cx="2700001" cy="360000"/>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i="0" u="none" strike="noStrike" kern="0" cap="none" spc="0" normalizeH="0" baseline="0">
                <a:ln>
                  <a:noFill/>
                </a:ln>
                <a:solidFill>
                  <a:schemeClr val="bg1"/>
                </a:solidFill>
                <a:effectLst/>
                <a:uLnTx/>
                <a:uFillTx/>
                <a:ea typeface="+mn-ea"/>
                <a:cs typeface="Calibri" pitchFamily="34" charset="0"/>
              </a:rPr>
              <a:t>Outcomes</a:t>
            </a:r>
          </a:p>
        </p:txBody>
      </p:sp>
      <p:cxnSp>
        <p:nvCxnSpPr>
          <p:cNvPr id="10" name="Straight Connector 9">
            <a:extLst>
              <a:ext uri="{FF2B5EF4-FFF2-40B4-BE49-F238E27FC236}">
                <a16:creationId xmlns:a16="http://schemas.microsoft.com/office/drawing/2014/main" id="{A45EA1F9-41B0-532B-F6EC-A581FA64E414}"/>
              </a:ext>
            </a:extLst>
          </p:cNvPr>
          <p:cNvCxnSpPr>
            <a:cxnSpLocks/>
          </p:cNvCxnSpPr>
          <p:nvPr/>
        </p:nvCxnSpPr>
        <p:spPr>
          <a:xfrm>
            <a:off x="-10510" y="6305731"/>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3" name="Chevron 96">
            <a:extLst>
              <a:ext uri="{FF2B5EF4-FFF2-40B4-BE49-F238E27FC236}">
                <a16:creationId xmlns:a16="http://schemas.microsoft.com/office/drawing/2014/main" id="{727609B6-FE5B-A992-55D7-07956C4EB24B}"/>
              </a:ext>
            </a:extLst>
          </p:cNvPr>
          <p:cNvSpPr/>
          <p:nvPr>
            <p:custDataLst>
              <p:tags r:id="rId3"/>
            </p:custDataLst>
          </p:nvPr>
        </p:nvSpPr>
        <p:spPr>
          <a:xfrm>
            <a:off x="3595013" y="2075730"/>
            <a:ext cx="2160000" cy="1440000"/>
          </a:xfrm>
          <a:prstGeom prst="rect">
            <a:avLst/>
          </a:prstGeom>
          <a:noFill/>
          <a:ln w="38100" cap="flat" cmpd="sng" algn="ctr">
            <a:noFill/>
            <a:prstDash val="solid"/>
          </a:ln>
          <a:effectLst/>
        </p:spPr>
        <p:txBody>
          <a:bodyPr lIns="72000" tIns="36000" rIns="72000" bIns="36000" rtlCol="0" anchor="t" anchorCtr="0"/>
          <a:lstStyle/>
          <a:p>
            <a:pPr marL="180975" marR="0" lvl="1" indent="-180975" fontAlgn="auto">
              <a:lnSpc>
                <a:spcPct val="100000"/>
              </a:lnSpc>
              <a:spcBef>
                <a:spcPts val="300"/>
              </a:spcBef>
              <a:spcAft>
                <a:spcPts val="0"/>
              </a:spcAft>
              <a:buClr>
                <a:srgbClr val="FFFFFF"/>
              </a:buClr>
              <a:buSzTx/>
              <a:buFont typeface="Arial" panose="020B0604020202020204" pitchFamily="34" charset="0"/>
              <a:buChar char="•"/>
              <a:tabLst>
                <a:tab pos="1255713" algn="l"/>
              </a:tabLst>
              <a:defRPr/>
            </a:pPr>
            <a:r>
              <a:rPr lang="en-GB" sz="1100" kern="0">
                <a:solidFill>
                  <a:srgbClr val="FFFFFF"/>
                </a:solidFill>
              </a:rPr>
              <a:t>Business case rationale</a:t>
            </a:r>
          </a:p>
          <a:p>
            <a:pPr marL="180975" marR="0" lvl="1" indent="-180975" fontAlgn="auto">
              <a:lnSpc>
                <a:spcPct val="100000"/>
              </a:lnSpc>
              <a:spcBef>
                <a:spcPts val="300"/>
              </a:spcBef>
              <a:spcAft>
                <a:spcPts val="0"/>
              </a:spcAft>
              <a:buClr>
                <a:srgbClr val="FFFFFF"/>
              </a:buClr>
              <a:buSzTx/>
              <a:buFont typeface="Arial" panose="020B0604020202020204" pitchFamily="34" charset="0"/>
              <a:buChar char="•"/>
              <a:tabLst>
                <a:tab pos="1255713" algn="l"/>
              </a:tabLst>
              <a:defRPr/>
            </a:pPr>
            <a:r>
              <a:rPr lang="en-GB" sz="1100" kern="0">
                <a:solidFill>
                  <a:srgbClr val="FFFFFF"/>
                </a:solidFill>
              </a:rPr>
              <a:t>Cost benefit assessment</a:t>
            </a:r>
          </a:p>
          <a:p>
            <a:pPr marL="180975" marR="0" lvl="1" indent="-180975" fontAlgn="auto">
              <a:lnSpc>
                <a:spcPct val="100000"/>
              </a:lnSpc>
              <a:spcBef>
                <a:spcPts val="300"/>
              </a:spcBef>
              <a:spcAft>
                <a:spcPts val="0"/>
              </a:spcAft>
              <a:buClr>
                <a:srgbClr val="FFFFFF"/>
              </a:buClr>
              <a:buSzTx/>
              <a:buFont typeface="Arial" panose="020B0604020202020204" pitchFamily="34" charset="0"/>
              <a:buChar char="•"/>
              <a:tabLst>
                <a:tab pos="1255713" algn="l"/>
              </a:tabLst>
              <a:defRPr/>
            </a:pPr>
            <a:r>
              <a:rPr lang="en-GB" sz="1100" kern="0">
                <a:solidFill>
                  <a:srgbClr val="FFFFFF"/>
                </a:solidFill>
              </a:rPr>
              <a:t>Screenings</a:t>
            </a:r>
          </a:p>
          <a:p>
            <a:pPr marL="180975" marR="0" lvl="1" indent="-180975" fontAlgn="auto">
              <a:lnSpc>
                <a:spcPct val="100000"/>
              </a:lnSpc>
              <a:spcBef>
                <a:spcPts val="300"/>
              </a:spcBef>
              <a:spcAft>
                <a:spcPts val="0"/>
              </a:spcAft>
              <a:buClr>
                <a:srgbClr val="FFFFFF"/>
              </a:buClr>
              <a:buSzTx/>
              <a:buFont typeface="Arial" panose="020B0604020202020204" pitchFamily="34" charset="0"/>
              <a:buChar char="•"/>
              <a:tabLst>
                <a:tab pos="1255713" algn="l"/>
              </a:tabLst>
              <a:defRPr/>
            </a:pPr>
            <a:r>
              <a:rPr lang="en-GB" sz="1100" kern="0">
                <a:solidFill>
                  <a:srgbClr val="FFFFFF"/>
                </a:solidFill>
              </a:rPr>
              <a:t>Score ideas based on acceptance criteria</a:t>
            </a:r>
          </a:p>
          <a:p>
            <a:pPr marL="180975" marR="0" lvl="1" indent="-180975" fontAlgn="auto">
              <a:lnSpc>
                <a:spcPct val="100000"/>
              </a:lnSpc>
              <a:spcBef>
                <a:spcPts val="300"/>
              </a:spcBef>
              <a:spcAft>
                <a:spcPts val="0"/>
              </a:spcAft>
              <a:buClr>
                <a:srgbClr val="FFFFFF"/>
              </a:buClr>
              <a:buSzTx/>
              <a:buFont typeface="Arial" panose="020B0604020202020204" pitchFamily="34" charset="0"/>
              <a:buChar char="•"/>
              <a:tabLst>
                <a:tab pos="1255713" algn="l"/>
              </a:tabLst>
              <a:defRPr/>
            </a:pPr>
            <a:r>
              <a:rPr lang="en-GB" sz="1100" kern="0">
                <a:solidFill>
                  <a:srgbClr val="FFFFFF"/>
                </a:solidFill>
              </a:rPr>
              <a:t>Benefits vs. risk to implement</a:t>
            </a:r>
          </a:p>
        </p:txBody>
      </p:sp>
      <p:sp>
        <p:nvSpPr>
          <p:cNvPr id="14" name="Chevron 96">
            <a:extLst>
              <a:ext uri="{FF2B5EF4-FFF2-40B4-BE49-F238E27FC236}">
                <a16:creationId xmlns:a16="http://schemas.microsoft.com/office/drawing/2014/main" id="{6F22C600-81F5-3ADA-54AA-4D990C8B9923}"/>
              </a:ext>
            </a:extLst>
          </p:cNvPr>
          <p:cNvSpPr/>
          <p:nvPr>
            <p:custDataLst>
              <p:tags r:id="rId4"/>
            </p:custDataLst>
          </p:nvPr>
        </p:nvSpPr>
        <p:spPr>
          <a:xfrm>
            <a:off x="9294283" y="2075730"/>
            <a:ext cx="2160000" cy="14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GB" sz="1100" kern="0">
                <a:solidFill>
                  <a:srgbClr val="FFFFFF"/>
                </a:solidFill>
              </a:rPr>
              <a:t>Status updates</a:t>
            </a:r>
          </a:p>
          <a:p>
            <a:pPr marL="180975" lvl="1" indent="-180975">
              <a:spcBef>
                <a:spcPts val="300"/>
              </a:spcBef>
              <a:buClr>
                <a:srgbClr val="FFFFFF"/>
              </a:buClr>
              <a:buFont typeface="Arial" panose="020B0604020202020204" pitchFamily="34" charset="0"/>
              <a:buChar char="•"/>
              <a:tabLst>
                <a:tab pos="1255713" algn="l"/>
              </a:tabLst>
            </a:pPr>
            <a:r>
              <a:rPr lang="en-GB" sz="1100" kern="0">
                <a:solidFill>
                  <a:srgbClr val="FFFFFF"/>
                </a:solidFill>
              </a:rPr>
              <a:t>Confirm benefits realisation</a:t>
            </a:r>
          </a:p>
          <a:p>
            <a:pPr marL="180975" lvl="1" indent="-180975">
              <a:spcBef>
                <a:spcPts val="300"/>
              </a:spcBef>
              <a:buClr>
                <a:srgbClr val="FFFFFF"/>
              </a:buClr>
              <a:buFont typeface="Arial" panose="020B0604020202020204" pitchFamily="34" charset="0"/>
              <a:buChar char="•"/>
              <a:tabLst>
                <a:tab pos="1255713" algn="l"/>
              </a:tabLst>
            </a:pPr>
            <a:r>
              <a:rPr lang="en-GB" sz="1100" kern="0">
                <a:solidFill>
                  <a:srgbClr val="FFFFFF"/>
                </a:solidFill>
              </a:rPr>
              <a:t>Issue new cost baseline</a:t>
            </a:r>
          </a:p>
          <a:p>
            <a:pPr marL="180975" lvl="1" indent="-180975">
              <a:spcBef>
                <a:spcPts val="300"/>
              </a:spcBef>
              <a:buClr>
                <a:srgbClr val="FFFFFF"/>
              </a:buClr>
              <a:buFont typeface="Arial" panose="020B0604020202020204" pitchFamily="34" charset="0"/>
              <a:buChar char="•"/>
              <a:tabLst>
                <a:tab pos="1255713" algn="l"/>
              </a:tabLst>
            </a:pPr>
            <a:r>
              <a:rPr lang="en-GB" sz="1100" kern="0">
                <a:solidFill>
                  <a:srgbClr val="FFFFFF"/>
                </a:solidFill>
              </a:rPr>
              <a:t>Project closure</a:t>
            </a:r>
          </a:p>
          <a:p>
            <a:pPr marL="180975" lvl="1" indent="-180975">
              <a:spcBef>
                <a:spcPts val="300"/>
              </a:spcBef>
              <a:buClr>
                <a:srgbClr val="FFFFFF"/>
              </a:buClr>
              <a:buFont typeface="Arial" panose="020B0604020202020204" pitchFamily="34" charset="0"/>
              <a:buChar char="•"/>
              <a:tabLst>
                <a:tab pos="1255713" algn="l"/>
              </a:tabLst>
            </a:pPr>
            <a:r>
              <a:rPr lang="en-GB" sz="1100" kern="0">
                <a:solidFill>
                  <a:srgbClr val="FFFFFF"/>
                </a:solidFill>
              </a:rPr>
              <a:t>Lessons learned</a:t>
            </a:r>
          </a:p>
        </p:txBody>
      </p:sp>
      <p:sp>
        <p:nvSpPr>
          <p:cNvPr id="15" name="Chevron 96">
            <a:extLst>
              <a:ext uri="{FF2B5EF4-FFF2-40B4-BE49-F238E27FC236}">
                <a16:creationId xmlns:a16="http://schemas.microsoft.com/office/drawing/2014/main" id="{87A77839-072F-18B4-178E-BB5C959D20C2}"/>
              </a:ext>
            </a:extLst>
          </p:cNvPr>
          <p:cNvSpPr/>
          <p:nvPr>
            <p:custDataLst>
              <p:tags r:id="rId5"/>
            </p:custDataLst>
          </p:nvPr>
        </p:nvSpPr>
        <p:spPr>
          <a:xfrm>
            <a:off x="6414963" y="2075730"/>
            <a:ext cx="2160000" cy="14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Go/ No-Go decision</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Build project and assign team for implementation</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Assign budget and time frame</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Launch and monitor projects</a:t>
            </a:r>
          </a:p>
        </p:txBody>
      </p:sp>
      <p:sp>
        <p:nvSpPr>
          <p:cNvPr id="18" name="Chevron 96">
            <a:extLst>
              <a:ext uri="{FF2B5EF4-FFF2-40B4-BE49-F238E27FC236}">
                <a16:creationId xmlns:a16="http://schemas.microsoft.com/office/drawing/2014/main" id="{65DD91AD-C5AB-B996-5F3B-05BD8EC64456}"/>
              </a:ext>
            </a:extLst>
          </p:cNvPr>
          <p:cNvSpPr/>
          <p:nvPr>
            <p:custDataLst>
              <p:tags r:id="rId6"/>
            </p:custDataLst>
          </p:nvPr>
        </p:nvSpPr>
        <p:spPr>
          <a:xfrm>
            <a:off x="3595013" y="3785730"/>
            <a:ext cx="2160000" cy="23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Project Initiation Document</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Sponsors and Stakeholders Management Plan</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Business Case</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Financial Reporting </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Proof of Concept (PoC)</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Governance and Reporting</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Identify the Change Champions</a:t>
            </a:r>
          </a:p>
          <a:p>
            <a:pPr marL="180975" lvl="1" indent="-180975">
              <a:spcBef>
                <a:spcPts val="300"/>
              </a:spcBef>
              <a:buClr>
                <a:srgbClr val="FFFFFF"/>
              </a:buClr>
              <a:buFont typeface="Arial" panose="020B0604020202020204" pitchFamily="34" charset="0"/>
              <a:buChar char="•"/>
              <a:tabLst>
                <a:tab pos="1255713" algn="l"/>
              </a:tabLst>
            </a:pPr>
            <a:endParaRPr lang="en-US" sz="1100" kern="0">
              <a:solidFill>
                <a:srgbClr val="FFFFFF"/>
              </a:solidFill>
            </a:endParaRPr>
          </a:p>
        </p:txBody>
      </p:sp>
      <p:sp>
        <p:nvSpPr>
          <p:cNvPr id="20" name="Chevron 96">
            <a:extLst>
              <a:ext uri="{FF2B5EF4-FFF2-40B4-BE49-F238E27FC236}">
                <a16:creationId xmlns:a16="http://schemas.microsoft.com/office/drawing/2014/main" id="{EBB95FBA-C230-1E03-8B7B-E506B0D0DC5E}"/>
              </a:ext>
            </a:extLst>
          </p:cNvPr>
          <p:cNvSpPr/>
          <p:nvPr>
            <p:custDataLst>
              <p:tags r:id="rId7"/>
            </p:custDataLst>
          </p:nvPr>
        </p:nvSpPr>
        <p:spPr>
          <a:xfrm>
            <a:off x="6414963" y="3785730"/>
            <a:ext cx="5033700" cy="23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Ongoing Monitoring via Benefits Tracker and forwards projection for next 3 years</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Change and Benefits Dashboard</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Onboarding and Training of the Change Champions and Change Agents</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Adoption Measurement</a:t>
            </a:r>
          </a:p>
          <a:p>
            <a:pPr marL="180975" lvl="1" indent="-180975">
              <a:spcBef>
                <a:spcPts val="300"/>
              </a:spcBef>
              <a:buClr>
                <a:srgbClr val="FFFFFF"/>
              </a:buClr>
              <a:buFont typeface="Arial" panose="020B0604020202020204" pitchFamily="34" charset="0"/>
              <a:buChar char="•"/>
              <a:tabLst>
                <a:tab pos="1255713" algn="l"/>
              </a:tabLst>
            </a:pPr>
            <a:endParaRPr lang="en-US" sz="1100" kern="0">
              <a:solidFill>
                <a:srgbClr val="FFFFFF"/>
              </a:solidFill>
            </a:endParaRPr>
          </a:p>
        </p:txBody>
      </p:sp>
      <p:sp>
        <p:nvSpPr>
          <p:cNvPr id="24" name="Chevron 96">
            <a:extLst>
              <a:ext uri="{FF2B5EF4-FFF2-40B4-BE49-F238E27FC236}">
                <a16:creationId xmlns:a16="http://schemas.microsoft.com/office/drawing/2014/main" id="{B526C05B-E6A4-8A50-435D-6184905CA02A}"/>
              </a:ext>
            </a:extLst>
          </p:cNvPr>
          <p:cNvSpPr/>
          <p:nvPr>
            <p:custDataLst>
              <p:tags r:id="rId8"/>
            </p:custDataLst>
          </p:nvPr>
        </p:nvSpPr>
        <p:spPr>
          <a:xfrm>
            <a:off x="1039584" y="3785730"/>
            <a:ext cx="2160000" cy="23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Sizing of potential project</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Project objectives and vision</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Sponsors, Stakeholders, Resources</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KPIs and supporting data</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Project Status and Roadmap</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High Level Benefits Assessment</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Change Plan</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Project </a:t>
            </a:r>
            <a:r>
              <a:rPr lang="en-US" sz="1100" kern="0" err="1">
                <a:solidFill>
                  <a:srgbClr val="FFFFFF"/>
                </a:solidFill>
              </a:rPr>
              <a:t>Prioritisation</a:t>
            </a:r>
            <a:endParaRPr lang="en-US" sz="1100" kern="0">
              <a:solidFill>
                <a:srgbClr val="FFFFFF"/>
              </a:solidFill>
            </a:endParaRPr>
          </a:p>
        </p:txBody>
      </p:sp>
      <p:sp>
        <p:nvSpPr>
          <p:cNvPr id="25" name="Chevron 96">
            <a:extLst>
              <a:ext uri="{FF2B5EF4-FFF2-40B4-BE49-F238E27FC236}">
                <a16:creationId xmlns:a16="http://schemas.microsoft.com/office/drawing/2014/main" id="{EE170E12-86DD-1B04-E1D9-4802E225D634}"/>
              </a:ext>
            </a:extLst>
          </p:cNvPr>
          <p:cNvSpPr/>
          <p:nvPr>
            <p:custDataLst>
              <p:tags r:id="rId9"/>
            </p:custDataLst>
          </p:nvPr>
        </p:nvSpPr>
        <p:spPr>
          <a:xfrm>
            <a:off x="1039584" y="2075730"/>
            <a:ext cx="2160000" cy="1440000"/>
          </a:xfrm>
          <a:prstGeom prst="rect">
            <a:avLst/>
          </a:prstGeom>
          <a:noFill/>
          <a:ln w="38100" cap="flat" cmpd="sng" algn="ctr">
            <a:noFill/>
            <a:prstDash val="solid"/>
          </a:ln>
          <a:effectLst/>
        </p:spPr>
        <p:txBody>
          <a:bodyPr lIns="72000" tIns="36000" rIns="72000" bIns="36000" rtlCol="0" anchor="t" anchorCtr="0"/>
          <a:lstStyle/>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Analise the business need</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Define acceptance criteria for </a:t>
            </a:r>
            <a:r>
              <a:rPr lang="en-US" sz="1100" kern="0" err="1">
                <a:solidFill>
                  <a:srgbClr val="FFFFFF"/>
                </a:solidFill>
              </a:rPr>
              <a:t>prioritisation</a:t>
            </a:r>
            <a:endParaRPr lang="en-US" sz="1100" kern="0">
              <a:solidFill>
                <a:srgbClr val="FFFFFF"/>
              </a:solidFill>
            </a:endParaRP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Brainstorm and capture ideas</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Idea planning</a:t>
            </a:r>
          </a:p>
          <a:p>
            <a:pPr marL="180975" lvl="1" indent="-180975">
              <a:spcBef>
                <a:spcPts val="300"/>
              </a:spcBef>
              <a:buClr>
                <a:srgbClr val="FFFFFF"/>
              </a:buClr>
              <a:buFont typeface="Arial" panose="020B0604020202020204" pitchFamily="34" charset="0"/>
              <a:buChar char="•"/>
              <a:tabLst>
                <a:tab pos="1255713" algn="l"/>
              </a:tabLst>
            </a:pPr>
            <a:r>
              <a:rPr lang="en-US" sz="1100" kern="0">
                <a:solidFill>
                  <a:srgbClr val="FFFFFF"/>
                </a:solidFill>
              </a:rPr>
              <a:t>Initial PoCs</a:t>
            </a:r>
          </a:p>
        </p:txBody>
      </p:sp>
    </p:spTree>
    <p:extLst>
      <p:ext uri="{BB962C8B-B14F-4D97-AF65-F5344CB8AC3E}">
        <p14:creationId xmlns:p14="http://schemas.microsoft.com/office/powerpoint/2010/main" val="2514736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E9DD2-5955-38DE-2FF5-BE11A704D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75C702-AD0E-22E7-CD60-7AA2B1AC821E}"/>
              </a:ext>
            </a:extLst>
          </p:cNvPr>
          <p:cNvSpPr>
            <a:spLocks noGrp="1"/>
          </p:cNvSpPr>
          <p:nvPr>
            <p:ph type="title"/>
          </p:nvPr>
        </p:nvSpPr>
        <p:spPr/>
        <p:txBody>
          <a:bodyPr/>
          <a:lstStyle/>
          <a:p>
            <a:r>
              <a:rPr lang="en-US" sz="2400"/>
              <a:t>The focus on benefits must be maintained at every stage of the delivery lifecycle</a:t>
            </a:r>
            <a:endParaRPr lang="en-GB" sz="2400"/>
          </a:p>
        </p:txBody>
      </p:sp>
      <p:sp>
        <p:nvSpPr>
          <p:cNvPr id="71" name="Rectangle 70">
            <a:extLst>
              <a:ext uri="{FF2B5EF4-FFF2-40B4-BE49-F238E27FC236}">
                <a16:creationId xmlns:a16="http://schemas.microsoft.com/office/drawing/2014/main" id="{4D73996B-5DE7-13A7-1F00-3815B348A772}"/>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grpSp>
        <p:nvGrpSpPr>
          <p:cNvPr id="141" name="Group 140">
            <a:extLst>
              <a:ext uri="{FF2B5EF4-FFF2-40B4-BE49-F238E27FC236}">
                <a16:creationId xmlns:a16="http://schemas.microsoft.com/office/drawing/2014/main" id="{99607AE9-D981-44DA-C356-2E0CD1E53E04}"/>
              </a:ext>
            </a:extLst>
          </p:cNvPr>
          <p:cNvGrpSpPr/>
          <p:nvPr/>
        </p:nvGrpSpPr>
        <p:grpSpPr>
          <a:xfrm>
            <a:off x="599558" y="2589055"/>
            <a:ext cx="11027777" cy="3825659"/>
            <a:chOff x="599558" y="2589055"/>
            <a:chExt cx="11027777" cy="3825659"/>
          </a:xfrm>
        </p:grpSpPr>
        <p:grpSp>
          <p:nvGrpSpPr>
            <p:cNvPr id="137" name="Group 136">
              <a:extLst>
                <a:ext uri="{FF2B5EF4-FFF2-40B4-BE49-F238E27FC236}">
                  <a16:creationId xmlns:a16="http://schemas.microsoft.com/office/drawing/2014/main" id="{904B863F-FC91-A931-27DF-41D4FEF6791B}"/>
                </a:ext>
              </a:extLst>
            </p:cNvPr>
            <p:cNvGrpSpPr/>
            <p:nvPr/>
          </p:nvGrpSpPr>
          <p:grpSpPr>
            <a:xfrm>
              <a:off x="599558" y="2589055"/>
              <a:ext cx="2160001" cy="3825659"/>
              <a:chOff x="874676" y="2184293"/>
              <a:chExt cx="2160001" cy="3825659"/>
            </a:xfrm>
          </p:grpSpPr>
          <p:grpSp>
            <p:nvGrpSpPr>
              <p:cNvPr id="85" name="Group 84">
                <a:extLst>
                  <a:ext uri="{FF2B5EF4-FFF2-40B4-BE49-F238E27FC236}">
                    <a16:creationId xmlns:a16="http://schemas.microsoft.com/office/drawing/2014/main" id="{553BC87B-07AB-588E-4D44-983D656773FC}"/>
                  </a:ext>
                </a:extLst>
              </p:cNvPr>
              <p:cNvGrpSpPr>
                <a:grpSpLocks noChangeAspect="1"/>
              </p:cNvGrpSpPr>
              <p:nvPr/>
            </p:nvGrpSpPr>
            <p:grpSpPr>
              <a:xfrm>
                <a:off x="874676" y="2184293"/>
                <a:ext cx="2160001" cy="2160000"/>
                <a:chOff x="943625" y="4110551"/>
                <a:chExt cx="2497808" cy="2308054"/>
              </a:xfrm>
            </p:grpSpPr>
            <p:grpSp>
              <p:nvGrpSpPr>
                <p:cNvPr id="120" name="Group 119">
                  <a:extLst>
                    <a:ext uri="{FF2B5EF4-FFF2-40B4-BE49-F238E27FC236}">
                      <a16:creationId xmlns:a16="http://schemas.microsoft.com/office/drawing/2014/main" id="{68FAA747-AD62-5496-63B4-AE744402B544}"/>
                    </a:ext>
                  </a:extLst>
                </p:cNvPr>
                <p:cNvGrpSpPr/>
                <p:nvPr/>
              </p:nvGrpSpPr>
              <p:grpSpPr>
                <a:xfrm>
                  <a:off x="943625" y="4110551"/>
                  <a:ext cx="2497808" cy="2308054"/>
                  <a:chOff x="1587357" y="2688747"/>
                  <a:chExt cx="3187482" cy="2945333"/>
                </a:xfrm>
              </p:grpSpPr>
              <p:graphicFrame>
                <p:nvGraphicFramePr>
                  <p:cNvPr id="122" name="Chart 121">
                    <a:extLst>
                      <a:ext uri="{FF2B5EF4-FFF2-40B4-BE49-F238E27FC236}">
                        <a16:creationId xmlns:a16="http://schemas.microsoft.com/office/drawing/2014/main" id="{C7C70EBA-281B-E3E7-5425-489B70A75CA0}"/>
                      </a:ext>
                    </a:extLst>
                  </p:cNvPr>
                  <p:cNvGraphicFramePr/>
                  <p:nvPr/>
                </p:nvGraphicFramePr>
                <p:xfrm>
                  <a:off x="1587357" y="2688747"/>
                  <a:ext cx="3187482" cy="2945333"/>
                </p:xfrm>
                <a:graphic>
                  <a:graphicData uri="http://schemas.openxmlformats.org/drawingml/2006/chart">
                    <c:chart xmlns:c="http://schemas.openxmlformats.org/drawingml/2006/chart" xmlns:r="http://schemas.openxmlformats.org/officeDocument/2006/relationships" r:id="rId2"/>
                  </a:graphicData>
                </a:graphic>
              </p:graphicFrame>
              <p:sp>
                <p:nvSpPr>
                  <p:cNvPr id="123" name="TextBox 122">
                    <a:extLst>
                      <a:ext uri="{FF2B5EF4-FFF2-40B4-BE49-F238E27FC236}">
                        <a16:creationId xmlns:a16="http://schemas.microsoft.com/office/drawing/2014/main" id="{0290BE2A-1939-2112-1761-FDB3CAF742C1}"/>
                      </a:ext>
                    </a:extLst>
                  </p:cNvPr>
                  <p:cNvSpPr txBox="1"/>
                  <p:nvPr/>
                </p:nvSpPr>
                <p:spPr>
                  <a:xfrm>
                    <a:off x="2331102" y="3670525"/>
                    <a:ext cx="1699990" cy="981778"/>
                  </a:xfrm>
                  <a:prstGeom prst="rect">
                    <a:avLst/>
                  </a:prstGeom>
                  <a:noFill/>
                </p:spPr>
                <p:txBody>
                  <a:bodyPr wrap="square" lIns="0" tIns="0" rIns="0" bIns="0" rtlCol="0" anchor="ctr">
                    <a:noAutofit/>
                  </a:bodyPr>
                  <a:lstStyle/>
                  <a:p>
                    <a:pPr marL="0" marR="0" lvl="0" indent="0" algn="ctr" defTabSz="951585" rtl="0" eaLnBrk="1" fontAlgn="auto" latinLnBrk="0" hangingPunct="1">
                      <a:lnSpc>
                        <a:spcPct val="80000"/>
                      </a:lnSpc>
                      <a:spcBef>
                        <a:spcPts val="0"/>
                      </a:spcBef>
                      <a:spcAft>
                        <a:spcPts val="0"/>
                      </a:spcAft>
                      <a:buClrTx/>
                      <a:buSzTx/>
                      <a:buFontTx/>
                      <a:buNone/>
                      <a:tabLst/>
                      <a:defRPr/>
                    </a:pPr>
                    <a:r>
                      <a:rPr kumimoji="0" lang="en-US" sz="1250" b="0" i="0" u="none" strike="noStrike" kern="0" cap="none" spc="0" normalizeH="0" baseline="0" noProof="0">
                        <a:ln>
                          <a:noFill/>
                        </a:ln>
                        <a:solidFill>
                          <a:schemeClr val="bg1"/>
                        </a:solidFill>
                        <a:effectLst/>
                        <a:uLnTx/>
                        <a:uFillTx/>
                        <a:ea typeface="ヒラギノ角ゴ Pro W3" pitchFamily="123" charset="-128"/>
                        <a:cs typeface="Arial" charset="0"/>
                      </a:rPr>
                      <a:t>What benefits will the projects deliver?</a:t>
                    </a:r>
                  </a:p>
                </p:txBody>
              </p:sp>
              <p:sp>
                <p:nvSpPr>
                  <p:cNvPr id="124" name="Isosceles Triangle 123">
                    <a:extLst>
                      <a:ext uri="{FF2B5EF4-FFF2-40B4-BE49-F238E27FC236}">
                        <a16:creationId xmlns:a16="http://schemas.microsoft.com/office/drawing/2014/main" id="{8AA0F78D-C086-44E3-A6FB-1C9A77EF2FFC}"/>
                      </a:ext>
                    </a:extLst>
                  </p:cNvPr>
                  <p:cNvSpPr/>
                  <p:nvPr/>
                </p:nvSpPr>
                <p:spPr>
                  <a:xfrm rot="13020000">
                    <a:off x="4011802" y="4830123"/>
                    <a:ext cx="330747" cy="292789"/>
                  </a:xfrm>
                  <a:prstGeom prst="triangle">
                    <a:avLst>
                      <a:gd name="adj" fmla="val 46998"/>
                    </a:avLst>
                  </a:prstGeom>
                  <a:solidFill>
                    <a:schemeClr val="bg1"/>
                  </a:solidFill>
                  <a:ln w="12700" cap="flat" cmpd="sng" algn="ctr">
                    <a:noFill/>
                    <a:prstDash val="solid"/>
                    <a:miter lim="800000"/>
                  </a:ln>
                  <a:effectLst/>
                </p:spPr>
                <p:txBody>
                  <a:bodyPr rot="0" spcFirstLastPara="0" vertOverflow="overflow" horzOverflow="overflow" vert="horz" wrap="square" lIns="95150" tIns="47574" rIns="95150" bIns="47574" numCol="1" spcCol="0" rtlCol="0" fromWordArt="0" anchor="ctr" anchorCtr="0" forceAA="0" compatLnSpc="1">
                    <a:prstTxWarp prst="textNoShape">
                      <a:avLst/>
                    </a:prstTxWarp>
                    <a:noAutofit/>
                  </a:bodyPr>
                  <a:lstStyle/>
                  <a:p>
                    <a:pPr marL="0" marR="0" lvl="0" indent="0" algn="ctr" defTabSz="951585" rtl="0" eaLnBrk="1" fontAlgn="auto" latinLnBrk="0" hangingPunct="1">
                      <a:lnSpc>
                        <a:spcPct val="100000"/>
                      </a:lnSpc>
                      <a:spcBef>
                        <a:spcPts val="0"/>
                      </a:spcBef>
                      <a:spcAft>
                        <a:spcPts val="0"/>
                      </a:spcAft>
                      <a:buClrTx/>
                      <a:buSzTx/>
                      <a:buFontTx/>
                      <a:buNone/>
                      <a:tabLst/>
                      <a:defRPr/>
                    </a:pPr>
                    <a:endParaRPr kumimoji="0" lang="it-IT" sz="2083" b="0" i="0" u="none" strike="noStrike" kern="0" cap="none" spc="0" normalizeH="0" baseline="0" noProof="0">
                      <a:ln>
                        <a:noFill/>
                      </a:ln>
                      <a:solidFill>
                        <a:schemeClr val="tx2"/>
                      </a:solidFill>
                      <a:effectLst/>
                      <a:uLnTx/>
                      <a:uFillTx/>
                      <a:ea typeface="+mn-ea"/>
                      <a:cs typeface="+mn-cs"/>
                    </a:endParaRPr>
                  </a:p>
                </p:txBody>
              </p:sp>
            </p:grpSp>
            <p:sp>
              <p:nvSpPr>
                <p:cNvPr id="121" name="Rectangle 120">
                  <a:extLst>
                    <a:ext uri="{FF2B5EF4-FFF2-40B4-BE49-F238E27FC236}">
                      <a16:creationId xmlns:a16="http://schemas.microsoft.com/office/drawing/2014/main" id="{71F8380F-8BB0-6BC3-203D-EE28358A930D}"/>
                    </a:ext>
                  </a:extLst>
                </p:cNvPr>
                <p:cNvSpPr/>
                <p:nvPr/>
              </p:nvSpPr>
              <p:spPr>
                <a:xfrm rot="18900000">
                  <a:off x="943625" y="4110551"/>
                  <a:ext cx="2497807" cy="2308054"/>
                </a:xfrm>
                <a:prstGeom prst="rect">
                  <a:avLst/>
                </a:prstGeom>
                <a:noFill/>
                <a:ln>
                  <a:noFill/>
                </a:ln>
                <a:effectLst/>
              </p:spPr>
              <p:txBody>
                <a:bodyPr spcFirstLastPara="1" wrap="none" lIns="95232" tIns="47616" rIns="95232" bIns="47616" numCol="1">
                  <a:prstTxWarp prst="textArchUp">
                    <a:avLst>
                      <a:gd name="adj" fmla="val 11408288"/>
                    </a:avLst>
                  </a:prstTxWarp>
                  <a:spAutoFit/>
                </a:bodyPr>
                <a:lstStyle/>
                <a:p>
                  <a:pPr marL="0" marR="0" lvl="0" indent="0" algn="ctr" defTabSz="952348" rtl="0" eaLnBrk="1" fontAlgn="auto" latinLnBrk="0" hangingPunct="1">
                    <a:lnSpc>
                      <a:spcPct val="100000"/>
                    </a:lnSpc>
                    <a:spcBef>
                      <a:spcPts val="0"/>
                    </a:spcBef>
                    <a:spcAft>
                      <a:spcPts val="0"/>
                    </a:spcAft>
                    <a:buClrTx/>
                    <a:buSzTx/>
                    <a:buFontTx/>
                    <a:buNone/>
                    <a:tabLst/>
                    <a:defRPr/>
                  </a:pPr>
                  <a:r>
                    <a:rPr lang="en-US" sz="1250" b="1" kern="0">
                      <a:solidFill>
                        <a:schemeClr val="bg1"/>
                      </a:solidFill>
                      <a:ea typeface="ヒラギノ角ゴ Pro W3" pitchFamily="123" charset="-128"/>
                      <a:cs typeface="Arial" charset="0"/>
                    </a:rPr>
                    <a:t>BENEFITS DEFINITION</a:t>
                  </a:r>
                  <a:endParaRPr kumimoji="0" lang="en-US" sz="1250" b="1" i="0" u="none" strike="noStrike" kern="0" cap="none" spc="0" normalizeH="0" baseline="0" noProof="0">
                    <a:ln>
                      <a:noFill/>
                    </a:ln>
                    <a:solidFill>
                      <a:schemeClr val="bg1"/>
                    </a:solidFill>
                    <a:effectLst/>
                    <a:uLnTx/>
                    <a:uFillTx/>
                    <a:ea typeface="ヒラギノ角ゴ Pro W3" pitchFamily="123" charset="-128"/>
                    <a:cs typeface="Arial" charset="0"/>
                  </a:endParaRPr>
                </a:p>
              </p:txBody>
            </p:sp>
          </p:grpSp>
          <p:sp>
            <p:nvSpPr>
              <p:cNvPr id="86" name="TextBox 85">
                <a:extLst>
                  <a:ext uri="{FF2B5EF4-FFF2-40B4-BE49-F238E27FC236}">
                    <a16:creationId xmlns:a16="http://schemas.microsoft.com/office/drawing/2014/main" id="{9E4DB242-1959-5D79-31B0-D223F87C9298}"/>
                  </a:ext>
                </a:extLst>
              </p:cNvPr>
              <p:cNvSpPr txBox="1"/>
              <p:nvPr/>
            </p:nvSpPr>
            <p:spPr>
              <a:xfrm>
                <a:off x="874676" y="4411553"/>
                <a:ext cx="2160000" cy="1598399"/>
              </a:xfrm>
              <a:prstGeom prst="rect">
                <a:avLst/>
              </a:prstGeom>
              <a:noFill/>
            </p:spPr>
            <p:txBody>
              <a:bodyPr wrap="square" lIns="72000" tIns="36000" rIns="72000" bIns="36000">
                <a:noAutofit/>
              </a:bodyPr>
              <a:lstStyle>
                <a:defPPr>
                  <a:defRPr lang="en-US"/>
                </a:defPPr>
                <a:lvl1pPr marR="0" lvl="0" algn="just" defTabSz="914254" fontAlgn="auto">
                  <a:lnSpc>
                    <a:spcPct val="100000"/>
                  </a:lnSpc>
                  <a:spcBef>
                    <a:spcPts val="0"/>
                  </a:spcBef>
                  <a:spcAft>
                    <a:spcPts val="0"/>
                  </a:spcAft>
                  <a:buClrTx/>
                  <a:buSzTx/>
                  <a:tabLst/>
                  <a:defRPr kumimoji="0" sz="1000" b="1" i="0" u="none" strike="noStrike" cap="none" spc="0" normalizeH="0" baseline="0">
                    <a:ln>
                      <a:noFill/>
                    </a:ln>
                    <a:solidFill>
                      <a:srgbClr val="FF0000"/>
                    </a:solidFill>
                    <a:effectLst/>
                    <a:uLnTx/>
                    <a:uFillTx/>
                    <a:latin typeface="Arial" panose="020B0604020202020204" pitchFamily="34" charset="0"/>
                    <a:cs typeface="Arial" panose="020B0604020202020204" pitchFamily="34" charset="0"/>
                  </a:defRPr>
                </a:lvl1pPr>
              </a:lstStyle>
              <a:p>
                <a:pPr algn="l"/>
                <a:r>
                  <a:rPr lang="en-GB" sz="1100">
                    <a:solidFill>
                      <a:schemeClr val="bg1"/>
                    </a:solidFill>
                    <a:latin typeface="+mn-lt"/>
                  </a:rPr>
                  <a:t>Key Outcomes:</a:t>
                </a:r>
              </a:p>
              <a:p>
                <a:pPr algn="l"/>
                <a:r>
                  <a:rPr lang="en-GB" sz="1100" b="0">
                    <a:solidFill>
                      <a:schemeClr val="bg1"/>
                    </a:solidFill>
                    <a:latin typeface="+mn-lt"/>
                  </a:rPr>
                  <a:t>Benefits list - comprehensive list of all the benefits quantified for all projects, aiding prioritisation, (e.g., KPIs, benefits, savings targets, addressable cost base).</a:t>
                </a:r>
                <a:endParaRPr lang="en-GB" sz="1200" b="0">
                  <a:solidFill>
                    <a:schemeClr val="bg1"/>
                  </a:solidFill>
                  <a:latin typeface="+mn-lt"/>
                  <a:ea typeface="Arial" panose="020B0604020202020204" pitchFamily="34" charset="0"/>
                  <a:cs typeface="VM Circular Chat Book Italic" panose="020B0604020101020102" pitchFamily="34" charset="77"/>
                </a:endParaRPr>
              </a:p>
            </p:txBody>
          </p:sp>
        </p:grpSp>
        <p:grpSp>
          <p:nvGrpSpPr>
            <p:cNvPr id="138" name="Group 137">
              <a:extLst>
                <a:ext uri="{FF2B5EF4-FFF2-40B4-BE49-F238E27FC236}">
                  <a16:creationId xmlns:a16="http://schemas.microsoft.com/office/drawing/2014/main" id="{5937CD6E-217D-7A29-6F4E-35EC0A1A07CC}"/>
                </a:ext>
              </a:extLst>
            </p:cNvPr>
            <p:cNvGrpSpPr/>
            <p:nvPr/>
          </p:nvGrpSpPr>
          <p:grpSpPr>
            <a:xfrm>
              <a:off x="3555483" y="2589055"/>
              <a:ext cx="2160001" cy="3825659"/>
              <a:chOff x="3678481" y="2184293"/>
              <a:chExt cx="2160001" cy="3825659"/>
            </a:xfrm>
          </p:grpSpPr>
          <p:grpSp>
            <p:nvGrpSpPr>
              <p:cNvPr id="87" name="Group 86">
                <a:extLst>
                  <a:ext uri="{FF2B5EF4-FFF2-40B4-BE49-F238E27FC236}">
                    <a16:creationId xmlns:a16="http://schemas.microsoft.com/office/drawing/2014/main" id="{E7A39775-278C-9E7F-2012-418DCF4BF8C4}"/>
                  </a:ext>
                </a:extLst>
              </p:cNvPr>
              <p:cNvGrpSpPr>
                <a:grpSpLocks noChangeAspect="1"/>
              </p:cNvGrpSpPr>
              <p:nvPr/>
            </p:nvGrpSpPr>
            <p:grpSpPr>
              <a:xfrm>
                <a:off x="3678481" y="2184293"/>
                <a:ext cx="2160001" cy="2160000"/>
                <a:chOff x="943625" y="4110551"/>
                <a:chExt cx="2497808" cy="2308054"/>
              </a:xfrm>
            </p:grpSpPr>
            <p:grpSp>
              <p:nvGrpSpPr>
                <p:cNvPr id="115" name="Group 114">
                  <a:extLst>
                    <a:ext uri="{FF2B5EF4-FFF2-40B4-BE49-F238E27FC236}">
                      <a16:creationId xmlns:a16="http://schemas.microsoft.com/office/drawing/2014/main" id="{EFF8E61B-27F3-BA5B-0016-FF1DC678A7E2}"/>
                    </a:ext>
                  </a:extLst>
                </p:cNvPr>
                <p:cNvGrpSpPr/>
                <p:nvPr/>
              </p:nvGrpSpPr>
              <p:grpSpPr>
                <a:xfrm>
                  <a:off x="943625" y="4110551"/>
                  <a:ext cx="2497808" cy="2308054"/>
                  <a:chOff x="1587357" y="2688747"/>
                  <a:chExt cx="3187482" cy="2945333"/>
                </a:xfrm>
              </p:grpSpPr>
              <p:graphicFrame>
                <p:nvGraphicFramePr>
                  <p:cNvPr id="117" name="Chart 116">
                    <a:extLst>
                      <a:ext uri="{FF2B5EF4-FFF2-40B4-BE49-F238E27FC236}">
                        <a16:creationId xmlns:a16="http://schemas.microsoft.com/office/drawing/2014/main" id="{06B495A0-FB86-4429-284A-63CB934A1ECC}"/>
                      </a:ext>
                    </a:extLst>
                  </p:cNvPr>
                  <p:cNvGraphicFramePr/>
                  <p:nvPr/>
                </p:nvGraphicFramePr>
                <p:xfrm>
                  <a:off x="1587357" y="2688747"/>
                  <a:ext cx="3187482" cy="2945333"/>
                </p:xfrm>
                <a:graphic>
                  <a:graphicData uri="http://schemas.openxmlformats.org/drawingml/2006/chart">
                    <c:chart xmlns:c="http://schemas.openxmlformats.org/drawingml/2006/chart" xmlns:r="http://schemas.openxmlformats.org/officeDocument/2006/relationships" r:id="rId3"/>
                  </a:graphicData>
                </a:graphic>
              </p:graphicFrame>
              <p:sp>
                <p:nvSpPr>
                  <p:cNvPr id="118" name="TextBox 117">
                    <a:extLst>
                      <a:ext uri="{FF2B5EF4-FFF2-40B4-BE49-F238E27FC236}">
                        <a16:creationId xmlns:a16="http://schemas.microsoft.com/office/drawing/2014/main" id="{B27445F9-A9B3-4289-09AA-38F2CD931711}"/>
                      </a:ext>
                    </a:extLst>
                  </p:cNvPr>
                  <p:cNvSpPr txBox="1"/>
                  <p:nvPr/>
                </p:nvSpPr>
                <p:spPr>
                  <a:xfrm>
                    <a:off x="2331102" y="3670525"/>
                    <a:ext cx="1699990" cy="981778"/>
                  </a:xfrm>
                  <a:prstGeom prst="rect">
                    <a:avLst/>
                  </a:prstGeom>
                  <a:noFill/>
                </p:spPr>
                <p:txBody>
                  <a:bodyPr wrap="square" lIns="0" tIns="0" rIns="0" bIns="0" rtlCol="0" anchor="ctr">
                    <a:noAutofit/>
                  </a:bodyPr>
                  <a:lstStyle/>
                  <a:p>
                    <a:pPr marL="0" marR="0" lvl="0" indent="0" algn="ctr" defTabSz="951585" rtl="0" eaLnBrk="1" fontAlgn="auto" latinLnBrk="0" hangingPunct="1">
                      <a:lnSpc>
                        <a:spcPct val="80000"/>
                      </a:lnSpc>
                      <a:spcBef>
                        <a:spcPts val="0"/>
                      </a:spcBef>
                      <a:spcAft>
                        <a:spcPts val="0"/>
                      </a:spcAft>
                      <a:buClrTx/>
                      <a:buSzTx/>
                      <a:buFontTx/>
                      <a:buNone/>
                      <a:tabLst/>
                      <a:defRPr/>
                    </a:pPr>
                    <a:r>
                      <a:rPr kumimoji="0" lang="en-GB" sz="1250" b="0" i="0" u="none" strike="noStrike" kern="0" cap="none" spc="0" normalizeH="0" baseline="0" noProof="0">
                        <a:ln>
                          <a:noFill/>
                        </a:ln>
                        <a:solidFill>
                          <a:schemeClr val="bg1"/>
                        </a:solidFill>
                        <a:effectLst/>
                        <a:uLnTx/>
                        <a:uFillTx/>
                        <a:ea typeface="ヒラギノ角ゴ Pro W3" pitchFamily="123" charset="-128"/>
                        <a:cs typeface="Arial" charset="0"/>
                      </a:rPr>
                      <a:t>Ensure the project provides optimal ROI</a:t>
                    </a:r>
                  </a:p>
                </p:txBody>
              </p:sp>
              <p:sp>
                <p:nvSpPr>
                  <p:cNvPr id="119" name="Isosceles Triangle 118">
                    <a:extLst>
                      <a:ext uri="{FF2B5EF4-FFF2-40B4-BE49-F238E27FC236}">
                        <a16:creationId xmlns:a16="http://schemas.microsoft.com/office/drawing/2014/main" id="{1EAEE657-A9E4-089D-5D00-968963A620E0}"/>
                      </a:ext>
                    </a:extLst>
                  </p:cNvPr>
                  <p:cNvSpPr/>
                  <p:nvPr/>
                </p:nvSpPr>
                <p:spPr>
                  <a:xfrm rot="13020000">
                    <a:off x="4007127" y="4842519"/>
                    <a:ext cx="330747" cy="292789"/>
                  </a:xfrm>
                  <a:prstGeom prst="triangle">
                    <a:avLst>
                      <a:gd name="adj" fmla="val 46998"/>
                    </a:avLst>
                  </a:prstGeom>
                  <a:solidFill>
                    <a:schemeClr val="bg1"/>
                  </a:solidFill>
                  <a:ln w="12700" cap="flat" cmpd="sng" algn="ctr">
                    <a:noFill/>
                    <a:prstDash val="solid"/>
                    <a:miter lim="800000"/>
                  </a:ln>
                  <a:effectLst/>
                </p:spPr>
                <p:txBody>
                  <a:bodyPr rot="0" spcFirstLastPara="0" vertOverflow="overflow" horzOverflow="overflow" vert="horz" wrap="square" lIns="95150" tIns="47574" rIns="95150" bIns="47574" numCol="1" spcCol="0" rtlCol="0" fromWordArt="0" anchor="ctr" anchorCtr="0" forceAA="0" compatLnSpc="1">
                    <a:prstTxWarp prst="textNoShape">
                      <a:avLst/>
                    </a:prstTxWarp>
                    <a:noAutofit/>
                  </a:bodyPr>
                  <a:lstStyle/>
                  <a:p>
                    <a:pPr marL="0" marR="0" lvl="0" indent="0" algn="ctr" defTabSz="951585" rtl="0" eaLnBrk="1" fontAlgn="auto" latinLnBrk="0" hangingPunct="1">
                      <a:lnSpc>
                        <a:spcPct val="100000"/>
                      </a:lnSpc>
                      <a:spcBef>
                        <a:spcPts val="0"/>
                      </a:spcBef>
                      <a:spcAft>
                        <a:spcPts val="0"/>
                      </a:spcAft>
                      <a:buClrTx/>
                      <a:buSzTx/>
                      <a:buFontTx/>
                      <a:buNone/>
                      <a:tabLst/>
                      <a:defRPr/>
                    </a:pPr>
                    <a:endParaRPr kumimoji="0" lang="it-IT" sz="2083" b="0" i="0" u="none" strike="noStrike" kern="0" cap="none" spc="0" normalizeH="0" baseline="0" noProof="0">
                      <a:ln>
                        <a:noFill/>
                      </a:ln>
                      <a:solidFill>
                        <a:schemeClr val="tx2"/>
                      </a:solidFill>
                      <a:effectLst/>
                      <a:uLnTx/>
                      <a:uFillTx/>
                      <a:ea typeface="+mn-ea"/>
                      <a:cs typeface="+mn-cs"/>
                    </a:endParaRPr>
                  </a:p>
                </p:txBody>
              </p:sp>
            </p:grpSp>
            <p:sp>
              <p:nvSpPr>
                <p:cNvPr id="116" name="Rectangle 115">
                  <a:extLst>
                    <a:ext uri="{FF2B5EF4-FFF2-40B4-BE49-F238E27FC236}">
                      <a16:creationId xmlns:a16="http://schemas.microsoft.com/office/drawing/2014/main" id="{318B7596-5451-C646-D888-58058D2C7A37}"/>
                    </a:ext>
                  </a:extLst>
                </p:cNvPr>
                <p:cNvSpPr/>
                <p:nvPr/>
              </p:nvSpPr>
              <p:spPr>
                <a:xfrm rot="18900000">
                  <a:off x="943625" y="4110551"/>
                  <a:ext cx="2497807" cy="2308054"/>
                </a:xfrm>
                <a:prstGeom prst="rect">
                  <a:avLst/>
                </a:prstGeom>
                <a:noFill/>
                <a:ln>
                  <a:noFill/>
                </a:ln>
                <a:effectLst/>
              </p:spPr>
              <p:txBody>
                <a:bodyPr spcFirstLastPara="1" wrap="none" lIns="95232" tIns="47616" rIns="95232" bIns="47616" numCol="1">
                  <a:prstTxWarp prst="textArchUp">
                    <a:avLst>
                      <a:gd name="adj" fmla="val 11408288"/>
                    </a:avLst>
                  </a:prstTxWarp>
                  <a:spAutoFit/>
                </a:bodyPr>
                <a:lstStyle/>
                <a:p>
                  <a:pPr marL="0" marR="0" lvl="0" indent="0" algn="ctr" defTabSz="952348" rtl="0" eaLnBrk="1" fontAlgn="auto" latinLnBrk="0" hangingPunct="1">
                    <a:lnSpc>
                      <a:spcPct val="100000"/>
                    </a:lnSpc>
                    <a:spcBef>
                      <a:spcPts val="0"/>
                    </a:spcBef>
                    <a:spcAft>
                      <a:spcPts val="0"/>
                    </a:spcAft>
                    <a:buClrTx/>
                    <a:buSzTx/>
                    <a:buFontTx/>
                    <a:buNone/>
                    <a:tabLst/>
                    <a:defRPr/>
                  </a:pPr>
                  <a:r>
                    <a:rPr lang="en-US" sz="1250" b="1" kern="0">
                      <a:solidFill>
                        <a:schemeClr val="bg1"/>
                      </a:solidFill>
                      <a:ea typeface="ヒラギノ角ゴ Pro W3" pitchFamily="123" charset="-128"/>
                      <a:cs typeface="Arial" charset="0"/>
                    </a:rPr>
                    <a:t>INITIATIVES PRIORITISATION</a:t>
                  </a:r>
                  <a:endParaRPr kumimoji="0" lang="en-US" sz="1250" b="1" i="0" u="none" strike="noStrike" kern="0" cap="none" spc="0" normalizeH="0" baseline="0" noProof="0">
                    <a:ln>
                      <a:noFill/>
                    </a:ln>
                    <a:solidFill>
                      <a:schemeClr val="bg1"/>
                    </a:solidFill>
                    <a:effectLst/>
                    <a:uLnTx/>
                    <a:uFillTx/>
                    <a:ea typeface="ヒラギノ角ゴ Pro W3" pitchFamily="123" charset="-128"/>
                    <a:cs typeface="Arial" charset="0"/>
                  </a:endParaRPr>
                </a:p>
              </p:txBody>
            </p:sp>
          </p:grpSp>
          <p:sp>
            <p:nvSpPr>
              <p:cNvPr id="88" name="TextBox 87">
                <a:extLst>
                  <a:ext uri="{FF2B5EF4-FFF2-40B4-BE49-F238E27FC236}">
                    <a16:creationId xmlns:a16="http://schemas.microsoft.com/office/drawing/2014/main" id="{7EE09503-2651-E834-6003-2ACBDE71BF77}"/>
                  </a:ext>
                </a:extLst>
              </p:cNvPr>
              <p:cNvSpPr txBox="1"/>
              <p:nvPr/>
            </p:nvSpPr>
            <p:spPr>
              <a:xfrm>
                <a:off x="3678481" y="4411553"/>
                <a:ext cx="2160000" cy="1598399"/>
              </a:xfrm>
              <a:prstGeom prst="rect">
                <a:avLst/>
              </a:prstGeom>
              <a:noFill/>
            </p:spPr>
            <p:txBody>
              <a:bodyPr wrap="square" lIns="72000" tIns="36000" rIns="72000" bIns="36000">
                <a:noAutofit/>
              </a:bodyPr>
              <a:lstStyle>
                <a:defPPr>
                  <a:defRPr lang="en-US"/>
                </a:defPPr>
                <a:lvl1pPr marR="0" lvl="0" algn="just" defTabSz="914254" fontAlgn="auto">
                  <a:lnSpc>
                    <a:spcPct val="100000"/>
                  </a:lnSpc>
                  <a:spcBef>
                    <a:spcPts val="0"/>
                  </a:spcBef>
                  <a:spcAft>
                    <a:spcPts val="0"/>
                  </a:spcAft>
                  <a:buClrTx/>
                  <a:buSzTx/>
                  <a:tabLst/>
                  <a:defRPr kumimoji="0" sz="1000" b="1" i="0" u="none" strike="noStrike" cap="none" spc="0" normalizeH="0" baseline="0">
                    <a:ln>
                      <a:noFill/>
                    </a:ln>
                    <a:solidFill>
                      <a:srgbClr val="FF0000"/>
                    </a:solidFill>
                    <a:effectLst/>
                    <a:uLnTx/>
                    <a:uFillTx/>
                    <a:latin typeface="Arial" panose="020B0604020202020204" pitchFamily="34" charset="0"/>
                    <a:cs typeface="Arial" panose="020B0604020202020204" pitchFamily="34" charset="0"/>
                  </a:defRPr>
                </a:lvl1pPr>
              </a:lstStyle>
              <a:p>
                <a:pPr algn="l"/>
                <a:r>
                  <a:rPr lang="en-GB" sz="1100">
                    <a:solidFill>
                      <a:schemeClr val="bg1"/>
                    </a:solidFill>
                    <a:latin typeface="+mn-lt"/>
                  </a:rPr>
                  <a:t>Key Outcomes:</a:t>
                </a:r>
              </a:p>
              <a:p>
                <a:pPr algn="l"/>
                <a:r>
                  <a:rPr lang="en-GB" sz="1100" b="0">
                    <a:solidFill>
                      <a:schemeClr val="bg1"/>
                    </a:solidFill>
                    <a:latin typeface="+mn-lt"/>
                  </a:rPr>
                  <a:t>Compilation and analysis of key indicators (e.g., financial forecast/ ROI, business readiness, strategic alignment, stakeholder buy-in) to facilitate prioritisation.</a:t>
                </a:r>
                <a:endParaRPr lang="en-GB" sz="1200" b="0">
                  <a:solidFill>
                    <a:schemeClr val="bg1"/>
                  </a:solidFill>
                  <a:latin typeface="+mn-lt"/>
                  <a:ea typeface="Arial" panose="020B0604020202020204" pitchFamily="34" charset="0"/>
                  <a:cs typeface="VM Circular Chat Book Italic" panose="020B0604020101020102" pitchFamily="34" charset="77"/>
                </a:endParaRPr>
              </a:p>
            </p:txBody>
          </p:sp>
        </p:grpSp>
        <p:grpSp>
          <p:nvGrpSpPr>
            <p:cNvPr id="139" name="Group 138">
              <a:extLst>
                <a:ext uri="{FF2B5EF4-FFF2-40B4-BE49-F238E27FC236}">
                  <a16:creationId xmlns:a16="http://schemas.microsoft.com/office/drawing/2014/main" id="{22252D0B-F7F9-0DDE-C8E2-A0395FE3605B}"/>
                </a:ext>
              </a:extLst>
            </p:cNvPr>
            <p:cNvGrpSpPr/>
            <p:nvPr/>
          </p:nvGrpSpPr>
          <p:grpSpPr>
            <a:xfrm>
              <a:off x="6511408" y="2589055"/>
              <a:ext cx="2160001" cy="3825659"/>
              <a:chOff x="6482286" y="2184293"/>
              <a:chExt cx="2160001" cy="3825659"/>
            </a:xfrm>
          </p:grpSpPr>
          <p:grpSp>
            <p:nvGrpSpPr>
              <p:cNvPr id="89" name="Group 88">
                <a:extLst>
                  <a:ext uri="{FF2B5EF4-FFF2-40B4-BE49-F238E27FC236}">
                    <a16:creationId xmlns:a16="http://schemas.microsoft.com/office/drawing/2014/main" id="{3BCBD30B-6D8C-BF00-82D5-17959EA5FADB}"/>
                  </a:ext>
                </a:extLst>
              </p:cNvPr>
              <p:cNvGrpSpPr>
                <a:grpSpLocks noChangeAspect="1"/>
              </p:cNvGrpSpPr>
              <p:nvPr/>
            </p:nvGrpSpPr>
            <p:grpSpPr>
              <a:xfrm>
                <a:off x="6482286" y="2184293"/>
                <a:ext cx="2160001" cy="2160000"/>
                <a:chOff x="943625" y="4110551"/>
                <a:chExt cx="2497808" cy="2308054"/>
              </a:xfrm>
            </p:grpSpPr>
            <p:grpSp>
              <p:nvGrpSpPr>
                <p:cNvPr id="110" name="Group 109">
                  <a:extLst>
                    <a:ext uri="{FF2B5EF4-FFF2-40B4-BE49-F238E27FC236}">
                      <a16:creationId xmlns:a16="http://schemas.microsoft.com/office/drawing/2014/main" id="{751E960A-B4B5-A3B4-3759-3C4165677E37}"/>
                    </a:ext>
                  </a:extLst>
                </p:cNvPr>
                <p:cNvGrpSpPr/>
                <p:nvPr/>
              </p:nvGrpSpPr>
              <p:grpSpPr>
                <a:xfrm>
                  <a:off x="943625" y="4110551"/>
                  <a:ext cx="2497808" cy="2308054"/>
                  <a:chOff x="1587357" y="2688747"/>
                  <a:chExt cx="3187482" cy="2945333"/>
                </a:xfrm>
              </p:grpSpPr>
              <p:graphicFrame>
                <p:nvGraphicFramePr>
                  <p:cNvPr id="112" name="Chart 111">
                    <a:extLst>
                      <a:ext uri="{FF2B5EF4-FFF2-40B4-BE49-F238E27FC236}">
                        <a16:creationId xmlns:a16="http://schemas.microsoft.com/office/drawing/2014/main" id="{0E129F70-7DCA-B000-26FC-1B8AFFDCDF46}"/>
                      </a:ext>
                    </a:extLst>
                  </p:cNvPr>
                  <p:cNvGraphicFramePr/>
                  <p:nvPr/>
                </p:nvGraphicFramePr>
                <p:xfrm>
                  <a:off x="1587357" y="2688747"/>
                  <a:ext cx="3187482" cy="2945333"/>
                </p:xfrm>
                <a:graphic>
                  <a:graphicData uri="http://schemas.openxmlformats.org/drawingml/2006/chart">
                    <c:chart xmlns:c="http://schemas.openxmlformats.org/drawingml/2006/chart" xmlns:r="http://schemas.openxmlformats.org/officeDocument/2006/relationships" r:id="rId4"/>
                  </a:graphicData>
                </a:graphic>
              </p:graphicFrame>
              <p:sp>
                <p:nvSpPr>
                  <p:cNvPr id="113" name="TextBox 112">
                    <a:extLst>
                      <a:ext uri="{FF2B5EF4-FFF2-40B4-BE49-F238E27FC236}">
                        <a16:creationId xmlns:a16="http://schemas.microsoft.com/office/drawing/2014/main" id="{9753A1E0-F454-525F-A576-E58811AB3FAE}"/>
                      </a:ext>
                    </a:extLst>
                  </p:cNvPr>
                  <p:cNvSpPr txBox="1"/>
                  <p:nvPr/>
                </p:nvSpPr>
                <p:spPr>
                  <a:xfrm>
                    <a:off x="2331102" y="3547802"/>
                    <a:ext cx="1699990" cy="1227222"/>
                  </a:xfrm>
                  <a:prstGeom prst="rect">
                    <a:avLst/>
                  </a:prstGeom>
                  <a:noFill/>
                </p:spPr>
                <p:txBody>
                  <a:bodyPr wrap="square" lIns="0" tIns="0" rIns="0" bIns="0" rtlCol="0" anchor="ctr">
                    <a:noAutofit/>
                  </a:bodyPr>
                  <a:lstStyle/>
                  <a:p>
                    <a:pPr marL="0" marR="0" lvl="0" indent="0" algn="ctr" defTabSz="951585" rtl="0" eaLnBrk="1" fontAlgn="auto" latinLnBrk="0" hangingPunct="1">
                      <a:lnSpc>
                        <a:spcPct val="80000"/>
                      </a:lnSpc>
                      <a:spcBef>
                        <a:spcPts val="0"/>
                      </a:spcBef>
                      <a:spcAft>
                        <a:spcPts val="0"/>
                      </a:spcAft>
                      <a:buClrTx/>
                      <a:buSzTx/>
                      <a:buFontTx/>
                      <a:buNone/>
                      <a:tabLst/>
                      <a:defRPr/>
                    </a:pPr>
                    <a:r>
                      <a:rPr kumimoji="0" lang="en-GB" sz="1250" b="0" i="0" u="none" strike="noStrike" kern="0" cap="none" spc="0" normalizeH="0" baseline="0" noProof="0">
                        <a:ln>
                          <a:noFill/>
                        </a:ln>
                        <a:solidFill>
                          <a:schemeClr val="bg1"/>
                        </a:solidFill>
                        <a:effectLst/>
                        <a:uLnTx/>
                        <a:uFillTx/>
                        <a:ea typeface="ヒラギノ角ゴ Pro W3" pitchFamily="123" charset="-128"/>
                        <a:cs typeface="Arial" charset="0"/>
                      </a:rPr>
                      <a:t>Are the Business Leaders and employees committing to the targets and change?</a:t>
                    </a:r>
                  </a:p>
                </p:txBody>
              </p:sp>
              <p:sp>
                <p:nvSpPr>
                  <p:cNvPr id="114" name="Isosceles Triangle 113">
                    <a:extLst>
                      <a:ext uri="{FF2B5EF4-FFF2-40B4-BE49-F238E27FC236}">
                        <a16:creationId xmlns:a16="http://schemas.microsoft.com/office/drawing/2014/main" id="{512E18E6-C5C1-01B7-4CCA-C308A6FA95B2}"/>
                      </a:ext>
                    </a:extLst>
                  </p:cNvPr>
                  <p:cNvSpPr/>
                  <p:nvPr/>
                </p:nvSpPr>
                <p:spPr>
                  <a:xfrm rot="13020000">
                    <a:off x="3987655" y="4833570"/>
                    <a:ext cx="330747" cy="292789"/>
                  </a:xfrm>
                  <a:prstGeom prst="triangle">
                    <a:avLst>
                      <a:gd name="adj" fmla="val 46998"/>
                    </a:avLst>
                  </a:prstGeom>
                  <a:solidFill>
                    <a:schemeClr val="bg1"/>
                  </a:solidFill>
                  <a:ln w="12700" cap="flat" cmpd="sng" algn="ctr">
                    <a:noFill/>
                    <a:prstDash val="solid"/>
                    <a:miter lim="800000"/>
                  </a:ln>
                  <a:effectLst/>
                </p:spPr>
                <p:txBody>
                  <a:bodyPr rot="0" spcFirstLastPara="0" vertOverflow="overflow" horzOverflow="overflow" vert="horz" wrap="square" lIns="95150" tIns="47574" rIns="95150" bIns="47574" numCol="1" spcCol="0" rtlCol="0" fromWordArt="0" anchor="ctr" anchorCtr="0" forceAA="0" compatLnSpc="1">
                    <a:prstTxWarp prst="textNoShape">
                      <a:avLst/>
                    </a:prstTxWarp>
                    <a:noAutofit/>
                  </a:bodyPr>
                  <a:lstStyle/>
                  <a:p>
                    <a:pPr marL="0" marR="0" lvl="0" indent="0" algn="ctr" defTabSz="951585" rtl="0" eaLnBrk="1" fontAlgn="auto" latinLnBrk="0" hangingPunct="1">
                      <a:lnSpc>
                        <a:spcPct val="100000"/>
                      </a:lnSpc>
                      <a:spcBef>
                        <a:spcPts val="0"/>
                      </a:spcBef>
                      <a:spcAft>
                        <a:spcPts val="0"/>
                      </a:spcAft>
                      <a:buClrTx/>
                      <a:buSzTx/>
                      <a:buFontTx/>
                      <a:buNone/>
                      <a:tabLst/>
                      <a:defRPr/>
                    </a:pPr>
                    <a:endParaRPr kumimoji="0" lang="it-IT" sz="2083" b="0" i="0" u="none" strike="noStrike" kern="0" cap="none" spc="0" normalizeH="0" baseline="0" noProof="0">
                      <a:ln>
                        <a:noFill/>
                      </a:ln>
                      <a:solidFill>
                        <a:schemeClr val="tx2"/>
                      </a:solidFill>
                      <a:effectLst/>
                      <a:uLnTx/>
                      <a:uFillTx/>
                      <a:ea typeface="+mn-ea"/>
                      <a:cs typeface="+mn-cs"/>
                    </a:endParaRPr>
                  </a:p>
                </p:txBody>
              </p:sp>
            </p:grpSp>
            <p:sp>
              <p:nvSpPr>
                <p:cNvPr id="111" name="Rectangle 110">
                  <a:extLst>
                    <a:ext uri="{FF2B5EF4-FFF2-40B4-BE49-F238E27FC236}">
                      <a16:creationId xmlns:a16="http://schemas.microsoft.com/office/drawing/2014/main" id="{5F77621A-5DE1-D0E8-C01F-E6B3A2B08B53}"/>
                    </a:ext>
                  </a:extLst>
                </p:cNvPr>
                <p:cNvSpPr/>
                <p:nvPr/>
              </p:nvSpPr>
              <p:spPr>
                <a:xfrm rot="18900000">
                  <a:off x="943625" y="4110551"/>
                  <a:ext cx="2497807" cy="2308054"/>
                </a:xfrm>
                <a:prstGeom prst="rect">
                  <a:avLst/>
                </a:prstGeom>
                <a:noFill/>
                <a:ln>
                  <a:noFill/>
                </a:ln>
                <a:effectLst/>
              </p:spPr>
              <p:txBody>
                <a:bodyPr spcFirstLastPara="1" wrap="none" lIns="95232" tIns="47616" rIns="95232" bIns="47616" numCol="1">
                  <a:prstTxWarp prst="textArchUp">
                    <a:avLst>
                      <a:gd name="adj" fmla="val 11408288"/>
                    </a:avLst>
                  </a:prstTxWarp>
                  <a:spAutoFit/>
                </a:bodyPr>
                <a:lstStyle/>
                <a:p>
                  <a:pPr marL="0" marR="0" lvl="0" indent="0" algn="ctr" defTabSz="952348" rtl="0" eaLnBrk="1" fontAlgn="auto" latinLnBrk="0" hangingPunct="1">
                    <a:lnSpc>
                      <a:spcPct val="100000"/>
                    </a:lnSpc>
                    <a:spcBef>
                      <a:spcPts val="0"/>
                    </a:spcBef>
                    <a:spcAft>
                      <a:spcPts val="0"/>
                    </a:spcAft>
                    <a:buClrTx/>
                    <a:buSzTx/>
                    <a:buFontTx/>
                    <a:buNone/>
                    <a:tabLst/>
                    <a:defRPr/>
                  </a:pPr>
                  <a:r>
                    <a:rPr lang="en-US" sz="1250" b="1" kern="0">
                      <a:solidFill>
                        <a:schemeClr val="bg1"/>
                      </a:solidFill>
                      <a:ea typeface="ヒラギノ角ゴ Pro W3" pitchFamily="123" charset="-128"/>
                      <a:cs typeface="Arial" charset="0"/>
                    </a:rPr>
                    <a:t>COMMITMENT &amp; DELIVERY</a:t>
                  </a:r>
                  <a:endParaRPr kumimoji="0" lang="en-US" sz="1250" b="1" i="0" u="none" strike="noStrike" kern="0" cap="none" spc="0" normalizeH="0" baseline="0" noProof="0">
                    <a:ln>
                      <a:noFill/>
                    </a:ln>
                    <a:solidFill>
                      <a:schemeClr val="bg1"/>
                    </a:solidFill>
                    <a:effectLst/>
                    <a:uLnTx/>
                    <a:uFillTx/>
                    <a:ea typeface="ヒラギノ角ゴ Pro W3" pitchFamily="123" charset="-128"/>
                    <a:cs typeface="Arial" charset="0"/>
                  </a:endParaRPr>
                </a:p>
              </p:txBody>
            </p:sp>
          </p:grpSp>
          <p:sp>
            <p:nvSpPr>
              <p:cNvPr id="90" name="TextBox 89">
                <a:extLst>
                  <a:ext uri="{FF2B5EF4-FFF2-40B4-BE49-F238E27FC236}">
                    <a16:creationId xmlns:a16="http://schemas.microsoft.com/office/drawing/2014/main" id="{1E10621F-9CB1-0842-CFA7-62FB6986CB0A}"/>
                  </a:ext>
                </a:extLst>
              </p:cNvPr>
              <p:cNvSpPr txBox="1"/>
              <p:nvPr/>
            </p:nvSpPr>
            <p:spPr>
              <a:xfrm>
                <a:off x="6482286" y="4411553"/>
                <a:ext cx="2160000" cy="1598399"/>
              </a:xfrm>
              <a:prstGeom prst="rect">
                <a:avLst/>
              </a:prstGeom>
              <a:noFill/>
            </p:spPr>
            <p:txBody>
              <a:bodyPr wrap="square" lIns="72000" tIns="36000" rIns="72000" bIns="36000">
                <a:noAutofit/>
              </a:bodyPr>
              <a:lstStyle>
                <a:defPPr>
                  <a:defRPr lang="en-US"/>
                </a:defPPr>
                <a:lvl1pPr marR="0" lvl="0" algn="just" defTabSz="914254" fontAlgn="auto">
                  <a:lnSpc>
                    <a:spcPct val="100000"/>
                  </a:lnSpc>
                  <a:spcBef>
                    <a:spcPts val="0"/>
                  </a:spcBef>
                  <a:spcAft>
                    <a:spcPts val="0"/>
                  </a:spcAft>
                  <a:buClrTx/>
                  <a:buSzTx/>
                  <a:tabLst/>
                  <a:defRPr kumimoji="0" sz="1000" b="1" i="0" u="none" strike="noStrike" cap="none" spc="0" normalizeH="0" baseline="0">
                    <a:ln>
                      <a:noFill/>
                    </a:ln>
                    <a:solidFill>
                      <a:srgbClr val="FF0000"/>
                    </a:solidFill>
                    <a:effectLst/>
                    <a:uLnTx/>
                    <a:uFillTx/>
                    <a:latin typeface="Arial" panose="020B0604020202020204" pitchFamily="34" charset="0"/>
                    <a:cs typeface="Arial" panose="020B0604020202020204" pitchFamily="34" charset="0"/>
                  </a:defRPr>
                </a:lvl1pPr>
              </a:lstStyle>
              <a:p>
                <a:pPr algn="l"/>
                <a:r>
                  <a:rPr lang="en-GB" sz="1100">
                    <a:solidFill>
                      <a:schemeClr val="bg1"/>
                    </a:solidFill>
                    <a:latin typeface="+mn-lt"/>
                  </a:rPr>
                  <a:t>Key Outcomes: </a:t>
                </a:r>
              </a:p>
              <a:p>
                <a:pPr algn="l"/>
                <a:r>
                  <a:rPr lang="en-GB" sz="1100" b="0">
                    <a:solidFill>
                      <a:schemeClr val="bg1"/>
                    </a:solidFill>
                    <a:latin typeface="+mn-lt"/>
                  </a:rPr>
                  <a:t>Model &amp; trackers documenting key assumptions, data points (e.g., financial and headcount impacts), scenarios and benefits forecasts.</a:t>
                </a:r>
                <a:endParaRPr lang="en-GB" sz="1200" b="0">
                  <a:solidFill>
                    <a:schemeClr val="bg1"/>
                  </a:solidFill>
                  <a:latin typeface="+mn-lt"/>
                  <a:ea typeface="Arial" panose="020B0604020202020204" pitchFamily="34" charset="0"/>
                  <a:cs typeface="VM Circular Chat Book Italic" panose="020B0604020101020102" pitchFamily="34" charset="77"/>
                </a:endParaRPr>
              </a:p>
            </p:txBody>
          </p:sp>
        </p:grpSp>
        <p:grpSp>
          <p:nvGrpSpPr>
            <p:cNvPr id="140" name="Group 139">
              <a:extLst>
                <a:ext uri="{FF2B5EF4-FFF2-40B4-BE49-F238E27FC236}">
                  <a16:creationId xmlns:a16="http://schemas.microsoft.com/office/drawing/2014/main" id="{044A15AD-F992-E376-49BD-B99209C5B942}"/>
                </a:ext>
              </a:extLst>
            </p:cNvPr>
            <p:cNvGrpSpPr/>
            <p:nvPr/>
          </p:nvGrpSpPr>
          <p:grpSpPr>
            <a:xfrm>
              <a:off x="9467334" y="2589055"/>
              <a:ext cx="2160001" cy="3825659"/>
              <a:chOff x="9286091" y="2184293"/>
              <a:chExt cx="2160001" cy="3825659"/>
            </a:xfrm>
          </p:grpSpPr>
          <p:grpSp>
            <p:nvGrpSpPr>
              <p:cNvPr id="93" name="Group 92">
                <a:extLst>
                  <a:ext uri="{FF2B5EF4-FFF2-40B4-BE49-F238E27FC236}">
                    <a16:creationId xmlns:a16="http://schemas.microsoft.com/office/drawing/2014/main" id="{66DAAC50-FA25-B827-773B-73FF08602F1C}"/>
                  </a:ext>
                </a:extLst>
              </p:cNvPr>
              <p:cNvGrpSpPr>
                <a:grpSpLocks noChangeAspect="1"/>
              </p:cNvGrpSpPr>
              <p:nvPr/>
            </p:nvGrpSpPr>
            <p:grpSpPr>
              <a:xfrm>
                <a:off x="9286091" y="2184293"/>
                <a:ext cx="2160001" cy="2160000"/>
                <a:chOff x="943625" y="4110551"/>
                <a:chExt cx="2497808" cy="2308054"/>
              </a:xfrm>
            </p:grpSpPr>
            <p:grpSp>
              <p:nvGrpSpPr>
                <p:cNvPr id="101" name="Group 100">
                  <a:extLst>
                    <a:ext uri="{FF2B5EF4-FFF2-40B4-BE49-F238E27FC236}">
                      <a16:creationId xmlns:a16="http://schemas.microsoft.com/office/drawing/2014/main" id="{524C0F54-3EA0-30A9-C26E-96FCAD20D19C}"/>
                    </a:ext>
                  </a:extLst>
                </p:cNvPr>
                <p:cNvGrpSpPr/>
                <p:nvPr/>
              </p:nvGrpSpPr>
              <p:grpSpPr>
                <a:xfrm>
                  <a:off x="943625" y="4110551"/>
                  <a:ext cx="2497808" cy="2308054"/>
                  <a:chOff x="1587357" y="2688747"/>
                  <a:chExt cx="3187482" cy="2945333"/>
                </a:xfrm>
              </p:grpSpPr>
              <p:graphicFrame>
                <p:nvGraphicFramePr>
                  <p:cNvPr id="103" name="Chart 102">
                    <a:extLst>
                      <a:ext uri="{FF2B5EF4-FFF2-40B4-BE49-F238E27FC236}">
                        <a16:creationId xmlns:a16="http://schemas.microsoft.com/office/drawing/2014/main" id="{2B334D9C-B846-6983-A5ED-53A32728C382}"/>
                      </a:ext>
                    </a:extLst>
                  </p:cNvPr>
                  <p:cNvGraphicFramePr/>
                  <p:nvPr/>
                </p:nvGraphicFramePr>
                <p:xfrm>
                  <a:off x="1587357" y="2688747"/>
                  <a:ext cx="3187482" cy="2945333"/>
                </p:xfrm>
                <a:graphic>
                  <a:graphicData uri="http://schemas.openxmlformats.org/drawingml/2006/chart">
                    <c:chart xmlns:c="http://schemas.openxmlformats.org/drawingml/2006/chart" xmlns:r="http://schemas.openxmlformats.org/officeDocument/2006/relationships" r:id="rId5"/>
                  </a:graphicData>
                </a:graphic>
              </p:graphicFrame>
              <p:sp>
                <p:nvSpPr>
                  <p:cNvPr id="104" name="TextBox 103">
                    <a:extLst>
                      <a:ext uri="{FF2B5EF4-FFF2-40B4-BE49-F238E27FC236}">
                        <a16:creationId xmlns:a16="http://schemas.microsoft.com/office/drawing/2014/main" id="{DBD1F92E-9A1B-C069-469C-4402518A4B26}"/>
                      </a:ext>
                    </a:extLst>
                  </p:cNvPr>
                  <p:cNvSpPr txBox="1"/>
                  <p:nvPr/>
                </p:nvSpPr>
                <p:spPr>
                  <a:xfrm>
                    <a:off x="2331102" y="3547802"/>
                    <a:ext cx="1699990" cy="1227222"/>
                  </a:xfrm>
                  <a:prstGeom prst="rect">
                    <a:avLst/>
                  </a:prstGeom>
                  <a:noFill/>
                </p:spPr>
                <p:txBody>
                  <a:bodyPr wrap="square" lIns="0" tIns="0" rIns="0" bIns="0" rtlCol="0" anchor="ctr">
                    <a:noAutofit/>
                  </a:bodyPr>
                  <a:lstStyle/>
                  <a:p>
                    <a:pPr marL="0" marR="0" lvl="0" indent="0" algn="ctr" defTabSz="951585" rtl="0" eaLnBrk="1" fontAlgn="auto" latinLnBrk="0" hangingPunct="1">
                      <a:lnSpc>
                        <a:spcPct val="80000"/>
                      </a:lnSpc>
                      <a:spcBef>
                        <a:spcPts val="0"/>
                      </a:spcBef>
                      <a:spcAft>
                        <a:spcPts val="0"/>
                      </a:spcAft>
                      <a:buClrTx/>
                      <a:buSzTx/>
                      <a:buFontTx/>
                      <a:buNone/>
                      <a:tabLst/>
                      <a:defRPr/>
                    </a:pPr>
                    <a:r>
                      <a:rPr kumimoji="0" lang="en-GB" sz="1250" b="0" i="0" u="none" strike="noStrike" kern="0" cap="none" spc="0" normalizeH="0" baseline="0" noProof="0">
                        <a:ln>
                          <a:noFill/>
                        </a:ln>
                        <a:solidFill>
                          <a:schemeClr val="bg1"/>
                        </a:solidFill>
                        <a:effectLst/>
                        <a:uLnTx/>
                        <a:uFillTx/>
                        <a:ea typeface="ヒラギノ角ゴ Pro W3" pitchFamily="123" charset="-128"/>
                        <a:cs typeface="Arial" charset="0"/>
                      </a:rPr>
                      <a:t>Are we realising the project benefits that we expected?</a:t>
                    </a:r>
                  </a:p>
                </p:txBody>
              </p:sp>
              <p:sp>
                <p:nvSpPr>
                  <p:cNvPr id="105" name="Isosceles Triangle 104">
                    <a:extLst>
                      <a:ext uri="{FF2B5EF4-FFF2-40B4-BE49-F238E27FC236}">
                        <a16:creationId xmlns:a16="http://schemas.microsoft.com/office/drawing/2014/main" id="{43EF1381-D2EE-C5F7-129A-0A5F81603BDC}"/>
                      </a:ext>
                    </a:extLst>
                  </p:cNvPr>
                  <p:cNvSpPr/>
                  <p:nvPr/>
                </p:nvSpPr>
                <p:spPr>
                  <a:xfrm rot="13020000">
                    <a:off x="3994603" y="4846520"/>
                    <a:ext cx="330747" cy="292789"/>
                  </a:xfrm>
                  <a:prstGeom prst="triangle">
                    <a:avLst>
                      <a:gd name="adj" fmla="val 46998"/>
                    </a:avLst>
                  </a:prstGeom>
                  <a:solidFill>
                    <a:schemeClr val="bg1"/>
                  </a:solidFill>
                  <a:ln w="12700" cap="flat" cmpd="sng" algn="ctr">
                    <a:noFill/>
                    <a:prstDash val="solid"/>
                    <a:miter lim="800000"/>
                  </a:ln>
                  <a:effectLst/>
                </p:spPr>
                <p:txBody>
                  <a:bodyPr rot="0" spcFirstLastPara="0" vertOverflow="overflow" horzOverflow="overflow" vert="horz" wrap="square" lIns="95150" tIns="47574" rIns="95150" bIns="47574" numCol="1" spcCol="0" rtlCol="0" fromWordArt="0" anchor="ctr" anchorCtr="0" forceAA="0" compatLnSpc="1">
                    <a:prstTxWarp prst="textNoShape">
                      <a:avLst/>
                    </a:prstTxWarp>
                    <a:noAutofit/>
                  </a:bodyPr>
                  <a:lstStyle/>
                  <a:p>
                    <a:pPr marL="0" marR="0" lvl="0" indent="0" algn="ctr" defTabSz="951585" rtl="0" eaLnBrk="1" fontAlgn="auto" latinLnBrk="0" hangingPunct="1">
                      <a:lnSpc>
                        <a:spcPct val="100000"/>
                      </a:lnSpc>
                      <a:spcBef>
                        <a:spcPts val="0"/>
                      </a:spcBef>
                      <a:spcAft>
                        <a:spcPts val="0"/>
                      </a:spcAft>
                      <a:buClrTx/>
                      <a:buSzTx/>
                      <a:buFontTx/>
                      <a:buNone/>
                      <a:tabLst/>
                      <a:defRPr/>
                    </a:pPr>
                    <a:endParaRPr kumimoji="0" lang="it-IT" sz="2083" b="0" i="0" u="none" strike="noStrike" kern="0" cap="none" spc="0" normalizeH="0" baseline="0" noProof="0">
                      <a:ln>
                        <a:noFill/>
                      </a:ln>
                      <a:solidFill>
                        <a:schemeClr val="tx2"/>
                      </a:solidFill>
                      <a:effectLst/>
                      <a:uLnTx/>
                      <a:uFillTx/>
                      <a:ea typeface="+mn-ea"/>
                      <a:cs typeface="+mn-cs"/>
                    </a:endParaRPr>
                  </a:p>
                </p:txBody>
              </p:sp>
            </p:grpSp>
            <p:sp>
              <p:nvSpPr>
                <p:cNvPr id="102" name="Rectangle 101">
                  <a:extLst>
                    <a:ext uri="{FF2B5EF4-FFF2-40B4-BE49-F238E27FC236}">
                      <a16:creationId xmlns:a16="http://schemas.microsoft.com/office/drawing/2014/main" id="{E1C287B3-9EC6-5E2E-3F02-F8E1CE44DD2E}"/>
                    </a:ext>
                  </a:extLst>
                </p:cNvPr>
                <p:cNvSpPr/>
                <p:nvPr/>
              </p:nvSpPr>
              <p:spPr>
                <a:xfrm rot="18900000">
                  <a:off x="943625" y="4110551"/>
                  <a:ext cx="2497807" cy="2308054"/>
                </a:xfrm>
                <a:prstGeom prst="rect">
                  <a:avLst/>
                </a:prstGeom>
                <a:noFill/>
                <a:ln>
                  <a:noFill/>
                </a:ln>
                <a:effectLst/>
              </p:spPr>
              <p:txBody>
                <a:bodyPr spcFirstLastPara="1" wrap="none" lIns="95232" tIns="47616" rIns="95232" bIns="47616" numCol="1">
                  <a:prstTxWarp prst="textArchUp">
                    <a:avLst>
                      <a:gd name="adj" fmla="val 11408288"/>
                    </a:avLst>
                  </a:prstTxWarp>
                  <a:spAutoFit/>
                </a:bodyPr>
                <a:lstStyle/>
                <a:p>
                  <a:pPr marL="0" marR="0" lvl="0" indent="0" algn="ctr" defTabSz="952348" rtl="0" eaLnBrk="1" fontAlgn="auto" latinLnBrk="0" hangingPunct="1">
                    <a:lnSpc>
                      <a:spcPct val="100000"/>
                    </a:lnSpc>
                    <a:spcBef>
                      <a:spcPts val="0"/>
                    </a:spcBef>
                    <a:spcAft>
                      <a:spcPts val="0"/>
                    </a:spcAft>
                    <a:buClrTx/>
                    <a:buSzTx/>
                    <a:buFontTx/>
                    <a:buNone/>
                    <a:tabLst/>
                    <a:defRPr/>
                  </a:pPr>
                  <a:r>
                    <a:rPr lang="en-US" sz="1250" b="1" kern="0">
                      <a:solidFill>
                        <a:schemeClr val="bg1"/>
                      </a:solidFill>
                      <a:ea typeface="ヒラギノ角ゴ Pro W3" pitchFamily="123" charset="-128"/>
                      <a:cs typeface="Arial" charset="0"/>
                    </a:rPr>
                    <a:t>BENEFITS REALISATION</a:t>
                  </a:r>
                  <a:endParaRPr kumimoji="0" lang="en-US" sz="1250" b="1" i="0" u="none" strike="noStrike" kern="0" cap="none" spc="0" normalizeH="0" baseline="0" noProof="0">
                    <a:ln>
                      <a:noFill/>
                    </a:ln>
                    <a:solidFill>
                      <a:schemeClr val="bg1"/>
                    </a:solidFill>
                    <a:effectLst/>
                    <a:uLnTx/>
                    <a:uFillTx/>
                    <a:ea typeface="ヒラギノ角ゴ Pro W3" pitchFamily="123" charset="-128"/>
                    <a:cs typeface="Arial" charset="0"/>
                  </a:endParaRPr>
                </a:p>
              </p:txBody>
            </p:sp>
          </p:grpSp>
          <p:sp>
            <p:nvSpPr>
              <p:cNvPr id="94" name="TextBox 93">
                <a:extLst>
                  <a:ext uri="{FF2B5EF4-FFF2-40B4-BE49-F238E27FC236}">
                    <a16:creationId xmlns:a16="http://schemas.microsoft.com/office/drawing/2014/main" id="{C22A82D3-D32F-59AC-6DA0-EFE4CE57A6DE}"/>
                  </a:ext>
                </a:extLst>
              </p:cNvPr>
              <p:cNvSpPr txBox="1"/>
              <p:nvPr/>
            </p:nvSpPr>
            <p:spPr>
              <a:xfrm>
                <a:off x="9286091" y="4411553"/>
                <a:ext cx="2160000" cy="1598399"/>
              </a:xfrm>
              <a:prstGeom prst="rect">
                <a:avLst/>
              </a:prstGeom>
              <a:noFill/>
            </p:spPr>
            <p:txBody>
              <a:bodyPr wrap="square" lIns="72000" tIns="36000" rIns="72000" bIns="36000">
                <a:noAutofit/>
              </a:bodyPr>
              <a:lstStyle>
                <a:defPPr>
                  <a:defRPr lang="en-US"/>
                </a:defPPr>
                <a:lvl1pPr marR="0" lvl="0" algn="just" defTabSz="914254" fontAlgn="auto">
                  <a:lnSpc>
                    <a:spcPct val="100000"/>
                  </a:lnSpc>
                  <a:spcBef>
                    <a:spcPts val="0"/>
                  </a:spcBef>
                  <a:spcAft>
                    <a:spcPts val="0"/>
                  </a:spcAft>
                  <a:buClrTx/>
                  <a:buSzTx/>
                  <a:tabLst/>
                  <a:defRPr kumimoji="0" sz="1000" b="1" i="0" u="none" strike="noStrike" cap="none" spc="0" normalizeH="0" baseline="0">
                    <a:ln>
                      <a:noFill/>
                    </a:ln>
                    <a:solidFill>
                      <a:srgbClr val="FF0000"/>
                    </a:solidFill>
                    <a:effectLst/>
                    <a:uLnTx/>
                    <a:uFillTx/>
                    <a:latin typeface="Arial" panose="020B0604020202020204" pitchFamily="34" charset="0"/>
                    <a:cs typeface="Arial" panose="020B0604020202020204" pitchFamily="34" charset="0"/>
                  </a:defRPr>
                </a:lvl1pPr>
              </a:lstStyle>
              <a:p>
                <a:pPr algn="l"/>
                <a:r>
                  <a:rPr lang="en-GB" sz="1100">
                    <a:solidFill>
                      <a:schemeClr val="bg1"/>
                    </a:solidFill>
                    <a:latin typeface="+mn-lt"/>
                  </a:rPr>
                  <a:t>Key Outcomes:</a:t>
                </a:r>
              </a:p>
              <a:p>
                <a:pPr algn="l"/>
                <a:r>
                  <a:rPr lang="en-GB" sz="1100" b="0">
                    <a:solidFill>
                      <a:schemeClr val="bg1"/>
                    </a:solidFill>
                    <a:latin typeface="+mn-lt"/>
                  </a:rPr>
                  <a:t>Model &amp; trackers documenting key assumptions, data points (e.g., financial and headcount impacts), scenarios and benefits forecasts.</a:t>
                </a:r>
                <a:endParaRPr lang="en-GB" sz="1200" b="0">
                  <a:solidFill>
                    <a:schemeClr val="bg1"/>
                  </a:solidFill>
                  <a:latin typeface="+mn-lt"/>
                  <a:ea typeface="Arial" panose="020B0604020202020204" pitchFamily="34" charset="0"/>
                  <a:cs typeface="VM Circular Chat Book Italic" panose="020B0604020101020102" pitchFamily="34" charset="77"/>
                </a:endParaRPr>
              </a:p>
            </p:txBody>
          </p:sp>
        </p:grpSp>
      </p:grpSp>
      <p:sp>
        <p:nvSpPr>
          <p:cNvPr id="133" name="Arrow: Pentagon 19">
            <a:extLst>
              <a:ext uri="{FF2B5EF4-FFF2-40B4-BE49-F238E27FC236}">
                <a16:creationId xmlns:a16="http://schemas.microsoft.com/office/drawing/2014/main" id="{89E5E898-4092-D511-13E3-C53F59DBD66B}"/>
              </a:ext>
            </a:extLst>
          </p:cNvPr>
          <p:cNvSpPr/>
          <p:nvPr/>
        </p:nvSpPr>
        <p:spPr>
          <a:xfrm>
            <a:off x="6151408" y="1486977"/>
            <a:ext cx="5835926" cy="720000"/>
          </a:xfrm>
          <a:prstGeom prst="rect">
            <a:avLst/>
          </a:prstGeom>
          <a:solidFill>
            <a:srgbClr val="005482"/>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ea typeface="+mn-ea"/>
                <a:cs typeface="Calibri" pitchFamily="34" charset="0"/>
              </a:rPr>
              <a:t>IMPLEMENTATION &amp; EMBEDDING</a:t>
            </a:r>
          </a:p>
        </p:txBody>
      </p:sp>
      <p:sp>
        <p:nvSpPr>
          <p:cNvPr id="134" name="Arrow: Pentagon 161">
            <a:extLst>
              <a:ext uri="{FF2B5EF4-FFF2-40B4-BE49-F238E27FC236}">
                <a16:creationId xmlns:a16="http://schemas.microsoft.com/office/drawing/2014/main" id="{9BC5419F-B11D-CAFE-3C20-30A885B47C08}"/>
              </a:ext>
            </a:extLst>
          </p:cNvPr>
          <p:cNvSpPr/>
          <p:nvPr/>
        </p:nvSpPr>
        <p:spPr>
          <a:xfrm>
            <a:off x="239558" y="1486977"/>
            <a:ext cx="2880000" cy="720000"/>
          </a:xfrm>
          <a:prstGeom prst="rect">
            <a:avLst/>
          </a:prstGeom>
          <a:solidFill>
            <a:srgbClr val="00BFBF"/>
          </a:solidFill>
          <a:ln w="9525" algn="ctr">
            <a:noFill/>
            <a:round/>
            <a:headEnd/>
            <a:tailEnd/>
          </a:ln>
          <a:effectLst/>
        </p:spPr>
        <p:txBody>
          <a:bodyPr lIns="0" tIns="46800" rIns="0" bIns="46800" anchor="ctr" anchorCtr="1"/>
          <a:lstStyle/>
          <a:p>
            <a:pPr marL="1588" marR="0" lvl="1" indent="-446088" algn="ctr" defTabSz="914400" eaLnBrk="1" fontAlgn="auto" latinLnBrk="0" hangingPunct="1">
              <a:lnSpc>
                <a:spcPct val="100000"/>
              </a:lnSpc>
              <a:spcBef>
                <a:spcPts val="0"/>
              </a:spcBef>
              <a:spcAft>
                <a:spcPts val="0"/>
              </a:spcAft>
              <a:buClr>
                <a:srgbClr val="6A1A41"/>
              </a:buClr>
              <a:buSzTx/>
              <a:buFontTx/>
              <a:buNone/>
              <a:tabLst>
                <a:tab pos="268288" algn="l"/>
                <a:tab pos="1255713" algn="l"/>
              </a:tabLst>
              <a:defRPr/>
            </a:pPr>
            <a:r>
              <a:rPr kumimoji="0" lang="en-GB" sz="1600" i="0" u="none" strike="noStrike" kern="0" cap="none" spc="0" normalizeH="0" baseline="0" noProof="0">
                <a:ln>
                  <a:noFill/>
                </a:ln>
                <a:solidFill>
                  <a:srgbClr val="FFFFFF"/>
                </a:solidFill>
                <a:effectLst/>
                <a:uLnTx/>
                <a:uFillTx/>
              </a:rPr>
              <a:t>INITIATION</a:t>
            </a:r>
          </a:p>
        </p:txBody>
      </p:sp>
      <p:sp>
        <p:nvSpPr>
          <p:cNvPr id="135" name="Arrow: Pentagon 16">
            <a:extLst>
              <a:ext uri="{FF2B5EF4-FFF2-40B4-BE49-F238E27FC236}">
                <a16:creationId xmlns:a16="http://schemas.microsoft.com/office/drawing/2014/main" id="{AD191451-03C8-366A-DC31-E3C005ACEBF3}"/>
              </a:ext>
            </a:extLst>
          </p:cNvPr>
          <p:cNvSpPr/>
          <p:nvPr/>
        </p:nvSpPr>
        <p:spPr>
          <a:xfrm>
            <a:off x="3195483" y="1486977"/>
            <a:ext cx="2880000" cy="720000"/>
          </a:xfrm>
          <a:prstGeom prst="rect">
            <a:avLst/>
          </a:prstGeom>
          <a:solidFill>
            <a:srgbClr val="12ABDB"/>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ea typeface="+mn-ea"/>
                <a:cs typeface="Calibri" pitchFamily="34" charset="0"/>
              </a:rPr>
              <a:t>IDENTIFICATION</a:t>
            </a:r>
          </a:p>
        </p:txBody>
      </p:sp>
    </p:spTree>
    <p:extLst>
      <p:ext uri="{BB962C8B-B14F-4D97-AF65-F5344CB8AC3E}">
        <p14:creationId xmlns:p14="http://schemas.microsoft.com/office/powerpoint/2010/main" val="3116364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11" name="Group 10">
            <a:extLst>
              <a:ext uri="{FF2B5EF4-FFF2-40B4-BE49-F238E27FC236}">
                <a16:creationId xmlns:a16="http://schemas.microsoft.com/office/drawing/2014/main" id="{CFA76F5E-56C5-78CF-5F37-EC3B562B9642}"/>
              </a:ext>
            </a:extLst>
          </p:cNvPr>
          <p:cNvGrpSpPr/>
          <p:nvPr/>
        </p:nvGrpSpPr>
        <p:grpSpPr>
          <a:xfrm>
            <a:off x="7227070" y="6517658"/>
            <a:ext cx="4746321" cy="219669"/>
            <a:chOff x="7227070" y="6517658"/>
            <a:chExt cx="4746321" cy="219669"/>
          </a:xfrm>
        </p:grpSpPr>
        <p:sp>
          <p:nvSpPr>
            <p:cNvPr id="12" name="Rectangle 27">
              <a:extLst>
                <a:ext uri="{FF2B5EF4-FFF2-40B4-BE49-F238E27FC236}">
                  <a16:creationId xmlns:a16="http://schemas.microsoft.com/office/drawing/2014/main" id="{2FE72307-FE37-EC31-49A2-907DD3F6EC0E}"/>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a:t>
              </a:r>
            </a:p>
          </p:txBody>
        </p:sp>
        <p:sp>
          <p:nvSpPr>
            <p:cNvPr id="13" name="Rectangle 43">
              <a:extLst>
                <a:ext uri="{FF2B5EF4-FFF2-40B4-BE49-F238E27FC236}">
                  <a16:creationId xmlns:a16="http://schemas.microsoft.com/office/drawing/2014/main" id="{AB1E7665-D13E-0A99-635A-30C6755F1E86}"/>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20</a:t>
              </a:fld>
              <a:endParaRPr lang="en-US"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0E12B424-4307-DFA6-F8E2-EB94A50612A6}"/>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620" marR="2540">
              <a:lnSpc>
                <a:spcPct val="120000"/>
              </a:lnSpc>
              <a:spcBef>
                <a:spcPts val="0"/>
              </a:spcBef>
            </a:pPr>
            <a:r>
              <a:rPr lang="en-GB" sz="4800" spc="-6">
                <a:solidFill>
                  <a:schemeClr val="accent1"/>
                </a:solidFill>
                <a:latin typeface="Ubuntu"/>
              </a:rPr>
              <a:t>5.</a:t>
            </a:r>
            <a:endParaRPr lang="en-US">
              <a:solidFill>
                <a:schemeClr val="accent1"/>
              </a:solidFill>
              <a:latin typeface="Ubuntu"/>
            </a:endParaRPr>
          </a:p>
          <a:p>
            <a:pPr marL="7620" marR="2540">
              <a:lnSpc>
                <a:spcPct val="120000"/>
              </a:lnSpc>
              <a:spcBef>
                <a:spcPts val="0"/>
              </a:spcBef>
            </a:pPr>
            <a:r>
              <a:rPr lang="en-GB" sz="2800" b="1" spc="-6">
                <a:latin typeface="Ubuntu"/>
              </a:rPr>
              <a:t>Proposed PMO/ TMO structure</a:t>
            </a:r>
          </a:p>
        </p:txBody>
      </p:sp>
      <p:sp>
        <p:nvSpPr>
          <p:cNvPr id="5" name="TextBox 4">
            <a:extLst>
              <a:ext uri="{FF2B5EF4-FFF2-40B4-BE49-F238E27FC236}">
                <a16:creationId xmlns:a16="http://schemas.microsoft.com/office/drawing/2014/main" id="{0A1BA1DF-E752-F23F-1D1E-22094F1500D4}"/>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2.4</a:t>
            </a:r>
          </a:p>
          <a:p>
            <a:pPr marL="0" lvl="1" algn="ctr">
              <a:lnSpc>
                <a:spcPct val="115000"/>
              </a:lnSpc>
              <a:buClr>
                <a:srgbClr val="4472C4"/>
              </a:buClr>
            </a:pPr>
            <a:r>
              <a:rPr lang="en-GB" sz="1100" b="1">
                <a:solidFill>
                  <a:schemeClr val="bg1"/>
                </a:solidFill>
                <a:effectLst/>
                <a:ea typeface="Times New Roman" panose="02020603050405020304" pitchFamily="18" charset="0"/>
              </a:rPr>
              <a:t>Proposed PMO structure. </a:t>
            </a:r>
            <a:r>
              <a:rPr lang="en-GB" sz="1000" b="0">
                <a:solidFill>
                  <a:schemeClr val="bg1"/>
                </a:solidFill>
                <a:effectLst/>
                <a:ea typeface="Times New Roman" panose="02020603050405020304" pitchFamily="18" charset="0"/>
              </a:rPr>
              <a:t>Please detail how you would be structured in order to mitigate the resource risks for the programme. The Transformation programme is made up of 6 workstreams, with small but dedicated squads assigned. We will need to effectively co-ordinate in our SME resource (they will be required to work across multiple workstreams) against some very challenging deadlines.</a:t>
            </a:r>
          </a:p>
        </p:txBody>
      </p:sp>
    </p:spTree>
    <p:extLst>
      <p:ext uri="{BB962C8B-B14F-4D97-AF65-F5344CB8AC3E}">
        <p14:creationId xmlns:p14="http://schemas.microsoft.com/office/powerpoint/2010/main" val="936231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0" tIns="0" rIns="0" bIns="0" rtlCol="0" anchor="b">
            <a:noAutofit/>
          </a:bodyPr>
          <a:lstStyle/>
          <a:p>
            <a:r>
              <a:rPr lang="en-GB" sz="2700"/>
              <a:t>THERE IS SIGNIFICANTLY GREATER VALUE TO BE unlocked BY CLIENT WITH A TRANSFORMATION PMO</a:t>
            </a:r>
          </a:p>
        </p:txBody>
      </p:sp>
      <p:sp>
        <p:nvSpPr>
          <p:cNvPr id="14" name="Rectangle 13">
            <a:extLst>
              <a:ext uri="{FF2B5EF4-FFF2-40B4-BE49-F238E27FC236}">
                <a16:creationId xmlns:a16="http://schemas.microsoft.com/office/drawing/2014/main" id="{7D768151-17DD-9FB8-6120-231ECCA71F81}"/>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a:p>
        </p:txBody>
      </p:sp>
      <p:sp>
        <p:nvSpPr>
          <p:cNvPr id="2" name="Rectangle 65">
            <a:extLst>
              <a:ext uri="{FF2B5EF4-FFF2-40B4-BE49-F238E27FC236}">
                <a16:creationId xmlns:a16="http://schemas.microsoft.com/office/drawing/2014/main" id="{1DA4934C-9C6F-3963-0EFF-86DFE78EB6FD}"/>
              </a:ext>
            </a:extLst>
          </p:cNvPr>
          <p:cNvSpPr>
            <a:spLocks noChangeArrowheads="1"/>
          </p:cNvSpPr>
          <p:nvPr>
            <p:custDataLst>
              <p:tags r:id="rId1"/>
            </p:custDataLst>
          </p:nvPr>
        </p:nvSpPr>
        <p:spPr bwMode="auto">
          <a:xfrm rot="5400000">
            <a:off x="-308411" y="2538773"/>
            <a:ext cx="1440000" cy="369332"/>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0" cap="none" spc="0" normalizeH="0" baseline="0">
                <a:ln>
                  <a:noFill/>
                </a:ln>
                <a:solidFill>
                  <a:schemeClr val="bg1"/>
                </a:solidFill>
                <a:effectLst/>
                <a:uLnTx/>
                <a:uFillTx/>
                <a:ea typeface="+mn-ea"/>
                <a:cs typeface="Calibri" pitchFamily="34" charset="0"/>
              </a:rPr>
              <a:t>PMO</a:t>
            </a:r>
          </a:p>
        </p:txBody>
      </p:sp>
      <p:cxnSp>
        <p:nvCxnSpPr>
          <p:cNvPr id="6" name="Straight Connector 5">
            <a:extLst>
              <a:ext uri="{FF2B5EF4-FFF2-40B4-BE49-F238E27FC236}">
                <a16:creationId xmlns:a16="http://schemas.microsoft.com/office/drawing/2014/main" id="{4BC6D210-042B-4049-52F7-E7925059CC11}"/>
              </a:ext>
            </a:extLst>
          </p:cNvPr>
          <p:cNvCxnSpPr>
            <a:cxnSpLocks/>
          </p:cNvCxnSpPr>
          <p:nvPr/>
        </p:nvCxnSpPr>
        <p:spPr>
          <a:xfrm>
            <a:off x="-10510" y="2003439"/>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5ED7F3F-3D1C-8939-6132-B4351A437E74}"/>
              </a:ext>
            </a:extLst>
          </p:cNvPr>
          <p:cNvCxnSpPr>
            <a:cxnSpLocks/>
          </p:cNvCxnSpPr>
          <p:nvPr/>
        </p:nvCxnSpPr>
        <p:spPr>
          <a:xfrm>
            <a:off x="-10510" y="3443439"/>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A046FEE-6D29-7B53-8388-21549E7B8C37}"/>
              </a:ext>
            </a:extLst>
          </p:cNvPr>
          <p:cNvSpPr/>
          <p:nvPr/>
        </p:nvSpPr>
        <p:spPr>
          <a:xfrm>
            <a:off x="843858" y="1354853"/>
            <a:ext cx="1620000" cy="540000"/>
          </a:xfrm>
          <a:prstGeom prst="rect">
            <a:avLst/>
          </a:prstGeom>
          <a:solidFill>
            <a:schemeClr val="accent1">
              <a:lumMod val="50000"/>
            </a:schemeClr>
          </a:solidFill>
          <a:ln w="9525" algn="ctr">
            <a:noFill/>
            <a:round/>
            <a:headEnd/>
            <a:tailEnd/>
          </a:ln>
          <a:effectLst/>
        </p:spPr>
        <p:txBody>
          <a:bodyPr lIns="0" tIns="46800" rIns="0" bIns="46800" anchor="ctr" anchorCtr="1"/>
          <a:lstStyle/>
          <a:p>
            <a:pPr algn="ctr" eaLnBrk="0" hangingPunct="0">
              <a:lnSpc>
                <a:spcPct val="90000"/>
              </a:lnSpc>
              <a:tabLst>
                <a:tab pos="6464300" algn="r"/>
              </a:tabLst>
            </a:pPr>
            <a:r>
              <a:rPr lang="en-GB" sz="1200" kern="0">
                <a:solidFill>
                  <a:srgbClr val="FFFFFF"/>
                </a:solidFill>
                <a:cs typeface="Calibri" pitchFamily="34" charset="0"/>
              </a:rPr>
              <a:t>Focus</a:t>
            </a:r>
          </a:p>
        </p:txBody>
      </p:sp>
      <p:sp>
        <p:nvSpPr>
          <p:cNvPr id="15" name="Rectangle 14">
            <a:extLst>
              <a:ext uri="{FF2B5EF4-FFF2-40B4-BE49-F238E27FC236}">
                <a16:creationId xmlns:a16="http://schemas.microsoft.com/office/drawing/2014/main" id="{9A036FC1-594B-1E10-277C-3833574BFA46}"/>
              </a:ext>
            </a:extLst>
          </p:cNvPr>
          <p:cNvSpPr/>
          <p:nvPr/>
        </p:nvSpPr>
        <p:spPr>
          <a:xfrm>
            <a:off x="2521181" y="1354853"/>
            <a:ext cx="1620000" cy="540000"/>
          </a:xfrm>
          <a:prstGeom prst="rect">
            <a:avLst/>
          </a:prstGeom>
          <a:solidFill>
            <a:schemeClr val="accent1"/>
          </a:solidFill>
          <a:ln w="9525" algn="ctr">
            <a:noFill/>
            <a:round/>
            <a:headEnd/>
            <a:tailEnd/>
          </a:ln>
          <a:effectLst/>
        </p:spPr>
        <p:txBody>
          <a:bodyPr lIns="0" tIns="46800" rIns="0" bIns="46800" anchor="ctr" anchorCtr="1"/>
          <a:lstStyle/>
          <a:p>
            <a:pPr algn="ctr" eaLnBrk="0" hangingPunct="0">
              <a:lnSpc>
                <a:spcPct val="90000"/>
              </a:lnSpc>
              <a:tabLst>
                <a:tab pos="6464300" algn="r"/>
              </a:tabLst>
            </a:pPr>
            <a:r>
              <a:rPr lang="en-GB" sz="1200" kern="0">
                <a:solidFill>
                  <a:srgbClr val="FFFFFF"/>
                </a:solidFill>
                <a:cs typeface="Calibri" pitchFamily="34" charset="0"/>
              </a:rPr>
              <a:t>Time Horizon</a:t>
            </a:r>
          </a:p>
        </p:txBody>
      </p:sp>
      <p:sp>
        <p:nvSpPr>
          <p:cNvPr id="16" name="Rectangle 15">
            <a:extLst>
              <a:ext uri="{FF2B5EF4-FFF2-40B4-BE49-F238E27FC236}">
                <a16:creationId xmlns:a16="http://schemas.microsoft.com/office/drawing/2014/main" id="{0CF30DBC-4029-94A5-4F3B-27943938F1B4}"/>
              </a:ext>
            </a:extLst>
          </p:cNvPr>
          <p:cNvSpPr/>
          <p:nvPr/>
        </p:nvSpPr>
        <p:spPr>
          <a:xfrm>
            <a:off x="4198504" y="1354853"/>
            <a:ext cx="1620000" cy="540000"/>
          </a:xfrm>
          <a:prstGeom prst="rect">
            <a:avLst/>
          </a:prstGeom>
          <a:solidFill>
            <a:schemeClr val="accent2"/>
          </a:solidFill>
          <a:ln w="9525" algn="ctr">
            <a:noFill/>
            <a:round/>
            <a:headEnd/>
            <a:tailEnd/>
          </a:ln>
          <a:effectLst/>
        </p:spPr>
        <p:txBody>
          <a:bodyPr lIns="0" tIns="46800" rIns="0" bIns="46800" anchor="ctr" anchorCtr="1"/>
          <a:lstStyle/>
          <a:p>
            <a:pPr algn="ctr" eaLnBrk="0" hangingPunct="0">
              <a:lnSpc>
                <a:spcPct val="90000"/>
              </a:lnSpc>
              <a:tabLst>
                <a:tab pos="6464300" algn="r"/>
              </a:tabLst>
            </a:pPr>
            <a:r>
              <a:rPr lang="en-GB" sz="1200" kern="0">
                <a:solidFill>
                  <a:srgbClr val="FFFFFF"/>
                </a:solidFill>
                <a:cs typeface="Calibri" pitchFamily="34" charset="0"/>
              </a:rPr>
              <a:t>Approach to Planning</a:t>
            </a:r>
          </a:p>
        </p:txBody>
      </p:sp>
      <p:sp>
        <p:nvSpPr>
          <p:cNvPr id="17" name="Rectangle 16">
            <a:extLst>
              <a:ext uri="{FF2B5EF4-FFF2-40B4-BE49-F238E27FC236}">
                <a16:creationId xmlns:a16="http://schemas.microsoft.com/office/drawing/2014/main" id="{E715FDB9-A0E7-5E76-20C2-7B7B624743DB}"/>
              </a:ext>
            </a:extLst>
          </p:cNvPr>
          <p:cNvSpPr/>
          <p:nvPr/>
        </p:nvSpPr>
        <p:spPr>
          <a:xfrm>
            <a:off x="5875827" y="1354853"/>
            <a:ext cx="2880000" cy="540000"/>
          </a:xfrm>
          <a:prstGeom prst="rect">
            <a:avLst/>
          </a:prstGeom>
          <a:solidFill>
            <a:schemeClr val="accent4">
              <a:lumMod val="50000"/>
              <a:lumOff val="50000"/>
            </a:schemeClr>
          </a:solidFill>
          <a:ln w="9525" algn="ctr">
            <a:noFill/>
            <a:round/>
            <a:headEnd/>
            <a:tailEnd/>
          </a:ln>
          <a:effectLst/>
        </p:spPr>
        <p:txBody>
          <a:bodyPr lIns="0" tIns="46800" rIns="0" bIns="46800" anchor="ctr" anchorCtr="1"/>
          <a:lstStyle/>
          <a:p>
            <a:pPr algn="ctr" eaLnBrk="0" hangingPunct="0">
              <a:lnSpc>
                <a:spcPct val="90000"/>
              </a:lnSpc>
              <a:tabLst>
                <a:tab pos="6464300" algn="r"/>
              </a:tabLst>
            </a:pPr>
            <a:r>
              <a:rPr lang="en-GB" sz="1200" kern="0">
                <a:solidFill>
                  <a:srgbClr val="FFFFFF"/>
                </a:solidFill>
                <a:cs typeface="Calibri" pitchFamily="34" charset="0"/>
              </a:rPr>
              <a:t>Measures of Success</a:t>
            </a:r>
          </a:p>
        </p:txBody>
      </p:sp>
      <p:sp>
        <p:nvSpPr>
          <p:cNvPr id="18" name="Rectangle 17">
            <a:extLst>
              <a:ext uri="{FF2B5EF4-FFF2-40B4-BE49-F238E27FC236}">
                <a16:creationId xmlns:a16="http://schemas.microsoft.com/office/drawing/2014/main" id="{34662ABF-F970-47D0-670A-33E3B890C8DE}"/>
              </a:ext>
            </a:extLst>
          </p:cNvPr>
          <p:cNvSpPr/>
          <p:nvPr/>
        </p:nvSpPr>
        <p:spPr>
          <a:xfrm>
            <a:off x="8813150" y="1354853"/>
            <a:ext cx="1620000" cy="540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a:t>Stakeholder Communication</a:t>
            </a:r>
          </a:p>
        </p:txBody>
      </p:sp>
      <p:sp>
        <p:nvSpPr>
          <p:cNvPr id="19" name="Rectangle 18">
            <a:extLst>
              <a:ext uri="{FF2B5EF4-FFF2-40B4-BE49-F238E27FC236}">
                <a16:creationId xmlns:a16="http://schemas.microsoft.com/office/drawing/2014/main" id="{F0C871E2-41BF-2E1F-24BB-2517AF014A3F}"/>
              </a:ext>
            </a:extLst>
          </p:cNvPr>
          <p:cNvSpPr/>
          <p:nvPr/>
        </p:nvSpPr>
        <p:spPr>
          <a:xfrm>
            <a:off x="10490472" y="1354853"/>
            <a:ext cx="1620000" cy="54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GB" sz="1200"/>
              <a:t>Skills Required</a:t>
            </a:r>
          </a:p>
        </p:txBody>
      </p:sp>
      <p:sp>
        <p:nvSpPr>
          <p:cNvPr id="64" name="Rectangle 65">
            <a:extLst>
              <a:ext uri="{FF2B5EF4-FFF2-40B4-BE49-F238E27FC236}">
                <a16:creationId xmlns:a16="http://schemas.microsoft.com/office/drawing/2014/main" id="{AFF4CDC2-1344-66EC-C690-64DE1287830F}"/>
              </a:ext>
            </a:extLst>
          </p:cNvPr>
          <p:cNvSpPr>
            <a:spLocks noChangeArrowheads="1"/>
          </p:cNvSpPr>
          <p:nvPr>
            <p:custDataLst>
              <p:tags r:id="rId2"/>
            </p:custDataLst>
          </p:nvPr>
        </p:nvSpPr>
        <p:spPr bwMode="auto">
          <a:xfrm rot="5400000">
            <a:off x="-1028411" y="4698773"/>
            <a:ext cx="2880000" cy="369332"/>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0" cap="none" spc="0" normalizeH="0" baseline="0">
                <a:ln>
                  <a:noFill/>
                </a:ln>
                <a:solidFill>
                  <a:schemeClr val="bg1"/>
                </a:solidFill>
                <a:effectLst/>
                <a:uLnTx/>
                <a:uFillTx/>
                <a:ea typeface="+mn-ea"/>
                <a:cs typeface="Calibri" pitchFamily="34" charset="0"/>
              </a:rPr>
              <a:t>TMO</a:t>
            </a:r>
          </a:p>
        </p:txBody>
      </p:sp>
      <p:cxnSp>
        <p:nvCxnSpPr>
          <p:cNvPr id="67" name="Straight Connector 66">
            <a:extLst>
              <a:ext uri="{FF2B5EF4-FFF2-40B4-BE49-F238E27FC236}">
                <a16:creationId xmlns:a16="http://schemas.microsoft.com/office/drawing/2014/main" id="{85DB442F-F00D-9874-3566-2BAC694B6E94}"/>
              </a:ext>
            </a:extLst>
          </p:cNvPr>
          <p:cNvCxnSpPr>
            <a:cxnSpLocks/>
          </p:cNvCxnSpPr>
          <p:nvPr/>
        </p:nvCxnSpPr>
        <p:spPr>
          <a:xfrm>
            <a:off x="-10510" y="6323439"/>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C0E0D5D8-DA5A-F523-6B83-952666CEFABE}"/>
              </a:ext>
            </a:extLst>
          </p:cNvPr>
          <p:cNvSpPr/>
          <p:nvPr/>
        </p:nvSpPr>
        <p:spPr>
          <a:xfrm>
            <a:off x="843858" y="2093439"/>
            <a:ext cx="162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Achieving project</a:t>
            </a:r>
          </a:p>
          <a:p>
            <a:pPr>
              <a:buClr>
                <a:srgbClr val="0070AD"/>
              </a:buClr>
              <a:tabLst>
                <a:tab pos="363538" algn="l"/>
              </a:tabLst>
            </a:pPr>
            <a:r>
              <a:rPr lang="en-GB" sz="1200" kern="0">
                <a:solidFill>
                  <a:schemeClr val="bg1"/>
                </a:solidFill>
              </a:rPr>
              <a:t>efficiency; “Our</a:t>
            </a:r>
          </a:p>
          <a:p>
            <a:pPr>
              <a:buClr>
                <a:srgbClr val="0070AD"/>
              </a:buClr>
              <a:tabLst>
                <a:tab pos="363538" algn="l"/>
              </a:tabLst>
            </a:pPr>
            <a:r>
              <a:rPr lang="en-GB" sz="1200" kern="0">
                <a:solidFill>
                  <a:schemeClr val="bg1"/>
                </a:solidFill>
              </a:rPr>
              <a:t>projects are on time and on budget”.</a:t>
            </a:r>
          </a:p>
        </p:txBody>
      </p:sp>
      <p:sp>
        <p:nvSpPr>
          <p:cNvPr id="69" name="Rectangle 68">
            <a:extLst>
              <a:ext uri="{FF2B5EF4-FFF2-40B4-BE49-F238E27FC236}">
                <a16:creationId xmlns:a16="http://schemas.microsoft.com/office/drawing/2014/main" id="{00185049-1083-FE5E-934D-42264DDF3907}"/>
              </a:ext>
            </a:extLst>
          </p:cNvPr>
          <p:cNvSpPr/>
          <p:nvPr/>
        </p:nvSpPr>
        <p:spPr>
          <a:xfrm>
            <a:off x="2521181" y="2093439"/>
            <a:ext cx="162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Typically, clear start and end points across a single horizon or time span.</a:t>
            </a:r>
          </a:p>
        </p:txBody>
      </p:sp>
      <p:sp>
        <p:nvSpPr>
          <p:cNvPr id="70" name="Rectangle 69">
            <a:extLst>
              <a:ext uri="{FF2B5EF4-FFF2-40B4-BE49-F238E27FC236}">
                <a16:creationId xmlns:a16="http://schemas.microsoft.com/office/drawing/2014/main" id="{CA44ADE5-022E-64A9-A839-99C1067406FC}"/>
              </a:ext>
            </a:extLst>
          </p:cNvPr>
          <p:cNvSpPr/>
          <p:nvPr/>
        </p:nvSpPr>
        <p:spPr>
          <a:xfrm>
            <a:off x="4198504" y="2093439"/>
            <a:ext cx="162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Bottom up from constituent project/ programme objectives.</a:t>
            </a:r>
          </a:p>
        </p:txBody>
      </p:sp>
      <p:sp>
        <p:nvSpPr>
          <p:cNvPr id="71" name="Rectangle 70">
            <a:extLst>
              <a:ext uri="{FF2B5EF4-FFF2-40B4-BE49-F238E27FC236}">
                <a16:creationId xmlns:a16="http://schemas.microsoft.com/office/drawing/2014/main" id="{B30C4924-98FA-3BB6-2661-9931BA494C9E}"/>
              </a:ext>
            </a:extLst>
          </p:cNvPr>
          <p:cNvSpPr/>
          <p:nvPr/>
        </p:nvSpPr>
        <p:spPr>
          <a:xfrm>
            <a:off x="5875827" y="2093439"/>
            <a:ext cx="288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Delivery of project milestones, efficiency of budget and resource, management of risks &amp; issues.</a:t>
            </a:r>
          </a:p>
        </p:txBody>
      </p:sp>
      <p:sp>
        <p:nvSpPr>
          <p:cNvPr id="72" name="Rectangle 71">
            <a:extLst>
              <a:ext uri="{FF2B5EF4-FFF2-40B4-BE49-F238E27FC236}">
                <a16:creationId xmlns:a16="http://schemas.microsoft.com/office/drawing/2014/main" id="{58500C1B-B97C-A048-7981-3B2501FA9DD7}"/>
              </a:ext>
            </a:extLst>
          </p:cNvPr>
          <p:cNvSpPr/>
          <p:nvPr/>
        </p:nvSpPr>
        <p:spPr>
          <a:xfrm>
            <a:off x="8813150" y="2093439"/>
            <a:ext cx="162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One way communication</a:t>
            </a:r>
          </a:p>
          <a:p>
            <a:pPr>
              <a:buClr>
                <a:srgbClr val="0070AD"/>
              </a:buClr>
              <a:tabLst>
                <a:tab pos="363538" algn="l"/>
              </a:tabLst>
            </a:pPr>
            <a:r>
              <a:rPr lang="en-GB" sz="1200" kern="0">
                <a:solidFill>
                  <a:schemeClr val="bg1"/>
                </a:solidFill>
              </a:rPr>
              <a:t>around programme/</a:t>
            </a:r>
          </a:p>
          <a:p>
            <a:pPr>
              <a:buClr>
                <a:srgbClr val="0070AD"/>
              </a:buClr>
              <a:tabLst>
                <a:tab pos="363538" algn="l"/>
              </a:tabLst>
            </a:pPr>
            <a:r>
              <a:rPr lang="en-GB" sz="1200" kern="0">
                <a:solidFill>
                  <a:schemeClr val="bg1"/>
                </a:solidFill>
              </a:rPr>
              <a:t>project progress.</a:t>
            </a:r>
          </a:p>
        </p:txBody>
      </p:sp>
      <p:sp>
        <p:nvSpPr>
          <p:cNvPr id="73" name="Rectangle 72">
            <a:extLst>
              <a:ext uri="{FF2B5EF4-FFF2-40B4-BE49-F238E27FC236}">
                <a16:creationId xmlns:a16="http://schemas.microsoft.com/office/drawing/2014/main" id="{801F9E73-5C7A-6FB0-E992-A23DB2CDE378}"/>
              </a:ext>
            </a:extLst>
          </p:cNvPr>
          <p:cNvSpPr/>
          <p:nvPr/>
        </p:nvSpPr>
        <p:spPr>
          <a:xfrm>
            <a:off x="10490472" y="2093439"/>
            <a:ext cx="1620000" cy="1260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Project management, project accounting, change management and communications.</a:t>
            </a:r>
          </a:p>
        </p:txBody>
      </p:sp>
      <p:sp>
        <p:nvSpPr>
          <p:cNvPr id="74" name="Rectangle 73">
            <a:extLst>
              <a:ext uri="{FF2B5EF4-FFF2-40B4-BE49-F238E27FC236}">
                <a16:creationId xmlns:a16="http://schemas.microsoft.com/office/drawing/2014/main" id="{777DEE1C-0595-BED8-A4E1-F6A86BE81BDC}"/>
              </a:ext>
            </a:extLst>
          </p:cNvPr>
          <p:cNvSpPr/>
          <p:nvPr/>
        </p:nvSpPr>
        <p:spPr>
          <a:xfrm>
            <a:off x="843858" y="3479439"/>
            <a:ext cx="162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Delivering the Mobile Access Engineering Cost Transformation business</a:t>
            </a:r>
          </a:p>
          <a:p>
            <a:pPr>
              <a:buClr>
                <a:srgbClr val="0070AD"/>
              </a:buClr>
              <a:tabLst>
                <a:tab pos="363538" algn="l"/>
              </a:tabLst>
            </a:pPr>
            <a:r>
              <a:rPr lang="en-GB" sz="1200" kern="0">
                <a:solidFill>
                  <a:schemeClr val="bg1"/>
                </a:solidFill>
              </a:rPr>
              <a:t>outcomes:</a:t>
            </a:r>
          </a:p>
          <a:p>
            <a:pPr>
              <a:buClr>
                <a:srgbClr val="0070AD"/>
              </a:buClr>
              <a:tabLst>
                <a:tab pos="363538" algn="l"/>
              </a:tabLst>
            </a:pPr>
            <a:r>
              <a:rPr lang="en-GB" sz="1200" kern="0">
                <a:solidFill>
                  <a:schemeClr val="bg1"/>
                </a:solidFill>
              </a:rPr>
              <a:t>“Our MAE Cost Transformation programme is delivering</a:t>
            </a:r>
          </a:p>
          <a:p>
            <a:pPr>
              <a:buClr>
                <a:srgbClr val="0070AD"/>
              </a:buClr>
              <a:tabLst>
                <a:tab pos="363538" algn="l"/>
              </a:tabLst>
            </a:pPr>
            <a:r>
              <a:rPr lang="en-GB" sz="1200" kern="0">
                <a:solidFill>
                  <a:schemeClr val="bg1"/>
                </a:solidFill>
              </a:rPr>
              <a:t>business value.”</a:t>
            </a:r>
          </a:p>
        </p:txBody>
      </p:sp>
      <p:sp>
        <p:nvSpPr>
          <p:cNvPr id="75" name="Rectangle 74">
            <a:extLst>
              <a:ext uri="{FF2B5EF4-FFF2-40B4-BE49-F238E27FC236}">
                <a16:creationId xmlns:a16="http://schemas.microsoft.com/office/drawing/2014/main" id="{A6E5F0E2-9B13-3CFA-0BE9-AF632D06AA43}"/>
              </a:ext>
            </a:extLst>
          </p:cNvPr>
          <p:cNvSpPr/>
          <p:nvPr/>
        </p:nvSpPr>
        <p:spPr>
          <a:xfrm>
            <a:off x="2521181" y="3479439"/>
            <a:ext cx="162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Manages across</a:t>
            </a:r>
          </a:p>
          <a:p>
            <a:pPr>
              <a:buClr>
                <a:srgbClr val="0070AD"/>
              </a:buClr>
              <a:tabLst>
                <a:tab pos="363538" algn="l"/>
              </a:tabLst>
            </a:pPr>
            <a:r>
              <a:rPr lang="en-GB" sz="1200" kern="0">
                <a:solidFill>
                  <a:schemeClr val="bg1"/>
                </a:solidFill>
              </a:rPr>
              <a:t>multiple horizons/ phases to reduce costs by 10-20% over the next three years.</a:t>
            </a:r>
          </a:p>
        </p:txBody>
      </p:sp>
      <p:sp>
        <p:nvSpPr>
          <p:cNvPr id="76" name="Rectangle 75">
            <a:extLst>
              <a:ext uri="{FF2B5EF4-FFF2-40B4-BE49-F238E27FC236}">
                <a16:creationId xmlns:a16="http://schemas.microsoft.com/office/drawing/2014/main" id="{E0E00BE2-5C00-30E5-2DF8-FA7979B5F0D0}"/>
              </a:ext>
            </a:extLst>
          </p:cNvPr>
          <p:cNvSpPr/>
          <p:nvPr/>
        </p:nvSpPr>
        <p:spPr>
          <a:xfrm>
            <a:off x="4198504" y="3479439"/>
            <a:ext cx="162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Top down based on the business</a:t>
            </a:r>
          </a:p>
          <a:p>
            <a:pPr>
              <a:buClr>
                <a:srgbClr val="0070AD"/>
              </a:buClr>
              <a:tabLst>
                <a:tab pos="363538" algn="l"/>
              </a:tabLst>
            </a:pPr>
            <a:r>
              <a:rPr lang="en-GB" sz="1200" kern="0">
                <a:solidFill>
                  <a:schemeClr val="bg1"/>
                </a:solidFill>
              </a:rPr>
              <a:t>Strategy for MAE, “the can-do plan” and market</a:t>
            </a:r>
          </a:p>
          <a:p>
            <a:pPr>
              <a:buClr>
                <a:srgbClr val="0070AD"/>
              </a:buClr>
              <a:tabLst>
                <a:tab pos="363538" algn="l"/>
              </a:tabLst>
            </a:pPr>
            <a:r>
              <a:rPr lang="en-GB" sz="1200" kern="0">
                <a:solidFill>
                  <a:schemeClr val="bg1"/>
                </a:solidFill>
              </a:rPr>
              <a:t>feedback.</a:t>
            </a:r>
          </a:p>
          <a:p>
            <a:pPr>
              <a:buClr>
                <a:srgbClr val="0070AD"/>
              </a:buClr>
              <a:tabLst>
                <a:tab pos="363538" algn="l"/>
              </a:tabLst>
            </a:pPr>
            <a:r>
              <a:rPr lang="en-GB" sz="1200" kern="0">
                <a:solidFill>
                  <a:schemeClr val="bg1"/>
                </a:solidFill>
              </a:rPr>
              <a:t>Focuses on thinking customer first and driving business and technical</a:t>
            </a:r>
          </a:p>
          <a:p>
            <a:pPr>
              <a:buClr>
                <a:srgbClr val="0070AD"/>
              </a:buClr>
              <a:tabLst>
                <a:tab pos="363538" algn="l"/>
              </a:tabLst>
            </a:pPr>
            <a:r>
              <a:rPr lang="en-GB" sz="1200" kern="0">
                <a:solidFill>
                  <a:schemeClr val="bg1"/>
                </a:solidFill>
              </a:rPr>
              <a:t>Simplification and  orchestrating the</a:t>
            </a:r>
          </a:p>
          <a:p>
            <a:pPr>
              <a:buClr>
                <a:srgbClr val="0070AD"/>
              </a:buClr>
              <a:tabLst>
                <a:tab pos="363538" algn="l"/>
              </a:tabLst>
            </a:pPr>
            <a:r>
              <a:rPr lang="en-GB" sz="1200" kern="0">
                <a:solidFill>
                  <a:schemeClr val="bg1"/>
                </a:solidFill>
              </a:rPr>
              <a:t>MAE ecosystem.</a:t>
            </a:r>
          </a:p>
        </p:txBody>
      </p:sp>
      <p:sp>
        <p:nvSpPr>
          <p:cNvPr id="77" name="Rectangle 76">
            <a:extLst>
              <a:ext uri="{FF2B5EF4-FFF2-40B4-BE49-F238E27FC236}">
                <a16:creationId xmlns:a16="http://schemas.microsoft.com/office/drawing/2014/main" id="{1A2A4978-DB8E-7CAC-1C83-008EC82BC61F}"/>
              </a:ext>
            </a:extLst>
          </p:cNvPr>
          <p:cNvSpPr/>
          <p:nvPr/>
        </p:nvSpPr>
        <p:spPr>
          <a:xfrm>
            <a:off x="5875827" y="3479439"/>
            <a:ext cx="288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b="1" kern="0">
                <a:solidFill>
                  <a:schemeClr val="bg1"/>
                </a:solidFill>
              </a:rPr>
              <a:t>Business value delivered:</a:t>
            </a:r>
          </a:p>
          <a:p>
            <a:pPr marL="171450" indent="-171450">
              <a:buClr>
                <a:schemeClr val="bg1"/>
              </a:buClr>
              <a:buFont typeface="Arial" panose="020B0604020202020204" pitchFamily="34" charset="0"/>
              <a:buChar char="•"/>
              <a:tabLst>
                <a:tab pos="363538" algn="l"/>
              </a:tabLst>
            </a:pPr>
            <a:r>
              <a:rPr lang="en-GB" sz="1200" kern="0">
                <a:solidFill>
                  <a:schemeClr val="bg1"/>
                </a:solidFill>
              </a:rPr>
              <a:t>Launch MAE Cost Transformation initiatives</a:t>
            </a:r>
          </a:p>
          <a:p>
            <a:pPr marL="171450" indent="-171450">
              <a:buClr>
                <a:schemeClr val="bg1"/>
              </a:buClr>
              <a:buFont typeface="Arial" panose="020B0604020202020204" pitchFamily="34" charset="0"/>
              <a:buChar char="•"/>
              <a:tabLst>
                <a:tab pos="363538" algn="l"/>
              </a:tabLst>
            </a:pPr>
            <a:r>
              <a:rPr lang="en-GB" sz="1200" kern="0">
                <a:solidFill>
                  <a:schemeClr val="bg1"/>
                </a:solidFill>
              </a:rPr>
              <a:t>Define priorities for network investment</a:t>
            </a:r>
          </a:p>
          <a:p>
            <a:pPr marL="171450" indent="-171450">
              <a:buClr>
                <a:schemeClr val="bg1"/>
              </a:buClr>
              <a:buFont typeface="Arial" panose="020B0604020202020204" pitchFamily="34" charset="0"/>
              <a:buChar char="•"/>
              <a:tabLst>
                <a:tab pos="363538" algn="l"/>
              </a:tabLst>
            </a:pPr>
            <a:r>
              <a:rPr lang="en-GB" sz="1200" kern="0">
                <a:solidFill>
                  <a:schemeClr val="bg1"/>
                </a:solidFill>
              </a:rPr>
              <a:t>Drive performance and operational excellence initiatives</a:t>
            </a:r>
          </a:p>
          <a:p>
            <a:pPr marL="171450" indent="-171450">
              <a:buClr>
                <a:schemeClr val="bg1"/>
              </a:buClr>
              <a:buFont typeface="Arial" panose="020B0604020202020204" pitchFamily="34" charset="0"/>
              <a:buChar char="•"/>
              <a:tabLst>
                <a:tab pos="363538" algn="l"/>
              </a:tabLst>
            </a:pPr>
            <a:r>
              <a:rPr lang="en-GB" sz="1200" kern="0">
                <a:solidFill>
                  <a:schemeClr val="bg1"/>
                </a:solidFill>
              </a:rPr>
              <a:t>Drive construction and deployment improvements</a:t>
            </a:r>
          </a:p>
          <a:p>
            <a:pPr marL="171450" indent="-171450">
              <a:buClr>
                <a:schemeClr val="bg1"/>
              </a:buClr>
              <a:buFont typeface="Arial" panose="020B0604020202020204" pitchFamily="34" charset="0"/>
              <a:buChar char="•"/>
              <a:tabLst>
                <a:tab pos="363538" algn="l"/>
              </a:tabLst>
            </a:pPr>
            <a:r>
              <a:rPr lang="en-GB" sz="1200" kern="0">
                <a:solidFill>
                  <a:schemeClr val="bg1"/>
                </a:solidFill>
              </a:rPr>
              <a:t>Define partner and vendor optimization</a:t>
            </a:r>
          </a:p>
          <a:p>
            <a:pPr marL="171450" indent="-171450">
              <a:buClr>
                <a:schemeClr val="bg1"/>
              </a:buClr>
              <a:buFont typeface="Arial" panose="020B0604020202020204" pitchFamily="34" charset="0"/>
              <a:buChar char="•"/>
              <a:tabLst>
                <a:tab pos="363538" algn="l"/>
              </a:tabLst>
            </a:pPr>
            <a:r>
              <a:rPr lang="en-GB" sz="1200" kern="0">
                <a:solidFill>
                  <a:schemeClr val="bg1"/>
                </a:solidFill>
              </a:rPr>
              <a:t>Use data to drive decision making and automation initiatives</a:t>
            </a:r>
          </a:p>
          <a:p>
            <a:pPr marL="171450" indent="-171450">
              <a:buClr>
                <a:schemeClr val="bg1"/>
              </a:buClr>
              <a:buFont typeface="Arial" panose="020B0604020202020204" pitchFamily="34" charset="0"/>
              <a:buChar char="•"/>
              <a:tabLst>
                <a:tab pos="363538" algn="l"/>
              </a:tabLst>
            </a:pPr>
            <a:r>
              <a:rPr lang="en-GB" sz="1200" kern="0">
                <a:solidFill>
                  <a:schemeClr val="bg1"/>
                </a:solidFill>
              </a:rPr>
              <a:t>Maximises value realization from transformation</a:t>
            </a:r>
          </a:p>
        </p:txBody>
      </p:sp>
      <p:sp>
        <p:nvSpPr>
          <p:cNvPr id="78" name="Rectangle 77">
            <a:extLst>
              <a:ext uri="{FF2B5EF4-FFF2-40B4-BE49-F238E27FC236}">
                <a16:creationId xmlns:a16="http://schemas.microsoft.com/office/drawing/2014/main" id="{E8C9D103-16B6-A216-59EE-6F91BED58D0D}"/>
              </a:ext>
            </a:extLst>
          </p:cNvPr>
          <p:cNvSpPr/>
          <p:nvPr/>
        </p:nvSpPr>
        <p:spPr>
          <a:xfrm>
            <a:off x="8813150" y="3479439"/>
            <a:ext cx="162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Two way</a:t>
            </a:r>
          </a:p>
          <a:p>
            <a:pPr>
              <a:buClr>
                <a:srgbClr val="0070AD"/>
              </a:buClr>
              <a:tabLst>
                <a:tab pos="363538" algn="l"/>
              </a:tabLst>
            </a:pPr>
            <a:r>
              <a:rPr lang="en-GB" sz="1200" kern="0">
                <a:solidFill>
                  <a:schemeClr val="bg1"/>
                </a:solidFill>
              </a:rPr>
              <a:t>communication with organisational</a:t>
            </a:r>
          </a:p>
          <a:p>
            <a:pPr>
              <a:buClr>
                <a:srgbClr val="0070AD"/>
              </a:buClr>
              <a:tabLst>
                <a:tab pos="363538" algn="l"/>
              </a:tabLst>
            </a:pPr>
            <a:r>
              <a:rPr lang="en-GB" sz="1200" kern="0">
                <a:solidFill>
                  <a:schemeClr val="bg1"/>
                </a:solidFill>
              </a:rPr>
              <a:t>stakeholders</a:t>
            </a:r>
          </a:p>
          <a:p>
            <a:pPr>
              <a:buClr>
                <a:srgbClr val="0070AD"/>
              </a:buClr>
              <a:tabLst>
                <a:tab pos="363538" algn="l"/>
              </a:tabLst>
            </a:pPr>
            <a:r>
              <a:rPr lang="en-GB" sz="1200" kern="0">
                <a:solidFill>
                  <a:schemeClr val="bg1"/>
                </a:solidFill>
              </a:rPr>
              <a:t>providing feedback and input into transformation</a:t>
            </a:r>
          </a:p>
          <a:p>
            <a:pPr>
              <a:buClr>
                <a:srgbClr val="0070AD"/>
              </a:buClr>
              <a:tabLst>
                <a:tab pos="363538" algn="l"/>
              </a:tabLst>
            </a:pPr>
            <a:r>
              <a:rPr lang="en-GB" sz="1200" kern="0">
                <a:solidFill>
                  <a:schemeClr val="bg1"/>
                </a:solidFill>
              </a:rPr>
              <a:t>roadmap and goals.</a:t>
            </a:r>
          </a:p>
          <a:p>
            <a:pPr>
              <a:buClr>
                <a:srgbClr val="0070AD"/>
              </a:buClr>
              <a:tabLst>
                <a:tab pos="363538" algn="l"/>
              </a:tabLst>
            </a:pPr>
            <a:r>
              <a:rPr lang="en-GB" sz="1200" kern="0">
                <a:solidFill>
                  <a:schemeClr val="bg1"/>
                </a:solidFill>
              </a:rPr>
              <a:t>Active drive of change and adoption of new ways of working.</a:t>
            </a:r>
          </a:p>
        </p:txBody>
      </p:sp>
      <p:sp>
        <p:nvSpPr>
          <p:cNvPr id="79" name="Rectangle 78">
            <a:extLst>
              <a:ext uri="{FF2B5EF4-FFF2-40B4-BE49-F238E27FC236}">
                <a16:creationId xmlns:a16="http://schemas.microsoft.com/office/drawing/2014/main" id="{A65AFEE7-118D-3666-BFA8-69534AB5E6C1}"/>
              </a:ext>
            </a:extLst>
          </p:cNvPr>
          <p:cNvSpPr/>
          <p:nvPr/>
        </p:nvSpPr>
        <p:spPr>
          <a:xfrm>
            <a:off x="10490472" y="3479439"/>
            <a:ext cx="1620000" cy="2808000"/>
          </a:xfrm>
          <a:prstGeom prst="rect">
            <a:avLst/>
          </a:prstGeom>
          <a:noFill/>
        </p:spPr>
        <p:txBody>
          <a:bodyPr wrap="square" lIns="108000" tIns="36000" rIns="108000" bIns="36000" rtlCol="0">
            <a:noAutofit/>
          </a:bodyPr>
          <a:lstStyle/>
          <a:p>
            <a:pPr>
              <a:buClr>
                <a:srgbClr val="0070AD"/>
              </a:buClr>
              <a:tabLst>
                <a:tab pos="363538" algn="l"/>
              </a:tabLst>
            </a:pPr>
            <a:r>
              <a:rPr lang="en-GB" sz="1200" kern="0">
                <a:solidFill>
                  <a:schemeClr val="bg1"/>
                </a:solidFill>
              </a:rPr>
              <a:t>PMO skills + broader market / industry context, emerging business and technology trends, and business strategy.</a:t>
            </a:r>
          </a:p>
          <a:p>
            <a:pPr>
              <a:buClr>
                <a:srgbClr val="0070AD"/>
              </a:buClr>
              <a:tabLst>
                <a:tab pos="363538" algn="l"/>
              </a:tabLst>
            </a:pPr>
            <a:r>
              <a:rPr lang="en-GB" sz="1200" kern="0">
                <a:solidFill>
                  <a:schemeClr val="bg1"/>
                </a:solidFill>
              </a:rPr>
              <a:t>Business change and adoption.</a:t>
            </a:r>
          </a:p>
          <a:p>
            <a:pPr>
              <a:buClr>
                <a:srgbClr val="0070AD"/>
              </a:buClr>
              <a:tabLst>
                <a:tab pos="363538" algn="l"/>
              </a:tabLst>
            </a:pPr>
            <a:r>
              <a:rPr lang="en-GB" sz="1200" kern="0">
                <a:solidFill>
                  <a:schemeClr val="bg1"/>
                </a:solidFill>
              </a:rPr>
              <a:t>Cost transformation.</a:t>
            </a:r>
          </a:p>
        </p:txBody>
      </p:sp>
    </p:spTree>
    <p:extLst>
      <p:ext uri="{BB962C8B-B14F-4D97-AF65-F5344CB8AC3E}">
        <p14:creationId xmlns:p14="http://schemas.microsoft.com/office/powerpoint/2010/main" val="11874984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8709" y="388188"/>
            <a:ext cx="11899294" cy="716711"/>
          </a:xfrm>
        </p:spPr>
        <p:txBody>
          <a:bodyPr vert="horz" lIns="0" tIns="0" rIns="0" bIns="0" rtlCol="0" anchor="b">
            <a:noAutofit/>
          </a:bodyPr>
          <a:lstStyle/>
          <a:p>
            <a:r>
              <a:rPr lang="en-US" sz="2700"/>
              <a:t>IF REQUIRED WE CAN USE CAPGEMINI CHANGE MANAGEMENT APPROACH TO REINFORCE SUSTAINABLE ADOPTION OF MAE OUTCOMES</a:t>
            </a:r>
            <a:endParaRPr lang="en-GB" sz="2700"/>
          </a:p>
        </p:txBody>
      </p:sp>
      <p:sp>
        <p:nvSpPr>
          <p:cNvPr id="14" name="Rectangle 13">
            <a:extLst>
              <a:ext uri="{FF2B5EF4-FFF2-40B4-BE49-F238E27FC236}">
                <a16:creationId xmlns:a16="http://schemas.microsoft.com/office/drawing/2014/main" id="{7D768151-17DD-9FB8-6120-231ECCA71F81}"/>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66" name="Rectangle 65">
            <a:extLst>
              <a:ext uri="{FF2B5EF4-FFF2-40B4-BE49-F238E27FC236}">
                <a16:creationId xmlns:a16="http://schemas.microsoft.com/office/drawing/2014/main" id="{B141F33F-0670-9008-C0F0-4CA977444621}"/>
              </a:ext>
            </a:extLst>
          </p:cNvPr>
          <p:cNvSpPr/>
          <p:nvPr/>
        </p:nvSpPr>
        <p:spPr>
          <a:xfrm>
            <a:off x="311615" y="1024867"/>
            <a:ext cx="11387796" cy="1233784"/>
          </a:xfrm>
          <a:prstGeom prst="rect">
            <a:avLst/>
          </a:prstGeom>
          <a:noFill/>
        </p:spPr>
        <p:txBody>
          <a:bodyPr wrap="square" tIns="144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Current processes and ways of working will be impacted by the transformation road map and will require support to </a:t>
            </a:r>
            <a:r>
              <a:rPr kumimoji="0" lang="en-US" sz="1400" b="0" i="0" u="none" strike="noStrike" kern="1200" cap="none" spc="0" normalizeH="0" baseline="0" noProof="0" err="1">
                <a:ln>
                  <a:noFill/>
                </a:ln>
                <a:solidFill>
                  <a:srgbClr val="FFFFFF"/>
                </a:solidFill>
                <a:effectLst/>
                <a:uLnTx/>
                <a:uFillTx/>
                <a:latin typeface="Ubuntu"/>
                <a:ea typeface="+mn-ea"/>
                <a:cs typeface="+mn-cs"/>
              </a:rPr>
              <a:t>minimise</a:t>
            </a:r>
            <a:r>
              <a:rPr kumimoji="0" lang="en-US" sz="1400" b="0" i="0" u="none" strike="noStrike" kern="1200" cap="none" spc="0" normalizeH="0" baseline="0" noProof="0">
                <a:ln>
                  <a:noFill/>
                </a:ln>
                <a:solidFill>
                  <a:srgbClr val="FFFFFF"/>
                </a:solidFill>
                <a:effectLst/>
                <a:uLnTx/>
                <a:uFillTx/>
                <a:latin typeface="Ubuntu"/>
                <a:ea typeface="+mn-ea"/>
                <a:cs typeface="+mn-cs"/>
              </a:rPr>
              <a:t> the business disruption and speed of adoption. </a:t>
            </a:r>
            <a:r>
              <a:rPr kumimoji="0" lang="en-US" sz="1400" b="1" i="0" u="none" strike="noStrike" kern="1200" cap="none" spc="0" normalizeH="0" baseline="0" noProof="0">
                <a:ln>
                  <a:noFill/>
                </a:ln>
                <a:solidFill>
                  <a:srgbClr val="0F878A"/>
                </a:solidFill>
                <a:effectLst/>
                <a:uLnTx/>
                <a:uFillTx/>
                <a:latin typeface="Ubuntu"/>
                <a:ea typeface="+mn-ea"/>
                <a:cs typeface="+mn-cs"/>
              </a:rPr>
              <a:t>client needs its business teams and stakeholders to accept, embrace and support the change to achieve the </a:t>
            </a:r>
            <a:r>
              <a:rPr kumimoji="0" lang="en-US" sz="1400" b="1" i="0" u="none" strike="noStrike" kern="1200" cap="none" spc="0" normalizeH="0" baseline="0" noProof="0" err="1">
                <a:ln>
                  <a:noFill/>
                </a:ln>
                <a:solidFill>
                  <a:srgbClr val="0F878A"/>
                </a:solidFill>
                <a:effectLst/>
                <a:uLnTx/>
                <a:uFillTx/>
                <a:latin typeface="Ubuntu"/>
                <a:ea typeface="+mn-ea"/>
                <a:cs typeface="+mn-cs"/>
              </a:rPr>
              <a:t>programme’s</a:t>
            </a:r>
            <a:r>
              <a:rPr kumimoji="0" lang="en-US" sz="1400" b="1" i="0" u="none" strike="noStrike" kern="1200" cap="none" spc="0" normalizeH="0" baseline="0" noProof="0">
                <a:ln>
                  <a:noFill/>
                </a:ln>
                <a:solidFill>
                  <a:srgbClr val="0F878A"/>
                </a:solidFill>
                <a:effectLst/>
                <a:uLnTx/>
                <a:uFillTx/>
                <a:latin typeface="Ubuntu"/>
                <a:ea typeface="+mn-ea"/>
                <a:cs typeface="+mn-cs"/>
              </a:rPr>
              <a:t> benefits and to </a:t>
            </a:r>
            <a:r>
              <a:rPr kumimoji="0" lang="en-US" sz="1400" b="1" i="0" u="none" strike="noStrike" kern="1200" cap="none" spc="0" normalizeH="0" baseline="0" noProof="0" err="1">
                <a:ln>
                  <a:noFill/>
                </a:ln>
                <a:solidFill>
                  <a:srgbClr val="0F878A"/>
                </a:solidFill>
                <a:effectLst/>
                <a:uLnTx/>
                <a:uFillTx/>
                <a:latin typeface="Ubuntu"/>
                <a:ea typeface="+mn-ea"/>
                <a:cs typeface="+mn-cs"/>
              </a:rPr>
              <a:t>realise</a:t>
            </a:r>
            <a:r>
              <a:rPr kumimoji="0" lang="en-US" sz="1400" b="1" i="0" u="none" strike="noStrike" kern="1200" cap="none" spc="0" normalizeH="0" baseline="0" noProof="0">
                <a:ln>
                  <a:noFill/>
                </a:ln>
                <a:solidFill>
                  <a:srgbClr val="0F878A"/>
                </a:solidFill>
                <a:effectLst/>
                <a:uLnTx/>
                <a:uFillTx/>
                <a:latin typeface="Ubuntu"/>
                <a:ea typeface="+mn-ea"/>
                <a:cs typeface="+mn-cs"/>
              </a:rPr>
              <a:t> the business value.</a:t>
            </a:r>
          </a:p>
        </p:txBody>
      </p:sp>
      <p:grpSp>
        <p:nvGrpSpPr>
          <p:cNvPr id="1020" name="Group 1019">
            <a:extLst>
              <a:ext uri="{FF2B5EF4-FFF2-40B4-BE49-F238E27FC236}">
                <a16:creationId xmlns:a16="http://schemas.microsoft.com/office/drawing/2014/main" id="{0723445E-51C3-D49C-147E-90ADE89E766D}"/>
              </a:ext>
            </a:extLst>
          </p:cNvPr>
          <p:cNvGrpSpPr/>
          <p:nvPr/>
        </p:nvGrpSpPr>
        <p:grpSpPr>
          <a:xfrm>
            <a:off x="-10510" y="2185001"/>
            <a:ext cx="12192000" cy="4253757"/>
            <a:chOff x="-10510" y="2269082"/>
            <a:chExt cx="12192000" cy="4253757"/>
          </a:xfrm>
        </p:grpSpPr>
        <p:sp>
          <p:nvSpPr>
            <p:cNvPr id="773" name="Rectangle: Rounded Corners 26">
              <a:extLst>
                <a:ext uri="{FF2B5EF4-FFF2-40B4-BE49-F238E27FC236}">
                  <a16:creationId xmlns:a16="http://schemas.microsoft.com/office/drawing/2014/main" id="{4D582046-B7F8-8A9A-EA3D-103037F73966}"/>
                </a:ext>
              </a:extLst>
            </p:cNvPr>
            <p:cNvSpPr/>
            <p:nvPr/>
          </p:nvSpPr>
          <p:spPr>
            <a:xfrm>
              <a:off x="3682042" y="5179422"/>
              <a:ext cx="2808093" cy="1262271"/>
            </a:xfrm>
            <a:prstGeom prst="rect">
              <a:avLst/>
            </a:prstGeom>
            <a:solidFill>
              <a:schemeClr val="bg1">
                <a:lumMod val="9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Ubuntu"/>
                <a:ea typeface="+mn-ea"/>
                <a:cs typeface="+mn-cs"/>
              </a:endParaRPr>
            </a:p>
          </p:txBody>
        </p:sp>
        <p:sp>
          <p:nvSpPr>
            <p:cNvPr id="774" name="Rectangle: Rounded Corners 27">
              <a:extLst>
                <a:ext uri="{FF2B5EF4-FFF2-40B4-BE49-F238E27FC236}">
                  <a16:creationId xmlns:a16="http://schemas.microsoft.com/office/drawing/2014/main" id="{B0EED345-13D2-B60B-0B02-60C545A0857D}"/>
                </a:ext>
              </a:extLst>
            </p:cNvPr>
            <p:cNvSpPr/>
            <p:nvPr/>
          </p:nvSpPr>
          <p:spPr>
            <a:xfrm>
              <a:off x="820907" y="5179422"/>
              <a:ext cx="2844925" cy="1262271"/>
            </a:xfrm>
            <a:prstGeom prst="rect">
              <a:avLst/>
            </a:prstGeom>
            <a:solidFill>
              <a:schemeClr val="bg1">
                <a:lumMod val="9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Ubuntu"/>
                <a:ea typeface="+mn-ea"/>
                <a:cs typeface="+mn-cs"/>
              </a:endParaRPr>
            </a:p>
          </p:txBody>
        </p:sp>
        <p:sp>
          <p:nvSpPr>
            <p:cNvPr id="775" name="TextBox 232">
              <a:extLst>
                <a:ext uri="{FF2B5EF4-FFF2-40B4-BE49-F238E27FC236}">
                  <a16:creationId xmlns:a16="http://schemas.microsoft.com/office/drawing/2014/main" id="{5BC3F77F-27C1-26EC-4F58-74713F925B2E}"/>
                </a:ext>
              </a:extLst>
            </p:cNvPr>
            <p:cNvSpPr txBox="1"/>
            <p:nvPr/>
          </p:nvSpPr>
          <p:spPr>
            <a:xfrm>
              <a:off x="4233839" y="5253160"/>
              <a:ext cx="1195450" cy="324000"/>
            </a:xfrm>
            <a:prstGeom prst="rect">
              <a:avLst/>
            </a:prstGeom>
            <a:noFill/>
          </p:spPr>
          <p:txBody>
            <a:bodyPr wrap="square" tIns="36000" bIns="36000" rtlCol="0" anchor="t" anchorCtr="0">
              <a:noAutofit/>
            </a:bodyPr>
            <a:lstStyle>
              <a:defPPr>
                <a:defRPr lang="en-US"/>
              </a:defPPr>
              <a:lvl1pPr marR="0" lvl="0" indent="0" algn="ctr" fontAlgn="auto">
                <a:lnSpc>
                  <a:spcPct val="100000"/>
                </a:lnSpc>
                <a:spcBef>
                  <a:spcPts val="0"/>
                </a:spcBef>
                <a:spcAft>
                  <a:spcPts val="0"/>
                </a:spcAft>
                <a:buClrTx/>
                <a:buSzTx/>
                <a:buFontTx/>
                <a:buNone/>
                <a:tabLst/>
                <a:defRPr sz="700" b="1">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Leadership </a:t>
              </a:r>
              <a:b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b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Info package</a:t>
              </a:r>
            </a:p>
          </p:txBody>
        </p:sp>
        <p:sp>
          <p:nvSpPr>
            <p:cNvPr id="776" name="TextBox 238">
              <a:extLst>
                <a:ext uri="{FF2B5EF4-FFF2-40B4-BE49-F238E27FC236}">
                  <a16:creationId xmlns:a16="http://schemas.microsoft.com/office/drawing/2014/main" id="{0FB511A2-50E5-CFD4-1065-21053059A2A6}"/>
                </a:ext>
              </a:extLst>
            </p:cNvPr>
            <p:cNvSpPr txBox="1"/>
            <p:nvPr/>
          </p:nvSpPr>
          <p:spPr>
            <a:xfrm>
              <a:off x="5190543" y="5253161"/>
              <a:ext cx="1154543"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Role Collaboration resolution support</a:t>
              </a:r>
            </a:p>
          </p:txBody>
        </p:sp>
        <p:pic>
          <p:nvPicPr>
            <p:cNvPr id="777" name="Picture 11">
              <a:extLst>
                <a:ext uri="{FF2B5EF4-FFF2-40B4-BE49-F238E27FC236}">
                  <a16:creationId xmlns:a16="http://schemas.microsoft.com/office/drawing/2014/main" id="{C20D4FC6-C3FF-0D8B-9499-9762DC7B9A22}"/>
                </a:ext>
              </a:extLst>
            </p:cNvPr>
            <p:cNvPicPr>
              <a:picLocks noChangeAspect="1"/>
            </p:cNvPicPr>
            <p:nvPr/>
          </p:nvPicPr>
          <p:blipFill>
            <a:blip r:embed="rId5"/>
            <a:stretch>
              <a:fillRect/>
            </a:stretch>
          </p:blipFill>
          <p:spPr>
            <a:xfrm>
              <a:off x="3748138" y="5586010"/>
              <a:ext cx="473342" cy="268191"/>
            </a:xfrm>
            <a:prstGeom prst="rect">
              <a:avLst/>
            </a:prstGeom>
            <a:ln>
              <a:noFill/>
            </a:ln>
            <a:effectLst/>
          </p:spPr>
        </p:pic>
        <p:pic>
          <p:nvPicPr>
            <p:cNvPr id="778" name="Picture 17">
              <a:extLst>
                <a:ext uri="{FF2B5EF4-FFF2-40B4-BE49-F238E27FC236}">
                  <a16:creationId xmlns:a16="http://schemas.microsoft.com/office/drawing/2014/main" id="{95B36CC7-F26C-7630-CE65-8ACFD921F01C}"/>
                </a:ext>
              </a:extLst>
            </p:cNvPr>
            <p:cNvPicPr>
              <a:picLocks noChangeAspect="1"/>
            </p:cNvPicPr>
            <p:nvPr/>
          </p:nvPicPr>
          <p:blipFill>
            <a:blip r:embed="rId6"/>
            <a:stretch>
              <a:fillRect/>
            </a:stretch>
          </p:blipFill>
          <p:spPr>
            <a:xfrm>
              <a:off x="4676539" y="5586264"/>
              <a:ext cx="622238" cy="316223"/>
            </a:xfrm>
            <a:prstGeom prst="rect">
              <a:avLst/>
            </a:prstGeom>
            <a:ln>
              <a:noFill/>
            </a:ln>
            <a:effectLst/>
          </p:spPr>
        </p:pic>
        <p:sp>
          <p:nvSpPr>
            <p:cNvPr id="779" name="TextBox 234">
              <a:extLst>
                <a:ext uri="{FF2B5EF4-FFF2-40B4-BE49-F238E27FC236}">
                  <a16:creationId xmlns:a16="http://schemas.microsoft.com/office/drawing/2014/main" id="{7E3DAEEF-2845-556E-2788-0F6A8B7BB7D5}"/>
                </a:ext>
              </a:extLst>
            </p:cNvPr>
            <p:cNvSpPr txBox="1"/>
            <p:nvPr/>
          </p:nvSpPr>
          <p:spPr>
            <a:xfrm>
              <a:off x="3531193" y="5253161"/>
              <a:ext cx="1116686"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First mover engagement</a:t>
              </a:r>
            </a:p>
          </p:txBody>
        </p:sp>
        <p:sp>
          <p:nvSpPr>
            <p:cNvPr id="780" name="TextBox 230">
              <a:extLst>
                <a:ext uri="{FF2B5EF4-FFF2-40B4-BE49-F238E27FC236}">
                  <a16:creationId xmlns:a16="http://schemas.microsoft.com/office/drawing/2014/main" id="{8E023CCF-EFBD-AB6D-CB4B-2C08708F7AEC}"/>
                </a:ext>
              </a:extLst>
            </p:cNvPr>
            <p:cNvSpPr txBox="1"/>
            <p:nvPr/>
          </p:nvSpPr>
          <p:spPr>
            <a:xfrm>
              <a:off x="3615504" y="6006542"/>
              <a:ext cx="1195450" cy="252381"/>
            </a:xfrm>
            <a:prstGeom prst="rect">
              <a:avLst/>
            </a:prstGeom>
            <a:noFill/>
          </p:spPr>
          <p:txBody>
            <a:bodyPr wrap="square" tIns="36000" rtlCol="0">
              <a:noAutofit/>
            </a:bodyPr>
            <a:lstStyle>
              <a:defPPr>
                <a:defRPr lang="en-US"/>
              </a:defPPr>
              <a:lvl1pPr marR="0" lvl="0" indent="0" algn="ctr" fontAlgn="auto">
                <a:lnSpc>
                  <a:spcPct val="100000"/>
                </a:lnSpc>
                <a:spcBef>
                  <a:spcPts val="0"/>
                </a:spcBef>
                <a:spcAft>
                  <a:spcPts val="0"/>
                </a:spcAft>
                <a:buClrTx/>
                <a:buSzTx/>
                <a:buFontTx/>
                <a:buNone/>
                <a:tabLst/>
                <a:defRPr sz="700" b="1">
                  <a:latin typeface="Arial" panose="020B0604020202020204" pitchFamily="34" charset="0"/>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‘How to’ sessions</a:t>
              </a:r>
            </a:p>
          </p:txBody>
        </p:sp>
        <p:sp>
          <p:nvSpPr>
            <p:cNvPr id="781" name="TextBox 230">
              <a:extLst>
                <a:ext uri="{FF2B5EF4-FFF2-40B4-BE49-F238E27FC236}">
                  <a16:creationId xmlns:a16="http://schemas.microsoft.com/office/drawing/2014/main" id="{8B92930A-6965-59CE-6C50-3A663ABD9A51}"/>
                </a:ext>
              </a:extLst>
            </p:cNvPr>
            <p:cNvSpPr txBox="1"/>
            <p:nvPr/>
          </p:nvSpPr>
          <p:spPr>
            <a:xfrm>
              <a:off x="4815138" y="6006542"/>
              <a:ext cx="1484275" cy="231961"/>
            </a:xfrm>
            <a:prstGeom prst="rect">
              <a:avLst/>
            </a:prstGeom>
            <a:noFill/>
          </p:spPr>
          <p:txBody>
            <a:bodyPr wrap="square" tIns="36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Track role handover database</a:t>
              </a:r>
            </a:p>
          </p:txBody>
        </p:sp>
        <p:pic>
          <p:nvPicPr>
            <p:cNvPr id="782" name="Picture 781">
              <a:extLst>
                <a:ext uri="{FF2B5EF4-FFF2-40B4-BE49-F238E27FC236}">
                  <a16:creationId xmlns:a16="http://schemas.microsoft.com/office/drawing/2014/main" id="{5B6F888B-B3C1-C37C-DEEA-9F71EFB12CC4}"/>
                </a:ext>
              </a:extLst>
            </p:cNvPr>
            <p:cNvPicPr>
              <a:picLocks noChangeAspect="1"/>
            </p:cNvPicPr>
            <p:nvPr/>
          </p:nvPicPr>
          <p:blipFill>
            <a:blip r:embed="rId7"/>
            <a:stretch>
              <a:fillRect/>
            </a:stretch>
          </p:blipFill>
          <p:spPr>
            <a:xfrm>
              <a:off x="5778813" y="5687759"/>
              <a:ext cx="416190" cy="231961"/>
            </a:xfrm>
            <a:prstGeom prst="rect">
              <a:avLst/>
            </a:prstGeom>
            <a:solidFill>
              <a:srgbClr val="FFFFFF"/>
            </a:solidFill>
          </p:spPr>
        </p:pic>
        <p:pic>
          <p:nvPicPr>
            <p:cNvPr id="783" name="Picture 782" descr="Two people sitting at a table with a computer&#10;&#10;Description automatically generated with medium confidence">
              <a:extLst>
                <a:ext uri="{FF2B5EF4-FFF2-40B4-BE49-F238E27FC236}">
                  <a16:creationId xmlns:a16="http://schemas.microsoft.com/office/drawing/2014/main" id="{6FDCBEA0-A5AC-B961-3751-C7CBB8C37A2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22119" y="5715456"/>
              <a:ext cx="474773" cy="267060"/>
            </a:xfrm>
            <a:prstGeom prst="rect">
              <a:avLst/>
            </a:prstGeom>
          </p:spPr>
        </p:pic>
        <p:pic>
          <p:nvPicPr>
            <p:cNvPr id="784" name="Picture 783" descr="A picture containing person, indoor, doll&#10;&#10;Description automatically generated">
              <a:extLst>
                <a:ext uri="{FF2B5EF4-FFF2-40B4-BE49-F238E27FC236}">
                  <a16:creationId xmlns:a16="http://schemas.microsoft.com/office/drawing/2014/main" id="{43F22E5A-F4C1-4348-4E48-305B6655AD1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78249" y="5696507"/>
              <a:ext cx="434140" cy="289571"/>
            </a:xfrm>
            <a:prstGeom prst="rect">
              <a:avLst/>
            </a:prstGeom>
          </p:spPr>
        </p:pic>
        <p:sp>
          <p:nvSpPr>
            <p:cNvPr id="785" name="Gleichschenkliges Dreieck 2">
              <a:extLst>
                <a:ext uri="{FF2B5EF4-FFF2-40B4-BE49-F238E27FC236}">
                  <a16:creationId xmlns:a16="http://schemas.microsoft.com/office/drawing/2014/main" id="{08258A27-48B3-EF46-406C-B28009D23BED}"/>
                </a:ext>
              </a:extLst>
            </p:cNvPr>
            <p:cNvSpPr/>
            <p:nvPr/>
          </p:nvSpPr>
          <p:spPr bwMode="auto">
            <a:xfrm>
              <a:off x="813285" y="4963318"/>
              <a:ext cx="2808093" cy="252000"/>
            </a:xfrm>
            <a:prstGeom prst="roundRect">
              <a:avLst/>
            </a:prstGeom>
            <a:solidFill>
              <a:schemeClr val="bg1"/>
            </a:solidFill>
            <a:ln w="12700">
              <a:solidFill>
                <a:schemeClr val="accent1"/>
              </a:solid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0070AD"/>
                  </a:solidFill>
                  <a:effectLst/>
                  <a:uLnTx/>
                  <a:uFillTx/>
                  <a:latin typeface="Ubuntu"/>
                  <a:ea typeface="+mn-ea"/>
                  <a:cs typeface="Arial" panose="020B0604020202020204" pitchFamily="34" charset="0"/>
                </a:rPr>
                <a:t>COMMUNICATION              </a:t>
              </a:r>
              <a:endParaRPr kumimoji="0" lang="en-GB" sz="1400" b="1" i="0" u="none" strike="noStrike" kern="0" cap="none" spc="0" normalizeH="0" baseline="0" noProof="0">
                <a:ln>
                  <a:noFill/>
                </a:ln>
                <a:solidFill>
                  <a:srgbClr val="0070AD"/>
                </a:solidFill>
                <a:effectLst/>
                <a:uLnTx/>
                <a:uFillTx/>
                <a:latin typeface="Ubuntu"/>
                <a:ea typeface="+mn-ea"/>
                <a:cs typeface="Arial" panose="020B0604020202020204" pitchFamily="34" charset="0"/>
              </a:endParaRPr>
            </a:p>
          </p:txBody>
        </p:sp>
        <p:sp>
          <p:nvSpPr>
            <p:cNvPr id="786" name="TextBox 219">
              <a:extLst>
                <a:ext uri="{FF2B5EF4-FFF2-40B4-BE49-F238E27FC236}">
                  <a16:creationId xmlns:a16="http://schemas.microsoft.com/office/drawing/2014/main" id="{075948D5-B976-D481-DCCC-921594C8C6C8}"/>
                </a:ext>
              </a:extLst>
            </p:cNvPr>
            <p:cNvSpPr txBox="1"/>
            <p:nvPr/>
          </p:nvSpPr>
          <p:spPr>
            <a:xfrm>
              <a:off x="2029549" y="6006542"/>
              <a:ext cx="1556295" cy="241783"/>
            </a:xfrm>
            <a:prstGeom prst="rect">
              <a:avLst/>
            </a:prstGeom>
            <a:noFill/>
          </p:spPr>
          <p:txBody>
            <a:bodyPr wrap="square" tIns="36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Change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Impact Analysis</a:t>
              </a:r>
            </a:p>
          </p:txBody>
        </p:sp>
        <p:sp>
          <p:nvSpPr>
            <p:cNvPr id="787" name="TextBox 221">
              <a:extLst>
                <a:ext uri="{FF2B5EF4-FFF2-40B4-BE49-F238E27FC236}">
                  <a16:creationId xmlns:a16="http://schemas.microsoft.com/office/drawing/2014/main" id="{F596DD2D-BF73-01EE-F60E-644BBDFBB69D}"/>
                </a:ext>
              </a:extLst>
            </p:cNvPr>
            <p:cNvSpPr txBox="1"/>
            <p:nvPr/>
          </p:nvSpPr>
          <p:spPr>
            <a:xfrm>
              <a:off x="2685417" y="5253161"/>
              <a:ext cx="1005840"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Stakeholder Value Map</a:t>
              </a:r>
            </a:p>
          </p:txBody>
        </p:sp>
        <p:sp>
          <p:nvSpPr>
            <p:cNvPr id="788" name="TextBox 228">
              <a:extLst>
                <a:ext uri="{FF2B5EF4-FFF2-40B4-BE49-F238E27FC236}">
                  <a16:creationId xmlns:a16="http://schemas.microsoft.com/office/drawing/2014/main" id="{2C7A57DE-3FBE-32E5-CE31-62ABC9CC0286}"/>
                </a:ext>
              </a:extLst>
            </p:cNvPr>
            <p:cNvSpPr txBox="1"/>
            <p:nvPr/>
          </p:nvSpPr>
          <p:spPr>
            <a:xfrm>
              <a:off x="784480" y="5253160"/>
              <a:ext cx="1080554"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Communication </a:t>
              </a:r>
              <a:b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b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Strategy</a:t>
              </a:r>
            </a:p>
          </p:txBody>
        </p:sp>
        <p:sp>
          <p:nvSpPr>
            <p:cNvPr id="789" name="TextBox 223">
              <a:extLst>
                <a:ext uri="{FF2B5EF4-FFF2-40B4-BE49-F238E27FC236}">
                  <a16:creationId xmlns:a16="http://schemas.microsoft.com/office/drawing/2014/main" id="{B318D1A3-E11F-F7C6-F618-92B64FAB53BE}"/>
                </a:ext>
              </a:extLst>
            </p:cNvPr>
            <p:cNvSpPr txBox="1"/>
            <p:nvPr/>
          </p:nvSpPr>
          <p:spPr>
            <a:xfrm>
              <a:off x="1761224" y="5253161"/>
              <a:ext cx="1005840"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Change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Vision/Story</a:t>
              </a:r>
            </a:p>
          </p:txBody>
        </p:sp>
        <p:sp>
          <p:nvSpPr>
            <p:cNvPr id="790" name="TextBox 221">
              <a:extLst>
                <a:ext uri="{FF2B5EF4-FFF2-40B4-BE49-F238E27FC236}">
                  <a16:creationId xmlns:a16="http://schemas.microsoft.com/office/drawing/2014/main" id="{55A42E06-47B6-07E9-B0D5-A7DB235EC9FA}"/>
                </a:ext>
              </a:extLst>
            </p:cNvPr>
            <p:cNvSpPr txBox="1"/>
            <p:nvPr/>
          </p:nvSpPr>
          <p:spPr>
            <a:xfrm>
              <a:off x="745583" y="6030782"/>
              <a:ext cx="1655555" cy="220159"/>
            </a:xfrm>
            <a:prstGeom prst="rect">
              <a:avLst/>
            </a:prstGeom>
            <a:noFill/>
          </p:spPr>
          <p:txBody>
            <a:bodyPr wrap="square" tIns="360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Integration platform </a:t>
              </a:r>
              <a:b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b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and events</a:t>
              </a:r>
            </a:p>
          </p:txBody>
        </p:sp>
        <p:grpSp>
          <p:nvGrpSpPr>
            <p:cNvPr id="791" name="Group 790">
              <a:extLst>
                <a:ext uri="{FF2B5EF4-FFF2-40B4-BE49-F238E27FC236}">
                  <a16:creationId xmlns:a16="http://schemas.microsoft.com/office/drawing/2014/main" id="{4D17B206-9F0E-CF49-7914-7A8EDEFE97FF}"/>
                </a:ext>
              </a:extLst>
            </p:cNvPr>
            <p:cNvGrpSpPr/>
            <p:nvPr/>
          </p:nvGrpSpPr>
          <p:grpSpPr>
            <a:xfrm>
              <a:off x="689180" y="4900318"/>
              <a:ext cx="378000" cy="378000"/>
              <a:chOff x="699690" y="4902729"/>
              <a:chExt cx="378000" cy="378000"/>
            </a:xfrm>
          </p:grpSpPr>
          <p:sp>
            <p:nvSpPr>
              <p:cNvPr id="792" name="Oval 2">
                <a:extLst>
                  <a:ext uri="{FF2B5EF4-FFF2-40B4-BE49-F238E27FC236}">
                    <a16:creationId xmlns:a16="http://schemas.microsoft.com/office/drawing/2014/main" id="{22273D7F-72FF-11F5-21DA-1628EC4F2D1C}"/>
                  </a:ext>
                </a:extLst>
              </p:cNvPr>
              <p:cNvSpPr/>
              <p:nvPr/>
            </p:nvSpPr>
            <p:spPr>
              <a:xfrm>
                <a:off x="699690" y="4902729"/>
                <a:ext cx="378000" cy="378000"/>
              </a:xfrm>
              <a:prstGeom prst="ellipse">
                <a:avLst/>
              </a:prstGeom>
              <a:solidFill>
                <a:schemeClr val="accent4"/>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endParaRPr>
              </a:p>
            </p:txBody>
          </p:sp>
          <p:sp>
            <p:nvSpPr>
              <p:cNvPr id="793" name="Freeform 4851">
                <a:extLst>
                  <a:ext uri="{FF2B5EF4-FFF2-40B4-BE49-F238E27FC236}">
                    <a16:creationId xmlns:a16="http://schemas.microsoft.com/office/drawing/2014/main" id="{F8331C75-A527-E41E-2828-0DAA4E00FD46}"/>
                  </a:ext>
                </a:extLst>
              </p:cNvPr>
              <p:cNvSpPr>
                <a:spLocks noEditPoints="1"/>
              </p:cNvSpPr>
              <p:nvPr/>
            </p:nvSpPr>
            <p:spPr bwMode="auto">
              <a:xfrm>
                <a:off x="800491" y="4981597"/>
                <a:ext cx="179347" cy="221332"/>
              </a:xfrm>
              <a:custGeom>
                <a:avLst/>
                <a:gdLst>
                  <a:gd name="T0" fmla="*/ 248 w 360"/>
                  <a:gd name="T1" fmla="*/ 8 h 380"/>
                  <a:gd name="T2" fmla="*/ 274 w 360"/>
                  <a:gd name="T3" fmla="*/ 0 h 380"/>
                  <a:gd name="T4" fmla="*/ 298 w 360"/>
                  <a:gd name="T5" fmla="*/ 28 h 380"/>
                  <a:gd name="T6" fmla="*/ 280 w 360"/>
                  <a:gd name="T7" fmla="*/ 56 h 380"/>
                  <a:gd name="T8" fmla="*/ 258 w 360"/>
                  <a:gd name="T9" fmla="*/ 56 h 380"/>
                  <a:gd name="T10" fmla="*/ 240 w 360"/>
                  <a:gd name="T11" fmla="*/ 28 h 380"/>
                  <a:gd name="T12" fmla="*/ 344 w 360"/>
                  <a:gd name="T13" fmla="*/ 88 h 380"/>
                  <a:gd name="T14" fmla="*/ 288 w 360"/>
                  <a:gd name="T15" fmla="*/ 68 h 380"/>
                  <a:gd name="T16" fmla="*/ 214 w 360"/>
                  <a:gd name="T17" fmla="*/ 70 h 380"/>
                  <a:gd name="T18" fmla="*/ 194 w 360"/>
                  <a:gd name="T19" fmla="*/ 90 h 380"/>
                  <a:gd name="T20" fmla="*/ 224 w 360"/>
                  <a:gd name="T21" fmla="*/ 114 h 380"/>
                  <a:gd name="T22" fmla="*/ 248 w 360"/>
                  <a:gd name="T23" fmla="*/ 166 h 380"/>
                  <a:gd name="T24" fmla="*/ 234 w 360"/>
                  <a:gd name="T25" fmla="*/ 208 h 380"/>
                  <a:gd name="T26" fmla="*/ 278 w 360"/>
                  <a:gd name="T27" fmla="*/ 214 h 380"/>
                  <a:gd name="T28" fmla="*/ 310 w 360"/>
                  <a:gd name="T29" fmla="*/ 244 h 380"/>
                  <a:gd name="T30" fmla="*/ 332 w 360"/>
                  <a:gd name="T31" fmla="*/ 200 h 380"/>
                  <a:gd name="T32" fmla="*/ 348 w 360"/>
                  <a:gd name="T33" fmla="*/ 208 h 380"/>
                  <a:gd name="T34" fmla="*/ 360 w 360"/>
                  <a:gd name="T35" fmla="*/ 190 h 380"/>
                  <a:gd name="T36" fmla="*/ 102 w 360"/>
                  <a:gd name="T37" fmla="*/ 56 h 380"/>
                  <a:gd name="T38" fmla="*/ 120 w 360"/>
                  <a:gd name="T39" fmla="*/ 28 h 380"/>
                  <a:gd name="T40" fmla="*/ 98 w 360"/>
                  <a:gd name="T41" fmla="*/ 0 h 380"/>
                  <a:gd name="T42" fmla="*/ 70 w 360"/>
                  <a:gd name="T43" fmla="*/ 8 h 380"/>
                  <a:gd name="T44" fmla="*/ 62 w 360"/>
                  <a:gd name="T45" fmla="*/ 34 h 380"/>
                  <a:gd name="T46" fmla="*/ 92 w 360"/>
                  <a:gd name="T47" fmla="*/ 58 h 380"/>
                  <a:gd name="T48" fmla="*/ 50 w 360"/>
                  <a:gd name="T49" fmla="*/ 244 h 380"/>
                  <a:gd name="T50" fmla="*/ 74 w 360"/>
                  <a:gd name="T51" fmla="*/ 218 h 380"/>
                  <a:gd name="T52" fmla="*/ 126 w 360"/>
                  <a:gd name="T53" fmla="*/ 208 h 380"/>
                  <a:gd name="T54" fmla="*/ 112 w 360"/>
                  <a:gd name="T55" fmla="*/ 166 h 380"/>
                  <a:gd name="T56" fmla="*/ 128 w 360"/>
                  <a:gd name="T57" fmla="*/ 122 h 380"/>
                  <a:gd name="T58" fmla="*/ 166 w 360"/>
                  <a:gd name="T59" fmla="*/ 90 h 380"/>
                  <a:gd name="T60" fmla="*/ 154 w 360"/>
                  <a:gd name="T61" fmla="*/ 74 h 380"/>
                  <a:gd name="T62" fmla="*/ 72 w 360"/>
                  <a:gd name="T63" fmla="*/ 68 h 380"/>
                  <a:gd name="T64" fmla="*/ 20 w 360"/>
                  <a:gd name="T65" fmla="*/ 80 h 380"/>
                  <a:gd name="T66" fmla="*/ 0 w 360"/>
                  <a:gd name="T67" fmla="*/ 190 h 380"/>
                  <a:gd name="T68" fmla="*/ 12 w 360"/>
                  <a:gd name="T69" fmla="*/ 208 h 380"/>
                  <a:gd name="T70" fmla="*/ 28 w 360"/>
                  <a:gd name="T71" fmla="*/ 200 h 380"/>
                  <a:gd name="T72" fmla="*/ 170 w 360"/>
                  <a:gd name="T73" fmla="*/ 118 h 380"/>
                  <a:gd name="T74" fmla="*/ 136 w 360"/>
                  <a:gd name="T75" fmla="*/ 146 h 380"/>
                  <a:gd name="T76" fmla="*/ 136 w 360"/>
                  <a:gd name="T77" fmla="*/ 184 h 380"/>
                  <a:gd name="T78" fmla="*/ 170 w 360"/>
                  <a:gd name="T79" fmla="*/ 214 h 380"/>
                  <a:gd name="T80" fmla="*/ 208 w 360"/>
                  <a:gd name="T81" fmla="*/ 206 h 380"/>
                  <a:gd name="T82" fmla="*/ 228 w 360"/>
                  <a:gd name="T83" fmla="*/ 166 h 380"/>
                  <a:gd name="T84" fmla="*/ 214 w 360"/>
                  <a:gd name="T85" fmla="*/ 132 h 380"/>
                  <a:gd name="T86" fmla="*/ 296 w 360"/>
                  <a:gd name="T87" fmla="*/ 260 h 380"/>
                  <a:gd name="T88" fmla="*/ 288 w 360"/>
                  <a:gd name="T89" fmla="*/ 246 h 380"/>
                  <a:gd name="T90" fmla="*/ 180 w 360"/>
                  <a:gd name="T91" fmla="*/ 278 h 380"/>
                  <a:gd name="T92" fmla="*/ 82 w 360"/>
                  <a:gd name="T93" fmla="*/ 236 h 380"/>
                  <a:gd name="T94" fmla="*/ 64 w 360"/>
                  <a:gd name="T95" fmla="*/ 260 h 380"/>
                  <a:gd name="T96" fmla="*/ 106 w 360"/>
                  <a:gd name="T97" fmla="*/ 304 h 380"/>
                  <a:gd name="T98" fmla="*/ 146 w 360"/>
                  <a:gd name="T99" fmla="*/ 378 h 380"/>
                  <a:gd name="T100" fmla="*/ 214 w 360"/>
                  <a:gd name="T101" fmla="*/ 378 h 380"/>
                  <a:gd name="T102" fmla="*/ 264 w 360"/>
                  <a:gd name="T103" fmla="*/ 362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60" h="380">
                    <a:moveTo>
                      <a:pt x="240" y="28"/>
                    </a:moveTo>
                    <a:lnTo>
                      <a:pt x="240" y="28"/>
                    </a:lnTo>
                    <a:lnTo>
                      <a:pt x="240" y="22"/>
                    </a:lnTo>
                    <a:lnTo>
                      <a:pt x="242" y="18"/>
                    </a:lnTo>
                    <a:lnTo>
                      <a:pt x="248" y="8"/>
                    </a:lnTo>
                    <a:lnTo>
                      <a:pt x="258" y="2"/>
                    </a:lnTo>
                    <a:lnTo>
                      <a:pt x="262" y="0"/>
                    </a:lnTo>
                    <a:lnTo>
                      <a:pt x="268" y="0"/>
                    </a:lnTo>
                    <a:lnTo>
                      <a:pt x="268" y="0"/>
                    </a:lnTo>
                    <a:lnTo>
                      <a:pt x="274" y="0"/>
                    </a:lnTo>
                    <a:lnTo>
                      <a:pt x="280" y="2"/>
                    </a:lnTo>
                    <a:lnTo>
                      <a:pt x="290" y="8"/>
                    </a:lnTo>
                    <a:lnTo>
                      <a:pt x="296" y="18"/>
                    </a:lnTo>
                    <a:lnTo>
                      <a:pt x="298" y="22"/>
                    </a:lnTo>
                    <a:lnTo>
                      <a:pt x="298" y="28"/>
                    </a:lnTo>
                    <a:lnTo>
                      <a:pt x="298" y="28"/>
                    </a:lnTo>
                    <a:lnTo>
                      <a:pt x="298" y="34"/>
                    </a:lnTo>
                    <a:lnTo>
                      <a:pt x="296" y="40"/>
                    </a:lnTo>
                    <a:lnTo>
                      <a:pt x="290" y="50"/>
                    </a:lnTo>
                    <a:lnTo>
                      <a:pt x="280" y="56"/>
                    </a:lnTo>
                    <a:lnTo>
                      <a:pt x="274" y="58"/>
                    </a:lnTo>
                    <a:lnTo>
                      <a:pt x="268" y="58"/>
                    </a:lnTo>
                    <a:lnTo>
                      <a:pt x="268" y="58"/>
                    </a:lnTo>
                    <a:lnTo>
                      <a:pt x="262" y="58"/>
                    </a:lnTo>
                    <a:lnTo>
                      <a:pt x="258" y="56"/>
                    </a:lnTo>
                    <a:lnTo>
                      <a:pt x="248" y="50"/>
                    </a:lnTo>
                    <a:lnTo>
                      <a:pt x="242" y="40"/>
                    </a:lnTo>
                    <a:lnTo>
                      <a:pt x="240" y="34"/>
                    </a:lnTo>
                    <a:lnTo>
                      <a:pt x="240" y="28"/>
                    </a:lnTo>
                    <a:lnTo>
                      <a:pt x="240" y="28"/>
                    </a:lnTo>
                    <a:close/>
                    <a:moveTo>
                      <a:pt x="360" y="190"/>
                    </a:moveTo>
                    <a:lnTo>
                      <a:pt x="344" y="90"/>
                    </a:lnTo>
                    <a:lnTo>
                      <a:pt x="344" y="90"/>
                    </a:lnTo>
                    <a:lnTo>
                      <a:pt x="344" y="88"/>
                    </a:lnTo>
                    <a:lnTo>
                      <a:pt x="344" y="88"/>
                    </a:lnTo>
                    <a:lnTo>
                      <a:pt x="340" y="80"/>
                    </a:lnTo>
                    <a:lnTo>
                      <a:pt x="332" y="74"/>
                    </a:lnTo>
                    <a:lnTo>
                      <a:pt x="324" y="70"/>
                    </a:lnTo>
                    <a:lnTo>
                      <a:pt x="314" y="68"/>
                    </a:lnTo>
                    <a:lnTo>
                      <a:pt x="288" y="68"/>
                    </a:lnTo>
                    <a:lnTo>
                      <a:pt x="270" y="102"/>
                    </a:lnTo>
                    <a:lnTo>
                      <a:pt x="250" y="68"/>
                    </a:lnTo>
                    <a:lnTo>
                      <a:pt x="222" y="68"/>
                    </a:lnTo>
                    <a:lnTo>
                      <a:pt x="222" y="68"/>
                    </a:lnTo>
                    <a:lnTo>
                      <a:pt x="214" y="70"/>
                    </a:lnTo>
                    <a:lnTo>
                      <a:pt x="206" y="74"/>
                    </a:lnTo>
                    <a:lnTo>
                      <a:pt x="198" y="80"/>
                    </a:lnTo>
                    <a:lnTo>
                      <a:pt x="194" y="88"/>
                    </a:lnTo>
                    <a:lnTo>
                      <a:pt x="194" y="88"/>
                    </a:lnTo>
                    <a:lnTo>
                      <a:pt x="194" y="90"/>
                    </a:lnTo>
                    <a:lnTo>
                      <a:pt x="192" y="98"/>
                    </a:lnTo>
                    <a:lnTo>
                      <a:pt x="192" y="98"/>
                    </a:lnTo>
                    <a:lnTo>
                      <a:pt x="204" y="102"/>
                    </a:lnTo>
                    <a:lnTo>
                      <a:pt x="214" y="106"/>
                    </a:lnTo>
                    <a:lnTo>
                      <a:pt x="224" y="114"/>
                    </a:lnTo>
                    <a:lnTo>
                      <a:pt x="232" y="122"/>
                    </a:lnTo>
                    <a:lnTo>
                      <a:pt x="240" y="132"/>
                    </a:lnTo>
                    <a:lnTo>
                      <a:pt x="244" y="142"/>
                    </a:lnTo>
                    <a:lnTo>
                      <a:pt x="248" y="154"/>
                    </a:lnTo>
                    <a:lnTo>
                      <a:pt x="248" y="166"/>
                    </a:lnTo>
                    <a:lnTo>
                      <a:pt x="248" y="166"/>
                    </a:lnTo>
                    <a:lnTo>
                      <a:pt x="248" y="178"/>
                    </a:lnTo>
                    <a:lnTo>
                      <a:pt x="246" y="188"/>
                    </a:lnTo>
                    <a:lnTo>
                      <a:pt x="240" y="198"/>
                    </a:lnTo>
                    <a:lnTo>
                      <a:pt x="234" y="208"/>
                    </a:lnTo>
                    <a:lnTo>
                      <a:pt x="250" y="208"/>
                    </a:lnTo>
                    <a:lnTo>
                      <a:pt x="250" y="208"/>
                    </a:lnTo>
                    <a:lnTo>
                      <a:pt x="260" y="208"/>
                    </a:lnTo>
                    <a:lnTo>
                      <a:pt x="270" y="210"/>
                    </a:lnTo>
                    <a:lnTo>
                      <a:pt x="278" y="214"/>
                    </a:lnTo>
                    <a:lnTo>
                      <a:pt x="286" y="218"/>
                    </a:lnTo>
                    <a:lnTo>
                      <a:pt x="294" y="222"/>
                    </a:lnTo>
                    <a:lnTo>
                      <a:pt x="300" y="228"/>
                    </a:lnTo>
                    <a:lnTo>
                      <a:pt x="306" y="236"/>
                    </a:lnTo>
                    <a:lnTo>
                      <a:pt x="310" y="244"/>
                    </a:lnTo>
                    <a:lnTo>
                      <a:pt x="308" y="118"/>
                    </a:lnTo>
                    <a:lnTo>
                      <a:pt x="318" y="118"/>
                    </a:lnTo>
                    <a:lnTo>
                      <a:pt x="330" y="196"/>
                    </a:lnTo>
                    <a:lnTo>
                      <a:pt x="330" y="196"/>
                    </a:lnTo>
                    <a:lnTo>
                      <a:pt x="332" y="200"/>
                    </a:lnTo>
                    <a:lnTo>
                      <a:pt x="336" y="204"/>
                    </a:lnTo>
                    <a:lnTo>
                      <a:pt x="340" y="208"/>
                    </a:lnTo>
                    <a:lnTo>
                      <a:pt x="346" y="208"/>
                    </a:lnTo>
                    <a:lnTo>
                      <a:pt x="346" y="208"/>
                    </a:lnTo>
                    <a:lnTo>
                      <a:pt x="348" y="208"/>
                    </a:lnTo>
                    <a:lnTo>
                      <a:pt x="348" y="208"/>
                    </a:lnTo>
                    <a:lnTo>
                      <a:pt x="354" y="206"/>
                    </a:lnTo>
                    <a:lnTo>
                      <a:pt x="358" y="202"/>
                    </a:lnTo>
                    <a:lnTo>
                      <a:pt x="360" y="196"/>
                    </a:lnTo>
                    <a:lnTo>
                      <a:pt x="360" y="190"/>
                    </a:lnTo>
                    <a:lnTo>
                      <a:pt x="360" y="190"/>
                    </a:lnTo>
                    <a:close/>
                    <a:moveTo>
                      <a:pt x="92" y="58"/>
                    </a:moveTo>
                    <a:lnTo>
                      <a:pt x="92" y="58"/>
                    </a:lnTo>
                    <a:lnTo>
                      <a:pt x="98" y="58"/>
                    </a:lnTo>
                    <a:lnTo>
                      <a:pt x="102" y="56"/>
                    </a:lnTo>
                    <a:lnTo>
                      <a:pt x="112" y="50"/>
                    </a:lnTo>
                    <a:lnTo>
                      <a:pt x="118" y="40"/>
                    </a:lnTo>
                    <a:lnTo>
                      <a:pt x="120" y="34"/>
                    </a:lnTo>
                    <a:lnTo>
                      <a:pt x="120" y="28"/>
                    </a:lnTo>
                    <a:lnTo>
                      <a:pt x="120" y="28"/>
                    </a:lnTo>
                    <a:lnTo>
                      <a:pt x="120" y="22"/>
                    </a:lnTo>
                    <a:lnTo>
                      <a:pt x="118" y="18"/>
                    </a:lnTo>
                    <a:lnTo>
                      <a:pt x="112" y="8"/>
                    </a:lnTo>
                    <a:lnTo>
                      <a:pt x="102" y="2"/>
                    </a:lnTo>
                    <a:lnTo>
                      <a:pt x="98" y="0"/>
                    </a:lnTo>
                    <a:lnTo>
                      <a:pt x="92" y="0"/>
                    </a:lnTo>
                    <a:lnTo>
                      <a:pt x="92" y="0"/>
                    </a:lnTo>
                    <a:lnTo>
                      <a:pt x="86" y="0"/>
                    </a:lnTo>
                    <a:lnTo>
                      <a:pt x="80" y="2"/>
                    </a:lnTo>
                    <a:lnTo>
                      <a:pt x="70" y="8"/>
                    </a:lnTo>
                    <a:lnTo>
                      <a:pt x="64" y="18"/>
                    </a:lnTo>
                    <a:lnTo>
                      <a:pt x="62" y="22"/>
                    </a:lnTo>
                    <a:lnTo>
                      <a:pt x="62" y="28"/>
                    </a:lnTo>
                    <a:lnTo>
                      <a:pt x="62" y="28"/>
                    </a:lnTo>
                    <a:lnTo>
                      <a:pt x="62" y="34"/>
                    </a:lnTo>
                    <a:lnTo>
                      <a:pt x="64" y="40"/>
                    </a:lnTo>
                    <a:lnTo>
                      <a:pt x="70" y="50"/>
                    </a:lnTo>
                    <a:lnTo>
                      <a:pt x="80" y="56"/>
                    </a:lnTo>
                    <a:lnTo>
                      <a:pt x="86" y="58"/>
                    </a:lnTo>
                    <a:lnTo>
                      <a:pt x="92" y="58"/>
                    </a:lnTo>
                    <a:lnTo>
                      <a:pt x="92" y="58"/>
                    </a:lnTo>
                    <a:close/>
                    <a:moveTo>
                      <a:pt x="30" y="196"/>
                    </a:moveTo>
                    <a:lnTo>
                      <a:pt x="42" y="118"/>
                    </a:lnTo>
                    <a:lnTo>
                      <a:pt x="52" y="118"/>
                    </a:lnTo>
                    <a:lnTo>
                      <a:pt x="50" y="244"/>
                    </a:lnTo>
                    <a:lnTo>
                      <a:pt x="50" y="244"/>
                    </a:lnTo>
                    <a:lnTo>
                      <a:pt x="54" y="236"/>
                    </a:lnTo>
                    <a:lnTo>
                      <a:pt x="60" y="228"/>
                    </a:lnTo>
                    <a:lnTo>
                      <a:pt x="66" y="222"/>
                    </a:lnTo>
                    <a:lnTo>
                      <a:pt x="74" y="218"/>
                    </a:lnTo>
                    <a:lnTo>
                      <a:pt x="82" y="214"/>
                    </a:lnTo>
                    <a:lnTo>
                      <a:pt x="90" y="210"/>
                    </a:lnTo>
                    <a:lnTo>
                      <a:pt x="100" y="208"/>
                    </a:lnTo>
                    <a:lnTo>
                      <a:pt x="110" y="208"/>
                    </a:lnTo>
                    <a:lnTo>
                      <a:pt x="126" y="208"/>
                    </a:lnTo>
                    <a:lnTo>
                      <a:pt x="126" y="208"/>
                    </a:lnTo>
                    <a:lnTo>
                      <a:pt x="120" y="198"/>
                    </a:lnTo>
                    <a:lnTo>
                      <a:pt x="114" y="188"/>
                    </a:lnTo>
                    <a:lnTo>
                      <a:pt x="112" y="178"/>
                    </a:lnTo>
                    <a:lnTo>
                      <a:pt x="112" y="166"/>
                    </a:lnTo>
                    <a:lnTo>
                      <a:pt x="112" y="166"/>
                    </a:lnTo>
                    <a:lnTo>
                      <a:pt x="112" y="154"/>
                    </a:lnTo>
                    <a:lnTo>
                      <a:pt x="116" y="142"/>
                    </a:lnTo>
                    <a:lnTo>
                      <a:pt x="120" y="132"/>
                    </a:lnTo>
                    <a:lnTo>
                      <a:pt x="128" y="122"/>
                    </a:lnTo>
                    <a:lnTo>
                      <a:pt x="136" y="114"/>
                    </a:lnTo>
                    <a:lnTo>
                      <a:pt x="146" y="106"/>
                    </a:lnTo>
                    <a:lnTo>
                      <a:pt x="156" y="102"/>
                    </a:lnTo>
                    <a:lnTo>
                      <a:pt x="168" y="98"/>
                    </a:lnTo>
                    <a:lnTo>
                      <a:pt x="166" y="90"/>
                    </a:lnTo>
                    <a:lnTo>
                      <a:pt x="166" y="90"/>
                    </a:lnTo>
                    <a:lnTo>
                      <a:pt x="166" y="88"/>
                    </a:lnTo>
                    <a:lnTo>
                      <a:pt x="166" y="88"/>
                    </a:lnTo>
                    <a:lnTo>
                      <a:pt x="162" y="80"/>
                    </a:lnTo>
                    <a:lnTo>
                      <a:pt x="154" y="74"/>
                    </a:lnTo>
                    <a:lnTo>
                      <a:pt x="146" y="70"/>
                    </a:lnTo>
                    <a:lnTo>
                      <a:pt x="138" y="68"/>
                    </a:lnTo>
                    <a:lnTo>
                      <a:pt x="110" y="68"/>
                    </a:lnTo>
                    <a:lnTo>
                      <a:pt x="90" y="102"/>
                    </a:lnTo>
                    <a:lnTo>
                      <a:pt x="72" y="68"/>
                    </a:lnTo>
                    <a:lnTo>
                      <a:pt x="46" y="68"/>
                    </a:lnTo>
                    <a:lnTo>
                      <a:pt x="46" y="68"/>
                    </a:lnTo>
                    <a:lnTo>
                      <a:pt x="36" y="70"/>
                    </a:lnTo>
                    <a:lnTo>
                      <a:pt x="28" y="74"/>
                    </a:lnTo>
                    <a:lnTo>
                      <a:pt x="20" y="80"/>
                    </a:lnTo>
                    <a:lnTo>
                      <a:pt x="16" y="88"/>
                    </a:lnTo>
                    <a:lnTo>
                      <a:pt x="16" y="88"/>
                    </a:lnTo>
                    <a:lnTo>
                      <a:pt x="16" y="90"/>
                    </a:lnTo>
                    <a:lnTo>
                      <a:pt x="0" y="190"/>
                    </a:lnTo>
                    <a:lnTo>
                      <a:pt x="0" y="190"/>
                    </a:lnTo>
                    <a:lnTo>
                      <a:pt x="0" y="196"/>
                    </a:lnTo>
                    <a:lnTo>
                      <a:pt x="2" y="202"/>
                    </a:lnTo>
                    <a:lnTo>
                      <a:pt x="6" y="206"/>
                    </a:lnTo>
                    <a:lnTo>
                      <a:pt x="12" y="208"/>
                    </a:lnTo>
                    <a:lnTo>
                      <a:pt x="12" y="208"/>
                    </a:lnTo>
                    <a:lnTo>
                      <a:pt x="14" y="208"/>
                    </a:lnTo>
                    <a:lnTo>
                      <a:pt x="14" y="208"/>
                    </a:lnTo>
                    <a:lnTo>
                      <a:pt x="20" y="208"/>
                    </a:lnTo>
                    <a:lnTo>
                      <a:pt x="24" y="204"/>
                    </a:lnTo>
                    <a:lnTo>
                      <a:pt x="28" y="200"/>
                    </a:lnTo>
                    <a:lnTo>
                      <a:pt x="30" y="196"/>
                    </a:lnTo>
                    <a:lnTo>
                      <a:pt x="30" y="196"/>
                    </a:lnTo>
                    <a:close/>
                    <a:moveTo>
                      <a:pt x="180" y="118"/>
                    </a:moveTo>
                    <a:lnTo>
                      <a:pt x="180" y="118"/>
                    </a:lnTo>
                    <a:lnTo>
                      <a:pt x="170" y="118"/>
                    </a:lnTo>
                    <a:lnTo>
                      <a:pt x="162" y="120"/>
                    </a:lnTo>
                    <a:lnTo>
                      <a:pt x="152" y="126"/>
                    </a:lnTo>
                    <a:lnTo>
                      <a:pt x="146" y="132"/>
                    </a:lnTo>
                    <a:lnTo>
                      <a:pt x="140" y="138"/>
                    </a:lnTo>
                    <a:lnTo>
                      <a:pt x="136" y="146"/>
                    </a:lnTo>
                    <a:lnTo>
                      <a:pt x="132" y="156"/>
                    </a:lnTo>
                    <a:lnTo>
                      <a:pt x="132" y="166"/>
                    </a:lnTo>
                    <a:lnTo>
                      <a:pt x="132" y="166"/>
                    </a:lnTo>
                    <a:lnTo>
                      <a:pt x="132" y="176"/>
                    </a:lnTo>
                    <a:lnTo>
                      <a:pt x="136" y="184"/>
                    </a:lnTo>
                    <a:lnTo>
                      <a:pt x="140" y="194"/>
                    </a:lnTo>
                    <a:lnTo>
                      <a:pt x="146" y="200"/>
                    </a:lnTo>
                    <a:lnTo>
                      <a:pt x="152" y="206"/>
                    </a:lnTo>
                    <a:lnTo>
                      <a:pt x="162" y="210"/>
                    </a:lnTo>
                    <a:lnTo>
                      <a:pt x="170" y="214"/>
                    </a:lnTo>
                    <a:lnTo>
                      <a:pt x="180" y="214"/>
                    </a:lnTo>
                    <a:lnTo>
                      <a:pt x="180" y="214"/>
                    </a:lnTo>
                    <a:lnTo>
                      <a:pt x="190" y="214"/>
                    </a:lnTo>
                    <a:lnTo>
                      <a:pt x="200" y="210"/>
                    </a:lnTo>
                    <a:lnTo>
                      <a:pt x="208" y="206"/>
                    </a:lnTo>
                    <a:lnTo>
                      <a:pt x="214" y="200"/>
                    </a:lnTo>
                    <a:lnTo>
                      <a:pt x="220" y="194"/>
                    </a:lnTo>
                    <a:lnTo>
                      <a:pt x="224" y="184"/>
                    </a:lnTo>
                    <a:lnTo>
                      <a:pt x="228" y="176"/>
                    </a:lnTo>
                    <a:lnTo>
                      <a:pt x="228" y="166"/>
                    </a:lnTo>
                    <a:lnTo>
                      <a:pt x="228" y="166"/>
                    </a:lnTo>
                    <a:lnTo>
                      <a:pt x="228" y="156"/>
                    </a:lnTo>
                    <a:lnTo>
                      <a:pt x="224" y="146"/>
                    </a:lnTo>
                    <a:lnTo>
                      <a:pt x="220" y="138"/>
                    </a:lnTo>
                    <a:lnTo>
                      <a:pt x="214" y="132"/>
                    </a:lnTo>
                    <a:lnTo>
                      <a:pt x="208" y="126"/>
                    </a:lnTo>
                    <a:lnTo>
                      <a:pt x="200" y="120"/>
                    </a:lnTo>
                    <a:lnTo>
                      <a:pt x="190" y="118"/>
                    </a:lnTo>
                    <a:lnTo>
                      <a:pt x="180" y="118"/>
                    </a:lnTo>
                    <a:close/>
                    <a:moveTo>
                      <a:pt x="296" y="260"/>
                    </a:moveTo>
                    <a:lnTo>
                      <a:pt x="296" y="260"/>
                    </a:lnTo>
                    <a:lnTo>
                      <a:pt x="294" y="258"/>
                    </a:lnTo>
                    <a:lnTo>
                      <a:pt x="294" y="258"/>
                    </a:lnTo>
                    <a:lnTo>
                      <a:pt x="292" y="252"/>
                    </a:lnTo>
                    <a:lnTo>
                      <a:pt x="288" y="246"/>
                    </a:lnTo>
                    <a:lnTo>
                      <a:pt x="278" y="236"/>
                    </a:lnTo>
                    <a:lnTo>
                      <a:pt x="266" y="230"/>
                    </a:lnTo>
                    <a:lnTo>
                      <a:pt x="250" y="228"/>
                    </a:lnTo>
                    <a:lnTo>
                      <a:pt x="210" y="228"/>
                    </a:lnTo>
                    <a:lnTo>
                      <a:pt x="180" y="278"/>
                    </a:lnTo>
                    <a:lnTo>
                      <a:pt x="150" y="228"/>
                    </a:lnTo>
                    <a:lnTo>
                      <a:pt x="110" y="228"/>
                    </a:lnTo>
                    <a:lnTo>
                      <a:pt x="110" y="228"/>
                    </a:lnTo>
                    <a:lnTo>
                      <a:pt x="94" y="230"/>
                    </a:lnTo>
                    <a:lnTo>
                      <a:pt x="82" y="236"/>
                    </a:lnTo>
                    <a:lnTo>
                      <a:pt x="72" y="246"/>
                    </a:lnTo>
                    <a:lnTo>
                      <a:pt x="68" y="252"/>
                    </a:lnTo>
                    <a:lnTo>
                      <a:pt x="66" y="258"/>
                    </a:lnTo>
                    <a:lnTo>
                      <a:pt x="66" y="258"/>
                    </a:lnTo>
                    <a:lnTo>
                      <a:pt x="64" y="260"/>
                    </a:lnTo>
                    <a:lnTo>
                      <a:pt x="52" y="336"/>
                    </a:lnTo>
                    <a:lnTo>
                      <a:pt x="52" y="336"/>
                    </a:lnTo>
                    <a:lnTo>
                      <a:pt x="72" y="352"/>
                    </a:lnTo>
                    <a:lnTo>
                      <a:pt x="96" y="362"/>
                    </a:lnTo>
                    <a:lnTo>
                      <a:pt x="106" y="304"/>
                    </a:lnTo>
                    <a:lnTo>
                      <a:pt x="118" y="304"/>
                    </a:lnTo>
                    <a:lnTo>
                      <a:pt x="114" y="370"/>
                    </a:lnTo>
                    <a:lnTo>
                      <a:pt x="114" y="370"/>
                    </a:lnTo>
                    <a:lnTo>
                      <a:pt x="130" y="374"/>
                    </a:lnTo>
                    <a:lnTo>
                      <a:pt x="146" y="378"/>
                    </a:lnTo>
                    <a:lnTo>
                      <a:pt x="162" y="380"/>
                    </a:lnTo>
                    <a:lnTo>
                      <a:pt x="180" y="380"/>
                    </a:lnTo>
                    <a:lnTo>
                      <a:pt x="180" y="380"/>
                    </a:lnTo>
                    <a:lnTo>
                      <a:pt x="196" y="380"/>
                    </a:lnTo>
                    <a:lnTo>
                      <a:pt x="214" y="378"/>
                    </a:lnTo>
                    <a:lnTo>
                      <a:pt x="230" y="374"/>
                    </a:lnTo>
                    <a:lnTo>
                      <a:pt x="246" y="370"/>
                    </a:lnTo>
                    <a:lnTo>
                      <a:pt x="242" y="304"/>
                    </a:lnTo>
                    <a:lnTo>
                      <a:pt x="254" y="304"/>
                    </a:lnTo>
                    <a:lnTo>
                      <a:pt x="264" y="362"/>
                    </a:lnTo>
                    <a:lnTo>
                      <a:pt x="264" y="362"/>
                    </a:lnTo>
                    <a:lnTo>
                      <a:pt x="288" y="350"/>
                    </a:lnTo>
                    <a:lnTo>
                      <a:pt x="308" y="336"/>
                    </a:lnTo>
                    <a:lnTo>
                      <a:pt x="296" y="260"/>
                    </a:lnTo>
                    <a:close/>
                  </a:path>
                </a:pathLst>
              </a:custGeom>
              <a:solidFill>
                <a:srgbClr val="FFFFFF"/>
              </a:solidFill>
              <a:ln>
                <a:noFill/>
              </a:ln>
            </p:spPr>
            <p:txBody>
              <a:bodyPr vert="horz" wrap="square" lIns="78191" tIns="39095" rIns="78191" bIns="39095"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539" b="0" i="0" u="none" strike="noStrike" kern="0" cap="none" spc="0" normalizeH="0" baseline="0" noProof="0">
                  <a:ln>
                    <a:noFill/>
                  </a:ln>
                  <a:solidFill>
                    <a:prstClr val="black"/>
                  </a:solidFill>
                  <a:effectLst/>
                  <a:uLnTx/>
                  <a:uFillTx/>
                  <a:latin typeface="Ubuntu"/>
                  <a:ea typeface="+mn-ea"/>
                  <a:cs typeface="+mn-cs"/>
                </a:endParaRPr>
              </a:p>
            </p:txBody>
          </p:sp>
        </p:grpSp>
        <p:pic>
          <p:nvPicPr>
            <p:cNvPr id="794" name="Picture 7">
              <a:extLst>
                <a:ext uri="{FF2B5EF4-FFF2-40B4-BE49-F238E27FC236}">
                  <a16:creationId xmlns:a16="http://schemas.microsoft.com/office/drawing/2014/main" id="{F01679E2-3BD2-AE9E-8C97-BBD075E65092}"/>
                </a:ext>
              </a:extLst>
            </p:cNvPr>
            <p:cNvPicPr>
              <a:picLocks noChangeAspect="1"/>
            </p:cNvPicPr>
            <p:nvPr/>
          </p:nvPicPr>
          <p:blipFill>
            <a:blip r:embed="rId10"/>
            <a:stretch>
              <a:fillRect/>
            </a:stretch>
          </p:blipFill>
          <p:spPr>
            <a:xfrm>
              <a:off x="1717223" y="5631699"/>
              <a:ext cx="683915" cy="378009"/>
            </a:xfrm>
            <a:prstGeom prst="rect">
              <a:avLst/>
            </a:prstGeom>
            <a:noFill/>
            <a:ln>
              <a:noFill/>
            </a:ln>
            <a:effectLst/>
          </p:spPr>
        </p:pic>
        <p:grpSp>
          <p:nvGrpSpPr>
            <p:cNvPr id="795" name="Group 12">
              <a:extLst>
                <a:ext uri="{FF2B5EF4-FFF2-40B4-BE49-F238E27FC236}">
                  <a16:creationId xmlns:a16="http://schemas.microsoft.com/office/drawing/2014/main" id="{EAA5E443-BE4E-F46C-FFD4-36167BFD533B}"/>
                </a:ext>
              </a:extLst>
            </p:cNvPr>
            <p:cNvGrpSpPr/>
            <p:nvPr/>
          </p:nvGrpSpPr>
          <p:grpSpPr>
            <a:xfrm>
              <a:off x="880122" y="5550574"/>
              <a:ext cx="782678" cy="523640"/>
              <a:chOff x="6223240" y="2092148"/>
              <a:chExt cx="1121836" cy="750550"/>
            </a:xfrm>
          </p:grpSpPr>
          <p:pic>
            <p:nvPicPr>
              <p:cNvPr id="796" name="Picture 3">
                <a:extLst>
                  <a:ext uri="{FF2B5EF4-FFF2-40B4-BE49-F238E27FC236}">
                    <a16:creationId xmlns:a16="http://schemas.microsoft.com/office/drawing/2014/main" id="{51F28F91-FC40-1957-2FE5-57B77513318F}"/>
                  </a:ext>
                </a:extLst>
              </p:cNvPr>
              <p:cNvPicPr>
                <a:picLocks noChangeAspect="1" noChangeArrowheads="1"/>
              </p:cNvPicPr>
              <p:nvPr/>
            </p:nvPicPr>
            <p:blipFill>
              <a:blip r:embed="rId11" cstate="screen">
                <a:duotone>
                  <a:srgbClr val="0070AD">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223240" y="2092148"/>
                <a:ext cx="860991" cy="450191"/>
              </a:xfrm>
              <a:prstGeom prst="rect">
                <a:avLst/>
              </a:prstGeom>
              <a:noFill/>
              <a:ln w="9525">
                <a:solidFill>
                  <a:srgbClr val="ECECEC"/>
                </a:solidFill>
                <a:miter lim="800000"/>
                <a:headEnd/>
                <a:tailEnd/>
              </a:ln>
              <a:effectLst/>
            </p:spPr>
          </p:pic>
          <p:pic>
            <p:nvPicPr>
              <p:cNvPr id="797" name="Picture 3">
                <a:extLst>
                  <a:ext uri="{FF2B5EF4-FFF2-40B4-BE49-F238E27FC236}">
                    <a16:creationId xmlns:a16="http://schemas.microsoft.com/office/drawing/2014/main" id="{BBF5A969-3E3F-6042-0B8F-9B9806EB21D6}"/>
                  </a:ext>
                </a:extLst>
              </p:cNvPr>
              <p:cNvPicPr>
                <a:picLocks noChangeAspect="1" noChangeArrowheads="1"/>
              </p:cNvPicPr>
              <p:nvPr/>
            </p:nvPicPr>
            <p:blipFill>
              <a:blip r:embed="rId12" cstate="screen">
                <a:duotone>
                  <a:srgbClr val="0070AD">
                    <a:shade val="45000"/>
                    <a:satMod val="135000"/>
                  </a:srgbClr>
                  <a:prstClr val="white"/>
                </a:duotone>
                <a:extLst>
                  <a:ext uri="{28A0092B-C50C-407E-A947-70E740481C1C}">
                    <a14:useLocalDpi xmlns:a14="http://schemas.microsoft.com/office/drawing/2010/main"/>
                  </a:ext>
                </a:extLst>
              </a:blip>
              <a:srcRect/>
              <a:stretch>
                <a:fillRect/>
              </a:stretch>
            </p:blipFill>
            <p:spPr bwMode="auto">
              <a:xfrm>
                <a:off x="6501746" y="2351375"/>
                <a:ext cx="843330" cy="491323"/>
              </a:xfrm>
              <a:prstGeom prst="rect">
                <a:avLst/>
              </a:prstGeom>
              <a:ln>
                <a:solidFill>
                  <a:srgbClr val="ECECEC"/>
                </a:solidFill>
              </a:ln>
              <a:effectLst/>
            </p:spPr>
          </p:pic>
        </p:grpSp>
        <p:pic>
          <p:nvPicPr>
            <p:cNvPr id="798" name="Picture 13">
              <a:extLst>
                <a:ext uri="{FF2B5EF4-FFF2-40B4-BE49-F238E27FC236}">
                  <a16:creationId xmlns:a16="http://schemas.microsoft.com/office/drawing/2014/main" id="{04BA8471-0D5D-E92D-88DD-C088E1238922}"/>
                </a:ext>
              </a:extLst>
            </p:cNvPr>
            <p:cNvPicPr>
              <a:picLocks noChangeAspect="1"/>
            </p:cNvPicPr>
            <p:nvPr/>
          </p:nvPicPr>
          <p:blipFill>
            <a:blip r:embed="rId13"/>
            <a:stretch>
              <a:fillRect/>
            </a:stretch>
          </p:blipFill>
          <p:spPr>
            <a:xfrm>
              <a:off x="2420758" y="5566262"/>
              <a:ext cx="710284" cy="369245"/>
            </a:xfrm>
            <a:prstGeom prst="rect">
              <a:avLst/>
            </a:prstGeom>
            <a:ln>
              <a:solidFill>
                <a:srgbClr val="ECECEC"/>
              </a:solidFill>
            </a:ln>
            <a:effectLst/>
          </p:spPr>
        </p:pic>
        <p:grpSp>
          <p:nvGrpSpPr>
            <p:cNvPr id="799" name="Group 798">
              <a:extLst>
                <a:ext uri="{FF2B5EF4-FFF2-40B4-BE49-F238E27FC236}">
                  <a16:creationId xmlns:a16="http://schemas.microsoft.com/office/drawing/2014/main" id="{4E9E0F6F-9669-340C-8D21-5B9A50B6F037}"/>
                </a:ext>
              </a:extLst>
            </p:cNvPr>
            <p:cNvGrpSpPr/>
            <p:nvPr/>
          </p:nvGrpSpPr>
          <p:grpSpPr>
            <a:xfrm>
              <a:off x="2984181" y="5637108"/>
              <a:ext cx="618162" cy="417169"/>
              <a:chOff x="-1124905" y="2155067"/>
              <a:chExt cx="1028591" cy="746058"/>
            </a:xfrm>
          </p:grpSpPr>
          <p:pic>
            <p:nvPicPr>
              <p:cNvPr id="800" name="Grafik 492">
                <a:extLst>
                  <a:ext uri="{FF2B5EF4-FFF2-40B4-BE49-F238E27FC236}">
                    <a16:creationId xmlns:a16="http://schemas.microsoft.com/office/drawing/2014/main" id="{1C40EC29-F540-566B-95E5-8AB854A3DF5A}"/>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r="33782"/>
              <a:stretch/>
            </p:blipFill>
            <p:spPr>
              <a:xfrm>
                <a:off x="-1124905" y="2155067"/>
                <a:ext cx="835881" cy="650108"/>
              </a:xfrm>
              <a:prstGeom prst="rect">
                <a:avLst/>
              </a:prstGeom>
              <a:effectLst/>
            </p:spPr>
          </p:pic>
          <p:grpSp>
            <p:nvGrpSpPr>
              <p:cNvPr id="801" name="Gruppieren 920">
                <a:extLst>
                  <a:ext uri="{FF2B5EF4-FFF2-40B4-BE49-F238E27FC236}">
                    <a16:creationId xmlns:a16="http://schemas.microsoft.com/office/drawing/2014/main" id="{067CD67B-E387-835A-5821-51367D893D83}"/>
                  </a:ext>
                </a:extLst>
              </p:cNvPr>
              <p:cNvGrpSpPr>
                <a:grpSpLocks noChangeAspect="1"/>
              </p:cNvGrpSpPr>
              <p:nvPr/>
            </p:nvGrpSpPr>
            <p:grpSpPr>
              <a:xfrm>
                <a:off x="-629219" y="2301079"/>
                <a:ext cx="278101" cy="569488"/>
                <a:chOff x="4341920" y="1494137"/>
                <a:chExt cx="1160085" cy="2375594"/>
              </a:xfrm>
            </p:grpSpPr>
            <p:pic>
              <p:nvPicPr>
                <p:cNvPr id="884" name="_effect">
                  <a:extLst>
                    <a:ext uri="{FF2B5EF4-FFF2-40B4-BE49-F238E27FC236}">
                      <a16:creationId xmlns:a16="http://schemas.microsoft.com/office/drawing/2014/main" id="{2A67000A-A384-9D9E-D643-961551EC5EF7}"/>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4341920" y="3394302"/>
                  <a:ext cx="1160085" cy="475429"/>
                </a:xfrm>
                <a:prstGeom prst="rect">
                  <a:avLst/>
                </a:prstGeom>
                <a:noFill/>
              </p:spPr>
            </p:pic>
            <p:grpSp>
              <p:nvGrpSpPr>
                <p:cNvPr id="885" name="Gruppieren 972">
                  <a:extLst>
                    <a:ext uri="{FF2B5EF4-FFF2-40B4-BE49-F238E27FC236}">
                      <a16:creationId xmlns:a16="http://schemas.microsoft.com/office/drawing/2014/main" id="{CF59941C-B3C0-7116-9B76-68F2B90EEFFB}"/>
                    </a:ext>
                  </a:extLst>
                </p:cNvPr>
                <p:cNvGrpSpPr/>
                <p:nvPr/>
              </p:nvGrpSpPr>
              <p:grpSpPr>
                <a:xfrm>
                  <a:off x="4542754" y="1494137"/>
                  <a:ext cx="799166" cy="2235893"/>
                  <a:chOff x="4542754" y="1494137"/>
                  <a:chExt cx="799166" cy="2235893"/>
                </a:xfrm>
              </p:grpSpPr>
              <p:grpSp>
                <p:nvGrpSpPr>
                  <p:cNvPr id="886" name="Gruppieren 599">
                    <a:extLst>
                      <a:ext uri="{FF2B5EF4-FFF2-40B4-BE49-F238E27FC236}">
                        <a16:creationId xmlns:a16="http://schemas.microsoft.com/office/drawing/2014/main" id="{E31F0639-F62C-BAFD-1E8D-865C67877A5A}"/>
                      </a:ext>
                    </a:extLst>
                  </p:cNvPr>
                  <p:cNvGrpSpPr/>
                  <p:nvPr/>
                </p:nvGrpSpPr>
                <p:grpSpPr>
                  <a:xfrm rot="198387">
                    <a:off x="4542754" y="1515743"/>
                    <a:ext cx="799166" cy="2214287"/>
                    <a:chOff x="1623461" y="3584382"/>
                    <a:chExt cx="758395" cy="2101323"/>
                  </a:xfrm>
                </p:grpSpPr>
                <p:grpSp>
                  <p:nvGrpSpPr>
                    <p:cNvPr id="893" name="Gruppieren 271">
                      <a:extLst>
                        <a:ext uri="{FF2B5EF4-FFF2-40B4-BE49-F238E27FC236}">
                          <a16:creationId xmlns:a16="http://schemas.microsoft.com/office/drawing/2014/main" id="{12DE3DB5-76F6-ECFF-AA21-CD452E70CBFB}"/>
                        </a:ext>
                      </a:extLst>
                    </p:cNvPr>
                    <p:cNvGrpSpPr/>
                    <p:nvPr/>
                  </p:nvGrpSpPr>
                  <p:grpSpPr>
                    <a:xfrm>
                      <a:off x="1623461" y="3584382"/>
                      <a:ext cx="758395" cy="2101323"/>
                      <a:chOff x="5072063" y="-19770725"/>
                      <a:chExt cx="7443788" cy="20624801"/>
                    </a:xfrm>
                    <a:effectLst>
                      <a:outerShdw blurRad="76200" dist="127000" dir="18900000" sy="23000" kx="-1200000" algn="bl" rotWithShape="0">
                        <a:prstClr val="black">
                          <a:alpha val="20000"/>
                        </a:prstClr>
                      </a:outerShdw>
                    </a:effectLst>
                  </p:grpSpPr>
                  <p:sp>
                    <p:nvSpPr>
                      <p:cNvPr id="895" name="Freeform 166">
                        <a:extLst>
                          <a:ext uri="{FF2B5EF4-FFF2-40B4-BE49-F238E27FC236}">
                            <a16:creationId xmlns:a16="http://schemas.microsoft.com/office/drawing/2014/main" id="{97FE1CBA-2D69-2EBD-D5FB-00A1BAF5B924}"/>
                          </a:ext>
                        </a:extLst>
                      </p:cNvPr>
                      <p:cNvSpPr>
                        <a:spLocks/>
                      </p:cNvSpPr>
                      <p:nvPr/>
                    </p:nvSpPr>
                    <p:spPr bwMode="auto">
                      <a:xfrm>
                        <a:off x="5878513" y="-10509250"/>
                        <a:ext cx="1144588" cy="1477963"/>
                      </a:xfrm>
                      <a:custGeom>
                        <a:avLst/>
                        <a:gdLst/>
                        <a:ahLst/>
                        <a:cxnLst>
                          <a:cxn ang="0">
                            <a:pos x="53" y="180"/>
                          </a:cxn>
                          <a:cxn ang="0">
                            <a:pos x="124" y="312"/>
                          </a:cxn>
                          <a:cxn ang="0">
                            <a:pos x="248" y="388"/>
                          </a:cxn>
                          <a:cxn ang="0">
                            <a:pos x="295" y="278"/>
                          </a:cxn>
                          <a:cxn ang="0">
                            <a:pos x="225" y="166"/>
                          </a:cxn>
                          <a:cxn ang="0">
                            <a:pos x="27" y="161"/>
                          </a:cxn>
                        </a:cxnLst>
                        <a:rect l="0" t="0" r="r" b="b"/>
                        <a:pathLst>
                          <a:path w="305" h="394">
                            <a:moveTo>
                              <a:pt x="53" y="180"/>
                            </a:moveTo>
                            <a:cubicBezTo>
                              <a:pt x="51" y="221"/>
                              <a:pt x="101" y="280"/>
                              <a:pt x="124" y="312"/>
                            </a:cubicBezTo>
                            <a:cubicBezTo>
                              <a:pt x="155" y="357"/>
                              <a:pt x="188" y="394"/>
                              <a:pt x="248" y="388"/>
                            </a:cubicBezTo>
                            <a:cubicBezTo>
                              <a:pt x="261" y="346"/>
                              <a:pt x="289" y="322"/>
                              <a:pt x="295" y="278"/>
                            </a:cubicBezTo>
                            <a:cubicBezTo>
                              <a:pt x="305" y="206"/>
                              <a:pt x="278" y="202"/>
                              <a:pt x="225" y="166"/>
                            </a:cubicBezTo>
                            <a:cubicBezTo>
                              <a:pt x="188" y="140"/>
                              <a:pt x="0" y="0"/>
                              <a:pt x="27" y="161"/>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6" name="Freeform 150">
                        <a:extLst>
                          <a:ext uri="{FF2B5EF4-FFF2-40B4-BE49-F238E27FC236}">
                            <a16:creationId xmlns:a16="http://schemas.microsoft.com/office/drawing/2014/main" id="{5A85F167-E984-BB8C-CC62-203984FC78AC}"/>
                          </a:ext>
                        </a:extLst>
                      </p:cNvPr>
                      <p:cNvSpPr>
                        <a:spLocks/>
                      </p:cNvSpPr>
                      <p:nvPr/>
                    </p:nvSpPr>
                    <p:spPr bwMode="auto">
                      <a:xfrm>
                        <a:off x="5665788" y="-10115550"/>
                        <a:ext cx="1552575" cy="1931988"/>
                      </a:xfrm>
                      <a:custGeom>
                        <a:avLst/>
                        <a:gdLst/>
                        <a:ahLst/>
                        <a:cxnLst>
                          <a:cxn ang="0">
                            <a:pos x="345" y="369"/>
                          </a:cxn>
                          <a:cxn ang="0">
                            <a:pos x="288" y="396"/>
                          </a:cxn>
                          <a:cxn ang="0">
                            <a:pos x="76" y="488"/>
                          </a:cxn>
                          <a:cxn ang="0">
                            <a:pos x="91" y="245"/>
                          </a:cxn>
                          <a:cxn ang="0">
                            <a:pos x="130" y="103"/>
                          </a:cxn>
                          <a:cxn ang="0">
                            <a:pos x="272" y="4"/>
                          </a:cxn>
                          <a:cxn ang="0">
                            <a:pos x="409" y="290"/>
                          </a:cxn>
                          <a:cxn ang="0">
                            <a:pos x="300" y="382"/>
                          </a:cxn>
                        </a:cxnLst>
                        <a:rect l="0" t="0" r="r" b="b"/>
                        <a:pathLst>
                          <a:path w="414" h="515">
                            <a:moveTo>
                              <a:pt x="345" y="369"/>
                            </a:moveTo>
                            <a:cubicBezTo>
                              <a:pt x="332" y="386"/>
                              <a:pt x="310" y="396"/>
                              <a:pt x="288" y="396"/>
                            </a:cubicBezTo>
                            <a:cubicBezTo>
                              <a:pt x="262" y="441"/>
                              <a:pt x="123" y="515"/>
                              <a:pt x="76" y="488"/>
                            </a:cubicBezTo>
                            <a:cubicBezTo>
                              <a:pt x="0" y="445"/>
                              <a:pt x="80" y="316"/>
                              <a:pt x="91" y="245"/>
                            </a:cubicBezTo>
                            <a:cubicBezTo>
                              <a:pt x="100" y="184"/>
                              <a:pt x="85" y="149"/>
                              <a:pt x="130" y="103"/>
                            </a:cubicBezTo>
                            <a:cubicBezTo>
                              <a:pt x="159" y="73"/>
                              <a:pt x="230" y="5"/>
                              <a:pt x="272" y="4"/>
                            </a:cubicBezTo>
                            <a:cubicBezTo>
                              <a:pt x="378" y="0"/>
                              <a:pt x="414" y="213"/>
                              <a:pt x="409" y="290"/>
                            </a:cubicBezTo>
                            <a:cubicBezTo>
                              <a:pt x="367" y="312"/>
                              <a:pt x="329" y="343"/>
                              <a:pt x="300" y="382"/>
                            </a:cubicBezTo>
                          </a:path>
                        </a:pathLst>
                      </a:custGeom>
                      <a:solidFill>
                        <a:srgbClr val="1A1A1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7" name="Freeform 151">
                        <a:extLst>
                          <a:ext uri="{FF2B5EF4-FFF2-40B4-BE49-F238E27FC236}">
                            <a16:creationId xmlns:a16="http://schemas.microsoft.com/office/drawing/2014/main" id="{E05C2606-568A-0682-8913-35A70ADD0455}"/>
                          </a:ext>
                        </a:extLst>
                      </p:cNvPr>
                      <p:cNvSpPr>
                        <a:spLocks/>
                      </p:cNvSpPr>
                      <p:nvPr/>
                    </p:nvSpPr>
                    <p:spPr bwMode="auto">
                      <a:xfrm>
                        <a:off x="10393363" y="-10175875"/>
                        <a:ext cx="1133475" cy="1489075"/>
                      </a:xfrm>
                      <a:custGeom>
                        <a:avLst/>
                        <a:gdLst/>
                        <a:ahLst/>
                        <a:cxnLst>
                          <a:cxn ang="0">
                            <a:pos x="102" y="33"/>
                          </a:cxn>
                          <a:cxn ang="0">
                            <a:pos x="228" y="207"/>
                          </a:cxn>
                          <a:cxn ang="0">
                            <a:pos x="290" y="301"/>
                          </a:cxn>
                          <a:cxn ang="0">
                            <a:pos x="227" y="367"/>
                          </a:cxn>
                          <a:cxn ang="0">
                            <a:pos x="19" y="272"/>
                          </a:cxn>
                          <a:cxn ang="0">
                            <a:pos x="115" y="0"/>
                          </a:cxn>
                        </a:cxnLst>
                        <a:rect l="0" t="0" r="r" b="b"/>
                        <a:pathLst>
                          <a:path w="302" h="397">
                            <a:moveTo>
                              <a:pt x="102" y="33"/>
                            </a:moveTo>
                            <a:cubicBezTo>
                              <a:pt x="180" y="65"/>
                              <a:pt x="180" y="144"/>
                              <a:pt x="228" y="207"/>
                            </a:cubicBezTo>
                            <a:cubicBezTo>
                              <a:pt x="246" y="232"/>
                              <a:pt x="283" y="268"/>
                              <a:pt x="290" y="301"/>
                            </a:cubicBezTo>
                            <a:cubicBezTo>
                              <a:pt x="302" y="363"/>
                              <a:pt x="275" y="349"/>
                              <a:pt x="227" y="367"/>
                            </a:cubicBezTo>
                            <a:cubicBezTo>
                              <a:pt x="140" y="397"/>
                              <a:pt x="43" y="395"/>
                              <a:pt x="19" y="272"/>
                            </a:cubicBezTo>
                            <a:cubicBezTo>
                              <a:pt x="0" y="178"/>
                              <a:pt x="10" y="32"/>
                              <a:pt x="115" y="0"/>
                            </a:cubicBezTo>
                          </a:path>
                        </a:pathLst>
                      </a:custGeom>
                      <a:solidFill>
                        <a:srgbClr val="1A1A1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8" name="Freeform 152">
                        <a:extLst>
                          <a:ext uri="{FF2B5EF4-FFF2-40B4-BE49-F238E27FC236}">
                            <a16:creationId xmlns:a16="http://schemas.microsoft.com/office/drawing/2014/main" id="{1C000FD4-F81F-A952-2848-30D83FE50747}"/>
                          </a:ext>
                        </a:extLst>
                      </p:cNvPr>
                      <p:cNvSpPr>
                        <a:spLocks/>
                      </p:cNvSpPr>
                      <p:nvPr/>
                    </p:nvSpPr>
                    <p:spPr bwMode="auto">
                      <a:xfrm>
                        <a:off x="6943725" y="-912812"/>
                        <a:ext cx="1654175" cy="1766888"/>
                      </a:xfrm>
                      <a:custGeom>
                        <a:avLst/>
                        <a:gdLst/>
                        <a:ahLst/>
                        <a:cxnLst>
                          <a:cxn ang="0">
                            <a:pos x="436" y="9"/>
                          </a:cxn>
                          <a:cxn ang="0">
                            <a:pos x="423" y="172"/>
                          </a:cxn>
                          <a:cxn ang="0">
                            <a:pos x="345" y="277"/>
                          </a:cxn>
                          <a:cxn ang="0">
                            <a:pos x="112" y="446"/>
                          </a:cxn>
                          <a:cxn ang="0">
                            <a:pos x="77" y="223"/>
                          </a:cxn>
                          <a:cxn ang="0">
                            <a:pos x="293" y="3"/>
                          </a:cxn>
                          <a:cxn ang="0">
                            <a:pos x="423" y="42"/>
                          </a:cxn>
                        </a:cxnLst>
                        <a:rect l="0" t="0" r="r" b="b"/>
                        <a:pathLst>
                          <a:path w="441" h="471">
                            <a:moveTo>
                              <a:pt x="436" y="9"/>
                            </a:moveTo>
                            <a:cubicBezTo>
                              <a:pt x="436" y="57"/>
                              <a:pt x="441" y="129"/>
                              <a:pt x="423" y="172"/>
                            </a:cubicBezTo>
                            <a:cubicBezTo>
                              <a:pt x="407" y="211"/>
                              <a:pt x="367" y="232"/>
                              <a:pt x="345" y="277"/>
                            </a:cubicBezTo>
                            <a:cubicBezTo>
                              <a:pt x="304" y="362"/>
                              <a:pt x="234" y="471"/>
                              <a:pt x="112" y="446"/>
                            </a:cubicBezTo>
                            <a:cubicBezTo>
                              <a:pt x="0" y="423"/>
                              <a:pt x="31" y="295"/>
                              <a:pt x="77" y="223"/>
                            </a:cubicBezTo>
                            <a:cubicBezTo>
                              <a:pt x="145" y="121"/>
                              <a:pt x="154" y="7"/>
                              <a:pt x="293" y="3"/>
                            </a:cubicBezTo>
                            <a:cubicBezTo>
                              <a:pt x="355" y="0"/>
                              <a:pt x="373" y="25"/>
                              <a:pt x="423" y="42"/>
                            </a:cubicBezTo>
                          </a:path>
                        </a:pathLst>
                      </a:custGeom>
                      <a:solidFill>
                        <a:srgbClr val="0A0A0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9" name="Freeform 153">
                        <a:extLst>
                          <a:ext uri="{FF2B5EF4-FFF2-40B4-BE49-F238E27FC236}">
                            <a16:creationId xmlns:a16="http://schemas.microsoft.com/office/drawing/2014/main" id="{F830AC94-136F-00C2-585B-5219E16DC748}"/>
                          </a:ext>
                        </a:extLst>
                      </p:cNvPr>
                      <p:cNvSpPr>
                        <a:spLocks/>
                      </p:cNvSpPr>
                      <p:nvPr/>
                    </p:nvSpPr>
                    <p:spPr bwMode="auto">
                      <a:xfrm>
                        <a:off x="9640888" y="-1103312"/>
                        <a:ext cx="2874963" cy="1687513"/>
                      </a:xfrm>
                      <a:custGeom>
                        <a:avLst/>
                        <a:gdLst/>
                        <a:ahLst/>
                        <a:cxnLst>
                          <a:cxn ang="0">
                            <a:pos x="50" y="60"/>
                          </a:cxn>
                          <a:cxn ang="0">
                            <a:pos x="5" y="229"/>
                          </a:cxn>
                          <a:cxn ang="0">
                            <a:pos x="135" y="283"/>
                          </a:cxn>
                          <a:cxn ang="0">
                            <a:pos x="238" y="270"/>
                          </a:cxn>
                          <a:cxn ang="0">
                            <a:pos x="332" y="345"/>
                          </a:cxn>
                          <a:cxn ang="0">
                            <a:pos x="468" y="386"/>
                          </a:cxn>
                          <a:cxn ang="0">
                            <a:pos x="663" y="321"/>
                          </a:cxn>
                          <a:cxn ang="0">
                            <a:pos x="539" y="238"/>
                          </a:cxn>
                          <a:cxn ang="0">
                            <a:pos x="447" y="140"/>
                          </a:cxn>
                          <a:cxn ang="0">
                            <a:pos x="267" y="13"/>
                          </a:cxn>
                          <a:cxn ang="0">
                            <a:pos x="24" y="60"/>
                          </a:cxn>
                        </a:cxnLst>
                        <a:rect l="0" t="0" r="r" b="b"/>
                        <a:pathLst>
                          <a:path w="767" h="450">
                            <a:moveTo>
                              <a:pt x="50" y="60"/>
                            </a:moveTo>
                            <a:cubicBezTo>
                              <a:pt x="14" y="107"/>
                              <a:pt x="0" y="167"/>
                              <a:pt x="5" y="229"/>
                            </a:cubicBezTo>
                            <a:cubicBezTo>
                              <a:pt x="48" y="241"/>
                              <a:pt x="91" y="278"/>
                              <a:pt x="135" y="283"/>
                            </a:cubicBezTo>
                            <a:cubicBezTo>
                              <a:pt x="190" y="291"/>
                              <a:pt x="183" y="242"/>
                              <a:pt x="238" y="270"/>
                            </a:cubicBezTo>
                            <a:cubicBezTo>
                              <a:pt x="271" y="288"/>
                              <a:pt x="300" y="327"/>
                              <a:pt x="332" y="345"/>
                            </a:cubicBezTo>
                            <a:cubicBezTo>
                              <a:pt x="384" y="375"/>
                              <a:pt x="410" y="375"/>
                              <a:pt x="468" y="386"/>
                            </a:cubicBezTo>
                            <a:cubicBezTo>
                              <a:pt x="528" y="397"/>
                              <a:pt x="767" y="450"/>
                              <a:pt x="663" y="321"/>
                            </a:cubicBezTo>
                            <a:cubicBezTo>
                              <a:pt x="633" y="284"/>
                              <a:pt x="578" y="270"/>
                              <a:pt x="539" y="238"/>
                            </a:cubicBezTo>
                            <a:cubicBezTo>
                              <a:pt x="504" y="208"/>
                              <a:pt x="479" y="171"/>
                              <a:pt x="447" y="140"/>
                            </a:cubicBezTo>
                            <a:cubicBezTo>
                              <a:pt x="396" y="91"/>
                              <a:pt x="336" y="27"/>
                              <a:pt x="267" y="13"/>
                            </a:cubicBezTo>
                            <a:cubicBezTo>
                              <a:pt x="205" y="0"/>
                              <a:pt x="67" y="12"/>
                              <a:pt x="24" y="60"/>
                            </a:cubicBezTo>
                          </a:path>
                        </a:pathLst>
                      </a:custGeom>
                      <a:solidFill>
                        <a:srgbClr val="050400"/>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0" name="Freeform 154">
                        <a:extLst>
                          <a:ext uri="{FF2B5EF4-FFF2-40B4-BE49-F238E27FC236}">
                            <a16:creationId xmlns:a16="http://schemas.microsoft.com/office/drawing/2014/main" id="{5ECBE380-0195-DCB3-BC23-2D801595BFE9}"/>
                          </a:ext>
                        </a:extLst>
                      </p:cNvPr>
                      <p:cNvSpPr>
                        <a:spLocks/>
                      </p:cNvSpPr>
                      <p:nvPr/>
                    </p:nvSpPr>
                    <p:spPr bwMode="auto">
                      <a:xfrm>
                        <a:off x="6318250" y="-11580812"/>
                        <a:ext cx="5291138" cy="11188700"/>
                      </a:xfrm>
                      <a:custGeom>
                        <a:avLst/>
                        <a:gdLst/>
                        <a:ahLst/>
                        <a:cxnLst>
                          <a:cxn ang="0">
                            <a:pos x="197" y="75"/>
                          </a:cxn>
                          <a:cxn ang="0">
                            <a:pos x="73" y="356"/>
                          </a:cxn>
                          <a:cxn ang="0">
                            <a:pos x="32" y="651"/>
                          </a:cxn>
                          <a:cxn ang="0">
                            <a:pos x="80" y="787"/>
                          </a:cxn>
                          <a:cxn ang="0">
                            <a:pos x="86" y="962"/>
                          </a:cxn>
                          <a:cxn ang="0">
                            <a:pos x="88" y="1135"/>
                          </a:cxn>
                          <a:cxn ang="0">
                            <a:pos x="132" y="1295"/>
                          </a:cxn>
                          <a:cxn ang="0">
                            <a:pos x="190" y="1972"/>
                          </a:cxn>
                          <a:cxn ang="0">
                            <a:pos x="224" y="2117"/>
                          </a:cxn>
                          <a:cxn ang="0">
                            <a:pos x="210" y="2319"/>
                          </a:cxn>
                          <a:cxn ang="0">
                            <a:pos x="276" y="2456"/>
                          </a:cxn>
                          <a:cxn ang="0">
                            <a:pos x="308" y="2632"/>
                          </a:cxn>
                          <a:cxn ang="0">
                            <a:pos x="346" y="2921"/>
                          </a:cxn>
                          <a:cxn ang="0">
                            <a:pos x="620" y="2885"/>
                          </a:cxn>
                          <a:cxn ang="0">
                            <a:pos x="630" y="2593"/>
                          </a:cxn>
                          <a:cxn ang="0">
                            <a:pos x="568" y="2451"/>
                          </a:cxn>
                          <a:cxn ang="0">
                            <a:pos x="607" y="2311"/>
                          </a:cxn>
                          <a:cxn ang="0">
                            <a:pos x="595" y="1999"/>
                          </a:cxn>
                          <a:cxn ang="0">
                            <a:pos x="602" y="1654"/>
                          </a:cxn>
                          <a:cxn ang="0">
                            <a:pos x="608" y="1282"/>
                          </a:cxn>
                          <a:cxn ang="0">
                            <a:pos x="608" y="1104"/>
                          </a:cxn>
                          <a:cxn ang="0">
                            <a:pos x="621" y="949"/>
                          </a:cxn>
                          <a:cxn ang="0">
                            <a:pos x="623" y="924"/>
                          </a:cxn>
                          <a:cxn ang="0">
                            <a:pos x="732" y="1106"/>
                          </a:cxn>
                          <a:cxn ang="0">
                            <a:pos x="804" y="1360"/>
                          </a:cxn>
                          <a:cxn ang="0">
                            <a:pos x="909" y="1829"/>
                          </a:cxn>
                          <a:cxn ang="0">
                            <a:pos x="921" y="2047"/>
                          </a:cxn>
                          <a:cxn ang="0">
                            <a:pos x="946" y="2333"/>
                          </a:cxn>
                          <a:cxn ang="0">
                            <a:pos x="909" y="2879"/>
                          </a:cxn>
                          <a:cxn ang="0">
                            <a:pos x="1243" y="2895"/>
                          </a:cxn>
                          <a:cxn ang="0">
                            <a:pos x="1287" y="2771"/>
                          </a:cxn>
                          <a:cxn ang="0">
                            <a:pos x="1308" y="2593"/>
                          </a:cxn>
                          <a:cxn ang="0">
                            <a:pos x="1313" y="2188"/>
                          </a:cxn>
                          <a:cxn ang="0">
                            <a:pos x="1385" y="1791"/>
                          </a:cxn>
                          <a:cxn ang="0">
                            <a:pos x="1347" y="1445"/>
                          </a:cxn>
                          <a:cxn ang="0">
                            <a:pos x="1293" y="1036"/>
                          </a:cxn>
                          <a:cxn ang="0">
                            <a:pos x="1241" y="879"/>
                          </a:cxn>
                          <a:cxn ang="0">
                            <a:pos x="1182" y="736"/>
                          </a:cxn>
                          <a:cxn ang="0">
                            <a:pos x="1182" y="643"/>
                          </a:cxn>
                          <a:cxn ang="0">
                            <a:pos x="1207" y="564"/>
                          </a:cxn>
                          <a:cxn ang="0">
                            <a:pos x="1138" y="447"/>
                          </a:cxn>
                          <a:cxn ang="0">
                            <a:pos x="1053" y="263"/>
                          </a:cxn>
                          <a:cxn ang="0">
                            <a:pos x="959" y="83"/>
                          </a:cxn>
                          <a:cxn ang="0">
                            <a:pos x="493" y="11"/>
                          </a:cxn>
                          <a:cxn ang="0">
                            <a:pos x="191" y="82"/>
                          </a:cxn>
                        </a:cxnLst>
                        <a:rect l="0" t="0" r="r" b="b"/>
                        <a:pathLst>
                          <a:path w="1411" h="2984">
                            <a:moveTo>
                              <a:pt x="197" y="75"/>
                            </a:moveTo>
                            <a:cubicBezTo>
                              <a:pt x="107" y="162"/>
                              <a:pt x="73" y="221"/>
                              <a:pt x="73" y="356"/>
                            </a:cubicBezTo>
                            <a:cubicBezTo>
                              <a:pt x="74" y="455"/>
                              <a:pt x="0" y="550"/>
                              <a:pt x="32" y="651"/>
                            </a:cubicBezTo>
                            <a:cubicBezTo>
                              <a:pt x="48" y="699"/>
                              <a:pt x="72" y="735"/>
                              <a:pt x="80" y="787"/>
                            </a:cubicBezTo>
                            <a:cubicBezTo>
                              <a:pt x="88" y="845"/>
                              <a:pt x="86" y="903"/>
                              <a:pt x="86" y="962"/>
                            </a:cubicBezTo>
                            <a:cubicBezTo>
                              <a:pt x="86" y="1017"/>
                              <a:pt x="77" y="1082"/>
                              <a:pt x="88" y="1135"/>
                            </a:cubicBezTo>
                            <a:cubicBezTo>
                              <a:pt x="100" y="1196"/>
                              <a:pt x="131" y="1230"/>
                              <a:pt x="132" y="1295"/>
                            </a:cubicBezTo>
                            <a:cubicBezTo>
                              <a:pt x="134" y="1517"/>
                              <a:pt x="134" y="1760"/>
                              <a:pt x="190" y="1972"/>
                            </a:cubicBezTo>
                            <a:cubicBezTo>
                              <a:pt x="203" y="2021"/>
                              <a:pt x="227" y="2060"/>
                              <a:pt x="224" y="2117"/>
                            </a:cubicBezTo>
                            <a:cubicBezTo>
                              <a:pt x="220" y="2182"/>
                              <a:pt x="198" y="2251"/>
                              <a:pt x="210" y="2319"/>
                            </a:cubicBezTo>
                            <a:cubicBezTo>
                              <a:pt x="220" y="2371"/>
                              <a:pt x="262" y="2406"/>
                              <a:pt x="276" y="2456"/>
                            </a:cubicBezTo>
                            <a:cubicBezTo>
                              <a:pt x="290" y="2510"/>
                              <a:pt x="303" y="2576"/>
                              <a:pt x="308" y="2632"/>
                            </a:cubicBezTo>
                            <a:cubicBezTo>
                              <a:pt x="318" y="2735"/>
                              <a:pt x="251" y="2849"/>
                              <a:pt x="346" y="2921"/>
                            </a:cubicBezTo>
                            <a:cubicBezTo>
                              <a:pt x="429" y="2984"/>
                              <a:pt x="570" y="2964"/>
                              <a:pt x="620" y="2885"/>
                            </a:cubicBezTo>
                            <a:cubicBezTo>
                              <a:pt x="688" y="2777"/>
                              <a:pt x="671" y="2704"/>
                              <a:pt x="630" y="2593"/>
                            </a:cubicBezTo>
                            <a:cubicBezTo>
                              <a:pt x="612" y="2547"/>
                              <a:pt x="575" y="2500"/>
                              <a:pt x="568" y="2451"/>
                            </a:cubicBezTo>
                            <a:cubicBezTo>
                              <a:pt x="559" y="2394"/>
                              <a:pt x="593" y="2359"/>
                              <a:pt x="607" y="2311"/>
                            </a:cubicBezTo>
                            <a:cubicBezTo>
                              <a:pt x="640" y="2199"/>
                              <a:pt x="605" y="2104"/>
                              <a:pt x="595" y="1999"/>
                            </a:cubicBezTo>
                            <a:cubicBezTo>
                              <a:pt x="585" y="1880"/>
                              <a:pt x="602" y="1772"/>
                              <a:pt x="602" y="1654"/>
                            </a:cubicBezTo>
                            <a:cubicBezTo>
                              <a:pt x="602" y="1528"/>
                              <a:pt x="615" y="1407"/>
                              <a:pt x="608" y="1282"/>
                            </a:cubicBezTo>
                            <a:cubicBezTo>
                              <a:pt x="605" y="1224"/>
                              <a:pt x="606" y="1162"/>
                              <a:pt x="608" y="1104"/>
                            </a:cubicBezTo>
                            <a:cubicBezTo>
                              <a:pt x="610" y="1067"/>
                              <a:pt x="606" y="982"/>
                              <a:pt x="621" y="949"/>
                            </a:cubicBezTo>
                            <a:cubicBezTo>
                              <a:pt x="624" y="944"/>
                              <a:pt x="622" y="929"/>
                              <a:pt x="623" y="924"/>
                            </a:cubicBezTo>
                            <a:cubicBezTo>
                              <a:pt x="684" y="947"/>
                              <a:pt x="715" y="1047"/>
                              <a:pt x="732" y="1106"/>
                            </a:cubicBezTo>
                            <a:cubicBezTo>
                              <a:pt x="757" y="1191"/>
                              <a:pt x="789" y="1273"/>
                              <a:pt x="804" y="1360"/>
                            </a:cubicBezTo>
                            <a:cubicBezTo>
                              <a:pt x="832" y="1520"/>
                              <a:pt x="886" y="1669"/>
                              <a:pt x="909" y="1829"/>
                            </a:cubicBezTo>
                            <a:cubicBezTo>
                              <a:pt x="1006" y="1843"/>
                              <a:pt x="928" y="1994"/>
                              <a:pt x="921" y="2047"/>
                            </a:cubicBezTo>
                            <a:cubicBezTo>
                              <a:pt x="910" y="2146"/>
                              <a:pt x="955" y="2232"/>
                              <a:pt x="946" y="2333"/>
                            </a:cubicBezTo>
                            <a:cubicBezTo>
                              <a:pt x="930" y="2511"/>
                              <a:pt x="902" y="2701"/>
                              <a:pt x="909" y="2879"/>
                            </a:cubicBezTo>
                            <a:cubicBezTo>
                              <a:pt x="1023" y="2891"/>
                              <a:pt x="1134" y="2965"/>
                              <a:pt x="1243" y="2895"/>
                            </a:cubicBezTo>
                            <a:cubicBezTo>
                              <a:pt x="1296" y="2860"/>
                              <a:pt x="1284" y="2844"/>
                              <a:pt x="1287" y="2771"/>
                            </a:cubicBezTo>
                            <a:cubicBezTo>
                              <a:pt x="1289" y="2708"/>
                              <a:pt x="1299" y="2652"/>
                              <a:pt x="1308" y="2593"/>
                            </a:cubicBezTo>
                            <a:cubicBezTo>
                              <a:pt x="1327" y="2462"/>
                              <a:pt x="1306" y="2322"/>
                              <a:pt x="1313" y="2188"/>
                            </a:cubicBezTo>
                            <a:cubicBezTo>
                              <a:pt x="1320" y="2053"/>
                              <a:pt x="1356" y="1920"/>
                              <a:pt x="1385" y="1791"/>
                            </a:cubicBezTo>
                            <a:cubicBezTo>
                              <a:pt x="1411" y="1673"/>
                              <a:pt x="1390" y="1551"/>
                              <a:pt x="1347" y="1445"/>
                            </a:cubicBezTo>
                            <a:cubicBezTo>
                              <a:pt x="1296" y="1315"/>
                              <a:pt x="1312" y="1172"/>
                              <a:pt x="1293" y="1036"/>
                            </a:cubicBezTo>
                            <a:cubicBezTo>
                              <a:pt x="1284" y="969"/>
                              <a:pt x="1279" y="933"/>
                              <a:pt x="1241" y="879"/>
                            </a:cubicBezTo>
                            <a:cubicBezTo>
                              <a:pt x="1208" y="832"/>
                              <a:pt x="1186" y="795"/>
                              <a:pt x="1182" y="736"/>
                            </a:cubicBezTo>
                            <a:cubicBezTo>
                              <a:pt x="1181" y="707"/>
                              <a:pt x="1178" y="671"/>
                              <a:pt x="1182" y="643"/>
                            </a:cubicBezTo>
                            <a:cubicBezTo>
                              <a:pt x="1187" y="615"/>
                              <a:pt x="1206" y="590"/>
                              <a:pt x="1207" y="564"/>
                            </a:cubicBezTo>
                            <a:cubicBezTo>
                              <a:pt x="1209" y="513"/>
                              <a:pt x="1170" y="484"/>
                              <a:pt x="1138" y="447"/>
                            </a:cubicBezTo>
                            <a:cubicBezTo>
                              <a:pt x="1090" y="389"/>
                              <a:pt x="1066" y="337"/>
                              <a:pt x="1053" y="263"/>
                            </a:cubicBezTo>
                            <a:cubicBezTo>
                              <a:pt x="1039" y="178"/>
                              <a:pt x="1004" y="148"/>
                              <a:pt x="959" y="83"/>
                            </a:cubicBezTo>
                            <a:cubicBezTo>
                              <a:pt x="810" y="57"/>
                              <a:pt x="650" y="33"/>
                              <a:pt x="493" y="11"/>
                            </a:cubicBezTo>
                            <a:cubicBezTo>
                              <a:pt x="414" y="0"/>
                              <a:pt x="247" y="15"/>
                              <a:pt x="191" y="82"/>
                            </a:cubicBezTo>
                          </a:path>
                        </a:pathLst>
                      </a:custGeom>
                      <a:solidFill>
                        <a:srgbClr val="353431"/>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1" name="Freeform 155">
                        <a:extLst>
                          <a:ext uri="{FF2B5EF4-FFF2-40B4-BE49-F238E27FC236}">
                            <a16:creationId xmlns:a16="http://schemas.microsoft.com/office/drawing/2014/main" id="{B31D0830-38BB-2FC2-0234-F317B441D5D3}"/>
                          </a:ext>
                        </a:extLst>
                      </p:cNvPr>
                      <p:cNvSpPr>
                        <a:spLocks/>
                      </p:cNvSpPr>
                      <p:nvPr/>
                    </p:nvSpPr>
                    <p:spPr bwMode="auto">
                      <a:xfrm>
                        <a:off x="9775825" y="-4813300"/>
                        <a:ext cx="295275" cy="938213"/>
                      </a:xfrm>
                      <a:custGeom>
                        <a:avLst/>
                        <a:gdLst/>
                        <a:ahLst/>
                        <a:cxnLst>
                          <a:cxn ang="0">
                            <a:pos x="9" y="23"/>
                          </a:cxn>
                          <a:cxn ang="0">
                            <a:pos x="59" y="54"/>
                          </a:cxn>
                          <a:cxn ang="0">
                            <a:pos x="58" y="111"/>
                          </a:cxn>
                          <a:cxn ang="0">
                            <a:pos x="23" y="250"/>
                          </a:cxn>
                          <a:cxn ang="0">
                            <a:pos x="3" y="182"/>
                          </a:cxn>
                          <a:cxn ang="0">
                            <a:pos x="44" y="117"/>
                          </a:cxn>
                          <a:cxn ang="0">
                            <a:pos x="0" y="0"/>
                          </a:cxn>
                        </a:cxnLst>
                        <a:rect l="0" t="0" r="r" b="b"/>
                        <a:pathLst>
                          <a:path w="79" h="250">
                            <a:moveTo>
                              <a:pt x="9" y="23"/>
                            </a:moveTo>
                            <a:cubicBezTo>
                              <a:pt x="18" y="45"/>
                              <a:pt x="46" y="40"/>
                              <a:pt x="59" y="54"/>
                            </a:cubicBezTo>
                            <a:cubicBezTo>
                              <a:pt x="79" y="75"/>
                              <a:pt x="71" y="92"/>
                              <a:pt x="58" y="111"/>
                            </a:cubicBezTo>
                            <a:cubicBezTo>
                              <a:pt x="30" y="154"/>
                              <a:pt x="6" y="193"/>
                              <a:pt x="23" y="250"/>
                            </a:cubicBezTo>
                            <a:cubicBezTo>
                              <a:pt x="18" y="229"/>
                              <a:pt x="1" y="202"/>
                              <a:pt x="3" y="182"/>
                            </a:cubicBezTo>
                            <a:cubicBezTo>
                              <a:pt x="6" y="154"/>
                              <a:pt x="31" y="142"/>
                              <a:pt x="44" y="117"/>
                            </a:cubicBezTo>
                            <a:cubicBezTo>
                              <a:pt x="78" y="57"/>
                              <a:pt x="12" y="50"/>
                              <a:pt x="0" y="0"/>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2" name="Freeform 156">
                        <a:extLst>
                          <a:ext uri="{FF2B5EF4-FFF2-40B4-BE49-F238E27FC236}">
                            <a16:creationId xmlns:a16="http://schemas.microsoft.com/office/drawing/2014/main" id="{0E611844-6038-9C4D-A5AC-AFCDBAE5AF48}"/>
                          </a:ext>
                        </a:extLst>
                      </p:cNvPr>
                      <p:cNvSpPr>
                        <a:spLocks/>
                      </p:cNvSpPr>
                      <p:nvPr/>
                    </p:nvSpPr>
                    <p:spPr bwMode="auto">
                      <a:xfrm>
                        <a:off x="10029825" y="-1485900"/>
                        <a:ext cx="1139825" cy="341313"/>
                      </a:xfrm>
                      <a:custGeom>
                        <a:avLst/>
                        <a:gdLst/>
                        <a:ahLst/>
                        <a:cxnLst>
                          <a:cxn ang="0">
                            <a:pos x="33" y="72"/>
                          </a:cxn>
                          <a:cxn ang="0">
                            <a:pos x="85" y="42"/>
                          </a:cxn>
                          <a:cxn ang="0">
                            <a:pos x="157" y="20"/>
                          </a:cxn>
                          <a:cxn ang="0">
                            <a:pos x="278" y="43"/>
                          </a:cxn>
                          <a:cxn ang="0">
                            <a:pos x="131" y="42"/>
                          </a:cxn>
                          <a:cxn ang="0">
                            <a:pos x="0" y="91"/>
                          </a:cxn>
                        </a:cxnLst>
                        <a:rect l="0" t="0" r="r" b="b"/>
                        <a:pathLst>
                          <a:path w="304" h="91">
                            <a:moveTo>
                              <a:pt x="33" y="72"/>
                            </a:moveTo>
                            <a:cubicBezTo>
                              <a:pt x="51" y="66"/>
                              <a:pt x="66" y="50"/>
                              <a:pt x="85" y="42"/>
                            </a:cubicBezTo>
                            <a:cubicBezTo>
                              <a:pt x="108" y="32"/>
                              <a:pt x="133" y="28"/>
                              <a:pt x="157" y="20"/>
                            </a:cubicBezTo>
                            <a:cubicBezTo>
                              <a:pt x="173" y="14"/>
                              <a:pt x="304" y="0"/>
                              <a:pt x="278" y="43"/>
                            </a:cubicBezTo>
                            <a:cubicBezTo>
                              <a:pt x="269" y="60"/>
                              <a:pt x="153" y="42"/>
                              <a:pt x="131" y="42"/>
                            </a:cubicBezTo>
                            <a:cubicBezTo>
                              <a:pt x="96" y="44"/>
                              <a:pt x="26" y="68"/>
                              <a:pt x="0" y="91"/>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3" name="Freeform 157">
                        <a:extLst>
                          <a:ext uri="{FF2B5EF4-FFF2-40B4-BE49-F238E27FC236}">
                            <a16:creationId xmlns:a16="http://schemas.microsoft.com/office/drawing/2014/main" id="{F1856C29-0CDC-5E8C-52A2-F497EEC39624}"/>
                          </a:ext>
                        </a:extLst>
                      </p:cNvPr>
                      <p:cNvSpPr>
                        <a:spLocks/>
                      </p:cNvSpPr>
                      <p:nvPr/>
                    </p:nvSpPr>
                    <p:spPr bwMode="auto">
                      <a:xfrm>
                        <a:off x="9669463" y="-5187950"/>
                        <a:ext cx="506413" cy="1216025"/>
                      </a:xfrm>
                      <a:custGeom>
                        <a:avLst/>
                        <a:gdLst/>
                        <a:ahLst/>
                        <a:cxnLst>
                          <a:cxn ang="0">
                            <a:pos x="37" y="116"/>
                          </a:cxn>
                          <a:cxn ang="0">
                            <a:pos x="79" y="207"/>
                          </a:cxn>
                          <a:cxn ang="0">
                            <a:pos x="50" y="324"/>
                          </a:cxn>
                          <a:cxn ang="0">
                            <a:pos x="125" y="155"/>
                          </a:cxn>
                          <a:cxn ang="0">
                            <a:pos x="64" y="76"/>
                          </a:cxn>
                          <a:cxn ang="0">
                            <a:pos x="27" y="0"/>
                          </a:cxn>
                          <a:cxn ang="0">
                            <a:pos x="31" y="110"/>
                          </a:cxn>
                        </a:cxnLst>
                        <a:rect l="0" t="0" r="r" b="b"/>
                        <a:pathLst>
                          <a:path w="135" h="324">
                            <a:moveTo>
                              <a:pt x="37" y="116"/>
                            </a:moveTo>
                            <a:cubicBezTo>
                              <a:pt x="66" y="145"/>
                              <a:pt x="107" y="158"/>
                              <a:pt x="79" y="207"/>
                            </a:cubicBezTo>
                            <a:cubicBezTo>
                              <a:pt x="66" y="231"/>
                              <a:pt x="0" y="299"/>
                              <a:pt x="50" y="324"/>
                            </a:cubicBezTo>
                            <a:cubicBezTo>
                              <a:pt x="52" y="250"/>
                              <a:pt x="135" y="230"/>
                              <a:pt x="125" y="155"/>
                            </a:cubicBezTo>
                            <a:cubicBezTo>
                              <a:pt x="120" y="112"/>
                              <a:pt x="88" y="108"/>
                              <a:pt x="64" y="76"/>
                            </a:cubicBezTo>
                            <a:cubicBezTo>
                              <a:pt x="46" y="51"/>
                              <a:pt x="42" y="24"/>
                              <a:pt x="27" y="0"/>
                            </a:cubicBezTo>
                            <a:cubicBezTo>
                              <a:pt x="3" y="31"/>
                              <a:pt x="9" y="80"/>
                              <a:pt x="31" y="110"/>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4" name="Freeform 158">
                        <a:extLst>
                          <a:ext uri="{FF2B5EF4-FFF2-40B4-BE49-F238E27FC236}">
                            <a16:creationId xmlns:a16="http://schemas.microsoft.com/office/drawing/2014/main" id="{7C11F6D7-5B28-AFFF-8AFE-4DF2119909FB}"/>
                          </a:ext>
                        </a:extLst>
                      </p:cNvPr>
                      <p:cNvSpPr>
                        <a:spLocks/>
                      </p:cNvSpPr>
                      <p:nvPr/>
                    </p:nvSpPr>
                    <p:spPr bwMode="auto">
                      <a:xfrm>
                        <a:off x="8897938" y="-8428037"/>
                        <a:ext cx="911225" cy="390525"/>
                      </a:xfrm>
                      <a:custGeom>
                        <a:avLst/>
                        <a:gdLst/>
                        <a:ahLst/>
                        <a:cxnLst>
                          <a:cxn ang="0">
                            <a:pos x="0" y="5"/>
                          </a:cxn>
                          <a:cxn ang="0">
                            <a:pos x="239" y="47"/>
                          </a:cxn>
                          <a:cxn ang="0">
                            <a:pos x="117" y="24"/>
                          </a:cxn>
                          <a:cxn ang="0">
                            <a:pos x="4" y="8"/>
                          </a:cxn>
                        </a:cxnLst>
                        <a:rect l="0" t="0" r="r" b="b"/>
                        <a:pathLst>
                          <a:path w="243" h="104">
                            <a:moveTo>
                              <a:pt x="0" y="5"/>
                            </a:moveTo>
                            <a:cubicBezTo>
                              <a:pt x="22" y="37"/>
                              <a:pt x="243" y="104"/>
                              <a:pt x="239" y="47"/>
                            </a:cubicBezTo>
                            <a:cubicBezTo>
                              <a:pt x="235" y="0"/>
                              <a:pt x="140" y="22"/>
                              <a:pt x="117" y="24"/>
                            </a:cubicBezTo>
                            <a:cubicBezTo>
                              <a:pt x="83" y="28"/>
                              <a:pt x="27" y="20"/>
                              <a:pt x="4" y="8"/>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5" name="Freeform 159">
                        <a:extLst>
                          <a:ext uri="{FF2B5EF4-FFF2-40B4-BE49-F238E27FC236}">
                            <a16:creationId xmlns:a16="http://schemas.microsoft.com/office/drawing/2014/main" id="{7FEE9AE6-26A9-CCD5-1FF6-BB93412711B9}"/>
                          </a:ext>
                        </a:extLst>
                      </p:cNvPr>
                      <p:cNvSpPr>
                        <a:spLocks/>
                      </p:cNvSpPr>
                      <p:nvPr/>
                    </p:nvSpPr>
                    <p:spPr bwMode="auto">
                      <a:xfrm>
                        <a:off x="6599238" y="-11161712"/>
                        <a:ext cx="3708400" cy="922338"/>
                      </a:xfrm>
                      <a:custGeom>
                        <a:avLst/>
                        <a:gdLst/>
                        <a:ahLst/>
                        <a:cxnLst>
                          <a:cxn ang="0">
                            <a:pos x="64" y="22"/>
                          </a:cxn>
                          <a:cxn ang="0">
                            <a:pos x="277" y="61"/>
                          </a:cxn>
                          <a:cxn ang="0">
                            <a:pos x="494" y="74"/>
                          </a:cxn>
                          <a:cxn ang="0">
                            <a:pos x="735" y="72"/>
                          </a:cxn>
                          <a:cxn ang="0">
                            <a:pos x="968" y="42"/>
                          </a:cxn>
                          <a:cxn ang="0">
                            <a:pos x="755" y="217"/>
                          </a:cxn>
                          <a:cxn ang="0">
                            <a:pos x="422" y="237"/>
                          </a:cxn>
                          <a:cxn ang="0">
                            <a:pos x="142" y="165"/>
                          </a:cxn>
                          <a:cxn ang="0">
                            <a:pos x="11" y="133"/>
                          </a:cxn>
                          <a:cxn ang="0">
                            <a:pos x="64" y="9"/>
                          </a:cxn>
                        </a:cxnLst>
                        <a:rect l="0" t="0" r="r" b="b"/>
                        <a:pathLst>
                          <a:path w="989" h="246">
                            <a:moveTo>
                              <a:pt x="64" y="22"/>
                            </a:moveTo>
                            <a:cubicBezTo>
                              <a:pt x="117" y="11"/>
                              <a:pt x="219" y="52"/>
                              <a:pt x="277" y="61"/>
                            </a:cubicBezTo>
                            <a:cubicBezTo>
                              <a:pt x="350" y="72"/>
                              <a:pt x="416" y="74"/>
                              <a:pt x="494" y="74"/>
                            </a:cubicBezTo>
                            <a:cubicBezTo>
                              <a:pt x="575" y="74"/>
                              <a:pt x="658" y="84"/>
                              <a:pt x="735" y="72"/>
                            </a:cubicBezTo>
                            <a:cubicBezTo>
                              <a:pt x="817" y="60"/>
                              <a:pt x="882" y="38"/>
                              <a:pt x="968" y="42"/>
                            </a:cubicBezTo>
                            <a:cubicBezTo>
                              <a:pt x="989" y="190"/>
                              <a:pt x="876" y="211"/>
                              <a:pt x="755" y="217"/>
                            </a:cubicBezTo>
                            <a:cubicBezTo>
                              <a:pt x="644" y="223"/>
                              <a:pt x="530" y="246"/>
                              <a:pt x="422" y="237"/>
                            </a:cubicBezTo>
                            <a:cubicBezTo>
                              <a:pt x="327" y="229"/>
                              <a:pt x="238" y="182"/>
                              <a:pt x="142" y="165"/>
                            </a:cubicBezTo>
                            <a:cubicBezTo>
                              <a:pt x="93" y="157"/>
                              <a:pt x="30" y="186"/>
                              <a:pt x="11" y="133"/>
                            </a:cubicBezTo>
                            <a:cubicBezTo>
                              <a:pt x="0" y="99"/>
                              <a:pt x="20" y="0"/>
                              <a:pt x="64" y="9"/>
                            </a:cubicBezTo>
                          </a:path>
                        </a:pathLst>
                      </a:custGeom>
                      <a:solidFill>
                        <a:srgbClr val="020100"/>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6" name="Freeform 160">
                        <a:extLst>
                          <a:ext uri="{FF2B5EF4-FFF2-40B4-BE49-F238E27FC236}">
                            <a16:creationId xmlns:a16="http://schemas.microsoft.com/office/drawing/2014/main" id="{D25EE28E-9EDA-F1E1-2E41-524E92931020}"/>
                          </a:ext>
                        </a:extLst>
                      </p:cNvPr>
                      <p:cNvSpPr>
                        <a:spLocks/>
                      </p:cNvSpPr>
                      <p:nvPr/>
                    </p:nvSpPr>
                    <p:spPr bwMode="auto">
                      <a:xfrm>
                        <a:off x="8177213" y="-10958512"/>
                        <a:ext cx="1039813" cy="842963"/>
                      </a:xfrm>
                      <a:custGeom>
                        <a:avLst/>
                        <a:gdLst/>
                        <a:ahLst/>
                        <a:cxnLst>
                          <a:cxn ang="0">
                            <a:pos x="14" y="39"/>
                          </a:cxn>
                          <a:cxn ang="0">
                            <a:pos x="111" y="21"/>
                          </a:cxn>
                          <a:cxn ang="0">
                            <a:pos x="205" y="165"/>
                          </a:cxn>
                          <a:cxn ang="0">
                            <a:pos x="3" y="201"/>
                          </a:cxn>
                          <a:cxn ang="0">
                            <a:pos x="2" y="171"/>
                          </a:cxn>
                          <a:cxn ang="0">
                            <a:pos x="184" y="138"/>
                          </a:cxn>
                          <a:cxn ang="0">
                            <a:pos x="14" y="53"/>
                          </a:cxn>
                        </a:cxnLst>
                        <a:rect l="0" t="0" r="r" b="b"/>
                        <a:pathLst>
                          <a:path w="277" h="225">
                            <a:moveTo>
                              <a:pt x="14" y="39"/>
                            </a:moveTo>
                            <a:cubicBezTo>
                              <a:pt x="26" y="0"/>
                              <a:pt x="77" y="13"/>
                              <a:pt x="111" y="21"/>
                            </a:cubicBezTo>
                            <a:cubicBezTo>
                              <a:pt x="147" y="64"/>
                              <a:pt x="277" y="65"/>
                              <a:pt x="205" y="165"/>
                            </a:cubicBezTo>
                            <a:cubicBezTo>
                              <a:pt x="166" y="219"/>
                              <a:pt x="60" y="225"/>
                              <a:pt x="3" y="201"/>
                            </a:cubicBezTo>
                            <a:cubicBezTo>
                              <a:pt x="0" y="192"/>
                              <a:pt x="1" y="181"/>
                              <a:pt x="2" y="171"/>
                            </a:cubicBezTo>
                            <a:cubicBezTo>
                              <a:pt x="47" y="169"/>
                              <a:pt x="174" y="202"/>
                              <a:pt x="184" y="138"/>
                            </a:cubicBezTo>
                            <a:cubicBezTo>
                              <a:pt x="197" y="61"/>
                              <a:pt x="59" y="65"/>
                              <a:pt x="14" y="53"/>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7" name="Freeform 161">
                        <a:extLst>
                          <a:ext uri="{FF2B5EF4-FFF2-40B4-BE49-F238E27FC236}">
                            <a16:creationId xmlns:a16="http://schemas.microsoft.com/office/drawing/2014/main" id="{A69C5363-C1F7-4D75-EC7B-273651BC459D}"/>
                          </a:ext>
                        </a:extLst>
                      </p:cNvPr>
                      <p:cNvSpPr>
                        <a:spLocks/>
                      </p:cNvSpPr>
                      <p:nvPr/>
                    </p:nvSpPr>
                    <p:spPr bwMode="auto">
                      <a:xfrm>
                        <a:off x="6472238" y="-17149762"/>
                        <a:ext cx="4079875" cy="6299200"/>
                      </a:xfrm>
                      <a:custGeom>
                        <a:avLst/>
                        <a:gdLst/>
                        <a:ahLst/>
                        <a:cxnLst>
                          <a:cxn ang="0">
                            <a:pos x="326" y="79"/>
                          </a:cxn>
                          <a:cxn ang="0">
                            <a:pos x="223" y="165"/>
                          </a:cxn>
                          <a:cxn ang="0">
                            <a:pos x="176" y="376"/>
                          </a:cxn>
                          <a:cxn ang="0">
                            <a:pos x="125" y="636"/>
                          </a:cxn>
                          <a:cxn ang="0">
                            <a:pos x="84" y="954"/>
                          </a:cxn>
                          <a:cxn ang="0">
                            <a:pos x="32" y="1171"/>
                          </a:cxn>
                          <a:cxn ang="0">
                            <a:pos x="21" y="1390"/>
                          </a:cxn>
                          <a:cxn ang="0">
                            <a:pos x="66" y="1561"/>
                          </a:cxn>
                          <a:cxn ang="0">
                            <a:pos x="208" y="1651"/>
                          </a:cxn>
                          <a:cxn ang="0">
                            <a:pos x="392" y="1658"/>
                          </a:cxn>
                          <a:cxn ang="0">
                            <a:pos x="561" y="1671"/>
                          </a:cxn>
                          <a:cxn ang="0">
                            <a:pos x="900" y="1658"/>
                          </a:cxn>
                          <a:cxn ang="0">
                            <a:pos x="1045" y="1612"/>
                          </a:cxn>
                          <a:cxn ang="0">
                            <a:pos x="1070" y="1374"/>
                          </a:cxn>
                          <a:cxn ang="0">
                            <a:pos x="1076" y="805"/>
                          </a:cxn>
                          <a:cxn ang="0">
                            <a:pos x="835" y="125"/>
                          </a:cxn>
                          <a:cxn ang="0">
                            <a:pos x="722" y="47"/>
                          </a:cxn>
                          <a:cxn ang="0">
                            <a:pos x="599" y="52"/>
                          </a:cxn>
                          <a:cxn ang="0">
                            <a:pos x="300" y="79"/>
                          </a:cxn>
                        </a:cxnLst>
                        <a:rect l="0" t="0" r="r" b="b"/>
                        <a:pathLst>
                          <a:path w="1088" h="1680">
                            <a:moveTo>
                              <a:pt x="326" y="79"/>
                            </a:moveTo>
                            <a:cubicBezTo>
                              <a:pt x="296" y="119"/>
                              <a:pt x="251" y="133"/>
                              <a:pt x="223" y="165"/>
                            </a:cubicBezTo>
                            <a:cubicBezTo>
                              <a:pt x="171" y="225"/>
                              <a:pt x="179" y="301"/>
                              <a:pt x="176" y="376"/>
                            </a:cubicBezTo>
                            <a:cubicBezTo>
                              <a:pt x="172" y="466"/>
                              <a:pt x="137" y="546"/>
                              <a:pt x="125" y="636"/>
                            </a:cubicBezTo>
                            <a:cubicBezTo>
                              <a:pt x="111" y="743"/>
                              <a:pt x="107" y="850"/>
                              <a:pt x="84" y="954"/>
                            </a:cubicBezTo>
                            <a:cubicBezTo>
                              <a:pt x="69" y="1026"/>
                              <a:pt x="39" y="1095"/>
                              <a:pt x="32" y="1171"/>
                            </a:cubicBezTo>
                            <a:cubicBezTo>
                              <a:pt x="25" y="1244"/>
                              <a:pt x="31" y="1322"/>
                              <a:pt x="21" y="1390"/>
                            </a:cubicBezTo>
                            <a:cubicBezTo>
                              <a:pt x="9" y="1472"/>
                              <a:pt x="0" y="1515"/>
                              <a:pt x="66" y="1561"/>
                            </a:cubicBezTo>
                            <a:cubicBezTo>
                              <a:pt x="111" y="1592"/>
                              <a:pt x="154" y="1641"/>
                              <a:pt x="208" y="1651"/>
                            </a:cubicBezTo>
                            <a:cubicBezTo>
                              <a:pt x="266" y="1663"/>
                              <a:pt x="334" y="1652"/>
                              <a:pt x="392" y="1658"/>
                            </a:cubicBezTo>
                            <a:cubicBezTo>
                              <a:pt x="446" y="1663"/>
                              <a:pt x="503" y="1671"/>
                              <a:pt x="561" y="1671"/>
                            </a:cubicBezTo>
                            <a:cubicBezTo>
                              <a:pt x="674" y="1671"/>
                              <a:pt x="793" y="1680"/>
                              <a:pt x="900" y="1658"/>
                            </a:cubicBezTo>
                            <a:cubicBezTo>
                              <a:pt x="942" y="1649"/>
                              <a:pt x="1014" y="1649"/>
                              <a:pt x="1045" y="1612"/>
                            </a:cubicBezTo>
                            <a:cubicBezTo>
                              <a:pt x="1088" y="1561"/>
                              <a:pt x="1070" y="1445"/>
                              <a:pt x="1070" y="1374"/>
                            </a:cubicBezTo>
                            <a:cubicBezTo>
                              <a:pt x="1070" y="1184"/>
                              <a:pt x="1076" y="994"/>
                              <a:pt x="1076" y="805"/>
                            </a:cubicBezTo>
                            <a:cubicBezTo>
                              <a:pt x="1076" y="561"/>
                              <a:pt x="1059" y="262"/>
                              <a:pt x="835" y="125"/>
                            </a:cubicBezTo>
                            <a:cubicBezTo>
                              <a:pt x="796" y="101"/>
                              <a:pt x="760" y="73"/>
                              <a:pt x="722" y="47"/>
                            </a:cubicBezTo>
                            <a:cubicBezTo>
                              <a:pt x="656" y="0"/>
                              <a:pt x="653" y="1"/>
                              <a:pt x="599" y="52"/>
                            </a:cubicBezTo>
                            <a:cubicBezTo>
                              <a:pt x="499" y="143"/>
                              <a:pt x="422" y="79"/>
                              <a:pt x="300" y="79"/>
                            </a:cubicBezTo>
                          </a:path>
                        </a:pathLst>
                      </a:custGeom>
                      <a:solidFill>
                        <a:srgbClr val="BDD5EF"/>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8" name="Freeform 162">
                        <a:extLst>
                          <a:ext uri="{FF2B5EF4-FFF2-40B4-BE49-F238E27FC236}">
                            <a16:creationId xmlns:a16="http://schemas.microsoft.com/office/drawing/2014/main" id="{017A0801-83D1-A6D2-606A-18AB50F63298}"/>
                          </a:ext>
                        </a:extLst>
                      </p:cNvPr>
                      <p:cNvSpPr>
                        <a:spLocks/>
                      </p:cNvSpPr>
                      <p:nvPr/>
                    </p:nvSpPr>
                    <p:spPr bwMode="auto">
                      <a:xfrm>
                        <a:off x="6610350" y="-11847512"/>
                        <a:ext cx="487363" cy="839788"/>
                      </a:xfrm>
                      <a:custGeom>
                        <a:avLst/>
                        <a:gdLst/>
                        <a:ahLst/>
                        <a:cxnLst>
                          <a:cxn ang="0">
                            <a:pos x="130" y="224"/>
                          </a:cxn>
                          <a:cxn ang="0">
                            <a:pos x="61" y="117"/>
                          </a:cxn>
                          <a:cxn ang="0">
                            <a:pos x="16" y="0"/>
                          </a:cxn>
                          <a:cxn ang="0">
                            <a:pos x="45" y="130"/>
                          </a:cxn>
                          <a:cxn ang="0">
                            <a:pos x="70" y="197"/>
                          </a:cxn>
                        </a:cxnLst>
                        <a:rect l="0" t="0" r="r" b="b"/>
                        <a:pathLst>
                          <a:path w="130" h="224">
                            <a:moveTo>
                              <a:pt x="130" y="224"/>
                            </a:moveTo>
                            <a:cubicBezTo>
                              <a:pt x="113" y="187"/>
                              <a:pt x="85" y="149"/>
                              <a:pt x="61" y="117"/>
                            </a:cubicBezTo>
                            <a:cubicBezTo>
                              <a:pt x="32" y="78"/>
                              <a:pt x="24" y="47"/>
                              <a:pt x="16" y="0"/>
                            </a:cubicBezTo>
                            <a:cubicBezTo>
                              <a:pt x="0" y="52"/>
                              <a:pt x="26" y="88"/>
                              <a:pt x="45" y="130"/>
                            </a:cubicBezTo>
                            <a:cubicBezTo>
                              <a:pt x="58" y="158"/>
                              <a:pt x="39" y="186"/>
                              <a:pt x="70" y="197"/>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09" name="Freeform 163">
                        <a:extLst>
                          <a:ext uri="{FF2B5EF4-FFF2-40B4-BE49-F238E27FC236}">
                            <a16:creationId xmlns:a16="http://schemas.microsoft.com/office/drawing/2014/main" id="{CFFEB0D8-6E21-8897-4FED-06A0A1012749}"/>
                          </a:ext>
                        </a:extLst>
                      </p:cNvPr>
                      <p:cNvSpPr>
                        <a:spLocks/>
                      </p:cNvSpPr>
                      <p:nvPr/>
                    </p:nvSpPr>
                    <p:spPr bwMode="auto">
                      <a:xfrm>
                        <a:off x="7513638" y="-11409362"/>
                        <a:ext cx="1662113" cy="539750"/>
                      </a:xfrm>
                      <a:custGeom>
                        <a:avLst/>
                        <a:gdLst/>
                        <a:ahLst/>
                        <a:cxnLst>
                          <a:cxn ang="0">
                            <a:pos x="0" y="126"/>
                          </a:cxn>
                          <a:cxn ang="0">
                            <a:pos x="27" y="83"/>
                          </a:cxn>
                          <a:cxn ang="0">
                            <a:pos x="36" y="83"/>
                          </a:cxn>
                          <a:cxn ang="0">
                            <a:pos x="33" y="127"/>
                          </a:cxn>
                          <a:cxn ang="0">
                            <a:pos x="91" y="76"/>
                          </a:cxn>
                          <a:cxn ang="0">
                            <a:pos x="154" y="118"/>
                          </a:cxn>
                          <a:cxn ang="0">
                            <a:pos x="154" y="41"/>
                          </a:cxn>
                          <a:cxn ang="0">
                            <a:pos x="276" y="1"/>
                          </a:cxn>
                          <a:cxn ang="0">
                            <a:pos x="365" y="46"/>
                          </a:cxn>
                          <a:cxn ang="0">
                            <a:pos x="366" y="28"/>
                          </a:cxn>
                          <a:cxn ang="0">
                            <a:pos x="408" y="83"/>
                          </a:cxn>
                          <a:cxn ang="0">
                            <a:pos x="343" y="116"/>
                          </a:cxn>
                          <a:cxn ang="0">
                            <a:pos x="341" y="121"/>
                          </a:cxn>
                          <a:cxn ang="0">
                            <a:pos x="434" y="144"/>
                          </a:cxn>
                        </a:cxnLst>
                        <a:rect l="0" t="0" r="r" b="b"/>
                        <a:pathLst>
                          <a:path w="443" h="144">
                            <a:moveTo>
                              <a:pt x="0" y="126"/>
                            </a:moveTo>
                            <a:cubicBezTo>
                              <a:pt x="0" y="85"/>
                              <a:pt x="1" y="110"/>
                              <a:pt x="27" y="83"/>
                            </a:cubicBezTo>
                            <a:cubicBezTo>
                              <a:pt x="28" y="83"/>
                              <a:pt x="35" y="83"/>
                              <a:pt x="36" y="83"/>
                            </a:cubicBezTo>
                            <a:cubicBezTo>
                              <a:pt x="29" y="100"/>
                              <a:pt x="14" y="109"/>
                              <a:pt x="33" y="127"/>
                            </a:cubicBezTo>
                            <a:cubicBezTo>
                              <a:pt x="56" y="105"/>
                              <a:pt x="54" y="74"/>
                              <a:pt x="91" y="76"/>
                            </a:cubicBezTo>
                            <a:cubicBezTo>
                              <a:pt x="81" y="106"/>
                              <a:pt x="146" y="137"/>
                              <a:pt x="154" y="118"/>
                            </a:cubicBezTo>
                            <a:cubicBezTo>
                              <a:pt x="166" y="89"/>
                              <a:pt x="152" y="74"/>
                              <a:pt x="154" y="41"/>
                            </a:cubicBezTo>
                            <a:cubicBezTo>
                              <a:pt x="205" y="39"/>
                              <a:pt x="229" y="2"/>
                              <a:pt x="276" y="1"/>
                            </a:cubicBezTo>
                            <a:cubicBezTo>
                              <a:pt x="327" y="0"/>
                              <a:pt x="319" y="50"/>
                              <a:pt x="365" y="46"/>
                            </a:cubicBezTo>
                            <a:cubicBezTo>
                              <a:pt x="364" y="41"/>
                              <a:pt x="367" y="33"/>
                              <a:pt x="366" y="28"/>
                            </a:cubicBezTo>
                            <a:cubicBezTo>
                              <a:pt x="390" y="29"/>
                              <a:pt x="422" y="56"/>
                              <a:pt x="408" y="83"/>
                            </a:cubicBezTo>
                            <a:cubicBezTo>
                              <a:pt x="401" y="96"/>
                              <a:pt x="358" y="112"/>
                              <a:pt x="343" y="116"/>
                            </a:cubicBezTo>
                            <a:cubicBezTo>
                              <a:pt x="342" y="117"/>
                              <a:pt x="341" y="119"/>
                              <a:pt x="341" y="121"/>
                            </a:cubicBezTo>
                            <a:cubicBezTo>
                              <a:pt x="383" y="126"/>
                              <a:pt x="443" y="87"/>
                              <a:pt x="434" y="144"/>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0" name="Freeform 164">
                        <a:extLst>
                          <a:ext uri="{FF2B5EF4-FFF2-40B4-BE49-F238E27FC236}">
                            <a16:creationId xmlns:a16="http://schemas.microsoft.com/office/drawing/2014/main" id="{72AC4620-E432-C069-90C2-429FE3E2D683}"/>
                          </a:ext>
                        </a:extLst>
                      </p:cNvPr>
                      <p:cNvSpPr>
                        <a:spLocks/>
                      </p:cNvSpPr>
                      <p:nvPr/>
                    </p:nvSpPr>
                    <p:spPr bwMode="auto">
                      <a:xfrm>
                        <a:off x="9261475" y="-11528425"/>
                        <a:ext cx="573088" cy="655638"/>
                      </a:xfrm>
                      <a:custGeom>
                        <a:avLst/>
                        <a:gdLst/>
                        <a:ahLst/>
                        <a:cxnLst>
                          <a:cxn ang="0">
                            <a:pos x="35" y="147"/>
                          </a:cxn>
                          <a:cxn ang="0">
                            <a:pos x="0" y="63"/>
                          </a:cxn>
                          <a:cxn ang="0">
                            <a:pos x="65" y="147"/>
                          </a:cxn>
                          <a:cxn ang="0">
                            <a:pos x="110" y="48"/>
                          </a:cxn>
                          <a:cxn ang="0">
                            <a:pos x="123" y="127"/>
                          </a:cxn>
                          <a:cxn ang="0">
                            <a:pos x="66" y="173"/>
                          </a:cxn>
                          <a:cxn ang="0">
                            <a:pos x="22" y="130"/>
                          </a:cxn>
                        </a:cxnLst>
                        <a:rect l="0" t="0" r="r" b="b"/>
                        <a:pathLst>
                          <a:path w="153" h="175">
                            <a:moveTo>
                              <a:pt x="35" y="147"/>
                            </a:moveTo>
                            <a:cubicBezTo>
                              <a:pt x="40" y="110"/>
                              <a:pt x="16" y="92"/>
                              <a:pt x="0" y="63"/>
                            </a:cubicBezTo>
                            <a:cubicBezTo>
                              <a:pt x="42" y="64"/>
                              <a:pt x="32" y="137"/>
                              <a:pt x="65" y="147"/>
                            </a:cubicBezTo>
                            <a:cubicBezTo>
                              <a:pt x="125" y="166"/>
                              <a:pt x="90" y="71"/>
                              <a:pt x="110" y="48"/>
                            </a:cubicBezTo>
                            <a:cubicBezTo>
                              <a:pt x="153" y="0"/>
                              <a:pt x="129" y="108"/>
                              <a:pt x="123" y="127"/>
                            </a:cubicBezTo>
                            <a:cubicBezTo>
                              <a:pt x="116" y="153"/>
                              <a:pt x="96" y="175"/>
                              <a:pt x="66" y="173"/>
                            </a:cubicBezTo>
                            <a:cubicBezTo>
                              <a:pt x="34" y="171"/>
                              <a:pt x="29" y="136"/>
                              <a:pt x="22" y="130"/>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1" name="Freeform 165">
                        <a:extLst>
                          <a:ext uri="{FF2B5EF4-FFF2-40B4-BE49-F238E27FC236}">
                            <a16:creationId xmlns:a16="http://schemas.microsoft.com/office/drawing/2014/main" id="{F08C2440-4828-3253-2979-3720FA8F2EDF}"/>
                          </a:ext>
                        </a:extLst>
                      </p:cNvPr>
                      <p:cNvSpPr>
                        <a:spLocks/>
                      </p:cNvSpPr>
                      <p:nvPr/>
                    </p:nvSpPr>
                    <p:spPr bwMode="auto">
                      <a:xfrm>
                        <a:off x="7513638" y="-17716500"/>
                        <a:ext cx="1654175" cy="1973263"/>
                      </a:xfrm>
                      <a:custGeom>
                        <a:avLst/>
                        <a:gdLst/>
                        <a:ahLst/>
                        <a:cxnLst>
                          <a:cxn ang="0">
                            <a:pos x="26" y="61"/>
                          </a:cxn>
                          <a:cxn ang="0">
                            <a:pos x="382" y="343"/>
                          </a:cxn>
                          <a:cxn ang="0">
                            <a:pos x="366" y="88"/>
                          </a:cxn>
                          <a:cxn ang="0">
                            <a:pos x="49" y="80"/>
                          </a:cxn>
                        </a:cxnLst>
                        <a:rect l="0" t="0" r="r" b="b"/>
                        <a:pathLst>
                          <a:path w="441" h="526">
                            <a:moveTo>
                              <a:pt x="26" y="61"/>
                            </a:moveTo>
                            <a:cubicBezTo>
                              <a:pt x="0" y="249"/>
                              <a:pt x="187" y="526"/>
                              <a:pt x="382" y="343"/>
                            </a:cubicBezTo>
                            <a:cubicBezTo>
                              <a:pt x="441" y="287"/>
                              <a:pt x="409" y="148"/>
                              <a:pt x="366" y="88"/>
                            </a:cubicBezTo>
                            <a:cubicBezTo>
                              <a:pt x="305" y="4"/>
                              <a:pt x="188" y="0"/>
                              <a:pt x="49" y="80"/>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2" name="Freeform 167">
                        <a:extLst>
                          <a:ext uri="{FF2B5EF4-FFF2-40B4-BE49-F238E27FC236}">
                            <a16:creationId xmlns:a16="http://schemas.microsoft.com/office/drawing/2014/main" id="{F50206C4-C276-541A-2667-E039DB529FD4}"/>
                          </a:ext>
                        </a:extLst>
                      </p:cNvPr>
                      <p:cNvSpPr>
                        <a:spLocks/>
                      </p:cNvSpPr>
                      <p:nvPr/>
                    </p:nvSpPr>
                    <p:spPr bwMode="auto">
                      <a:xfrm>
                        <a:off x="10239375" y="-10583862"/>
                        <a:ext cx="919163" cy="1376363"/>
                      </a:xfrm>
                      <a:custGeom>
                        <a:avLst/>
                        <a:gdLst/>
                        <a:ahLst/>
                        <a:cxnLst>
                          <a:cxn ang="0">
                            <a:pos x="215" y="161"/>
                          </a:cxn>
                          <a:cxn ang="0">
                            <a:pos x="170" y="247"/>
                          </a:cxn>
                          <a:cxn ang="0">
                            <a:pos x="71" y="357"/>
                          </a:cxn>
                          <a:cxn ang="0">
                            <a:pos x="6" y="227"/>
                          </a:cxn>
                          <a:cxn ang="0">
                            <a:pos x="221" y="148"/>
                          </a:cxn>
                        </a:cxnLst>
                        <a:rect l="0" t="0" r="r" b="b"/>
                        <a:pathLst>
                          <a:path w="245" h="367">
                            <a:moveTo>
                              <a:pt x="215" y="161"/>
                            </a:moveTo>
                            <a:cubicBezTo>
                              <a:pt x="237" y="200"/>
                              <a:pt x="202" y="231"/>
                              <a:pt x="170" y="247"/>
                            </a:cubicBezTo>
                            <a:cubicBezTo>
                              <a:pt x="170" y="302"/>
                              <a:pt x="133" y="367"/>
                              <a:pt x="71" y="357"/>
                            </a:cubicBezTo>
                            <a:cubicBezTo>
                              <a:pt x="22" y="349"/>
                              <a:pt x="0" y="278"/>
                              <a:pt x="6" y="227"/>
                            </a:cubicBezTo>
                            <a:cubicBezTo>
                              <a:pt x="17" y="135"/>
                              <a:pt x="245" y="0"/>
                              <a:pt x="221" y="148"/>
                            </a:cubicBezTo>
                          </a:path>
                        </a:pathLst>
                      </a:custGeom>
                      <a:solidFill>
                        <a:srgbClr val="353431"/>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3" name="Freeform 168">
                        <a:extLst>
                          <a:ext uri="{FF2B5EF4-FFF2-40B4-BE49-F238E27FC236}">
                            <a16:creationId xmlns:a16="http://schemas.microsoft.com/office/drawing/2014/main" id="{234F36A6-9C18-1762-F5DC-9B1C3A475457}"/>
                          </a:ext>
                        </a:extLst>
                      </p:cNvPr>
                      <p:cNvSpPr>
                        <a:spLocks/>
                      </p:cNvSpPr>
                      <p:nvPr/>
                    </p:nvSpPr>
                    <p:spPr bwMode="auto">
                      <a:xfrm>
                        <a:off x="6137275" y="-9975850"/>
                        <a:ext cx="693738" cy="966788"/>
                      </a:xfrm>
                      <a:custGeom>
                        <a:avLst/>
                        <a:gdLst/>
                        <a:ahLst/>
                        <a:cxnLst>
                          <a:cxn ang="0">
                            <a:pos x="110" y="4"/>
                          </a:cxn>
                          <a:cxn ang="0">
                            <a:pos x="73" y="71"/>
                          </a:cxn>
                          <a:cxn ang="0">
                            <a:pos x="74" y="134"/>
                          </a:cxn>
                          <a:cxn ang="0">
                            <a:pos x="178" y="229"/>
                          </a:cxn>
                          <a:cxn ang="0">
                            <a:pos x="126" y="249"/>
                          </a:cxn>
                          <a:cxn ang="0">
                            <a:pos x="73" y="210"/>
                          </a:cxn>
                          <a:cxn ang="0">
                            <a:pos x="10" y="90"/>
                          </a:cxn>
                          <a:cxn ang="0">
                            <a:pos x="107" y="0"/>
                          </a:cxn>
                        </a:cxnLst>
                        <a:rect l="0" t="0" r="r" b="b"/>
                        <a:pathLst>
                          <a:path w="185" h="258">
                            <a:moveTo>
                              <a:pt x="110" y="4"/>
                            </a:moveTo>
                            <a:cubicBezTo>
                              <a:pt x="131" y="37"/>
                              <a:pt x="94" y="53"/>
                              <a:pt x="73" y="71"/>
                            </a:cubicBezTo>
                            <a:cubicBezTo>
                              <a:pt x="44" y="98"/>
                              <a:pt x="53" y="104"/>
                              <a:pt x="74" y="134"/>
                            </a:cubicBezTo>
                            <a:cubicBezTo>
                              <a:pt x="106" y="179"/>
                              <a:pt x="109" y="228"/>
                              <a:pt x="178" y="229"/>
                            </a:cubicBezTo>
                            <a:cubicBezTo>
                              <a:pt x="185" y="258"/>
                              <a:pt x="143" y="255"/>
                              <a:pt x="126" y="249"/>
                            </a:cubicBezTo>
                            <a:cubicBezTo>
                              <a:pt x="109" y="244"/>
                              <a:pt x="85" y="223"/>
                              <a:pt x="73" y="210"/>
                            </a:cubicBezTo>
                            <a:cubicBezTo>
                              <a:pt x="45" y="182"/>
                              <a:pt x="0" y="133"/>
                              <a:pt x="10" y="90"/>
                            </a:cubicBezTo>
                            <a:cubicBezTo>
                              <a:pt x="20" y="49"/>
                              <a:pt x="76" y="24"/>
                              <a:pt x="107" y="0"/>
                            </a:cubicBezTo>
                          </a:path>
                        </a:pathLst>
                      </a:custGeom>
                      <a:solidFill>
                        <a:srgbClr val="33333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4" name="Freeform 169">
                        <a:extLst>
                          <a:ext uri="{FF2B5EF4-FFF2-40B4-BE49-F238E27FC236}">
                            <a16:creationId xmlns:a16="http://schemas.microsoft.com/office/drawing/2014/main" id="{6DC21050-EFB1-1D78-7943-E402D397E441}"/>
                          </a:ext>
                        </a:extLst>
                      </p:cNvPr>
                      <p:cNvSpPr>
                        <a:spLocks/>
                      </p:cNvSpPr>
                      <p:nvPr/>
                    </p:nvSpPr>
                    <p:spPr bwMode="auto">
                      <a:xfrm>
                        <a:off x="8864600" y="-14843125"/>
                        <a:ext cx="1839913" cy="3438525"/>
                      </a:xfrm>
                      <a:custGeom>
                        <a:avLst/>
                        <a:gdLst/>
                        <a:ahLst/>
                        <a:cxnLst>
                          <a:cxn ang="0">
                            <a:pos x="127" y="186"/>
                          </a:cxn>
                          <a:cxn ang="0">
                            <a:pos x="7" y="0"/>
                          </a:cxn>
                          <a:cxn ang="0">
                            <a:pos x="133" y="262"/>
                          </a:cxn>
                          <a:cxn ang="0">
                            <a:pos x="124" y="299"/>
                          </a:cxn>
                          <a:cxn ang="0">
                            <a:pos x="79" y="250"/>
                          </a:cxn>
                          <a:cxn ang="0">
                            <a:pos x="26" y="252"/>
                          </a:cxn>
                          <a:cxn ang="0">
                            <a:pos x="49" y="316"/>
                          </a:cxn>
                          <a:cxn ang="0">
                            <a:pos x="107" y="382"/>
                          </a:cxn>
                          <a:cxn ang="0">
                            <a:pos x="143" y="519"/>
                          </a:cxn>
                          <a:cxn ang="0">
                            <a:pos x="111" y="639"/>
                          </a:cxn>
                          <a:cxn ang="0">
                            <a:pos x="179" y="614"/>
                          </a:cxn>
                          <a:cxn ang="0">
                            <a:pos x="111" y="698"/>
                          </a:cxn>
                          <a:cxn ang="0">
                            <a:pos x="72" y="805"/>
                          </a:cxn>
                          <a:cxn ang="0">
                            <a:pos x="166" y="731"/>
                          </a:cxn>
                          <a:cxn ang="0">
                            <a:pos x="234" y="799"/>
                          </a:cxn>
                          <a:cxn ang="0">
                            <a:pos x="286" y="777"/>
                          </a:cxn>
                          <a:cxn ang="0">
                            <a:pos x="266" y="847"/>
                          </a:cxn>
                          <a:cxn ang="0">
                            <a:pos x="244" y="903"/>
                          </a:cxn>
                          <a:cxn ang="0">
                            <a:pos x="310" y="877"/>
                          </a:cxn>
                          <a:cxn ang="0">
                            <a:pos x="385" y="803"/>
                          </a:cxn>
                          <a:cxn ang="0">
                            <a:pos x="431" y="689"/>
                          </a:cxn>
                          <a:cxn ang="0">
                            <a:pos x="466" y="542"/>
                          </a:cxn>
                          <a:cxn ang="0">
                            <a:pos x="402" y="237"/>
                          </a:cxn>
                          <a:cxn ang="0">
                            <a:pos x="323" y="186"/>
                          </a:cxn>
                          <a:cxn ang="0">
                            <a:pos x="248" y="209"/>
                          </a:cxn>
                          <a:cxn ang="0">
                            <a:pos x="111" y="180"/>
                          </a:cxn>
                          <a:cxn ang="0">
                            <a:pos x="124" y="183"/>
                          </a:cxn>
                        </a:cxnLst>
                        <a:rect l="0" t="0" r="r" b="b"/>
                        <a:pathLst>
                          <a:path w="491" h="917">
                            <a:moveTo>
                              <a:pt x="127" y="186"/>
                            </a:moveTo>
                            <a:cubicBezTo>
                              <a:pt x="43" y="152"/>
                              <a:pt x="50" y="58"/>
                              <a:pt x="7" y="0"/>
                            </a:cubicBezTo>
                            <a:cubicBezTo>
                              <a:pt x="0" y="103"/>
                              <a:pt x="76" y="187"/>
                              <a:pt x="133" y="262"/>
                            </a:cubicBezTo>
                            <a:cubicBezTo>
                              <a:pt x="148" y="281"/>
                              <a:pt x="166" y="312"/>
                              <a:pt x="124" y="299"/>
                            </a:cubicBezTo>
                            <a:cubicBezTo>
                              <a:pt x="105" y="293"/>
                              <a:pt x="92" y="263"/>
                              <a:pt x="79" y="250"/>
                            </a:cubicBezTo>
                            <a:cubicBezTo>
                              <a:pt x="61" y="233"/>
                              <a:pt x="38" y="221"/>
                              <a:pt x="26" y="252"/>
                            </a:cubicBezTo>
                            <a:cubicBezTo>
                              <a:pt x="17" y="276"/>
                              <a:pt x="37" y="298"/>
                              <a:pt x="49" y="316"/>
                            </a:cubicBezTo>
                            <a:cubicBezTo>
                              <a:pt x="68" y="343"/>
                              <a:pt x="66" y="399"/>
                              <a:pt x="107" y="382"/>
                            </a:cubicBezTo>
                            <a:cubicBezTo>
                              <a:pt x="108" y="429"/>
                              <a:pt x="122" y="480"/>
                              <a:pt x="143" y="519"/>
                            </a:cubicBezTo>
                            <a:cubicBezTo>
                              <a:pt x="176" y="579"/>
                              <a:pt x="150" y="590"/>
                              <a:pt x="111" y="639"/>
                            </a:cubicBezTo>
                            <a:cubicBezTo>
                              <a:pt x="137" y="643"/>
                              <a:pt x="162" y="633"/>
                              <a:pt x="179" y="614"/>
                            </a:cubicBezTo>
                            <a:cubicBezTo>
                              <a:pt x="170" y="648"/>
                              <a:pt x="134" y="672"/>
                              <a:pt x="111" y="698"/>
                            </a:cubicBezTo>
                            <a:cubicBezTo>
                              <a:pt x="79" y="735"/>
                              <a:pt x="69" y="757"/>
                              <a:pt x="72" y="805"/>
                            </a:cubicBezTo>
                            <a:cubicBezTo>
                              <a:pt x="112" y="798"/>
                              <a:pt x="132" y="736"/>
                              <a:pt x="166" y="731"/>
                            </a:cubicBezTo>
                            <a:cubicBezTo>
                              <a:pt x="222" y="722"/>
                              <a:pt x="192" y="808"/>
                              <a:pt x="234" y="799"/>
                            </a:cubicBezTo>
                            <a:cubicBezTo>
                              <a:pt x="245" y="776"/>
                              <a:pt x="261" y="768"/>
                              <a:pt x="286" y="777"/>
                            </a:cubicBezTo>
                            <a:cubicBezTo>
                              <a:pt x="287" y="806"/>
                              <a:pt x="284" y="827"/>
                              <a:pt x="266" y="847"/>
                            </a:cubicBezTo>
                            <a:cubicBezTo>
                              <a:pt x="255" y="859"/>
                              <a:pt x="218" y="882"/>
                              <a:pt x="244" y="903"/>
                            </a:cubicBezTo>
                            <a:cubicBezTo>
                              <a:pt x="262" y="917"/>
                              <a:pt x="299" y="886"/>
                              <a:pt x="310" y="877"/>
                            </a:cubicBezTo>
                            <a:cubicBezTo>
                              <a:pt x="332" y="857"/>
                              <a:pt x="368" y="827"/>
                              <a:pt x="385" y="803"/>
                            </a:cubicBezTo>
                            <a:cubicBezTo>
                              <a:pt x="407" y="770"/>
                              <a:pt x="415" y="725"/>
                              <a:pt x="431" y="689"/>
                            </a:cubicBezTo>
                            <a:cubicBezTo>
                              <a:pt x="451" y="642"/>
                              <a:pt x="460" y="593"/>
                              <a:pt x="466" y="542"/>
                            </a:cubicBezTo>
                            <a:cubicBezTo>
                              <a:pt x="480" y="434"/>
                              <a:pt x="491" y="313"/>
                              <a:pt x="402" y="237"/>
                            </a:cubicBezTo>
                            <a:cubicBezTo>
                              <a:pt x="384" y="222"/>
                              <a:pt x="347" y="187"/>
                              <a:pt x="323" y="186"/>
                            </a:cubicBezTo>
                            <a:cubicBezTo>
                              <a:pt x="295" y="184"/>
                              <a:pt x="278" y="208"/>
                              <a:pt x="248" y="209"/>
                            </a:cubicBezTo>
                            <a:cubicBezTo>
                              <a:pt x="208" y="209"/>
                              <a:pt x="143" y="202"/>
                              <a:pt x="111" y="180"/>
                            </a:cubicBezTo>
                            <a:cubicBezTo>
                              <a:pt x="117" y="178"/>
                              <a:pt x="118" y="182"/>
                              <a:pt x="124" y="183"/>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5" name="Freeform 170">
                        <a:extLst>
                          <a:ext uri="{FF2B5EF4-FFF2-40B4-BE49-F238E27FC236}">
                            <a16:creationId xmlns:a16="http://schemas.microsoft.com/office/drawing/2014/main" id="{8BC76388-A660-6D69-A029-352184B7AAAD}"/>
                          </a:ext>
                        </a:extLst>
                      </p:cNvPr>
                      <p:cNvSpPr>
                        <a:spLocks/>
                      </p:cNvSpPr>
                      <p:nvPr/>
                    </p:nvSpPr>
                    <p:spPr bwMode="auto">
                      <a:xfrm>
                        <a:off x="6861175" y="-13598525"/>
                        <a:ext cx="922338" cy="1770063"/>
                      </a:xfrm>
                      <a:custGeom>
                        <a:avLst/>
                        <a:gdLst/>
                        <a:ahLst/>
                        <a:cxnLst>
                          <a:cxn ang="0">
                            <a:pos x="224" y="69"/>
                          </a:cxn>
                          <a:cxn ang="0">
                            <a:pos x="194" y="288"/>
                          </a:cxn>
                          <a:cxn ang="0">
                            <a:pos x="158" y="326"/>
                          </a:cxn>
                          <a:cxn ang="0">
                            <a:pos x="103" y="347"/>
                          </a:cxn>
                          <a:cxn ang="0">
                            <a:pos x="109" y="467"/>
                          </a:cxn>
                          <a:cxn ang="0">
                            <a:pos x="76" y="455"/>
                          </a:cxn>
                          <a:cxn ang="0">
                            <a:pos x="31" y="451"/>
                          </a:cxn>
                          <a:cxn ang="0">
                            <a:pos x="5" y="386"/>
                          </a:cxn>
                          <a:cxn ang="0">
                            <a:pos x="93" y="278"/>
                          </a:cxn>
                          <a:cxn ang="0">
                            <a:pos x="106" y="199"/>
                          </a:cxn>
                          <a:cxn ang="0">
                            <a:pos x="149" y="145"/>
                          </a:cxn>
                          <a:cxn ang="0">
                            <a:pos x="220" y="18"/>
                          </a:cxn>
                          <a:cxn ang="0">
                            <a:pos x="204" y="105"/>
                          </a:cxn>
                        </a:cxnLst>
                        <a:rect l="0" t="0" r="r" b="b"/>
                        <a:pathLst>
                          <a:path w="246" h="472">
                            <a:moveTo>
                              <a:pt x="224" y="69"/>
                            </a:moveTo>
                            <a:cubicBezTo>
                              <a:pt x="166" y="133"/>
                              <a:pt x="246" y="222"/>
                              <a:pt x="194" y="288"/>
                            </a:cubicBezTo>
                            <a:cubicBezTo>
                              <a:pt x="186" y="298"/>
                              <a:pt x="170" y="320"/>
                              <a:pt x="158" y="326"/>
                            </a:cubicBezTo>
                            <a:cubicBezTo>
                              <a:pt x="135" y="337"/>
                              <a:pt x="121" y="326"/>
                              <a:pt x="103" y="347"/>
                            </a:cubicBezTo>
                            <a:cubicBezTo>
                              <a:pt x="78" y="376"/>
                              <a:pt x="86" y="438"/>
                              <a:pt x="109" y="467"/>
                            </a:cubicBezTo>
                            <a:cubicBezTo>
                              <a:pt x="91" y="472"/>
                              <a:pt x="89" y="458"/>
                              <a:pt x="76" y="455"/>
                            </a:cubicBezTo>
                            <a:cubicBezTo>
                              <a:pt x="62" y="451"/>
                              <a:pt x="44" y="456"/>
                              <a:pt x="31" y="451"/>
                            </a:cubicBezTo>
                            <a:cubicBezTo>
                              <a:pt x="6" y="442"/>
                              <a:pt x="0" y="411"/>
                              <a:pt x="5" y="386"/>
                            </a:cubicBezTo>
                            <a:cubicBezTo>
                              <a:pt x="16" y="334"/>
                              <a:pt x="83" y="333"/>
                              <a:pt x="93" y="278"/>
                            </a:cubicBezTo>
                            <a:cubicBezTo>
                              <a:pt x="99" y="250"/>
                              <a:pt x="91" y="224"/>
                              <a:pt x="106" y="199"/>
                            </a:cubicBezTo>
                            <a:cubicBezTo>
                              <a:pt x="119" y="179"/>
                              <a:pt x="139" y="167"/>
                              <a:pt x="149" y="145"/>
                            </a:cubicBezTo>
                            <a:cubicBezTo>
                              <a:pt x="162" y="116"/>
                              <a:pt x="163" y="0"/>
                              <a:pt x="220" y="18"/>
                            </a:cubicBezTo>
                            <a:cubicBezTo>
                              <a:pt x="227" y="61"/>
                              <a:pt x="223" y="71"/>
                              <a:pt x="204" y="105"/>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6" name="Freeform 171">
                        <a:extLst>
                          <a:ext uri="{FF2B5EF4-FFF2-40B4-BE49-F238E27FC236}">
                            <a16:creationId xmlns:a16="http://schemas.microsoft.com/office/drawing/2014/main" id="{50F4A976-002A-289E-093D-9D6B751C9D6C}"/>
                          </a:ext>
                        </a:extLst>
                      </p:cNvPr>
                      <p:cNvSpPr>
                        <a:spLocks/>
                      </p:cNvSpPr>
                      <p:nvPr/>
                    </p:nvSpPr>
                    <p:spPr bwMode="auto">
                      <a:xfrm>
                        <a:off x="7165975" y="-15492412"/>
                        <a:ext cx="501650" cy="1219200"/>
                      </a:xfrm>
                      <a:custGeom>
                        <a:avLst/>
                        <a:gdLst/>
                        <a:ahLst/>
                        <a:cxnLst>
                          <a:cxn ang="0">
                            <a:pos x="48" y="3"/>
                          </a:cxn>
                          <a:cxn ang="0">
                            <a:pos x="43" y="294"/>
                          </a:cxn>
                          <a:cxn ang="0">
                            <a:pos x="2" y="266"/>
                          </a:cxn>
                          <a:cxn ang="0">
                            <a:pos x="9" y="134"/>
                          </a:cxn>
                          <a:cxn ang="0">
                            <a:pos x="61" y="0"/>
                          </a:cxn>
                        </a:cxnLst>
                        <a:rect l="0" t="0" r="r" b="b"/>
                        <a:pathLst>
                          <a:path w="134" h="325">
                            <a:moveTo>
                              <a:pt x="48" y="3"/>
                            </a:moveTo>
                            <a:cubicBezTo>
                              <a:pt x="134" y="34"/>
                              <a:pt x="93" y="246"/>
                              <a:pt x="43" y="294"/>
                            </a:cubicBezTo>
                            <a:cubicBezTo>
                              <a:pt x="10" y="325"/>
                              <a:pt x="0" y="313"/>
                              <a:pt x="2" y="266"/>
                            </a:cubicBezTo>
                            <a:cubicBezTo>
                              <a:pt x="5" y="222"/>
                              <a:pt x="11" y="179"/>
                              <a:pt x="9" y="134"/>
                            </a:cubicBezTo>
                            <a:cubicBezTo>
                              <a:pt x="6" y="67"/>
                              <a:pt x="2" y="34"/>
                              <a:pt x="61" y="0"/>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7" name="Freeform 172">
                        <a:extLst>
                          <a:ext uri="{FF2B5EF4-FFF2-40B4-BE49-F238E27FC236}">
                            <a16:creationId xmlns:a16="http://schemas.microsoft.com/office/drawing/2014/main" id="{F07EECC0-E688-5CCB-2E8E-84DD5ED2D79D}"/>
                          </a:ext>
                        </a:extLst>
                      </p:cNvPr>
                      <p:cNvSpPr>
                        <a:spLocks/>
                      </p:cNvSpPr>
                      <p:nvPr/>
                    </p:nvSpPr>
                    <p:spPr bwMode="auto">
                      <a:xfrm>
                        <a:off x="9036050" y="-15932150"/>
                        <a:ext cx="558800" cy="1500188"/>
                      </a:xfrm>
                      <a:custGeom>
                        <a:avLst/>
                        <a:gdLst/>
                        <a:ahLst/>
                        <a:cxnLst>
                          <a:cxn ang="0">
                            <a:pos x="25" y="0"/>
                          </a:cxn>
                          <a:cxn ang="0">
                            <a:pos x="65" y="217"/>
                          </a:cxn>
                          <a:cxn ang="0">
                            <a:pos x="98" y="310"/>
                          </a:cxn>
                          <a:cxn ang="0">
                            <a:pos x="149" y="394"/>
                          </a:cxn>
                          <a:cxn ang="0">
                            <a:pos x="55" y="267"/>
                          </a:cxn>
                          <a:cxn ang="0">
                            <a:pos x="21" y="176"/>
                          </a:cxn>
                          <a:cxn ang="0">
                            <a:pos x="3" y="85"/>
                          </a:cxn>
                          <a:cxn ang="0">
                            <a:pos x="29" y="144"/>
                          </a:cxn>
                          <a:cxn ang="0">
                            <a:pos x="38" y="65"/>
                          </a:cxn>
                        </a:cxnLst>
                        <a:rect l="0" t="0" r="r" b="b"/>
                        <a:pathLst>
                          <a:path w="149" h="400">
                            <a:moveTo>
                              <a:pt x="25" y="0"/>
                            </a:moveTo>
                            <a:cubicBezTo>
                              <a:pt x="26" y="76"/>
                              <a:pt x="51" y="144"/>
                              <a:pt x="65" y="217"/>
                            </a:cubicBezTo>
                            <a:cubicBezTo>
                              <a:pt x="71" y="251"/>
                              <a:pt x="77" y="281"/>
                              <a:pt x="98" y="310"/>
                            </a:cubicBezTo>
                            <a:cubicBezTo>
                              <a:pt x="116" y="335"/>
                              <a:pt x="144" y="362"/>
                              <a:pt x="149" y="394"/>
                            </a:cubicBezTo>
                            <a:cubicBezTo>
                              <a:pt x="107" y="400"/>
                              <a:pt x="68" y="296"/>
                              <a:pt x="55" y="267"/>
                            </a:cubicBezTo>
                            <a:cubicBezTo>
                              <a:pt x="43" y="238"/>
                              <a:pt x="30" y="208"/>
                              <a:pt x="21" y="176"/>
                            </a:cubicBezTo>
                            <a:cubicBezTo>
                              <a:pt x="14" y="146"/>
                              <a:pt x="17" y="111"/>
                              <a:pt x="3" y="85"/>
                            </a:cubicBezTo>
                            <a:cubicBezTo>
                              <a:pt x="0" y="102"/>
                              <a:pt x="14" y="134"/>
                              <a:pt x="29" y="144"/>
                            </a:cubicBezTo>
                            <a:cubicBezTo>
                              <a:pt x="42" y="122"/>
                              <a:pt x="38" y="92"/>
                              <a:pt x="38" y="65"/>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8" name="Freeform 173">
                        <a:extLst>
                          <a:ext uri="{FF2B5EF4-FFF2-40B4-BE49-F238E27FC236}">
                            <a16:creationId xmlns:a16="http://schemas.microsoft.com/office/drawing/2014/main" id="{71B74922-D398-4A91-CF3A-F16D8E8F2501}"/>
                          </a:ext>
                        </a:extLst>
                      </p:cNvPr>
                      <p:cNvSpPr>
                        <a:spLocks/>
                      </p:cNvSpPr>
                      <p:nvPr/>
                    </p:nvSpPr>
                    <p:spPr bwMode="auto">
                      <a:xfrm>
                        <a:off x="8248650" y="-16868775"/>
                        <a:ext cx="1222375" cy="1260475"/>
                      </a:xfrm>
                      <a:custGeom>
                        <a:avLst/>
                        <a:gdLst/>
                        <a:ahLst/>
                        <a:cxnLst>
                          <a:cxn ang="0">
                            <a:pos x="177" y="266"/>
                          </a:cxn>
                          <a:cxn ang="0">
                            <a:pos x="267" y="187"/>
                          </a:cxn>
                          <a:cxn ang="0">
                            <a:pos x="282" y="34"/>
                          </a:cxn>
                          <a:cxn ang="0">
                            <a:pos x="180" y="188"/>
                          </a:cxn>
                          <a:cxn ang="0">
                            <a:pos x="169" y="275"/>
                          </a:cxn>
                          <a:cxn ang="0">
                            <a:pos x="134" y="282"/>
                          </a:cxn>
                          <a:cxn ang="0">
                            <a:pos x="115" y="282"/>
                          </a:cxn>
                          <a:cxn ang="0">
                            <a:pos x="104" y="298"/>
                          </a:cxn>
                          <a:cxn ang="0">
                            <a:pos x="24" y="260"/>
                          </a:cxn>
                          <a:cxn ang="0">
                            <a:pos x="144" y="155"/>
                          </a:cxn>
                        </a:cxnLst>
                        <a:rect l="0" t="0" r="r" b="b"/>
                        <a:pathLst>
                          <a:path w="326" h="336">
                            <a:moveTo>
                              <a:pt x="177" y="266"/>
                            </a:moveTo>
                            <a:cubicBezTo>
                              <a:pt x="186" y="318"/>
                              <a:pt x="258" y="202"/>
                              <a:pt x="267" y="187"/>
                            </a:cubicBezTo>
                            <a:cubicBezTo>
                              <a:pt x="287" y="153"/>
                              <a:pt x="326" y="57"/>
                              <a:pt x="282" y="34"/>
                            </a:cubicBezTo>
                            <a:cubicBezTo>
                              <a:pt x="213" y="0"/>
                              <a:pt x="180" y="141"/>
                              <a:pt x="180" y="188"/>
                            </a:cubicBezTo>
                            <a:cubicBezTo>
                              <a:pt x="180" y="212"/>
                              <a:pt x="189" y="258"/>
                              <a:pt x="169" y="275"/>
                            </a:cubicBezTo>
                            <a:cubicBezTo>
                              <a:pt x="163" y="281"/>
                              <a:pt x="143" y="280"/>
                              <a:pt x="134" y="282"/>
                            </a:cubicBezTo>
                            <a:cubicBezTo>
                              <a:pt x="129" y="284"/>
                              <a:pt x="120" y="280"/>
                              <a:pt x="115" y="282"/>
                            </a:cubicBezTo>
                            <a:cubicBezTo>
                              <a:pt x="107" y="286"/>
                              <a:pt x="110" y="295"/>
                              <a:pt x="104" y="298"/>
                            </a:cubicBezTo>
                            <a:cubicBezTo>
                              <a:pt x="60" y="325"/>
                              <a:pt x="0" y="336"/>
                              <a:pt x="24" y="260"/>
                            </a:cubicBezTo>
                            <a:cubicBezTo>
                              <a:pt x="42" y="204"/>
                              <a:pt x="110" y="200"/>
                              <a:pt x="144" y="155"/>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19" name="Freeform 174">
                        <a:extLst>
                          <a:ext uri="{FF2B5EF4-FFF2-40B4-BE49-F238E27FC236}">
                            <a16:creationId xmlns:a16="http://schemas.microsoft.com/office/drawing/2014/main" id="{ED9E9B37-FD9A-0982-A12F-46D25A44CB48}"/>
                          </a:ext>
                        </a:extLst>
                      </p:cNvPr>
                      <p:cNvSpPr>
                        <a:spLocks/>
                      </p:cNvSpPr>
                      <p:nvPr/>
                    </p:nvSpPr>
                    <p:spPr bwMode="auto">
                      <a:xfrm>
                        <a:off x="7356475" y="-16684625"/>
                        <a:ext cx="933450" cy="1079500"/>
                      </a:xfrm>
                      <a:custGeom>
                        <a:avLst/>
                        <a:gdLst/>
                        <a:ahLst/>
                        <a:cxnLst>
                          <a:cxn ang="0">
                            <a:pos x="0" y="38"/>
                          </a:cxn>
                          <a:cxn ang="0">
                            <a:pos x="24" y="96"/>
                          </a:cxn>
                          <a:cxn ang="0">
                            <a:pos x="55" y="156"/>
                          </a:cxn>
                          <a:cxn ang="0">
                            <a:pos x="92" y="288"/>
                          </a:cxn>
                          <a:cxn ang="0">
                            <a:pos x="108" y="237"/>
                          </a:cxn>
                          <a:cxn ang="0">
                            <a:pos x="158" y="244"/>
                          </a:cxn>
                          <a:cxn ang="0">
                            <a:pos x="190" y="230"/>
                          </a:cxn>
                          <a:cxn ang="0">
                            <a:pos x="213" y="247"/>
                          </a:cxn>
                          <a:cxn ang="0">
                            <a:pos x="233" y="216"/>
                          </a:cxn>
                          <a:cxn ang="0">
                            <a:pos x="174" y="180"/>
                          </a:cxn>
                          <a:cxn ang="0">
                            <a:pos x="115" y="110"/>
                          </a:cxn>
                          <a:cxn ang="0">
                            <a:pos x="76" y="35"/>
                          </a:cxn>
                          <a:cxn ang="0">
                            <a:pos x="0" y="41"/>
                          </a:cxn>
                        </a:cxnLst>
                        <a:rect l="0" t="0" r="r" b="b"/>
                        <a:pathLst>
                          <a:path w="249" h="288">
                            <a:moveTo>
                              <a:pt x="0" y="38"/>
                            </a:moveTo>
                            <a:cubicBezTo>
                              <a:pt x="15" y="53"/>
                              <a:pt x="15" y="78"/>
                              <a:pt x="24" y="96"/>
                            </a:cubicBezTo>
                            <a:cubicBezTo>
                              <a:pt x="35" y="117"/>
                              <a:pt x="47" y="134"/>
                              <a:pt x="55" y="156"/>
                            </a:cubicBezTo>
                            <a:cubicBezTo>
                              <a:pt x="72" y="201"/>
                              <a:pt x="79" y="242"/>
                              <a:pt x="92" y="288"/>
                            </a:cubicBezTo>
                            <a:cubicBezTo>
                              <a:pt x="92" y="266"/>
                              <a:pt x="87" y="247"/>
                              <a:pt x="108" y="237"/>
                            </a:cubicBezTo>
                            <a:cubicBezTo>
                              <a:pt x="128" y="227"/>
                              <a:pt x="142" y="245"/>
                              <a:pt x="158" y="244"/>
                            </a:cubicBezTo>
                            <a:cubicBezTo>
                              <a:pt x="170" y="243"/>
                              <a:pt x="175" y="229"/>
                              <a:pt x="190" y="230"/>
                            </a:cubicBezTo>
                            <a:cubicBezTo>
                              <a:pt x="203" y="231"/>
                              <a:pt x="208" y="245"/>
                              <a:pt x="213" y="247"/>
                            </a:cubicBezTo>
                            <a:cubicBezTo>
                              <a:pt x="236" y="252"/>
                              <a:pt x="249" y="241"/>
                              <a:pt x="233" y="216"/>
                            </a:cubicBezTo>
                            <a:cubicBezTo>
                              <a:pt x="223" y="201"/>
                              <a:pt x="190" y="191"/>
                              <a:pt x="174" y="180"/>
                            </a:cubicBezTo>
                            <a:cubicBezTo>
                              <a:pt x="147" y="162"/>
                              <a:pt x="131" y="138"/>
                              <a:pt x="115" y="110"/>
                            </a:cubicBezTo>
                            <a:cubicBezTo>
                              <a:pt x="102" y="85"/>
                              <a:pt x="94" y="57"/>
                              <a:pt x="76" y="35"/>
                            </a:cubicBezTo>
                            <a:cubicBezTo>
                              <a:pt x="47" y="0"/>
                              <a:pt x="35" y="24"/>
                              <a:pt x="0" y="41"/>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0" name="Freeform 175">
                        <a:extLst>
                          <a:ext uri="{FF2B5EF4-FFF2-40B4-BE49-F238E27FC236}">
                            <a16:creationId xmlns:a16="http://schemas.microsoft.com/office/drawing/2014/main" id="{0C366D45-8B1A-1B8C-B7E7-A1639049B9CA}"/>
                          </a:ext>
                        </a:extLst>
                      </p:cNvPr>
                      <p:cNvSpPr>
                        <a:spLocks/>
                      </p:cNvSpPr>
                      <p:nvPr/>
                    </p:nvSpPr>
                    <p:spPr bwMode="auto">
                      <a:xfrm>
                        <a:off x="7866063" y="-2540000"/>
                        <a:ext cx="919163" cy="2036763"/>
                      </a:xfrm>
                      <a:custGeom>
                        <a:avLst/>
                        <a:gdLst/>
                        <a:ahLst/>
                        <a:cxnLst>
                          <a:cxn ang="0">
                            <a:pos x="140" y="0"/>
                          </a:cxn>
                          <a:cxn ang="0">
                            <a:pos x="114" y="115"/>
                          </a:cxn>
                          <a:cxn ang="0">
                            <a:pos x="155" y="167"/>
                          </a:cxn>
                          <a:cxn ang="0">
                            <a:pos x="167" y="253"/>
                          </a:cxn>
                          <a:cxn ang="0">
                            <a:pos x="163" y="300"/>
                          </a:cxn>
                          <a:cxn ang="0">
                            <a:pos x="179" y="347"/>
                          </a:cxn>
                          <a:cxn ang="0">
                            <a:pos x="137" y="385"/>
                          </a:cxn>
                          <a:cxn ang="0">
                            <a:pos x="127" y="419"/>
                          </a:cxn>
                          <a:cxn ang="0">
                            <a:pos x="92" y="464"/>
                          </a:cxn>
                          <a:cxn ang="0">
                            <a:pos x="26" y="473"/>
                          </a:cxn>
                          <a:cxn ang="0">
                            <a:pos x="29" y="506"/>
                          </a:cxn>
                          <a:cxn ang="0">
                            <a:pos x="6" y="522"/>
                          </a:cxn>
                          <a:cxn ang="0">
                            <a:pos x="42" y="539"/>
                          </a:cxn>
                          <a:cxn ang="0">
                            <a:pos x="203" y="467"/>
                          </a:cxn>
                          <a:cxn ang="0">
                            <a:pos x="218" y="385"/>
                          </a:cxn>
                          <a:cxn ang="0">
                            <a:pos x="238" y="295"/>
                          </a:cxn>
                          <a:cxn ang="0">
                            <a:pos x="160" y="84"/>
                          </a:cxn>
                          <a:cxn ang="0">
                            <a:pos x="140" y="23"/>
                          </a:cxn>
                        </a:cxnLst>
                        <a:rect l="0" t="0" r="r" b="b"/>
                        <a:pathLst>
                          <a:path w="245" h="543">
                            <a:moveTo>
                              <a:pt x="140" y="0"/>
                            </a:moveTo>
                            <a:cubicBezTo>
                              <a:pt x="133" y="40"/>
                              <a:pt x="110" y="71"/>
                              <a:pt x="114" y="115"/>
                            </a:cubicBezTo>
                            <a:cubicBezTo>
                              <a:pt x="117" y="148"/>
                              <a:pt x="134" y="149"/>
                              <a:pt x="155" y="167"/>
                            </a:cubicBezTo>
                            <a:cubicBezTo>
                              <a:pt x="185" y="192"/>
                              <a:pt x="176" y="217"/>
                              <a:pt x="167" y="253"/>
                            </a:cubicBezTo>
                            <a:cubicBezTo>
                              <a:pt x="163" y="269"/>
                              <a:pt x="158" y="282"/>
                              <a:pt x="163" y="300"/>
                            </a:cubicBezTo>
                            <a:cubicBezTo>
                              <a:pt x="168" y="319"/>
                              <a:pt x="183" y="324"/>
                              <a:pt x="179" y="347"/>
                            </a:cubicBezTo>
                            <a:cubicBezTo>
                              <a:pt x="174" y="378"/>
                              <a:pt x="155" y="366"/>
                              <a:pt x="137" y="385"/>
                            </a:cubicBezTo>
                            <a:cubicBezTo>
                              <a:pt x="126" y="396"/>
                              <a:pt x="130" y="402"/>
                              <a:pt x="127" y="419"/>
                            </a:cubicBezTo>
                            <a:cubicBezTo>
                              <a:pt x="122" y="454"/>
                              <a:pt x="124" y="457"/>
                              <a:pt x="92" y="464"/>
                            </a:cubicBezTo>
                            <a:cubicBezTo>
                              <a:pt x="71" y="470"/>
                              <a:pt x="48" y="472"/>
                              <a:pt x="26" y="473"/>
                            </a:cubicBezTo>
                            <a:cubicBezTo>
                              <a:pt x="56" y="484"/>
                              <a:pt x="55" y="490"/>
                              <a:pt x="29" y="506"/>
                            </a:cubicBezTo>
                            <a:cubicBezTo>
                              <a:pt x="16" y="514"/>
                              <a:pt x="0" y="498"/>
                              <a:pt x="6" y="522"/>
                            </a:cubicBezTo>
                            <a:cubicBezTo>
                              <a:pt x="10" y="535"/>
                              <a:pt x="31" y="538"/>
                              <a:pt x="42" y="539"/>
                            </a:cubicBezTo>
                            <a:cubicBezTo>
                              <a:pt x="100" y="543"/>
                              <a:pt x="174" y="516"/>
                              <a:pt x="203" y="467"/>
                            </a:cubicBezTo>
                            <a:cubicBezTo>
                              <a:pt x="218" y="442"/>
                              <a:pt x="215" y="415"/>
                              <a:pt x="218" y="385"/>
                            </a:cubicBezTo>
                            <a:cubicBezTo>
                              <a:pt x="222" y="354"/>
                              <a:pt x="235" y="325"/>
                              <a:pt x="238" y="295"/>
                            </a:cubicBezTo>
                            <a:cubicBezTo>
                              <a:pt x="245" y="217"/>
                              <a:pt x="195" y="143"/>
                              <a:pt x="160" y="84"/>
                            </a:cubicBezTo>
                            <a:cubicBezTo>
                              <a:pt x="150" y="67"/>
                              <a:pt x="140" y="44"/>
                              <a:pt x="140" y="23"/>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1" name="Freeform 176">
                        <a:extLst>
                          <a:ext uri="{FF2B5EF4-FFF2-40B4-BE49-F238E27FC236}">
                            <a16:creationId xmlns:a16="http://schemas.microsoft.com/office/drawing/2014/main" id="{DCD7F074-EEBE-5DAF-6EF8-26A970C626A6}"/>
                          </a:ext>
                        </a:extLst>
                      </p:cNvPr>
                      <p:cNvSpPr>
                        <a:spLocks/>
                      </p:cNvSpPr>
                      <p:nvPr/>
                    </p:nvSpPr>
                    <p:spPr bwMode="auto">
                      <a:xfrm>
                        <a:off x="5072063" y="-16883062"/>
                        <a:ext cx="2663825" cy="7631113"/>
                      </a:xfrm>
                      <a:custGeom>
                        <a:avLst/>
                        <a:gdLst/>
                        <a:ahLst/>
                        <a:cxnLst>
                          <a:cxn ang="0">
                            <a:pos x="710" y="8"/>
                          </a:cxn>
                          <a:cxn ang="0">
                            <a:pos x="461" y="124"/>
                          </a:cxn>
                          <a:cxn ang="0">
                            <a:pos x="220" y="242"/>
                          </a:cxn>
                          <a:cxn ang="0">
                            <a:pos x="97" y="510"/>
                          </a:cxn>
                          <a:cxn ang="0">
                            <a:pos x="45" y="888"/>
                          </a:cxn>
                          <a:cxn ang="0">
                            <a:pos x="19" y="1215"/>
                          </a:cxn>
                          <a:cxn ang="0">
                            <a:pos x="92" y="1547"/>
                          </a:cxn>
                          <a:cxn ang="0">
                            <a:pos x="104" y="1672"/>
                          </a:cxn>
                          <a:cxn ang="0">
                            <a:pos x="161" y="1815"/>
                          </a:cxn>
                          <a:cxn ang="0">
                            <a:pos x="285" y="2035"/>
                          </a:cxn>
                          <a:cxn ang="0">
                            <a:pos x="350" y="1892"/>
                          </a:cxn>
                          <a:cxn ang="0">
                            <a:pos x="424" y="1784"/>
                          </a:cxn>
                          <a:cxn ang="0">
                            <a:pos x="436" y="1691"/>
                          </a:cxn>
                          <a:cxn ang="0">
                            <a:pos x="438" y="1566"/>
                          </a:cxn>
                          <a:cxn ang="0">
                            <a:pos x="347" y="1448"/>
                          </a:cxn>
                          <a:cxn ang="0">
                            <a:pos x="312" y="1328"/>
                          </a:cxn>
                          <a:cxn ang="0">
                            <a:pos x="346" y="1417"/>
                          </a:cxn>
                          <a:cxn ang="0">
                            <a:pos x="352" y="1515"/>
                          </a:cxn>
                          <a:cxn ang="0">
                            <a:pos x="443" y="1684"/>
                          </a:cxn>
                          <a:cxn ang="0">
                            <a:pos x="481" y="1383"/>
                          </a:cxn>
                          <a:cxn ang="0">
                            <a:pos x="645" y="1164"/>
                          </a:cxn>
                          <a:cxn ang="0">
                            <a:pos x="652" y="830"/>
                          </a:cxn>
                          <a:cxn ang="0">
                            <a:pos x="634" y="484"/>
                          </a:cxn>
                          <a:cxn ang="0">
                            <a:pos x="639" y="211"/>
                          </a:cxn>
                          <a:cxn ang="0">
                            <a:pos x="690" y="0"/>
                          </a:cxn>
                        </a:cxnLst>
                        <a:rect l="0" t="0" r="r" b="b"/>
                        <a:pathLst>
                          <a:path w="710" h="2035">
                            <a:moveTo>
                              <a:pt x="710" y="8"/>
                            </a:moveTo>
                            <a:cubicBezTo>
                              <a:pt x="634" y="55"/>
                              <a:pt x="553" y="92"/>
                              <a:pt x="461" y="124"/>
                            </a:cubicBezTo>
                            <a:cubicBezTo>
                              <a:pt x="373" y="155"/>
                              <a:pt x="294" y="189"/>
                              <a:pt x="220" y="242"/>
                            </a:cubicBezTo>
                            <a:cubicBezTo>
                              <a:pt x="122" y="311"/>
                              <a:pt x="102" y="391"/>
                              <a:pt x="97" y="510"/>
                            </a:cubicBezTo>
                            <a:cubicBezTo>
                              <a:pt x="92" y="641"/>
                              <a:pt x="50" y="759"/>
                              <a:pt x="45" y="888"/>
                            </a:cubicBezTo>
                            <a:cubicBezTo>
                              <a:pt x="40" y="1001"/>
                              <a:pt x="36" y="1107"/>
                              <a:pt x="19" y="1215"/>
                            </a:cubicBezTo>
                            <a:cubicBezTo>
                              <a:pt x="0" y="1330"/>
                              <a:pt x="58" y="1440"/>
                              <a:pt x="92" y="1547"/>
                            </a:cubicBezTo>
                            <a:cubicBezTo>
                              <a:pt x="110" y="1602"/>
                              <a:pt x="107" y="1613"/>
                              <a:pt x="104" y="1672"/>
                            </a:cubicBezTo>
                            <a:cubicBezTo>
                              <a:pt x="100" y="1744"/>
                              <a:pt x="128" y="1759"/>
                              <a:pt x="161" y="1815"/>
                            </a:cubicBezTo>
                            <a:cubicBezTo>
                              <a:pt x="200" y="1882"/>
                              <a:pt x="204" y="1990"/>
                              <a:pt x="285" y="2035"/>
                            </a:cubicBezTo>
                            <a:cubicBezTo>
                              <a:pt x="302" y="1952"/>
                              <a:pt x="281" y="1934"/>
                              <a:pt x="350" y="1892"/>
                            </a:cubicBezTo>
                            <a:cubicBezTo>
                              <a:pt x="393" y="1865"/>
                              <a:pt x="418" y="1834"/>
                              <a:pt x="424" y="1784"/>
                            </a:cubicBezTo>
                            <a:cubicBezTo>
                              <a:pt x="484" y="1758"/>
                              <a:pt x="441" y="1724"/>
                              <a:pt x="436" y="1691"/>
                            </a:cubicBezTo>
                            <a:cubicBezTo>
                              <a:pt x="430" y="1650"/>
                              <a:pt x="449" y="1610"/>
                              <a:pt x="438" y="1566"/>
                            </a:cubicBezTo>
                            <a:cubicBezTo>
                              <a:pt x="424" y="1510"/>
                              <a:pt x="375" y="1495"/>
                              <a:pt x="347" y="1448"/>
                            </a:cubicBezTo>
                            <a:cubicBezTo>
                              <a:pt x="323" y="1410"/>
                              <a:pt x="334" y="1365"/>
                              <a:pt x="312" y="1328"/>
                            </a:cubicBezTo>
                            <a:cubicBezTo>
                              <a:pt x="315" y="1365"/>
                              <a:pt x="336" y="1385"/>
                              <a:pt x="346" y="1417"/>
                            </a:cubicBezTo>
                            <a:cubicBezTo>
                              <a:pt x="357" y="1451"/>
                              <a:pt x="344" y="1485"/>
                              <a:pt x="352" y="1515"/>
                            </a:cubicBezTo>
                            <a:cubicBezTo>
                              <a:pt x="365" y="1569"/>
                              <a:pt x="421" y="1628"/>
                              <a:pt x="443" y="1684"/>
                            </a:cubicBezTo>
                            <a:cubicBezTo>
                              <a:pt x="541" y="1665"/>
                              <a:pt x="458" y="1450"/>
                              <a:pt x="481" y="1383"/>
                            </a:cubicBezTo>
                            <a:cubicBezTo>
                              <a:pt x="508" y="1304"/>
                              <a:pt x="601" y="1240"/>
                              <a:pt x="645" y="1164"/>
                            </a:cubicBezTo>
                            <a:cubicBezTo>
                              <a:pt x="696" y="1079"/>
                              <a:pt x="681" y="927"/>
                              <a:pt x="652" y="830"/>
                            </a:cubicBezTo>
                            <a:cubicBezTo>
                              <a:pt x="617" y="717"/>
                              <a:pt x="628" y="605"/>
                              <a:pt x="634" y="484"/>
                            </a:cubicBezTo>
                            <a:cubicBezTo>
                              <a:pt x="638" y="395"/>
                              <a:pt x="638" y="302"/>
                              <a:pt x="639" y="211"/>
                            </a:cubicBezTo>
                            <a:cubicBezTo>
                              <a:pt x="639" y="165"/>
                              <a:pt x="655" y="22"/>
                              <a:pt x="690" y="0"/>
                            </a:cubicBezTo>
                          </a:path>
                        </a:pathLst>
                      </a:custGeom>
                      <a:solidFill>
                        <a:srgbClr val="1A1A1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2" name="Freeform 177">
                        <a:extLst>
                          <a:ext uri="{FF2B5EF4-FFF2-40B4-BE49-F238E27FC236}">
                            <a16:creationId xmlns:a16="http://schemas.microsoft.com/office/drawing/2014/main" id="{D1841D15-DB90-4B22-F310-9FF0E06E2DCA}"/>
                          </a:ext>
                        </a:extLst>
                      </p:cNvPr>
                      <p:cNvSpPr>
                        <a:spLocks/>
                      </p:cNvSpPr>
                      <p:nvPr/>
                    </p:nvSpPr>
                    <p:spPr bwMode="auto">
                      <a:xfrm>
                        <a:off x="9129713" y="-17025937"/>
                        <a:ext cx="2678113" cy="7515225"/>
                      </a:xfrm>
                      <a:custGeom>
                        <a:avLst/>
                        <a:gdLst/>
                        <a:ahLst/>
                        <a:cxnLst>
                          <a:cxn ang="0">
                            <a:pos x="26" y="27"/>
                          </a:cxn>
                          <a:cxn ang="0">
                            <a:pos x="78" y="196"/>
                          </a:cxn>
                          <a:cxn ang="0">
                            <a:pos x="78" y="379"/>
                          </a:cxn>
                          <a:cxn ang="0">
                            <a:pos x="52" y="757"/>
                          </a:cxn>
                          <a:cxn ang="0">
                            <a:pos x="223" y="1376"/>
                          </a:cxn>
                          <a:cxn ang="0">
                            <a:pos x="289" y="1723"/>
                          </a:cxn>
                          <a:cxn ang="0">
                            <a:pos x="365" y="1854"/>
                          </a:cxn>
                          <a:cxn ang="0">
                            <a:pos x="500" y="2004"/>
                          </a:cxn>
                          <a:cxn ang="0">
                            <a:pos x="605" y="1787"/>
                          </a:cxn>
                          <a:cxn ang="0">
                            <a:pos x="660" y="1639"/>
                          </a:cxn>
                          <a:cxn ang="0">
                            <a:pos x="691" y="1637"/>
                          </a:cxn>
                          <a:cxn ang="0">
                            <a:pos x="664" y="1495"/>
                          </a:cxn>
                          <a:cxn ang="0">
                            <a:pos x="685" y="1356"/>
                          </a:cxn>
                          <a:cxn ang="0">
                            <a:pos x="685" y="1174"/>
                          </a:cxn>
                          <a:cxn ang="0">
                            <a:pos x="699" y="997"/>
                          </a:cxn>
                          <a:cxn ang="0">
                            <a:pos x="581" y="307"/>
                          </a:cxn>
                          <a:cxn ang="0">
                            <a:pos x="553" y="210"/>
                          </a:cxn>
                          <a:cxn ang="0">
                            <a:pos x="478" y="157"/>
                          </a:cxn>
                          <a:cxn ang="0">
                            <a:pos x="255" y="59"/>
                          </a:cxn>
                          <a:cxn ang="0">
                            <a:pos x="124" y="54"/>
                          </a:cxn>
                          <a:cxn ang="0">
                            <a:pos x="0" y="0"/>
                          </a:cxn>
                        </a:cxnLst>
                        <a:rect l="0" t="0" r="r" b="b"/>
                        <a:pathLst>
                          <a:path w="714" h="2004">
                            <a:moveTo>
                              <a:pt x="26" y="27"/>
                            </a:moveTo>
                            <a:cubicBezTo>
                              <a:pt x="41" y="89"/>
                              <a:pt x="75" y="129"/>
                              <a:pt x="78" y="196"/>
                            </a:cubicBezTo>
                            <a:cubicBezTo>
                              <a:pt x="81" y="256"/>
                              <a:pt x="81" y="319"/>
                              <a:pt x="78" y="379"/>
                            </a:cubicBezTo>
                            <a:cubicBezTo>
                              <a:pt x="72" y="505"/>
                              <a:pt x="70" y="633"/>
                              <a:pt x="52" y="757"/>
                            </a:cubicBezTo>
                            <a:cubicBezTo>
                              <a:pt x="21" y="977"/>
                              <a:pt x="157" y="1176"/>
                              <a:pt x="223" y="1376"/>
                            </a:cubicBezTo>
                            <a:cubicBezTo>
                              <a:pt x="259" y="1484"/>
                              <a:pt x="244" y="1614"/>
                              <a:pt x="289" y="1723"/>
                            </a:cubicBezTo>
                            <a:cubicBezTo>
                              <a:pt x="305" y="1764"/>
                              <a:pt x="322" y="1845"/>
                              <a:pt x="365" y="1854"/>
                            </a:cubicBezTo>
                            <a:cubicBezTo>
                              <a:pt x="439" y="1869"/>
                              <a:pt x="480" y="1987"/>
                              <a:pt x="500" y="2004"/>
                            </a:cubicBezTo>
                            <a:cubicBezTo>
                              <a:pt x="529" y="1955"/>
                              <a:pt x="585" y="1838"/>
                              <a:pt x="605" y="1787"/>
                            </a:cubicBezTo>
                            <a:cubicBezTo>
                              <a:pt x="627" y="1730"/>
                              <a:pt x="664" y="1707"/>
                              <a:pt x="660" y="1639"/>
                            </a:cubicBezTo>
                            <a:cubicBezTo>
                              <a:pt x="669" y="1640"/>
                              <a:pt x="682" y="1636"/>
                              <a:pt x="691" y="1637"/>
                            </a:cubicBezTo>
                            <a:cubicBezTo>
                              <a:pt x="714" y="1579"/>
                              <a:pt x="679" y="1544"/>
                              <a:pt x="664" y="1495"/>
                            </a:cubicBezTo>
                            <a:cubicBezTo>
                              <a:pt x="646" y="1435"/>
                              <a:pt x="677" y="1416"/>
                              <a:pt x="685" y="1356"/>
                            </a:cubicBezTo>
                            <a:cubicBezTo>
                              <a:pt x="694" y="1297"/>
                              <a:pt x="680" y="1234"/>
                              <a:pt x="685" y="1174"/>
                            </a:cubicBezTo>
                            <a:cubicBezTo>
                              <a:pt x="690" y="1115"/>
                              <a:pt x="705" y="1059"/>
                              <a:pt x="699" y="997"/>
                            </a:cubicBezTo>
                            <a:cubicBezTo>
                              <a:pt x="673" y="770"/>
                              <a:pt x="636" y="527"/>
                              <a:pt x="581" y="307"/>
                            </a:cubicBezTo>
                            <a:cubicBezTo>
                              <a:pt x="574" y="279"/>
                              <a:pt x="570" y="232"/>
                              <a:pt x="553" y="210"/>
                            </a:cubicBezTo>
                            <a:cubicBezTo>
                              <a:pt x="533" y="183"/>
                              <a:pt x="477" y="163"/>
                              <a:pt x="478" y="157"/>
                            </a:cubicBezTo>
                            <a:cubicBezTo>
                              <a:pt x="390" y="167"/>
                              <a:pt x="332" y="78"/>
                              <a:pt x="255" y="59"/>
                            </a:cubicBezTo>
                            <a:cubicBezTo>
                              <a:pt x="214" y="49"/>
                              <a:pt x="166" y="64"/>
                              <a:pt x="124" y="54"/>
                            </a:cubicBezTo>
                            <a:cubicBezTo>
                              <a:pt x="82" y="44"/>
                              <a:pt x="34" y="21"/>
                              <a:pt x="0" y="0"/>
                            </a:cubicBezTo>
                          </a:path>
                        </a:pathLst>
                      </a:custGeom>
                      <a:solidFill>
                        <a:srgbClr val="1A1A1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3" name="Freeform 178">
                        <a:extLst>
                          <a:ext uri="{FF2B5EF4-FFF2-40B4-BE49-F238E27FC236}">
                            <a16:creationId xmlns:a16="http://schemas.microsoft.com/office/drawing/2014/main" id="{C81E0DFE-835E-6849-87F4-43FDF2D1A99C}"/>
                          </a:ext>
                        </a:extLst>
                      </p:cNvPr>
                      <p:cNvSpPr>
                        <a:spLocks/>
                      </p:cNvSpPr>
                      <p:nvPr/>
                    </p:nvSpPr>
                    <p:spPr bwMode="auto">
                      <a:xfrm>
                        <a:off x="7389813" y="-15855950"/>
                        <a:ext cx="1781175" cy="4146550"/>
                      </a:xfrm>
                      <a:custGeom>
                        <a:avLst/>
                        <a:gdLst/>
                        <a:ahLst/>
                        <a:cxnLst>
                          <a:cxn ang="0">
                            <a:pos x="461" y="890"/>
                          </a:cxn>
                          <a:cxn ang="0">
                            <a:pos x="439" y="769"/>
                          </a:cxn>
                          <a:cxn ang="0">
                            <a:pos x="351" y="706"/>
                          </a:cxn>
                          <a:cxn ang="0">
                            <a:pos x="448" y="681"/>
                          </a:cxn>
                          <a:cxn ang="0">
                            <a:pos x="418" y="613"/>
                          </a:cxn>
                          <a:cxn ang="0">
                            <a:pos x="396" y="541"/>
                          </a:cxn>
                          <a:cxn ang="0">
                            <a:pos x="383" y="380"/>
                          </a:cxn>
                          <a:cxn ang="0">
                            <a:pos x="366" y="299"/>
                          </a:cxn>
                          <a:cxn ang="0">
                            <a:pos x="376" y="211"/>
                          </a:cxn>
                          <a:cxn ang="0">
                            <a:pos x="331" y="74"/>
                          </a:cxn>
                          <a:cxn ang="0">
                            <a:pos x="286" y="85"/>
                          </a:cxn>
                          <a:cxn ang="0">
                            <a:pos x="248" y="69"/>
                          </a:cxn>
                          <a:cxn ang="0">
                            <a:pos x="187" y="0"/>
                          </a:cxn>
                          <a:cxn ang="0">
                            <a:pos x="207" y="83"/>
                          </a:cxn>
                          <a:cxn ang="0">
                            <a:pos x="171" y="155"/>
                          </a:cxn>
                          <a:cxn ang="0">
                            <a:pos x="155" y="78"/>
                          </a:cxn>
                          <a:cxn ang="0">
                            <a:pos x="123" y="241"/>
                          </a:cxn>
                          <a:cxn ang="0">
                            <a:pos x="83" y="407"/>
                          </a:cxn>
                          <a:cxn ang="0">
                            <a:pos x="105" y="407"/>
                          </a:cxn>
                          <a:cxn ang="0">
                            <a:pos x="177" y="316"/>
                          </a:cxn>
                          <a:cxn ang="0">
                            <a:pos x="162" y="483"/>
                          </a:cxn>
                          <a:cxn ang="0">
                            <a:pos x="93" y="609"/>
                          </a:cxn>
                          <a:cxn ang="0">
                            <a:pos x="147" y="564"/>
                          </a:cxn>
                          <a:cxn ang="0">
                            <a:pos x="180" y="622"/>
                          </a:cxn>
                          <a:cxn ang="0">
                            <a:pos x="178" y="700"/>
                          </a:cxn>
                          <a:cxn ang="0">
                            <a:pos x="122" y="749"/>
                          </a:cxn>
                          <a:cxn ang="0">
                            <a:pos x="102" y="883"/>
                          </a:cxn>
                          <a:cxn ang="0">
                            <a:pos x="167" y="987"/>
                          </a:cxn>
                          <a:cxn ang="0">
                            <a:pos x="92" y="998"/>
                          </a:cxn>
                          <a:cxn ang="0">
                            <a:pos x="47" y="942"/>
                          </a:cxn>
                          <a:cxn ang="0">
                            <a:pos x="21" y="984"/>
                          </a:cxn>
                          <a:cxn ang="0">
                            <a:pos x="59" y="1007"/>
                          </a:cxn>
                          <a:cxn ang="0">
                            <a:pos x="93" y="1032"/>
                          </a:cxn>
                          <a:cxn ang="0">
                            <a:pos x="248" y="1099"/>
                          </a:cxn>
                          <a:cxn ang="0">
                            <a:pos x="399" y="1068"/>
                          </a:cxn>
                          <a:cxn ang="0">
                            <a:pos x="327" y="998"/>
                          </a:cxn>
                          <a:cxn ang="0">
                            <a:pos x="381" y="964"/>
                          </a:cxn>
                          <a:cxn ang="0">
                            <a:pos x="461" y="890"/>
                          </a:cxn>
                        </a:cxnLst>
                        <a:rect l="0" t="0" r="r" b="b"/>
                        <a:pathLst>
                          <a:path w="475" h="1106">
                            <a:moveTo>
                              <a:pt x="461" y="890"/>
                            </a:moveTo>
                            <a:cubicBezTo>
                              <a:pt x="475" y="852"/>
                              <a:pt x="461" y="796"/>
                              <a:pt x="439" y="769"/>
                            </a:cubicBezTo>
                            <a:cubicBezTo>
                              <a:pt x="416" y="742"/>
                              <a:pt x="364" y="748"/>
                              <a:pt x="351" y="706"/>
                            </a:cubicBezTo>
                            <a:cubicBezTo>
                              <a:pt x="331" y="643"/>
                              <a:pt x="421" y="682"/>
                              <a:pt x="448" y="681"/>
                            </a:cubicBezTo>
                            <a:cubicBezTo>
                              <a:pt x="452" y="653"/>
                              <a:pt x="430" y="635"/>
                              <a:pt x="418" y="613"/>
                            </a:cubicBezTo>
                            <a:cubicBezTo>
                              <a:pt x="404" y="588"/>
                              <a:pt x="400" y="571"/>
                              <a:pt x="396" y="541"/>
                            </a:cubicBezTo>
                            <a:cubicBezTo>
                              <a:pt x="388" y="489"/>
                              <a:pt x="383" y="437"/>
                              <a:pt x="383" y="380"/>
                            </a:cubicBezTo>
                            <a:cubicBezTo>
                              <a:pt x="383" y="347"/>
                              <a:pt x="372" y="330"/>
                              <a:pt x="366" y="299"/>
                            </a:cubicBezTo>
                            <a:cubicBezTo>
                              <a:pt x="361" y="270"/>
                              <a:pt x="374" y="240"/>
                              <a:pt x="376" y="211"/>
                            </a:cubicBezTo>
                            <a:cubicBezTo>
                              <a:pt x="379" y="175"/>
                              <a:pt x="357" y="97"/>
                              <a:pt x="331" y="74"/>
                            </a:cubicBezTo>
                            <a:cubicBezTo>
                              <a:pt x="302" y="49"/>
                              <a:pt x="309" y="77"/>
                              <a:pt x="286" y="85"/>
                            </a:cubicBezTo>
                            <a:cubicBezTo>
                              <a:pt x="267" y="92"/>
                              <a:pt x="264" y="81"/>
                              <a:pt x="248" y="69"/>
                            </a:cubicBezTo>
                            <a:cubicBezTo>
                              <a:pt x="222" y="48"/>
                              <a:pt x="205" y="27"/>
                              <a:pt x="187" y="0"/>
                            </a:cubicBezTo>
                            <a:cubicBezTo>
                              <a:pt x="139" y="0"/>
                              <a:pt x="200" y="70"/>
                              <a:pt x="207" y="83"/>
                            </a:cubicBezTo>
                            <a:cubicBezTo>
                              <a:pt x="224" y="119"/>
                              <a:pt x="224" y="164"/>
                              <a:pt x="171" y="155"/>
                            </a:cubicBezTo>
                            <a:cubicBezTo>
                              <a:pt x="161" y="130"/>
                              <a:pt x="176" y="98"/>
                              <a:pt x="155" y="78"/>
                            </a:cubicBezTo>
                            <a:cubicBezTo>
                              <a:pt x="136" y="132"/>
                              <a:pt x="149" y="187"/>
                              <a:pt x="123" y="241"/>
                            </a:cubicBezTo>
                            <a:cubicBezTo>
                              <a:pt x="95" y="296"/>
                              <a:pt x="80" y="343"/>
                              <a:pt x="83" y="407"/>
                            </a:cubicBezTo>
                            <a:cubicBezTo>
                              <a:pt x="89" y="408"/>
                              <a:pt x="100" y="408"/>
                              <a:pt x="105" y="407"/>
                            </a:cubicBezTo>
                            <a:cubicBezTo>
                              <a:pt x="115" y="382"/>
                              <a:pt x="147" y="314"/>
                              <a:pt x="177" y="316"/>
                            </a:cubicBezTo>
                            <a:cubicBezTo>
                              <a:pt x="202" y="371"/>
                              <a:pt x="200" y="435"/>
                              <a:pt x="162" y="483"/>
                            </a:cubicBezTo>
                            <a:cubicBezTo>
                              <a:pt x="133" y="519"/>
                              <a:pt x="87" y="558"/>
                              <a:pt x="93" y="609"/>
                            </a:cubicBezTo>
                            <a:cubicBezTo>
                              <a:pt x="111" y="599"/>
                              <a:pt x="120" y="568"/>
                              <a:pt x="147" y="564"/>
                            </a:cubicBezTo>
                            <a:cubicBezTo>
                              <a:pt x="181" y="559"/>
                              <a:pt x="175" y="593"/>
                              <a:pt x="180" y="622"/>
                            </a:cubicBezTo>
                            <a:cubicBezTo>
                              <a:pt x="183" y="641"/>
                              <a:pt x="193" y="686"/>
                              <a:pt x="178" y="700"/>
                            </a:cubicBezTo>
                            <a:cubicBezTo>
                              <a:pt x="157" y="719"/>
                              <a:pt x="112" y="699"/>
                              <a:pt x="122" y="749"/>
                            </a:cubicBezTo>
                            <a:cubicBezTo>
                              <a:pt x="178" y="769"/>
                              <a:pt x="103" y="851"/>
                              <a:pt x="102" y="883"/>
                            </a:cubicBezTo>
                            <a:cubicBezTo>
                              <a:pt x="102" y="933"/>
                              <a:pt x="195" y="954"/>
                              <a:pt x="167" y="987"/>
                            </a:cubicBezTo>
                            <a:cubicBezTo>
                              <a:pt x="153" y="1004"/>
                              <a:pt x="109" y="1010"/>
                              <a:pt x="92" y="998"/>
                            </a:cubicBezTo>
                            <a:cubicBezTo>
                              <a:pt x="72" y="985"/>
                              <a:pt x="71" y="951"/>
                              <a:pt x="47" y="942"/>
                            </a:cubicBezTo>
                            <a:cubicBezTo>
                              <a:pt x="12" y="929"/>
                              <a:pt x="0" y="961"/>
                              <a:pt x="21" y="984"/>
                            </a:cubicBezTo>
                            <a:cubicBezTo>
                              <a:pt x="31" y="994"/>
                              <a:pt x="46" y="999"/>
                              <a:pt x="59" y="1007"/>
                            </a:cubicBezTo>
                            <a:cubicBezTo>
                              <a:pt x="73" y="1015"/>
                              <a:pt x="82" y="1025"/>
                              <a:pt x="93" y="1032"/>
                            </a:cubicBezTo>
                            <a:cubicBezTo>
                              <a:pt x="136" y="1058"/>
                              <a:pt x="198" y="1089"/>
                              <a:pt x="248" y="1099"/>
                            </a:cubicBezTo>
                            <a:cubicBezTo>
                              <a:pt x="283" y="1106"/>
                              <a:pt x="375" y="1099"/>
                              <a:pt x="399" y="1068"/>
                            </a:cubicBezTo>
                            <a:cubicBezTo>
                              <a:pt x="433" y="1027"/>
                              <a:pt x="335" y="1037"/>
                              <a:pt x="327" y="998"/>
                            </a:cubicBezTo>
                            <a:cubicBezTo>
                              <a:pt x="319" y="954"/>
                              <a:pt x="359" y="970"/>
                              <a:pt x="381" y="964"/>
                            </a:cubicBezTo>
                            <a:cubicBezTo>
                              <a:pt x="410" y="956"/>
                              <a:pt x="450" y="918"/>
                              <a:pt x="461" y="890"/>
                            </a:cubicBezTo>
                            <a:close/>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4" name="Freeform 179">
                        <a:extLst>
                          <a:ext uri="{FF2B5EF4-FFF2-40B4-BE49-F238E27FC236}">
                            <a16:creationId xmlns:a16="http://schemas.microsoft.com/office/drawing/2014/main" id="{8EC92DA4-1915-ED38-CC91-F68AFD22E567}"/>
                          </a:ext>
                        </a:extLst>
                      </p:cNvPr>
                      <p:cNvSpPr>
                        <a:spLocks/>
                      </p:cNvSpPr>
                      <p:nvPr/>
                    </p:nvSpPr>
                    <p:spPr bwMode="auto">
                      <a:xfrm>
                        <a:off x="7940675" y="-16009937"/>
                        <a:ext cx="1141413" cy="5051425"/>
                      </a:xfrm>
                      <a:custGeom>
                        <a:avLst/>
                        <a:gdLst/>
                        <a:ahLst/>
                        <a:cxnLst>
                          <a:cxn ang="0">
                            <a:pos x="64" y="43"/>
                          </a:cxn>
                          <a:cxn ang="0">
                            <a:pos x="51" y="199"/>
                          </a:cxn>
                          <a:cxn ang="0">
                            <a:pos x="12" y="343"/>
                          </a:cxn>
                          <a:cxn ang="0">
                            <a:pos x="25" y="499"/>
                          </a:cxn>
                          <a:cxn ang="0">
                            <a:pos x="6" y="676"/>
                          </a:cxn>
                          <a:cxn ang="0">
                            <a:pos x="19" y="1021"/>
                          </a:cxn>
                          <a:cxn ang="0">
                            <a:pos x="19" y="1222"/>
                          </a:cxn>
                          <a:cxn ang="0">
                            <a:pos x="125" y="1313"/>
                          </a:cxn>
                          <a:cxn ang="0">
                            <a:pos x="214" y="1300"/>
                          </a:cxn>
                          <a:cxn ang="0">
                            <a:pos x="274" y="1238"/>
                          </a:cxn>
                          <a:cxn ang="0">
                            <a:pos x="260" y="923"/>
                          </a:cxn>
                          <a:cxn ang="0">
                            <a:pos x="233" y="599"/>
                          </a:cxn>
                          <a:cxn ang="0">
                            <a:pos x="195" y="271"/>
                          </a:cxn>
                          <a:cxn ang="0">
                            <a:pos x="109" y="5"/>
                          </a:cxn>
                          <a:cxn ang="0">
                            <a:pos x="71" y="10"/>
                          </a:cxn>
                        </a:cxnLst>
                        <a:rect l="0" t="0" r="r" b="b"/>
                        <a:pathLst>
                          <a:path w="304" h="1347">
                            <a:moveTo>
                              <a:pt x="64" y="43"/>
                            </a:moveTo>
                            <a:cubicBezTo>
                              <a:pt x="64" y="98"/>
                              <a:pt x="64" y="149"/>
                              <a:pt x="51" y="199"/>
                            </a:cubicBezTo>
                            <a:cubicBezTo>
                              <a:pt x="38" y="249"/>
                              <a:pt x="15" y="290"/>
                              <a:pt x="12" y="343"/>
                            </a:cubicBezTo>
                            <a:cubicBezTo>
                              <a:pt x="9" y="396"/>
                              <a:pt x="24" y="446"/>
                              <a:pt x="25" y="499"/>
                            </a:cubicBezTo>
                            <a:cubicBezTo>
                              <a:pt x="27" y="562"/>
                              <a:pt x="8" y="614"/>
                              <a:pt x="6" y="676"/>
                            </a:cubicBezTo>
                            <a:cubicBezTo>
                              <a:pt x="0" y="794"/>
                              <a:pt x="13" y="907"/>
                              <a:pt x="19" y="1021"/>
                            </a:cubicBezTo>
                            <a:cubicBezTo>
                              <a:pt x="21" y="1070"/>
                              <a:pt x="0" y="1184"/>
                              <a:pt x="19" y="1222"/>
                            </a:cubicBezTo>
                            <a:cubicBezTo>
                              <a:pt x="28" y="1241"/>
                              <a:pt x="107" y="1301"/>
                              <a:pt x="125" y="1313"/>
                            </a:cubicBezTo>
                            <a:cubicBezTo>
                              <a:pt x="174" y="1347"/>
                              <a:pt x="167" y="1337"/>
                              <a:pt x="214" y="1300"/>
                            </a:cubicBezTo>
                            <a:cubicBezTo>
                              <a:pt x="241" y="1280"/>
                              <a:pt x="266" y="1268"/>
                              <a:pt x="274" y="1238"/>
                            </a:cubicBezTo>
                            <a:cubicBezTo>
                              <a:pt x="304" y="1224"/>
                              <a:pt x="260" y="978"/>
                              <a:pt x="260" y="923"/>
                            </a:cubicBezTo>
                            <a:cubicBezTo>
                              <a:pt x="260" y="807"/>
                              <a:pt x="243" y="709"/>
                              <a:pt x="233" y="599"/>
                            </a:cubicBezTo>
                            <a:cubicBezTo>
                              <a:pt x="222" y="492"/>
                              <a:pt x="225" y="372"/>
                              <a:pt x="195" y="271"/>
                            </a:cubicBezTo>
                            <a:cubicBezTo>
                              <a:pt x="171" y="188"/>
                              <a:pt x="157" y="79"/>
                              <a:pt x="109" y="5"/>
                            </a:cubicBezTo>
                            <a:cubicBezTo>
                              <a:pt x="94" y="0"/>
                              <a:pt x="80" y="4"/>
                              <a:pt x="71" y="10"/>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5" name="Freeform 180">
                        <a:extLst>
                          <a:ext uri="{FF2B5EF4-FFF2-40B4-BE49-F238E27FC236}">
                            <a16:creationId xmlns:a16="http://schemas.microsoft.com/office/drawing/2014/main" id="{7917FC31-55DC-895A-AE9F-4C6C246DE7F7}"/>
                          </a:ext>
                        </a:extLst>
                      </p:cNvPr>
                      <p:cNvSpPr>
                        <a:spLocks/>
                      </p:cNvSpPr>
                      <p:nvPr/>
                    </p:nvSpPr>
                    <p:spPr bwMode="auto">
                      <a:xfrm>
                        <a:off x="7981950" y="-16309975"/>
                        <a:ext cx="582613" cy="760413"/>
                      </a:xfrm>
                      <a:custGeom>
                        <a:avLst/>
                        <a:gdLst/>
                        <a:ahLst/>
                        <a:cxnLst>
                          <a:cxn ang="0">
                            <a:pos x="27" y="55"/>
                          </a:cxn>
                          <a:cxn ang="0">
                            <a:pos x="144" y="76"/>
                          </a:cxn>
                          <a:cxn ang="0">
                            <a:pos x="27" y="55"/>
                          </a:cxn>
                        </a:cxnLst>
                        <a:rect l="0" t="0" r="r" b="b"/>
                        <a:pathLst>
                          <a:path w="155" h="203">
                            <a:moveTo>
                              <a:pt x="27" y="55"/>
                            </a:moveTo>
                            <a:cubicBezTo>
                              <a:pt x="77" y="0"/>
                              <a:pt x="89" y="9"/>
                              <a:pt x="144" y="76"/>
                            </a:cubicBezTo>
                            <a:cubicBezTo>
                              <a:pt x="155" y="203"/>
                              <a:pt x="0" y="167"/>
                              <a:pt x="27" y="55"/>
                            </a:cubicBezTo>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6" name="Freeform 181">
                        <a:extLst>
                          <a:ext uri="{FF2B5EF4-FFF2-40B4-BE49-F238E27FC236}">
                            <a16:creationId xmlns:a16="http://schemas.microsoft.com/office/drawing/2014/main" id="{26C8C979-49AE-C166-8C9A-F5D223CE29D4}"/>
                          </a:ext>
                        </a:extLst>
                      </p:cNvPr>
                      <p:cNvSpPr>
                        <a:spLocks/>
                      </p:cNvSpPr>
                      <p:nvPr/>
                    </p:nvSpPr>
                    <p:spPr bwMode="auto">
                      <a:xfrm>
                        <a:off x="7885113" y="-16436975"/>
                        <a:ext cx="776288" cy="727075"/>
                      </a:xfrm>
                      <a:custGeom>
                        <a:avLst/>
                        <a:gdLst/>
                        <a:ahLst/>
                        <a:cxnLst>
                          <a:cxn ang="0">
                            <a:pos x="27" y="78"/>
                          </a:cxn>
                          <a:cxn ang="0">
                            <a:pos x="196" y="66"/>
                          </a:cxn>
                          <a:cxn ang="0">
                            <a:pos x="27" y="78"/>
                          </a:cxn>
                        </a:cxnLst>
                        <a:rect l="0" t="0" r="r" b="b"/>
                        <a:pathLst>
                          <a:path w="207" h="194">
                            <a:moveTo>
                              <a:pt x="27" y="78"/>
                            </a:moveTo>
                            <a:cubicBezTo>
                              <a:pt x="77" y="23"/>
                              <a:pt x="141" y="0"/>
                              <a:pt x="196" y="66"/>
                            </a:cubicBezTo>
                            <a:cubicBezTo>
                              <a:pt x="207" y="194"/>
                              <a:pt x="0" y="190"/>
                              <a:pt x="27" y="78"/>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7" name="Freeform 182">
                        <a:extLst>
                          <a:ext uri="{FF2B5EF4-FFF2-40B4-BE49-F238E27FC236}">
                            <a16:creationId xmlns:a16="http://schemas.microsoft.com/office/drawing/2014/main" id="{4863CD3D-2C0D-B357-FBBE-42E17DA82938}"/>
                          </a:ext>
                        </a:extLst>
                      </p:cNvPr>
                      <p:cNvSpPr>
                        <a:spLocks/>
                      </p:cNvSpPr>
                      <p:nvPr/>
                    </p:nvSpPr>
                    <p:spPr bwMode="auto">
                      <a:xfrm>
                        <a:off x="7383463" y="-16902112"/>
                        <a:ext cx="809625" cy="1203325"/>
                      </a:xfrm>
                      <a:custGeom>
                        <a:avLst/>
                        <a:gdLst/>
                        <a:ahLst/>
                        <a:cxnLst>
                          <a:cxn ang="0">
                            <a:pos x="63" y="0"/>
                          </a:cxn>
                          <a:cxn ang="0">
                            <a:pos x="43" y="157"/>
                          </a:cxn>
                          <a:cxn ang="0">
                            <a:pos x="116" y="321"/>
                          </a:cxn>
                          <a:cxn ang="0">
                            <a:pos x="199" y="156"/>
                          </a:cxn>
                          <a:cxn ang="0">
                            <a:pos x="63" y="0"/>
                          </a:cxn>
                        </a:cxnLst>
                        <a:rect l="0" t="0" r="r" b="b"/>
                        <a:pathLst>
                          <a:path w="216" h="321">
                            <a:moveTo>
                              <a:pt x="63" y="0"/>
                            </a:moveTo>
                            <a:cubicBezTo>
                              <a:pt x="0" y="59"/>
                              <a:pt x="8" y="82"/>
                              <a:pt x="43" y="157"/>
                            </a:cubicBezTo>
                            <a:cubicBezTo>
                              <a:pt x="69" y="212"/>
                              <a:pt x="82" y="269"/>
                              <a:pt x="116" y="321"/>
                            </a:cubicBezTo>
                            <a:cubicBezTo>
                              <a:pt x="139" y="272"/>
                              <a:pt x="216" y="223"/>
                              <a:pt x="199" y="156"/>
                            </a:cubicBezTo>
                            <a:cubicBezTo>
                              <a:pt x="189" y="118"/>
                              <a:pt x="98" y="14"/>
                              <a:pt x="63" y="0"/>
                            </a:cubicBezTo>
                          </a:path>
                        </a:pathLst>
                      </a:custGeom>
                      <a:solidFill>
                        <a:srgbClr val="D4E7F9"/>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8" name="Freeform 183">
                        <a:extLst>
                          <a:ext uri="{FF2B5EF4-FFF2-40B4-BE49-F238E27FC236}">
                            <a16:creationId xmlns:a16="http://schemas.microsoft.com/office/drawing/2014/main" id="{286A200A-5613-C11D-FF92-37E2210D569B}"/>
                          </a:ext>
                        </a:extLst>
                      </p:cNvPr>
                      <p:cNvSpPr>
                        <a:spLocks/>
                      </p:cNvSpPr>
                      <p:nvPr/>
                    </p:nvSpPr>
                    <p:spPr bwMode="auto">
                      <a:xfrm>
                        <a:off x="8488363" y="-17191037"/>
                        <a:ext cx="1065213" cy="1428750"/>
                      </a:xfrm>
                      <a:custGeom>
                        <a:avLst/>
                        <a:gdLst/>
                        <a:ahLst/>
                        <a:cxnLst>
                          <a:cxn ang="0">
                            <a:pos x="139" y="0"/>
                          </a:cxn>
                          <a:cxn ang="0">
                            <a:pos x="14" y="230"/>
                          </a:cxn>
                          <a:cxn ang="0">
                            <a:pos x="108" y="381"/>
                          </a:cxn>
                          <a:cxn ang="0">
                            <a:pos x="139" y="0"/>
                          </a:cxn>
                        </a:cxnLst>
                        <a:rect l="0" t="0" r="r" b="b"/>
                        <a:pathLst>
                          <a:path w="284" h="381">
                            <a:moveTo>
                              <a:pt x="139" y="0"/>
                            </a:moveTo>
                            <a:cubicBezTo>
                              <a:pt x="137" y="100"/>
                              <a:pt x="30" y="143"/>
                              <a:pt x="14" y="230"/>
                            </a:cubicBezTo>
                            <a:cubicBezTo>
                              <a:pt x="0" y="301"/>
                              <a:pt x="66" y="333"/>
                              <a:pt x="108" y="381"/>
                            </a:cubicBezTo>
                            <a:cubicBezTo>
                              <a:pt x="181" y="285"/>
                              <a:pt x="284" y="67"/>
                              <a:pt x="139" y="0"/>
                            </a:cubicBezTo>
                            <a:close/>
                          </a:path>
                        </a:pathLst>
                      </a:custGeom>
                      <a:solidFill>
                        <a:srgbClr val="D4E7F9"/>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29" name="Freeform 184">
                        <a:extLst>
                          <a:ext uri="{FF2B5EF4-FFF2-40B4-BE49-F238E27FC236}">
                            <a16:creationId xmlns:a16="http://schemas.microsoft.com/office/drawing/2014/main" id="{86E2743E-3EFC-8D8A-A686-56CC964EFF75}"/>
                          </a:ext>
                        </a:extLst>
                      </p:cNvPr>
                      <p:cNvSpPr>
                        <a:spLocks/>
                      </p:cNvSpPr>
                      <p:nvPr/>
                    </p:nvSpPr>
                    <p:spPr bwMode="auto">
                      <a:xfrm>
                        <a:off x="8229600" y="-10636250"/>
                        <a:ext cx="585788" cy="176213"/>
                      </a:xfrm>
                      <a:custGeom>
                        <a:avLst/>
                        <a:gdLst/>
                        <a:ahLst/>
                        <a:cxnLst>
                          <a:cxn ang="0">
                            <a:pos x="0" y="45"/>
                          </a:cxn>
                          <a:cxn ang="0">
                            <a:pos x="156" y="44"/>
                          </a:cxn>
                          <a:cxn ang="0">
                            <a:pos x="0" y="19"/>
                          </a:cxn>
                        </a:cxnLst>
                        <a:rect l="0" t="0" r="r" b="b"/>
                        <a:pathLst>
                          <a:path w="156" h="47">
                            <a:moveTo>
                              <a:pt x="0" y="45"/>
                            </a:moveTo>
                            <a:cubicBezTo>
                              <a:pt x="52" y="45"/>
                              <a:pt x="105" y="47"/>
                              <a:pt x="156" y="44"/>
                            </a:cubicBezTo>
                            <a:cubicBezTo>
                              <a:pt x="143" y="0"/>
                              <a:pt x="42" y="19"/>
                              <a:pt x="0" y="19"/>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0" name="Freeform 185">
                        <a:extLst>
                          <a:ext uri="{FF2B5EF4-FFF2-40B4-BE49-F238E27FC236}">
                            <a16:creationId xmlns:a16="http://schemas.microsoft.com/office/drawing/2014/main" id="{A8BD5C80-38B6-7550-9442-827D5BE52AB3}"/>
                          </a:ext>
                        </a:extLst>
                      </p:cNvPr>
                      <p:cNvSpPr>
                        <a:spLocks/>
                      </p:cNvSpPr>
                      <p:nvPr/>
                    </p:nvSpPr>
                    <p:spPr bwMode="auto">
                      <a:xfrm>
                        <a:off x="9617075" y="-2124075"/>
                        <a:ext cx="1425575" cy="1538288"/>
                      </a:xfrm>
                      <a:custGeom>
                        <a:avLst/>
                        <a:gdLst/>
                        <a:ahLst/>
                        <a:cxnLst>
                          <a:cxn ang="0">
                            <a:pos x="38" y="40"/>
                          </a:cxn>
                          <a:cxn ang="0">
                            <a:pos x="94" y="272"/>
                          </a:cxn>
                          <a:cxn ang="0">
                            <a:pos x="140" y="329"/>
                          </a:cxn>
                          <a:cxn ang="0">
                            <a:pos x="215" y="362"/>
                          </a:cxn>
                          <a:cxn ang="0">
                            <a:pos x="325" y="388"/>
                          </a:cxn>
                          <a:cxn ang="0">
                            <a:pos x="380" y="354"/>
                          </a:cxn>
                          <a:cxn ang="0">
                            <a:pos x="207" y="402"/>
                          </a:cxn>
                          <a:cxn ang="0">
                            <a:pos x="75" y="366"/>
                          </a:cxn>
                          <a:cxn ang="0">
                            <a:pos x="18" y="350"/>
                          </a:cxn>
                          <a:cxn ang="0">
                            <a:pos x="12" y="236"/>
                          </a:cxn>
                          <a:cxn ang="0">
                            <a:pos x="18" y="150"/>
                          </a:cxn>
                          <a:cxn ang="0">
                            <a:pos x="42" y="0"/>
                          </a:cxn>
                        </a:cxnLst>
                        <a:rect l="0" t="0" r="r" b="b"/>
                        <a:pathLst>
                          <a:path w="380" h="410">
                            <a:moveTo>
                              <a:pt x="38" y="40"/>
                            </a:moveTo>
                            <a:cubicBezTo>
                              <a:pt x="38" y="74"/>
                              <a:pt x="38" y="272"/>
                              <a:pt x="94" y="272"/>
                            </a:cubicBezTo>
                            <a:cubicBezTo>
                              <a:pt x="42" y="287"/>
                              <a:pt x="122" y="320"/>
                              <a:pt x="140" y="329"/>
                            </a:cubicBezTo>
                            <a:cubicBezTo>
                              <a:pt x="163" y="342"/>
                              <a:pt x="189" y="355"/>
                              <a:pt x="215" y="362"/>
                            </a:cubicBezTo>
                            <a:cubicBezTo>
                              <a:pt x="243" y="369"/>
                              <a:pt x="297" y="389"/>
                              <a:pt x="325" y="388"/>
                            </a:cubicBezTo>
                            <a:cubicBezTo>
                              <a:pt x="344" y="387"/>
                              <a:pt x="365" y="367"/>
                              <a:pt x="380" y="354"/>
                            </a:cubicBezTo>
                            <a:cubicBezTo>
                              <a:pt x="340" y="406"/>
                              <a:pt x="263" y="410"/>
                              <a:pt x="207" y="402"/>
                            </a:cubicBezTo>
                            <a:cubicBezTo>
                              <a:pt x="161" y="396"/>
                              <a:pt x="121" y="371"/>
                              <a:pt x="75" y="366"/>
                            </a:cubicBezTo>
                            <a:cubicBezTo>
                              <a:pt x="55" y="363"/>
                              <a:pt x="30" y="366"/>
                              <a:pt x="18" y="350"/>
                            </a:cubicBezTo>
                            <a:cubicBezTo>
                              <a:pt x="0" y="326"/>
                              <a:pt x="12" y="265"/>
                              <a:pt x="12" y="236"/>
                            </a:cubicBezTo>
                            <a:cubicBezTo>
                              <a:pt x="12" y="207"/>
                              <a:pt x="13" y="179"/>
                              <a:pt x="18" y="150"/>
                            </a:cubicBezTo>
                            <a:cubicBezTo>
                              <a:pt x="26" y="104"/>
                              <a:pt x="44" y="48"/>
                              <a:pt x="42" y="0"/>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1" name="Freeform 186">
                        <a:extLst>
                          <a:ext uri="{FF2B5EF4-FFF2-40B4-BE49-F238E27FC236}">
                            <a16:creationId xmlns:a16="http://schemas.microsoft.com/office/drawing/2014/main" id="{85E6B81B-606E-AF99-CD69-10030B90C168}"/>
                          </a:ext>
                        </a:extLst>
                      </p:cNvPr>
                      <p:cNvSpPr>
                        <a:spLocks/>
                      </p:cNvSpPr>
                      <p:nvPr/>
                    </p:nvSpPr>
                    <p:spPr bwMode="auto">
                      <a:xfrm>
                        <a:off x="9644063" y="-3695700"/>
                        <a:ext cx="1098550" cy="1863725"/>
                      </a:xfrm>
                      <a:custGeom>
                        <a:avLst/>
                        <a:gdLst/>
                        <a:ahLst/>
                        <a:cxnLst>
                          <a:cxn ang="0">
                            <a:pos x="41" y="18"/>
                          </a:cxn>
                          <a:cxn ang="0">
                            <a:pos x="144" y="97"/>
                          </a:cxn>
                          <a:cxn ang="0">
                            <a:pos x="268" y="0"/>
                          </a:cxn>
                          <a:cxn ang="0">
                            <a:pos x="114" y="168"/>
                          </a:cxn>
                          <a:cxn ang="0">
                            <a:pos x="117" y="232"/>
                          </a:cxn>
                          <a:cxn ang="0">
                            <a:pos x="118" y="291"/>
                          </a:cxn>
                          <a:cxn ang="0">
                            <a:pos x="87" y="331"/>
                          </a:cxn>
                          <a:cxn ang="0">
                            <a:pos x="88" y="395"/>
                          </a:cxn>
                          <a:cxn ang="0">
                            <a:pos x="158" y="391"/>
                          </a:cxn>
                          <a:cxn ang="0">
                            <a:pos x="79" y="474"/>
                          </a:cxn>
                          <a:cxn ang="0">
                            <a:pos x="61" y="271"/>
                          </a:cxn>
                          <a:cxn ang="0">
                            <a:pos x="35" y="57"/>
                          </a:cxn>
                        </a:cxnLst>
                        <a:rect l="0" t="0" r="r" b="b"/>
                        <a:pathLst>
                          <a:path w="293" h="497">
                            <a:moveTo>
                              <a:pt x="41" y="18"/>
                            </a:moveTo>
                            <a:cubicBezTo>
                              <a:pt x="37" y="79"/>
                              <a:pt x="76" y="124"/>
                              <a:pt x="144" y="97"/>
                            </a:cubicBezTo>
                            <a:cubicBezTo>
                              <a:pt x="192" y="78"/>
                              <a:pt x="214" y="1"/>
                              <a:pt x="268" y="0"/>
                            </a:cubicBezTo>
                            <a:cubicBezTo>
                              <a:pt x="293" y="86"/>
                              <a:pt x="139" y="93"/>
                              <a:pt x="114" y="168"/>
                            </a:cubicBezTo>
                            <a:cubicBezTo>
                              <a:pt x="104" y="199"/>
                              <a:pt x="115" y="204"/>
                              <a:pt x="117" y="232"/>
                            </a:cubicBezTo>
                            <a:cubicBezTo>
                              <a:pt x="122" y="279"/>
                              <a:pt x="131" y="247"/>
                              <a:pt x="118" y="291"/>
                            </a:cubicBezTo>
                            <a:cubicBezTo>
                              <a:pt x="115" y="299"/>
                              <a:pt x="91" y="316"/>
                              <a:pt x="87" y="331"/>
                            </a:cubicBezTo>
                            <a:cubicBezTo>
                              <a:pt x="81" y="349"/>
                              <a:pt x="87" y="378"/>
                              <a:pt x="88" y="395"/>
                            </a:cubicBezTo>
                            <a:cubicBezTo>
                              <a:pt x="111" y="407"/>
                              <a:pt x="139" y="402"/>
                              <a:pt x="158" y="391"/>
                            </a:cubicBezTo>
                            <a:cubicBezTo>
                              <a:pt x="123" y="412"/>
                              <a:pt x="67" y="415"/>
                              <a:pt x="79" y="474"/>
                            </a:cubicBezTo>
                            <a:cubicBezTo>
                              <a:pt x="0" y="497"/>
                              <a:pt x="63" y="318"/>
                              <a:pt x="61" y="271"/>
                            </a:cubicBezTo>
                            <a:cubicBezTo>
                              <a:pt x="57" y="198"/>
                              <a:pt x="41" y="132"/>
                              <a:pt x="35" y="57"/>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2" name="Freeform 187">
                        <a:extLst>
                          <a:ext uri="{FF2B5EF4-FFF2-40B4-BE49-F238E27FC236}">
                            <a16:creationId xmlns:a16="http://schemas.microsoft.com/office/drawing/2014/main" id="{F24772B3-43D4-123D-4DB5-0F749D63BDFD}"/>
                          </a:ext>
                        </a:extLst>
                      </p:cNvPr>
                      <p:cNvSpPr>
                        <a:spLocks/>
                      </p:cNvSpPr>
                      <p:nvPr/>
                    </p:nvSpPr>
                    <p:spPr bwMode="auto">
                      <a:xfrm>
                        <a:off x="10899775" y="-5461000"/>
                        <a:ext cx="900113" cy="1398588"/>
                      </a:xfrm>
                      <a:custGeom>
                        <a:avLst/>
                        <a:gdLst/>
                        <a:ahLst/>
                        <a:cxnLst>
                          <a:cxn ang="0">
                            <a:pos x="150" y="0"/>
                          </a:cxn>
                          <a:cxn ang="0">
                            <a:pos x="0" y="312"/>
                          </a:cxn>
                          <a:cxn ang="0">
                            <a:pos x="53" y="371"/>
                          </a:cxn>
                          <a:cxn ang="0">
                            <a:pos x="84" y="371"/>
                          </a:cxn>
                          <a:cxn ang="0">
                            <a:pos x="124" y="254"/>
                          </a:cxn>
                          <a:cxn ang="0">
                            <a:pos x="143" y="130"/>
                          </a:cxn>
                        </a:cxnLst>
                        <a:rect l="0" t="0" r="r" b="b"/>
                        <a:pathLst>
                          <a:path w="240" h="373">
                            <a:moveTo>
                              <a:pt x="150" y="0"/>
                            </a:moveTo>
                            <a:cubicBezTo>
                              <a:pt x="240" y="68"/>
                              <a:pt x="50" y="263"/>
                              <a:pt x="0" y="312"/>
                            </a:cubicBezTo>
                            <a:cubicBezTo>
                              <a:pt x="35" y="310"/>
                              <a:pt x="55" y="337"/>
                              <a:pt x="53" y="371"/>
                            </a:cubicBezTo>
                            <a:cubicBezTo>
                              <a:pt x="63" y="373"/>
                              <a:pt x="74" y="373"/>
                              <a:pt x="84" y="371"/>
                            </a:cubicBezTo>
                            <a:cubicBezTo>
                              <a:pt x="90" y="332"/>
                              <a:pt x="115" y="294"/>
                              <a:pt x="124" y="254"/>
                            </a:cubicBezTo>
                            <a:cubicBezTo>
                              <a:pt x="133" y="213"/>
                              <a:pt x="138" y="172"/>
                              <a:pt x="143" y="130"/>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3" name="Freeform 188">
                        <a:extLst>
                          <a:ext uri="{FF2B5EF4-FFF2-40B4-BE49-F238E27FC236}">
                            <a16:creationId xmlns:a16="http://schemas.microsoft.com/office/drawing/2014/main" id="{84852D3E-704B-14DB-8400-B10D648FE5A6}"/>
                          </a:ext>
                        </a:extLst>
                      </p:cNvPr>
                      <p:cNvSpPr>
                        <a:spLocks/>
                      </p:cNvSpPr>
                      <p:nvPr/>
                    </p:nvSpPr>
                    <p:spPr bwMode="auto">
                      <a:xfrm>
                        <a:off x="8740775" y="-8078787"/>
                        <a:ext cx="876300" cy="2425700"/>
                      </a:xfrm>
                      <a:custGeom>
                        <a:avLst/>
                        <a:gdLst/>
                        <a:ahLst/>
                        <a:cxnLst>
                          <a:cxn ang="0">
                            <a:pos x="0" y="0"/>
                          </a:cxn>
                          <a:cxn ang="0">
                            <a:pos x="161" y="118"/>
                          </a:cxn>
                          <a:cxn ang="0">
                            <a:pos x="105" y="118"/>
                          </a:cxn>
                          <a:cxn ang="0">
                            <a:pos x="103" y="131"/>
                          </a:cxn>
                          <a:cxn ang="0">
                            <a:pos x="234" y="306"/>
                          </a:cxn>
                          <a:cxn ang="0">
                            <a:pos x="209" y="647"/>
                          </a:cxn>
                          <a:cxn ang="0">
                            <a:pos x="174" y="478"/>
                          </a:cxn>
                          <a:cxn ang="0">
                            <a:pos x="124" y="313"/>
                          </a:cxn>
                          <a:cxn ang="0">
                            <a:pos x="0" y="6"/>
                          </a:cxn>
                        </a:cxnLst>
                        <a:rect l="0" t="0" r="r" b="b"/>
                        <a:pathLst>
                          <a:path w="234" h="647">
                            <a:moveTo>
                              <a:pt x="0" y="0"/>
                            </a:moveTo>
                            <a:cubicBezTo>
                              <a:pt x="72" y="29"/>
                              <a:pt x="113" y="54"/>
                              <a:pt x="161" y="118"/>
                            </a:cubicBezTo>
                            <a:cubicBezTo>
                              <a:pt x="143" y="113"/>
                              <a:pt x="123" y="120"/>
                              <a:pt x="105" y="118"/>
                            </a:cubicBezTo>
                            <a:cubicBezTo>
                              <a:pt x="103" y="122"/>
                              <a:pt x="103" y="126"/>
                              <a:pt x="103" y="131"/>
                            </a:cubicBezTo>
                            <a:cubicBezTo>
                              <a:pt x="153" y="147"/>
                              <a:pt x="226" y="258"/>
                              <a:pt x="234" y="306"/>
                            </a:cubicBezTo>
                            <a:cubicBezTo>
                              <a:pt x="111" y="280"/>
                              <a:pt x="215" y="598"/>
                              <a:pt x="209" y="647"/>
                            </a:cubicBezTo>
                            <a:cubicBezTo>
                              <a:pt x="182" y="616"/>
                              <a:pt x="187" y="519"/>
                              <a:pt x="174" y="478"/>
                            </a:cubicBezTo>
                            <a:cubicBezTo>
                              <a:pt x="158" y="426"/>
                              <a:pt x="138" y="368"/>
                              <a:pt x="124" y="313"/>
                            </a:cubicBezTo>
                            <a:cubicBezTo>
                              <a:pt x="97" y="206"/>
                              <a:pt x="123" y="49"/>
                              <a:pt x="0" y="6"/>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4" name="Freeform 189">
                        <a:extLst>
                          <a:ext uri="{FF2B5EF4-FFF2-40B4-BE49-F238E27FC236}">
                            <a16:creationId xmlns:a16="http://schemas.microsoft.com/office/drawing/2014/main" id="{30FC2F1B-0790-10D6-CF64-9BD35C409887}"/>
                          </a:ext>
                        </a:extLst>
                      </p:cNvPr>
                      <p:cNvSpPr>
                        <a:spLocks/>
                      </p:cNvSpPr>
                      <p:nvPr/>
                    </p:nvSpPr>
                    <p:spPr bwMode="auto">
                      <a:xfrm>
                        <a:off x="7326313" y="-2405062"/>
                        <a:ext cx="903288" cy="644525"/>
                      </a:xfrm>
                      <a:custGeom>
                        <a:avLst/>
                        <a:gdLst/>
                        <a:ahLst/>
                        <a:cxnLst>
                          <a:cxn ang="0">
                            <a:pos x="0" y="0"/>
                          </a:cxn>
                          <a:cxn ang="0">
                            <a:pos x="67" y="97"/>
                          </a:cxn>
                          <a:cxn ang="0">
                            <a:pos x="188" y="93"/>
                          </a:cxn>
                          <a:cxn ang="0">
                            <a:pos x="90" y="152"/>
                          </a:cxn>
                          <a:cxn ang="0">
                            <a:pos x="0" y="33"/>
                          </a:cxn>
                        </a:cxnLst>
                        <a:rect l="0" t="0" r="r" b="b"/>
                        <a:pathLst>
                          <a:path w="241" h="172">
                            <a:moveTo>
                              <a:pt x="0" y="0"/>
                            </a:moveTo>
                            <a:cubicBezTo>
                              <a:pt x="19" y="31"/>
                              <a:pt x="42" y="79"/>
                              <a:pt x="67" y="97"/>
                            </a:cubicBezTo>
                            <a:cubicBezTo>
                              <a:pt x="118" y="134"/>
                              <a:pt x="140" y="104"/>
                              <a:pt x="188" y="93"/>
                            </a:cubicBezTo>
                            <a:cubicBezTo>
                              <a:pt x="241" y="167"/>
                              <a:pt x="132" y="172"/>
                              <a:pt x="90" y="152"/>
                            </a:cubicBezTo>
                            <a:cubicBezTo>
                              <a:pt x="54" y="135"/>
                              <a:pt x="0" y="81"/>
                              <a:pt x="0" y="33"/>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5" name="Freeform 190">
                        <a:extLst>
                          <a:ext uri="{FF2B5EF4-FFF2-40B4-BE49-F238E27FC236}">
                            <a16:creationId xmlns:a16="http://schemas.microsoft.com/office/drawing/2014/main" id="{765CCB98-9464-CF8D-9D4D-D6A5C8B8A7C4}"/>
                          </a:ext>
                        </a:extLst>
                      </p:cNvPr>
                      <p:cNvSpPr>
                        <a:spLocks/>
                      </p:cNvSpPr>
                      <p:nvPr/>
                    </p:nvSpPr>
                    <p:spPr bwMode="auto">
                      <a:xfrm>
                        <a:off x="8177213" y="-10501312"/>
                        <a:ext cx="1654175" cy="446088"/>
                      </a:xfrm>
                      <a:custGeom>
                        <a:avLst/>
                        <a:gdLst/>
                        <a:ahLst/>
                        <a:cxnLst>
                          <a:cxn ang="0">
                            <a:pos x="20" y="85"/>
                          </a:cxn>
                          <a:cxn ang="0">
                            <a:pos x="118" y="117"/>
                          </a:cxn>
                          <a:cxn ang="0">
                            <a:pos x="222" y="73"/>
                          </a:cxn>
                          <a:cxn ang="0">
                            <a:pos x="334" y="80"/>
                          </a:cxn>
                          <a:cxn ang="0">
                            <a:pos x="436" y="51"/>
                          </a:cxn>
                          <a:cxn ang="0">
                            <a:pos x="210" y="40"/>
                          </a:cxn>
                          <a:cxn ang="0">
                            <a:pos x="0" y="85"/>
                          </a:cxn>
                        </a:cxnLst>
                        <a:rect l="0" t="0" r="r" b="b"/>
                        <a:pathLst>
                          <a:path w="441" h="119">
                            <a:moveTo>
                              <a:pt x="20" y="85"/>
                            </a:moveTo>
                            <a:cubicBezTo>
                              <a:pt x="47" y="113"/>
                              <a:pt x="74" y="119"/>
                              <a:pt x="118" y="117"/>
                            </a:cubicBezTo>
                            <a:cubicBezTo>
                              <a:pt x="168" y="116"/>
                              <a:pt x="179" y="83"/>
                              <a:pt x="222" y="73"/>
                            </a:cubicBezTo>
                            <a:cubicBezTo>
                              <a:pt x="259" y="64"/>
                              <a:pt x="293" y="90"/>
                              <a:pt x="334" y="80"/>
                            </a:cubicBezTo>
                            <a:cubicBezTo>
                              <a:pt x="373" y="71"/>
                              <a:pt x="393" y="50"/>
                              <a:pt x="436" y="51"/>
                            </a:cubicBezTo>
                            <a:cubicBezTo>
                              <a:pt x="441" y="0"/>
                              <a:pt x="257" y="38"/>
                              <a:pt x="210" y="40"/>
                            </a:cubicBezTo>
                            <a:cubicBezTo>
                              <a:pt x="188" y="91"/>
                              <a:pt x="44" y="104"/>
                              <a:pt x="0" y="85"/>
                            </a:cubicBezTo>
                          </a:path>
                        </a:pathLst>
                      </a:custGeom>
                      <a:solidFill>
                        <a:srgbClr val="282727"/>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6" name="Freeform 191">
                        <a:extLst>
                          <a:ext uri="{FF2B5EF4-FFF2-40B4-BE49-F238E27FC236}">
                            <a16:creationId xmlns:a16="http://schemas.microsoft.com/office/drawing/2014/main" id="{FE5D543E-FEF9-0BFD-A492-8BCCFF94857B}"/>
                          </a:ext>
                        </a:extLst>
                      </p:cNvPr>
                      <p:cNvSpPr>
                        <a:spLocks noEditPoints="1"/>
                      </p:cNvSpPr>
                      <p:nvPr/>
                    </p:nvSpPr>
                    <p:spPr bwMode="auto">
                      <a:xfrm>
                        <a:off x="5189536" y="-16678273"/>
                        <a:ext cx="6494462" cy="13736638"/>
                      </a:xfrm>
                      <a:custGeom>
                        <a:avLst/>
                        <a:gdLst/>
                        <a:ahLst/>
                        <a:cxnLst>
                          <a:cxn ang="0">
                            <a:pos x="425" y="2097"/>
                          </a:cxn>
                          <a:cxn ang="0">
                            <a:pos x="411" y="1626"/>
                          </a:cxn>
                          <a:cxn ang="0">
                            <a:pos x="1348" y="1814"/>
                          </a:cxn>
                          <a:cxn ang="0">
                            <a:pos x="1494" y="2078"/>
                          </a:cxn>
                          <a:cxn ang="0">
                            <a:pos x="1404" y="1741"/>
                          </a:cxn>
                          <a:cxn ang="0">
                            <a:pos x="1218" y="1675"/>
                          </a:cxn>
                          <a:cxn ang="0">
                            <a:pos x="864" y="2736"/>
                          </a:cxn>
                          <a:cxn ang="0">
                            <a:pos x="835" y="2939"/>
                          </a:cxn>
                          <a:cxn ang="0">
                            <a:pos x="743" y="3233"/>
                          </a:cxn>
                          <a:cxn ang="0">
                            <a:pos x="838" y="3369"/>
                          </a:cxn>
                          <a:cxn ang="0">
                            <a:pos x="672" y="3391"/>
                          </a:cxn>
                          <a:cxn ang="0">
                            <a:pos x="907" y="3432"/>
                          </a:cxn>
                          <a:cxn ang="0">
                            <a:pos x="912" y="2813"/>
                          </a:cxn>
                          <a:cxn ang="0">
                            <a:pos x="845" y="2436"/>
                          </a:cxn>
                          <a:cxn ang="0">
                            <a:pos x="1012" y="1917"/>
                          </a:cxn>
                          <a:cxn ang="0">
                            <a:pos x="432" y="2234"/>
                          </a:cxn>
                          <a:cxn ang="0">
                            <a:pos x="581" y="1989"/>
                          </a:cxn>
                          <a:cxn ang="0">
                            <a:pos x="1456" y="2052"/>
                          </a:cxn>
                          <a:cxn ang="0">
                            <a:pos x="1554" y="2254"/>
                          </a:cxn>
                          <a:cxn ang="0">
                            <a:pos x="1250" y="502"/>
                          </a:cxn>
                          <a:cxn ang="0">
                            <a:pos x="1296" y="1373"/>
                          </a:cxn>
                          <a:cxn ang="0">
                            <a:pos x="1323" y="1220"/>
                          </a:cxn>
                          <a:cxn ang="0">
                            <a:pos x="1210" y="697"/>
                          </a:cxn>
                          <a:cxn ang="0">
                            <a:pos x="1218" y="156"/>
                          </a:cxn>
                          <a:cxn ang="0">
                            <a:pos x="1287" y="85"/>
                          </a:cxn>
                          <a:cxn ang="0">
                            <a:pos x="1378" y="858"/>
                          </a:cxn>
                          <a:cxn ang="0">
                            <a:pos x="1407" y="1145"/>
                          </a:cxn>
                          <a:cxn ang="0">
                            <a:pos x="1449" y="512"/>
                          </a:cxn>
                          <a:cxn ang="0">
                            <a:pos x="1498" y="1507"/>
                          </a:cxn>
                          <a:cxn ang="0">
                            <a:pos x="1440" y="1386"/>
                          </a:cxn>
                          <a:cxn ang="0">
                            <a:pos x="1541" y="1213"/>
                          </a:cxn>
                          <a:cxn ang="0">
                            <a:pos x="1443" y="1038"/>
                          </a:cxn>
                          <a:cxn ang="0">
                            <a:pos x="1400" y="1432"/>
                          </a:cxn>
                          <a:cxn ang="0">
                            <a:pos x="1524" y="831"/>
                          </a:cxn>
                          <a:cxn ang="0">
                            <a:pos x="1512" y="653"/>
                          </a:cxn>
                          <a:cxn ang="0">
                            <a:pos x="1717" y="1141"/>
                          </a:cxn>
                          <a:cxn ang="0">
                            <a:pos x="1700" y="1089"/>
                          </a:cxn>
                          <a:cxn ang="0">
                            <a:pos x="1524" y="1530"/>
                          </a:cxn>
                          <a:cxn ang="0">
                            <a:pos x="1557" y="175"/>
                          </a:cxn>
                          <a:cxn ang="0">
                            <a:pos x="1479" y="685"/>
                          </a:cxn>
                          <a:cxn ang="0">
                            <a:pos x="1557" y="175"/>
                          </a:cxn>
                          <a:cxn ang="0">
                            <a:pos x="1535" y="1616"/>
                          </a:cxn>
                          <a:cxn ang="0">
                            <a:pos x="1218" y="150"/>
                          </a:cxn>
                          <a:cxn ang="0">
                            <a:pos x="480" y="53"/>
                          </a:cxn>
                          <a:cxn ang="0">
                            <a:pos x="409" y="408"/>
                          </a:cxn>
                          <a:cxn ang="0">
                            <a:pos x="604" y="884"/>
                          </a:cxn>
                          <a:cxn ang="0">
                            <a:pos x="390" y="239"/>
                          </a:cxn>
                          <a:cxn ang="0">
                            <a:pos x="481" y="68"/>
                          </a:cxn>
                          <a:cxn ang="0">
                            <a:pos x="124" y="1243"/>
                          </a:cxn>
                          <a:cxn ang="0">
                            <a:pos x="191" y="1209"/>
                          </a:cxn>
                          <a:cxn ang="0">
                            <a:pos x="202" y="1454"/>
                          </a:cxn>
                          <a:cxn ang="0">
                            <a:pos x="304" y="1651"/>
                          </a:cxn>
                          <a:cxn ang="0">
                            <a:pos x="262" y="1200"/>
                          </a:cxn>
                          <a:cxn ang="0">
                            <a:pos x="203" y="479"/>
                          </a:cxn>
                          <a:cxn ang="0">
                            <a:pos x="193" y="587"/>
                          </a:cxn>
                          <a:cxn ang="0">
                            <a:pos x="226" y="920"/>
                          </a:cxn>
                          <a:cxn ang="0">
                            <a:pos x="323" y="441"/>
                          </a:cxn>
                          <a:cxn ang="0">
                            <a:pos x="359" y="1138"/>
                          </a:cxn>
                          <a:cxn ang="0">
                            <a:pos x="220" y="1099"/>
                          </a:cxn>
                          <a:cxn ang="0">
                            <a:pos x="207" y="1102"/>
                          </a:cxn>
                          <a:cxn ang="0">
                            <a:pos x="155" y="1604"/>
                          </a:cxn>
                          <a:cxn ang="0">
                            <a:pos x="520" y="822"/>
                          </a:cxn>
                        </a:cxnLst>
                        <a:rect l="0" t="0" r="r" b="b"/>
                        <a:pathLst>
                          <a:path w="1732" h="3663">
                            <a:moveTo>
                              <a:pt x="798" y="1708"/>
                            </a:moveTo>
                            <a:cubicBezTo>
                              <a:pt x="726" y="1764"/>
                              <a:pt x="564" y="1788"/>
                              <a:pt x="495" y="1782"/>
                            </a:cubicBezTo>
                            <a:cubicBezTo>
                              <a:pt x="481" y="1880"/>
                              <a:pt x="406" y="1840"/>
                              <a:pt x="416" y="1953"/>
                            </a:cubicBezTo>
                            <a:cubicBezTo>
                              <a:pt x="439" y="1974"/>
                              <a:pt x="426" y="2058"/>
                              <a:pt x="425" y="2097"/>
                            </a:cubicBezTo>
                            <a:cubicBezTo>
                              <a:pt x="423" y="2156"/>
                              <a:pt x="380" y="2227"/>
                              <a:pt x="366" y="2281"/>
                            </a:cubicBezTo>
                            <a:cubicBezTo>
                              <a:pt x="343" y="2247"/>
                              <a:pt x="357" y="2193"/>
                              <a:pt x="353" y="2149"/>
                            </a:cubicBezTo>
                            <a:cubicBezTo>
                              <a:pt x="349" y="2106"/>
                              <a:pt x="334" y="2062"/>
                              <a:pt x="327" y="2017"/>
                            </a:cubicBezTo>
                            <a:cubicBezTo>
                              <a:pt x="313" y="1924"/>
                              <a:pt x="377" y="1656"/>
                              <a:pt x="411" y="1626"/>
                            </a:cubicBezTo>
                            <a:moveTo>
                              <a:pt x="1218" y="1675"/>
                            </a:moveTo>
                            <a:cubicBezTo>
                              <a:pt x="1191" y="1693"/>
                              <a:pt x="1209" y="1724"/>
                              <a:pt x="1237" y="1731"/>
                            </a:cubicBezTo>
                            <a:cubicBezTo>
                              <a:pt x="1265" y="1739"/>
                              <a:pt x="1296" y="1753"/>
                              <a:pt x="1317" y="1773"/>
                            </a:cubicBezTo>
                            <a:cubicBezTo>
                              <a:pt x="1328" y="1783"/>
                              <a:pt x="1339" y="1800"/>
                              <a:pt x="1348" y="1814"/>
                            </a:cubicBezTo>
                            <a:cubicBezTo>
                              <a:pt x="1358" y="1833"/>
                              <a:pt x="1357" y="1845"/>
                              <a:pt x="1358" y="1867"/>
                            </a:cubicBezTo>
                            <a:cubicBezTo>
                              <a:pt x="1360" y="1914"/>
                              <a:pt x="1356" y="1966"/>
                              <a:pt x="1390" y="2000"/>
                            </a:cubicBezTo>
                            <a:cubicBezTo>
                              <a:pt x="1408" y="2017"/>
                              <a:pt x="1432" y="2014"/>
                              <a:pt x="1446" y="2029"/>
                            </a:cubicBezTo>
                            <a:cubicBezTo>
                              <a:pt x="1457" y="2040"/>
                              <a:pt x="1475" y="2079"/>
                              <a:pt x="1494" y="2078"/>
                            </a:cubicBezTo>
                            <a:cubicBezTo>
                              <a:pt x="1504" y="2078"/>
                              <a:pt x="1533" y="2038"/>
                              <a:pt x="1537" y="2026"/>
                            </a:cubicBezTo>
                            <a:cubicBezTo>
                              <a:pt x="1548" y="1991"/>
                              <a:pt x="1528" y="1959"/>
                              <a:pt x="1509" y="1932"/>
                            </a:cubicBezTo>
                            <a:cubicBezTo>
                              <a:pt x="1481" y="1894"/>
                              <a:pt x="1473" y="1861"/>
                              <a:pt x="1458" y="1819"/>
                            </a:cubicBezTo>
                            <a:cubicBezTo>
                              <a:pt x="1448" y="1790"/>
                              <a:pt x="1427" y="1763"/>
                              <a:pt x="1404" y="1741"/>
                            </a:cubicBezTo>
                            <a:cubicBezTo>
                              <a:pt x="1378" y="1717"/>
                              <a:pt x="1362" y="1686"/>
                              <a:pt x="1348" y="1653"/>
                            </a:cubicBezTo>
                            <a:cubicBezTo>
                              <a:pt x="1343" y="1641"/>
                              <a:pt x="1337" y="1615"/>
                              <a:pt x="1322" y="1616"/>
                            </a:cubicBezTo>
                            <a:cubicBezTo>
                              <a:pt x="1312" y="1617"/>
                              <a:pt x="1286" y="1647"/>
                              <a:pt x="1275" y="1653"/>
                            </a:cubicBezTo>
                            <a:cubicBezTo>
                              <a:pt x="1258" y="1662"/>
                              <a:pt x="1233" y="1664"/>
                              <a:pt x="1218" y="1675"/>
                            </a:cubicBezTo>
                            <a:close/>
                            <a:moveTo>
                              <a:pt x="716" y="2369"/>
                            </a:moveTo>
                            <a:cubicBezTo>
                              <a:pt x="650" y="2380"/>
                              <a:pt x="694" y="2429"/>
                              <a:pt x="711" y="2456"/>
                            </a:cubicBezTo>
                            <a:cubicBezTo>
                              <a:pt x="732" y="2490"/>
                              <a:pt x="747" y="2528"/>
                              <a:pt x="773" y="2564"/>
                            </a:cubicBezTo>
                            <a:cubicBezTo>
                              <a:pt x="817" y="2624"/>
                              <a:pt x="875" y="2644"/>
                              <a:pt x="864" y="2736"/>
                            </a:cubicBezTo>
                            <a:cubicBezTo>
                              <a:pt x="862" y="2752"/>
                              <a:pt x="851" y="2771"/>
                              <a:pt x="851" y="2786"/>
                            </a:cubicBezTo>
                            <a:cubicBezTo>
                              <a:pt x="851" y="2809"/>
                              <a:pt x="877" y="2828"/>
                              <a:pt x="877" y="2838"/>
                            </a:cubicBezTo>
                            <a:cubicBezTo>
                              <a:pt x="877" y="2873"/>
                              <a:pt x="856" y="2853"/>
                              <a:pt x="838" y="2872"/>
                            </a:cubicBezTo>
                            <a:cubicBezTo>
                              <a:pt x="812" y="2900"/>
                              <a:pt x="826" y="2905"/>
                              <a:pt x="835" y="2939"/>
                            </a:cubicBezTo>
                            <a:cubicBezTo>
                              <a:pt x="849" y="2995"/>
                              <a:pt x="832" y="3042"/>
                              <a:pt x="820" y="3099"/>
                            </a:cubicBezTo>
                            <a:cubicBezTo>
                              <a:pt x="792" y="3097"/>
                              <a:pt x="769" y="3117"/>
                              <a:pt x="778" y="3147"/>
                            </a:cubicBezTo>
                            <a:cubicBezTo>
                              <a:pt x="782" y="3145"/>
                              <a:pt x="793" y="3143"/>
                              <a:pt x="798" y="3139"/>
                            </a:cubicBezTo>
                            <a:cubicBezTo>
                              <a:pt x="808" y="3183"/>
                              <a:pt x="735" y="3173"/>
                              <a:pt x="743" y="3233"/>
                            </a:cubicBezTo>
                            <a:cubicBezTo>
                              <a:pt x="747" y="3269"/>
                              <a:pt x="773" y="3295"/>
                              <a:pt x="808" y="3274"/>
                            </a:cubicBezTo>
                            <a:cubicBezTo>
                              <a:pt x="828" y="3262"/>
                              <a:pt x="812" y="3235"/>
                              <a:pt x="847" y="3234"/>
                            </a:cubicBezTo>
                            <a:cubicBezTo>
                              <a:pt x="886" y="3234"/>
                              <a:pt x="888" y="3286"/>
                              <a:pt x="877" y="3316"/>
                            </a:cubicBezTo>
                            <a:cubicBezTo>
                              <a:pt x="869" y="3335"/>
                              <a:pt x="845" y="3348"/>
                              <a:pt x="838" y="3369"/>
                            </a:cubicBezTo>
                            <a:cubicBezTo>
                              <a:pt x="831" y="3390"/>
                              <a:pt x="830" y="3421"/>
                              <a:pt x="830" y="3443"/>
                            </a:cubicBezTo>
                            <a:cubicBezTo>
                              <a:pt x="868" y="3436"/>
                              <a:pt x="881" y="3523"/>
                              <a:pt x="877" y="3552"/>
                            </a:cubicBezTo>
                            <a:cubicBezTo>
                              <a:pt x="873" y="3588"/>
                              <a:pt x="835" y="3602"/>
                              <a:pt x="793" y="3596"/>
                            </a:cubicBezTo>
                            <a:cubicBezTo>
                              <a:pt x="714" y="3584"/>
                              <a:pt x="699" y="3450"/>
                              <a:pt x="672" y="3391"/>
                            </a:cubicBezTo>
                            <a:cubicBezTo>
                              <a:pt x="656" y="3427"/>
                              <a:pt x="646" y="3517"/>
                              <a:pt x="681" y="3544"/>
                            </a:cubicBezTo>
                            <a:cubicBezTo>
                              <a:pt x="694" y="3619"/>
                              <a:pt x="725" y="3663"/>
                              <a:pt x="813" y="3652"/>
                            </a:cubicBezTo>
                            <a:cubicBezTo>
                              <a:pt x="889" y="3642"/>
                              <a:pt x="935" y="3600"/>
                              <a:pt x="930" y="3517"/>
                            </a:cubicBezTo>
                            <a:cubicBezTo>
                              <a:pt x="927" y="3481"/>
                              <a:pt x="918" y="3465"/>
                              <a:pt x="907" y="3432"/>
                            </a:cubicBezTo>
                            <a:cubicBezTo>
                              <a:pt x="907" y="3432"/>
                              <a:pt x="891" y="3327"/>
                              <a:pt x="892" y="3325"/>
                            </a:cubicBezTo>
                            <a:cubicBezTo>
                              <a:pt x="906" y="3251"/>
                              <a:pt x="922" y="3179"/>
                              <a:pt x="925" y="3101"/>
                            </a:cubicBezTo>
                            <a:cubicBezTo>
                              <a:pt x="928" y="3045"/>
                              <a:pt x="928" y="2993"/>
                              <a:pt x="934" y="2938"/>
                            </a:cubicBezTo>
                            <a:cubicBezTo>
                              <a:pt x="939" y="2889"/>
                              <a:pt x="922" y="2860"/>
                              <a:pt x="912" y="2813"/>
                            </a:cubicBezTo>
                            <a:cubicBezTo>
                              <a:pt x="900" y="2755"/>
                              <a:pt x="909" y="2703"/>
                              <a:pt x="917" y="2648"/>
                            </a:cubicBezTo>
                            <a:cubicBezTo>
                              <a:pt x="924" y="2607"/>
                              <a:pt x="941" y="2490"/>
                              <a:pt x="911" y="2454"/>
                            </a:cubicBezTo>
                            <a:cubicBezTo>
                              <a:pt x="901" y="2443"/>
                              <a:pt x="887" y="2467"/>
                              <a:pt x="879" y="2461"/>
                            </a:cubicBezTo>
                            <a:cubicBezTo>
                              <a:pt x="861" y="2449"/>
                              <a:pt x="863" y="2451"/>
                              <a:pt x="845" y="2436"/>
                            </a:cubicBezTo>
                            <a:cubicBezTo>
                              <a:pt x="811" y="2407"/>
                              <a:pt x="766" y="2360"/>
                              <a:pt x="716" y="2369"/>
                            </a:cubicBezTo>
                            <a:close/>
                            <a:moveTo>
                              <a:pt x="836" y="1882"/>
                            </a:moveTo>
                            <a:cubicBezTo>
                              <a:pt x="836" y="1939"/>
                              <a:pt x="818" y="2380"/>
                              <a:pt x="967" y="2293"/>
                            </a:cubicBezTo>
                            <a:cubicBezTo>
                              <a:pt x="1041" y="2249"/>
                              <a:pt x="1040" y="1985"/>
                              <a:pt x="1012" y="1917"/>
                            </a:cubicBezTo>
                            <a:cubicBezTo>
                              <a:pt x="999" y="1963"/>
                              <a:pt x="1008" y="2382"/>
                              <a:pt x="875" y="2228"/>
                            </a:cubicBezTo>
                            <a:cubicBezTo>
                              <a:pt x="842" y="2190"/>
                              <a:pt x="834" y="2075"/>
                              <a:pt x="829" y="2026"/>
                            </a:cubicBezTo>
                            <a:cubicBezTo>
                              <a:pt x="823" y="1953"/>
                              <a:pt x="808" y="1858"/>
                              <a:pt x="817" y="1791"/>
                            </a:cubicBezTo>
                            <a:moveTo>
                              <a:pt x="432" y="2234"/>
                            </a:moveTo>
                            <a:cubicBezTo>
                              <a:pt x="342" y="2284"/>
                              <a:pt x="395" y="2559"/>
                              <a:pt x="461" y="2605"/>
                            </a:cubicBezTo>
                            <a:cubicBezTo>
                              <a:pt x="425" y="2500"/>
                              <a:pt x="458" y="2413"/>
                              <a:pt x="497" y="2320"/>
                            </a:cubicBezTo>
                            <a:cubicBezTo>
                              <a:pt x="517" y="2273"/>
                              <a:pt x="511" y="2207"/>
                              <a:pt x="522" y="2153"/>
                            </a:cubicBezTo>
                            <a:cubicBezTo>
                              <a:pt x="534" y="2094"/>
                              <a:pt x="558" y="2041"/>
                              <a:pt x="581" y="1989"/>
                            </a:cubicBezTo>
                            <a:cubicBezTo>
                              <a:pt x="546" y="2004"/>
                              <a:pt x="520" y="2038"/>
                              <a:pt x="478" y="2039"/>
                            </a:cubicBezTo>
                            <a:cubicBezTo>
                              <a:pt x="476" y="2086"/>
                              <a:pt x="482" y="2127"/>
                              <a:pt x="463" y="2169"/>
                            </a:cubicBezTo>
                            <a:cubicBezTo>
                              <a:pt x="449" y="2199"/>
                              <a:pt x="416" y="2219"/>
                              <a:pt x="412" y="2254"/>
                            </a:cubicBezTo>
                            <a:moveTo>
                              <a:pt x="1456" y="2052"/>
                            </a:moveTo>
                            <a:cubicBezTo>
                              <a:pt x="1480" y="2083"/>
                              <a:pt x="1466" y="2141"/>
                              <a:pt x="1464" y="2182"/>
                            </a:cubicBezTo>
                            <a:cubicBezTo>
                              <a:pt x="1461" y="2239"/>
                              <a:pt x="1470" y="2250"/>
                              <a:pt x="1500" y="2295"/>
                            </a:cubicBezTo>
                            <a:cubicBezTo>
                              <a:pt x="1540" y="2354"/>
                              <a:pt x="1553" y="2431"/>
                              <a:pt x="1595" y="2493"/>
                            </a:cubicBezTo>
                            <a:cubicBezTo>
                              <a:pt x="1613" y="2426"/>
                              <a:pt x="1578" y="2316"/>
                              <a:pt x="1554" y="2254"/>
                            </a:cubicBezTo>
                            <a:cubicBezTo>
                              <a:pt x="1540" y="2218"/>
                              <a:pt x="1513" y="2061"/>
                              <a:pt x="1482" y="2052"/>
                            </a:cubicBezTo>
                            <a:moveTo>
                              <a:pt x="1319" y="189"/>
                            </a:moveTo>
                            <a:cubicBezTo>
                              <a:pt x="1323" y="238"/>
                              <a:pt x="1297" y="289"/>
                              <a:pt x="1289" y="336"/>
                            </a:cubicBezTo>
                            <a:cubicBezTo>
                              <a:pt x="1280" y="392"/>
                              <a:pt x="1260" y="446"/>
                              <a:pt x="1250" y="502"/>
                            </a:cubicBezTo>
                            <a:cubicBezTo>
                              <a:pt x="1231" y="608"/>
                              <a:pt x="1172" y="706"/>
                              <a:pt x="1148" y="808"/>
                            </a:cubicBezTo>
                            <a:cubicBezTo>
                              <a:pt x="1136" y="861"/>
                              <a:pt x="1137" y="903"/>
                              <a:pt x="1149" y="955"/>
                            </a:cubicBezTo>
                            <a:cubicBezTo>
                              <a:pt x="1161" y="1004"/>
                              <a:pt x="1181" y="1043"/>
                              <a:pt x="1197" y="1090"/>
                            </a:cubicBezTo>
                            <a:cubicBezTo>
                              <a:pt x="1229" y="1184"/>
                              <a:pt x="1266" y="1278"/>
                              <a:pt x="1296" y="1373"/>
                            </a:cubicBezTo>
                            <a:cubicBezTo>
                              <a:pt x="1317" y="1439"/>
                              <a:pt x="1311" y="1523"/>
                              <a:pt x="1309" y="1597"/>
                            </a:cubicBezTo>
                            <a:cubicBezTo>
                              <a:pt x="1364" y="1583"/>
                              <a:pt x="1358" y="1495"/>
                              <a:pt x="1358" y="1451"/>
                            </a:cubicBezTo>
                            <a:cubicBezTo>
                              <a:pt x="1358" y="1398"/>
                              <a:pt x="1372" y="1337"/>
                              <a:pt x="1352" y="1287"/>
                            </a:cubicBezTo>
                            <a:cubicBezTo>
                              <a:pt x="1344" y="1266"/>
                              <a:pt x="1330" y="1243"/>
                              <a:pt x="1323" y="1220"/>
                            </a:cubicBezTo>
                            <a:cubicBezTo>
                              <a:pt x="1315" y="1195"/>
                              <a:pt x="1316" y="1169"/>
                              <a:pt x="1308" y="1145"/>
                            </a:cubicBezTo>
                            <a:cubicBezTo>
                              <a:pt x="1291" y="1093"/>
                              <a:pt x="1266" y="1045"/>
                              <a:pt x="1246" y="995"/>
                            </a:cubicBezTo>
                            <a:cubicBezTo>
                              <a:pt x="1229" y="950"/>
                              <a:pt x="1204" y="907"/>
                              <a:pt x="1195" y="861"/>
                            </a:cubicBezTo>
                            <a:cubicBezTo>
                              <a:pt x="1184" y="805"/>
                              <a:pt x="1202" y="750"/>
                              <a:pt x="1210" y="697"/>
                            </a:cubicBezTo>
                            <a:cubicBezTo>
                              <a:pt x="1219" y="644"/>
                              <a:pt x="1246" y="618"/>
                              <a:pt x="1277" y="575"/>
                            </a:cubicBezTo>
                            <a:cubicBezTo>
                              <a:pt x="1310" y="529"/>
                              <a:pt x="1319" y="474"/>
                              <a:pt x="1319" y="414"/>
                            </a:cubicBezTo>
                            <a:cubicBezTo>
                              <a:pt x="1319" y="344"/>
                              <a:pt x="1340" y="249"/>
                              <a:pt x="1316" y="182"/>
                            </a:cubicBezTo>
                            <a:moveTo>
                              <a:pt x="1218" y="156"/>
                            </a:moveTo>
                            <a:cubicBezTo>
                              <a:pt x="1262" y="161"/>
                              <a:pt x="1297" y="117"/>
                              <a:pt x="1332" y="97"/>
                            </a:cubicBezTo>
                            <a:cubicBezTo>
                              <a:pt x="1312" y="78"/>
                              <a:pt x="1290" y="65"/>
                              <a:pt x="1271" y="45"/>
                            </a:cubicBezTo>
                            <a:cubicBezTo>
                              <a:pt x="1255" y="29"/>
                              <a:pt x="1235" y="7"/>
                              <a:pt x="1212" y="0"/>
                            </a:cubicBezTo>
                            <a:cubicBezTo>
                              <a:pt x="1238" y="28"/>
                              <a:pt x="1257" y="60"/>
                              <a:pt x="1287" y="85"/>
                            </a:cubicBezTo>
                            <a:cubicBezTo>
                              <a:pt x="1264" y="107"/>
                              <a:pt x="1238" y="129"/>
                              <a:pt x="1214" y="150"/>
                            </a:cubicBezTo>
                            <a:moveTo>
                              <a:pt x="1384" y="244"/>
                            </a:moveTo>
                            <a:cubicBezTo>
                              <a:pt x="1384" y="409"/>
                              <a:pt x="1345" y="570"/>
                              <a:pt x="1362" y="735"/>
                            </a:cubicBezTo>
                            <a:cubicBezTo>
                              <a:pt x="1366" y="778"/>
                              <a:pt x="1378" y="815"/>
                              <a:pt x="1378" y="858"/>
                            </a:cubicBezTo>
                            <a:cubicBezTo>
                              <a:pt x="1377" y="894"/>
                              <a:pt x="1377" y="931"/>
                              <a:pt x="1378" y="968"/>
                            </a:cubicBezTo>
                            <a:cubicBezTo>
                              <a:pt x="1378" y="1037"/>
                              <a:pt x="1397" y="1104"/>
                              <a:pt x="1400" y="1174"/>
                            </a:cubicBezTo>
                            <a:cubicBezTo>
                              <a:pt x="1403" y="1221"/>
                              <a:pt x="1419" y="1272"/>
                              <a:pt x="1413" y="1317"/>
                            </a:cubicBezTo>
                            <a:cubicBezTo>
                              <a:pt x="1397" y="1272"/>
                              <a:pt x="1406" y="1196"/>
                              <a:pt x="1407" y="1145"/>
                            </a:cubicBezTo>
                            <a:cubicBezTo>
                              <a:pt x="1408" y="1056"/>
                              <a:pt x="1417" y="966"/>
                              <a:pt x="1417" y="875"/>
                            </a:cubicBezTo>
                            <a:cubicBezTo>
                              <a:pt x="1417" y="802"/>
                              <a:pt x="1438" y="733"/>
                              <a:pt x="1449" y="661"/>
                            </a:cubicBezTo>
                            <a:cubicBezTo>
                              <a:pt x="1458" y="597"/>
                              <a:pt x="1456" y="532"/>
                              <a:pt x="1456" y="468"/>
                            </a:cubicBezTo>
                            <a:cubicBezTo>
                              <a:pt x="1459" y="483"/>
                              <a:pt x="1454" y="499"/>
                              <a:pt x="1449" y="512"/>
                            </a:cubicBezTo>
                            <a:cubicBezTo>
                              <a:pt x="1389" y="513"/>
                              <a:pt x="1389" y="478"/>
                              <a:pt x="1381" y="427"/>
                            </a:cubicBezTo>
                            <a:cubicBezTo>
                              <a:pt x="1371" y="360"/>
                              <a:pt x="1378" y="287"/>
                              <a:pt x="1378" y="218"/>
                            </a:cubicBezTo>
                            <a:moveTo>
                              <a:pt x="1413" y="1445"/>
                            </a:moveTo>
                            <a:cubicBezTo>
                              <a:pt x="1413" y="1479"/>
                              <a:pt x="1471" y="1497"/>
                              <a:pt x="1498" y="1507"/>
                            </a:cubicBezTo>
                            <a:cubicBezTo>
                              <a:pt x="1560" y="1528"/>
                              <a:pt x="1566" y="1504"/>
                              <a:pt x="1618" y="1484"/>
                            </a:cubicBezTo>
                            <a:cubicBezTo>
                              <a:pt x="1595" y="1486"/>
                              <a:pt x="1571" y="1499"/>
                              <a:pt x="1547" y="1494"/>
                            </a:cubicBezTo>
                            <a:cubicBezTo>
                              <a:pt x="1530" y="1490"/>
                              <a:pt x="1509" y="1475"/>
                              <a:pt x="1495" y="1468"/>
                            </a:cubicBezTo>
                            <a:cubicBezTo>
                              <a:pt x="1458" y="1451"/>
                              <a:pt x="1432" y="1432"/>
                              <a:pt x="1440" y="1386"/>
                            </a:cubicBezTo>
                            <a:cubicBezTo>
                              <a:pt x="1445" y="1350"/>
                              <a:pt x="1482" y="1341"/>
                              <a:pt x="1493" y="1311"/>
                            </a:cubicBezTo>
                            <a:cubicBezTo>
                              <a:pt x="1506" y="1275"/>
                              <a:pt x="1458" y="1251"/>
                              <a:pt x="1482" y="1211"/>
                            </a:cubicBezTo>
                            <a:cubicBezTo>
                              <a:pt x="1531" y="1201"/>
                              <a:pt x="1594" y="1322"/>
                              <a:pt x="1648" y="1260"/>
                            </a:cubicBezTo>
                            <a:cubicBezTo>
                              <a:pt x="1592" y="1256"/>
                              <a:pt x="1583" y="1242"/>
                              <a:pt x="1541" y="1213"/>
                            </a:cubicBezTo>
                            <a:cubicBezTo>
                              <a:pt x="1510" y="1192"/>
                              <a:pt x="1480" y="1171"/>
                              <a:pt x="1531" y="1151"/>
                            </a:cubicBezTo>
                            <a:cubicBezTo>
                              <a:pt x="1552" y="1143"/>
                              <a:pt x="1556" y="1154"/>
                              <a:pt x="1563" y="1128"/>
                            </a:cubicBezTo>
                            <a:cubicBezTo>
                              <a:pt x="1570" y="1107"/>
                              <a:pt x="1555" y="1078"/>
                              <a:pt x="1541" y="1062"/>
                            </a:cubicBezTo>
                            <a:cubicBezTo>
                              <a:pt x="1518" y="1035"/>
                              <a:pt x="1479" y="1035"/>
                              <a:pt x="1443" y="1038"/>
                            </a:cubicBezTo>
                            <a:cubicBezTo>
                              <a:pt x="1443" y="1065"/>
                              <a:pt x="1462" y="1094"/>
                              <a:pt x="1459" y="1128"/>
                            </a:cubicBezTo>
                            <a:cubicBezTo>
                              <a:pt x="1455" y="1177"/>
                              <a:pt x="1443" y="1226"/>
                              <a:pt x="1440" y="1275"/>
                            </a:cubicBezTo>
                            <a:cubicBezTo>
                              <a:pt x="1436" y="1317"/>
                              <a:pt x="1416" y="1343"/>
                              <a:pt x="1408" y="1380"/>
                            </a:cubicBezTo>
                            <a:cubicBezTo>
                              <a:pt x="1403" y="1397"/>
                              <a:pt x="1407" y="1415"/>
                              <a:pt x="1400" y="1432"/>
                            </a:cubicBezTo>
                            <a:cubicBezTo>
                              <a:pt x="1395" y="1446"/>
                              <a:pt x="1384" y="1451"/>
                              <a:pt x="1384" y="1467"/>
                            </a:cubicBezTo>
                            <a:cubicBezTo>
                              <a:pt x="1380" y="1468"/>
                              <a:pt x="1377" y="1467"/>
                              <a:pt x="1374" y="1468"/>
                            </a:cubicBezTo>
                            <a:moveTo>
                              <a:pt x="1466" y="936"/>
                            </a:moveTo>
                            <a:cubicBezTo>
                              <a:pt x="1530" y="931"/>
                              <a:pt x="1524" y="879"/>
                              <a:pt x="1524" y="831"/>
                            </a:cubicBezTo>
                            <a:cubicBezTo>
                              <a:pt x="1524" y="776"/>
                              <a:pt x="1532" y="748"/>
                              <a:pt x="1559" y="703"/>
                            </a:cubicBezTo>
                            <a:cubicBezTo>
                              <a:pt x="1604" y="627"/>
                              <a:pt x="1633" y="534"/>
                              <a:pt x="1628" y="441"/>
                            </a:cubicBezTo>
                            <a:cubicBezTo>
                              <a:pt x="1590" y="408"/>
                              <a:pt x="1569" y="563"/>
                              <a:pt x="1555" y="591"/>
                            </a:cubicBezTo>
                            <a:cubicBezTo>
                              <a:pt x="1544" y="612"/>
                              <a:pt x="1523" y="633"/>
                              <a:pt x="1512" y="653"/>
                            </a:cubicBezTo>
                            <a:cubicBezTo>
                              <a:pt x="1501" y="672"/>
                              <a:pt x="1500" y="689"/>
                              <a:pt x="1495" y="711"/>
                            </a:cubicBezTo>
                            <a:cubicBezTo>
                              <a:pt x="1483" y="757"/>
                              <a:pt x="1469" y="796"/>
                              <a:pt x="1469" y="845"/>
                            </a:cubicBezTo>
                            <a:cubicBezTo>
                              <a:pt x="1469" y="889"/>
                              <a:pt x="1464" y="925"/>
                              <a:pt x="1456" y="965"/>
                            </a:cubicBezTo>
                            <a:moveTo>
                              <a:pt x="1717" y="1141"/>
                            </a:moveTo>
                            <a:cubicBezTo>
                              <a:pt x="1707" y="1127"/>
                              <a:pt x="1711" y="1103"/>
                              <a:pt x="1710" y="1084"/>
                            </a:cubicBezTo>
                            <a:cubicBezTo>
                              <a:pt x="1676" y="1146"/>
                              <a:pt x="1731" y="1200"/>
                              <a:pt x="1679" y="1253"/>
                            </a:cubicBezTo>
                            <a:cubicBezTo>
                              <a:pt x="1730" y="1240"/>
                              <a:pt x="1732" y="1228"/>
                              <a:pt x="1719" y="1178"/>
                            </a:cubicBezTo>
                            <a:cubicBezTo>
                              <a:pt x="1713" y="1152"/>
                              <a:pt x="1699" y="1118"/>
                              <a:pt x="1700" y="1089"/>
                            </a:cubicBezTo>
                            <a:moveTo>
                              <a:pt x="1449" y="1536"/>
                            </a:moveTo>
                            <a:cubicBezTo>
                              <a:pt x="1490" y="1547"/>
                              <a:pt x="1529" y="1547"/>
                              <a:pt x="1570" y="1562"/>
                            </a:cubicBezTo>
                            <a:cubicBezTo>
                              <a:pt x="1602" y="1575"/>
                              <a:pt x="1671" y="1593"/>
                              <a:pt x="1661" y="1533"/>
                            </a:cubicBezTo>
                            <a:cubicBezTo>
                              <a:pt x="1615" y="1531"/>
                              <a:pt x="1568" y="1533"/>
                              <a:pt x="1524" y="1530"/>
                            </a:cubicBezTo>
                            <a:cubicBezTo>
                              <a:pt x="1482" y="1526"/>
                              <a:pt x="1443" y="1500"/>
                              <a:pt x="1401" y="1504"/>
                            </a:cubicBezTo>
                            <a:cubicBezTo>
                              <a:pt x="1400" y="1516"/>
                              <a:pt x="1403" y="1523"/>
                              <a:pt x="1411" y="1532"/>
                            </a:cubicBezTo>
                            <a:cubicBezTo>
                              <a:pt x="1426" y="1534"/>
                              <a:pt x="1440" y="1538"/>
                              <a:pt x="1456" y="1536"/>
                            </a:cubicBezTo>
                            <a:moveTo>
                              <a:pt x="1557" y="175"/>
                            </a:moveTo>
                            <a:cubicBezTo>
                              <a:pt x="1521" y="227"/>
                              <a:pt x="1498" y="294"/>
                              <a:pt x="1498" y="359"/>
                            </a:cubicBezTo>
                            <a:cubicBezTo>
                              <a:pt x="1498" y="400"/>
                              <a:pt x="1495" y="438"/>
                              <a:pt x="1489" y="477"/>
                            </a:cubicBezTo>
                            <a:cubicBezTo>
                              <a:pt x="1483" y="513"/>
                              <a:pt x="1485" y="550"/>
                              <a:pt x="1479" y="587"/>
                            </a:cubicBezTo>
                            <a:cubicBezTo>
                              <a:pt x="1474" y="614"/>
                              <a:pt x="1462" y="662"/>
                              <a:pt x="1479" y="685"/>
                            </a:cubicBezTo>
                            <a:cubicBezTo>
                              <a:pt x="1491" y="655"/>
                              <a:pt x="1484" y="596"/>
                              <a:pt x="1488" y="561"/>
                            </a:cubicBezTo>
                            <a:cubicBezTo>
                              <a:pt x="1492" y="515"/>
                              <a:pt x="1489" y="472"/>
                              <a:pt x="1498" y="427"/>
                            </a:cubicBezTo>
                            <a:cubicBezTo>
                              <a:pt x="1506" y="387"/>
                              <a:pt x="1514" y="349"/>
                              <a:pt x="1522" y="310"/>
                            </a:cubicBezTo>
                            <a:cubicBezTo>
                              <a:pt x="1531" y="265"/>
                              <a:pt x="1553" y="222"/>
                              <a:pt x="1557" y="175"/>
                            </a:cubicBezTo>
                            <a:close/>
                            <a:moveTo>
                              <a:pt x="1368" y="1601"/>
                            </a:moveTo>
                            <a:cubicBezTo>
                              <a:pt x="1368" y="1655"/>
                              <a:pt x="1380" y="1688"/>
                              <a:pt x="1398" y="1738"/>
                            </a:cubicBezTo>
                            <a:cubicBezTo>
                              <a:pt x="1437" y="1751"/>
                              <a:pt x="1495" y="1715"/>
                              <a:pt x="1537" y="1709"/>
                            </a:cubicBezTo>
                            <a:cubicBezTo>
                              <a:pt x="1597" y="1701"/>
                              <a:pt x="1570" y="1641"/>
                              <a:pt x="1535" y="1616"/>
                            </a:cubicBezTo>
                            <a:cubicBezTo>
                              <a:pt x="1533" y="1640"/>
                              <a:pt x="1540" y="1663"/>
                              <a:pt x="1519" y="1680"/>
                            </a:cubicBezTo>
                            <a:cubicBezTo>
                              <a:pt x="1504" y="1692"/>
                              <a:pt x="1463" y="1703"/>
                              <a:pt x="1443" y="1696"/>
                            </a:cubicBezTo>
                            <a:cubicBezTo>
                              <a:pt x="1405" y="1682"/>
                              <a:pt x="1413" y="1614"/>
                              <a:pt x="1368" y="1601"/>
                            </a:cubicBezTo>
                            <a:moveTo>
                              <a:pt x="1218" y="150"/>
                            </a:moveTo>
                            <a:cubicBezTo>
                              <a:pt x="1227" y="169"/>
                              <a:pt x="1292" y="191"/>
                              <a:pt x="1322" y="188"/>
                            </a:cubicBezTo>
                            <a:cubicBezTo>
                              <a:pt x="1286" y="183"/>
                              <a:pt x="1262" y="176"/>
                              <a:pt x="1224" y="156"/>
                            </a:cubicBezTo>
                            <a:moveTo>
                              <a:pt x="422" y="163"/>
                            </a:moveTo>
                            <a:cubicBezTo>
                              <a:pt x="437" y="126"/>
                              <a:pt x="466" y="89"/>
                              <a:pt x="480" y="53"/>
                            </a:cubicBezTo>
                            <a:cubicBezTo>
                              <a:pt x="459" y="59"/>
                              <a:pt x="392" y="130"/>
                              <a:pt x="392" y="153"/>
                            </a:cubicBezTo>
                            <a:cubicBezTo>
                              <a:pt x="393" y="183"/>
                              <a:pt x="467" y="194"/>
                              <a:pt x="474" y="228"/>
                            </a:cubicBezTo>
                            <a:cubicBezTo>
                              <a:pt x="443" y="233"/>
                              <a:pt x="410" y="217"/>
                              <a:pt x="377" y="219"/>
                            </a:cubicBezTo>
                            <a:cubicBezTo>
                              <a:pt x="368" y="279"/>
                              <a:pt x="399" y="350"/>
                              <a:pt x="409" y="408"/>
                            </a:cubicBezTo>
                            <a:cubicBezTo>
                              <a:pt x="424" y="504"/>
                              <a:pt x="465" y="596"/>
                              <a:pt x="504" y="687"/>
                            </a:cubicBezTo>
                            <a:cubicBezTo>
                              <a:pt x="523" y="731"/>
                              <a:pt x="545" y="774"/>
                              <a:pt x="561" y="816"/>
                            </a:cubicBezTo>
                            <a:cubicBezTo>
                              <a:pt x="582" y="870"/>
                              <a:pt x="575" y="913"/>
                              <a:pt x="579" y="971"/>
                            </a:cubicBezTo>
                            <a:cubicBezTo>
                              <a:pt x="605" y="952"/>
                              <a:pt x="608" y="915"/>
                              <a:pt x="604" y="884"/>
                            </a:cubicBezTo>
                            <a:cubicBezTo>
                              <a:pt x="596" y="833"/>
                              <a:pt x="573" y="785"/>
                              <a:pt x="555" y="738"/>
                            </a:cubicBezTo>
                            <a:cubicBezTo>
                              <a:pt x="534" y="685"/>
                              <a:pt x="498" y="643"/>
                              <a:pt x="474" y="593"/>
                            </a:cubicBezTo>
                            <a:cubicBezTo>
                              <a:pt x="449" y="541"/>
                              <a:pt x="436" y="484"/>
                              <a:pt x="422" y="427"/>
                            </a:cubicBezTo>
                            <a:cubicBezTo>
                              <a:pt x="405" y="359"/>
                              <a:pt x="386" y="312"/>
                              <a:pt x="390" y="239"/>
                            </a:cubicBezTo>
                            <a:cubicBezTo>
                              <a:pt x="426" y="235"/>
                              <a:pt x="464" y="239"/>
                              <a:pt x="497" y="224"/>
                            </a:cubicBezTo>
                            <a:cubicBezTo>
                              <a:pt x="480" y="215"/>
                              <a:pt x="475" y="194"/>
                              <a:pt x="462" y="182"/>
                            </a:cubicBezTo>
                            <a:cubicBezTo>
                              <a:pt x="449" y="169"/>
                              <a:pt x="427" y="169"/>
                              <a:pt x="422" y="154"/>
                            </a:cubicBezTo>
                            <a:cubicBezTo>
                              <a:pt x="444" y="142"/>
                              <a:pt x="484" y="94"/>
                              <a:pt x="481" y="68"/>
                            </a:cubicBezTo>
                            <a:moveTo>
                              <a:pt x="246" y="1106"/>
                            </a:moveTo>
                            <a:cubicBezTo>
                              <a:pt x="248" y="1167"/>
                              <a:pt x="114" y="1144"/>
                              <a:pt x="78" y="1158"/>
                            </a:cubicBezTo>
                            <a:cubicBezTo>
                              <a:pt x="50" y="1169"/>
                              <a:pt x="0" y="1198"/>
                              <a:pt x="44" y="1217"/>
                            </a:cubicBezTo>
                            <a:cubicBezTo>
                              <a:pt x="71" y="1228"/>
                              <a:pt x="102" y="1220"/>
                              <a:pt x="124" y="1243"/>
                            </a:cubicBezTo>
                            <a:cubicBezTo>
                              <a:pt x="119" y="1221"/>
                              <a:pt x="54" y="1206"/>
                              <a:pt x="73" y="1185"/>
                            </a:cubicBezTo>
                            <a:cubicBezTo>
                              <a:pt x="89" y="1167"/>
                              <a:pt x="115" y="1192"/>
                              <a:pt x="128" y="1195"/>
                            </a:cubicBezTo>
                            <a:cubicBezTo>
                              <a:pt x="152" y="1199"/>
                              <a:pt x="163" y="1188"/>
                              <a:pt x="184" y="1177"/>
                            </a:cubicBezTo>
                            <a:cubicBezTo>
                              <a:pt x="191" y="1185"/>
                              <a:pt x="192" y="1198"/>
                              <a:pt x="191" y="1209"/>
                            </a:cubicBezTo>
                            <a:cubicBezTo>
                              <a:pt x="205" y="1207"/>
                              <a:pt x="219" y="1201"/>
                              <a:pt x="235" y="1204"/>
                            </a:cubicBezTo>
                            <a:cubicBezTo>
                              <a:pt x="237" y="1248"/>
                              <a:pt x="205" y="1260"/>
                              <a:pt x="234" y="1295"/>
                            </a:cubicBezTo>
                            <a:cubicBezTo>
                              <a:pt x="257" y="1322"/>
                              <a:pt x="271" y="1337"/>
                              <a:pt x="262" y="1379"/>
                            </a:cubicBezTo>
                            <a:cubicBezTo>
                              <a:pt x="254" y="1420"/>
                              <a:pt x="213" y="1412"/>
                              <a:pt x="202" y="1454"/>
                            </a:cubicBezTo>
                            <a:cubicBezTo>
                              <a:pt x="188" y="1510"/>
                              <a:pt x="235" y="1476"/>
                              <a:pt x="268" y="1471"/>
                            </a:cubicBezTo>
                            <a:cubicBezTo>
                              <a:pt x="271" y="1497"/>
                              <a:pt x="284" y="1507"/>
                              <a:pt x="295" y="1528"/>
                            </a:cubicBezTo>
                            <a:cubicBezTo>
                              <a:pt x="308" y="1555"/>
                              <a:pt x="302" y="1553"/>
                              <a:pt x="291" y="1571"/>
                            </a:cubicBezTo>
                            <a:cubicBezTo>
                              <a:pt x="278" y="1593"/>
                              <a:pt x="247" y="1651"/>
                              <a:pt x="304" y="1651"/>
                            </a:cubicBezTo>
                            <a:cubicBezTo>
                              <a:pt x="319" y="1679"/>
                              <a:pt x="369" y="1667"/>
                              <a:pt x="386" y="1644"/>
                            </a:cubicBezTo>
                            <a:cubicBezTo>
                              <a:pt x="398" y="1628"/>
                              <a:pt x="393" y="1598"/>
                              <a:pt x="392" y="1573"/>
                            </a:cubicBezTo>
                            <a:cubicBezTo>
                              <a:pt x="337" y="1535"/>
                              <a:pt x="318" y="1464"/>
                              <a:pt x="302" y="1402"/>
                            </a:cubicBezTo>
                            <a:cubicBezTo>
                              <a:pt x="285" y="1335"/>
                              <a:pt x="263" y="1272"/>
                              <a:pt x="262" y="1200"/>
                            </a:cubicBezTo>
                            <a:cubicBezTo>
                              <a:pt x="261" y="1126"/>
                              <a:pt x="266" y="1054"/>
                              <a:pt x="259" y="978"/>
                            </a:cubicBezTo>
                            <a:cubicBezTo>
                              <a:pt x="252" y="902"/>
                              <a:pt x="239" y="831"/>
                              <a:pt x="239" y="753"/>
                            </a:cubicBezTo>
                            <a:cubicBezTo>
                              <a:pt x="239" y="703"/>
                              <a:pt x="249" y="642"/>
                              <a:pt x="239" y="593"/>
                            </a:cubicBezTo>
                            <a:cubicBezTo>
                              <a:pt x="232" y="557"/>
                              <a:pt x="215" y="515"/>
                              <a:pt x="203" y="479"/>
                            </a:cubicBezTo>
                            <a:cubicBezTo>
                              <a:pt x="191" y="439"/>
                              <a:pt x="171" y="399"/>
                              <a:pt x="161" y="358"/>
                            </a:cubicBezTo>
                            <a:cubicBezTo>
                              <a:pt x="151" y="313"/>
                              <a:pt x="158" y="254"/>
                              <a:pt x="145" y="212"/>
                            </a:cubicBezTo>
                            <a:cubicBezTo>
                              <a:pt x="136" y="297"/>
                              <a:pt x="159" y="374"/>
                              <a:pt x="170" y="457"/>
                            </a:cubicBezTo>
                            <a:cubicBezTo>
                              <a:pt x="176" y="502"/>
                              <a:pt x="181" y="543"/>
                              <a:pt x="193" y="587"/>
                            </a:cubicBezTo>
                            <a:cubicBezTo>
                              <a:pt x="200" y="616"/>
                              <a:pt x="215" y="658"/>
                              <a:pt x="209" y="688"/>
                            </a:cubicBezTo>
                            <a:cubicBezTo>
                              <a:pt x="202" y="686"/>
                              <a:pt x="192" y="690"/>
                              <a:pt x="184" y="689"/>
                            </a:cubicBezTo>
                            <a:cubicBezTo>
                              <a:pt x="178" y="726"/>
                              <a:pt x="208" y="761"/>
                              <a:pt x="217" y="795"/>
                            </a:cubicBezTo>
                            <a:cubicBezTo>
                              <a:pt x="229" y="836"/>
                              <a:pt x="224" y="876"/>
                              <a:pt x="226" y="920"/>
                            </a:cubicBezTo>
                            <a:cubicBezTo>
                              <a:pt x="228" y="955"/>
                              <a:pt x="256" y="996"/>
                              <a:pt x="249" y="1031"/>
                            </a:cubicBezTo>
                            <a:cubicBezTo>
                              <a:pt x="241" y="1070"/>
                              <a:pt x="216" y="1078"/>
                              <a:pt x="252" y="1115"/>
                            </a:cubicBezTo>
                            <a:moveTo>
                              <a:pt x="314" y="597"/>
                            </a:moveTo>
                            <a:cubicBezTo>
                              <a:pt x="314" y="546"/>
                              <a:pt x="337" y="489"/>
                              <a:pt x="323" y="441"/>
                            </a:cubicBezTo>
                            <a:cubicBezTo>
                              <a:pt x="222" y="421"/>
                              <a:pt x="299" y="765"/>
                              <a:pt x="311" y="815"/>
                            </a:cubicBezTo>
                            <a:cubicBezTo>
                              <a:pt x="329" y="893"/>
                              <a:pt x="331" y="973"/>
                              <a:pt x="330" y="1056"/>
                            </a:cubicBezTo>
                            <a:cubicBezTo>
                              <a:pt x="330" y="1136"/>
                              <a:pt x="302" y="1211"/>
                              <a:pt x="301" y="1290"/>
                            </a:cubicBezTo>
                            <a:cubicBezTo>
                              <a:pt x="322" y="1243"/>
                              <a:pt x="341" y="1189"/>
                              <a:pt x="359" y="1138"/>
                            </a:cubicBezTo>
                            <a:cubicBezTo>
                              <a:pt x="383" y="1071"/>
                              <a:pt x="377" y="994"/>
                              <a:pt x="369" y="923"/>
                            </a:cubicBezTo>
                            <a:cubicBezTo>
                              <a:pt x="361" y="854"/>
                              <a:pt x="327" y="788"/>
                              <a:pt x="321" y="720"/>
                            </a:cubicBezTo>
                            <a:cubicBezTo>
                              <a:pt x="314" y="652"/>
                              <a:pt x="334" y="585"/>
                              <a:pt x="330" y="518"/>
                            </a:cubicBezTo>
                            <a:moveTo>
                              <a:pt x="220" y="1099"/>
                            </a:moveTo>
                            <a:cubicBezTo>
                              <a:pt x="195" y="1077"/>
                              <a:pt x="176" y="1057"/>
                              <a:pt x="141" y="1050"/>
                            </a:cubicBezTo>
                            <a:cubicBezTo>
                              <a:pt x="117" y="1046"/>
                              <a:pt x="33" y="1043"/>
                              <a:pt x="40" y="1079"/>
                            </a:cubicBezTo>
                            <a:cubicBezTo>
                              <a:pt x="79" y="1088"/>
                              <a:pt x="103" y="1074"/>
                              <a:pt x="138" y="1070"/>
                            </a:cubicBezTo>
                            <a:cubicBezTo>
                              <a:pt x="158" y="1067"/>
                              <a:pt x="209" y="1076"/>
                              <a:pt x="207" y="1102"/>
                            </a:cubicBezTo>
                            <a:moveTo>
                              <a:pt x="145" y="1559"/>
                            </a:moveTo>
                            <a:cubicBezTo>
                              <a:pt x="164" y="1594"/>
                              <a:pt x="65" y="1645"/>
                              <a:pt x="98" y="1664"/>
                            </a:cubicBezTo>
                            <a:cubicBezTo>
                              <a:pt x="121" y="1677"/>
                              <a:pt x="199" y="1600"/>
                              <a:pt x="225" y="1592"/>
                            </a:cubicBezTo>
                            <a:cubicBezTo>
                              <a:pt x="197" y="1585"/>
                              <a:pt x="177" y="1623"/>
                              <a:pt x="155" y="1604"/>
                            </a:cubicBezTo>
                            <a:cubicBezTo>
                              <a:pt x="131" y="1582"/>
                              <a:pt x="157" y="1549"/>
                              <a:pt x="174" y="1536"/>
                            </a:cubicBezTo>
                            <a:moveTo>
                              <a:pt x="520" y="815"/>
                            </a:moveTo>
                            <a:cubicBezTo>
                              <a:pt x="557" y="855"/>
                              <a:pt x="484" y="975"/>
                              <a:pt x="458" y="1014"/>
                            </a:cubicBezTo>
                            <a:cubicBezTo>
                              <a:pt x="533" y="1022"/>
                              <a:pt x="603" y="844"/>
                              <a:pt x="520" y="822"/>
                            </a:cubicBezTo>
                            <a:moveTo>
                              <a:pt x="595" y="68"/>
                            </a:moveTo>
                            <a:cubicBezTo>
                              <a:pt x="590" y="104"/>
                              <a:pt x="539" y="290"/>
                              <a:pt x="584" y="306"/>
                            </a:cubicBezTo>
                            <a:cubicBezTo>
                              <a:pt x="588" y="243"/>
                              <a:pt x="565" y="165"/>
                              <a:pt x="598" y="107"/>
                            </a:cubicBezTo>
                          </a:path>
                        </a:pathLst>
                      </a:custGeom>
                      <a:solidFill>
                        <a:srgbClr val="28282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7" name="Freeform 192">
                        <a:extLst>
                          <a:ext uri="{FF2B5EF4-FFF2-40B4-BE49-F238E27FC236}">
                            <a16:creationId xmlns:a16="http://schemas.microsoft.com/office/drawing/2014/main" id="{4AC5CCE2-C181-9A04-D787-15F81E8F4AB6}"/>
                          </a:ext>
                        </a:extLst>
                      </p:cNvPr>
                      <p:cNvSpPr>
                        <a:spLocks/>
                      </p:cNvSpPr>
                      <p:nvPr/>
                    </p:nvSpPr>
                    <p:spPr bwMode="auto">
                      <a:xfrm>
                        <a:off x="8113713" y="-12320587"/>
                        <a:ext cx="869950" cy="1373188"/>
                      </a:xfrm>
                      <a:custGeom>
                        <a:avLst/>
                        <a:gdLst/>
                        <a:ahLst/>
                        <a:cxnLst>
                          <a:cxn ang="0">
                            <a:pos x="40" y="283"/>
                          </a:cxn>
                          <a:cxn ang="0">
                            <a:pos x="85" y="296"/>
                          </a:cxn>
                          <a:cxn ang="0">
                            <a:pos x="209" y="214"/>
                          </a:cxn>
                          <a:cxn ang="0">
                            <a:pos x="213" y="0"/>
                          </a:cxn>
                          <a:cxn ang="0">
                            <a:pos x="229" y="156"/>
                          </a:cxn>
                          <a:cxn ang="0">
                            <a:pos x="229" y="244"/>
                          </a:cxn>
                          <a:cxn ang="0">
                            <a:pos x="187" y="300"/>
                          </a:cxn>
                          <a:cxn ang="0">
                            <a:pos x="75" y="333"/>
                          </a:cxn>
                          <a:cxn ang="0">
                            <a:pos x="0" y="245"/>
                          </a:cxn>
                          <a:cxn ang="0">
                            <a:pos x="43" y="289"/>
                          </a:cxn>
                        </a:cxnLst>
                        <a:rect l="0" t="0" r="r" b="b"/>
                        <a:pathLst>
                          <a:path w="232" h="366">
                            <a:moveTo>
                              <a:pt x="40" y="283"/>
                            </a:moveTo>
                            <a:cubicBezTo>
                              <a:pt x="55" y="286"/>
                              <a:pt x="69" y="293"/>
                              <a:pt x="85" y="296"/>
                            </a:cubicBezTo>
                            <a:cubicBezTo>
                              <a:pt x="128" y="362"/>
                              <a:pt x="202" y="258"/>
                              <a:pt x="209" y="214"/>
                            </a:cubicBezTo>
                            <a:cubicBezTo>
                              <a:pt x="221" y="144"/>
                              <a:pt x="223" y="70"/>
                              <a:pt x="213" y="0"/>
                            </a:cubicBezTo>
                            <a:cubicBezTo>
                              <a:pt x="213" y="56"/>
                              <a:pt x="229" y="99"/>
                              <a:pt x="229" y="156"/>
                            </a:cubicBezTo>
                            <a:cubicBezTo>
                              <a:pt x="229" y="184"/>
                              <a:pt x="232" y="215"/>
                              <a:pt x="229" y="244"/>
                            </a:cubicBezTo>
                            <a:cubicBezTo>
                              <a:pt x="226" y="279"/>
                              <a:pt x="214" y="284"/>
                              <a:pt x="187" y="300"/>
                            </a:cubicBezTo>
                            <a:cubicBezTo>
                              <a:pt x="144" y="326"/>
                              <a:pt x="123" y="366"/>
                              <a:pt x="75" y="333"/>
                            </a:cubicBezTo>
                            <a:cubicBezTo>
                              <a:pt x="53" y="317"/>
                              <a:pt x="1" y="270"/>
                              <a:pt x="0" y="245"/>
                            </a:cubicBezTo>
                            <a:cubicBezTo>
                              <a:pt x="12" y="262"/>
                              <a:pt x="35" y="272"/>
                              <a:pt x="43" y="289"/>
                            </a:cubicBezTo>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8" name="Freeform 193">
                        <a:extLst>
                          <a:ext uri="{FF2B5EF4-FFF2-40B4-BE49-F238E27FC236}">
                            <a16:creationId xmlns:a16="http://schemas.microsoft.com/office/drawing/2014/main" id="{F384ABF9-FEC2-48A9-8596-0D2E51E15A0C}"/>
                          </a:ext>
                        </a:extLst>
                      </p:cNvPr>
                      <p:cNvSpPr>
                        <a:spLocks/>
                      </p:cNvSpPr>
                      <p:nvPr/>
                    </p:nvSpPr>
                    <p:spPr bwMode="auto">
                      <a:xfrm>
                        <a:off x="8102600" y="-15773400"/>
                        <a:ext cx="173038" cy="693738"/>
                      </a:xfrm>
                      <a:custGeom>
                        <a:avLst/>
                        <a:gdLst/>
                        <a:ahLst/>
                        <a:cxnLst>
                          <a:cxn ang="0">
                            <a:pos x="36" y="10"/>
                          </a:cxn>
                          <a:cxn ang="0">
                            <a:pos x="3" y="185"/>
                          </a:cxn>
                          <a:cxn ang="0">
                            <a:pos x="23" y="95"/>
                          </a:cxn>
                          <a:cxn ang="0">
                            <a:pos x="33" y="0"/>
                          </a:cxn>
                        </a:cxnLst>
                        <a:rect l="0" t="0" r="r" b="b"/>
                        <a:pathLst>
                          <a:path w="46" h="185">
                            <a:moveTo>
                              <a:pt x="36" y="10"/>
                            </a:moveTo>
                            <a:cubicBezTo>
                              <a:pt x="46" y="74"/>
                              <a:pt x="40" y="134"/>
                              <a:pt x="3" y="185"/>
                            </a:cubicBezTo>
                            <a:cubicBezTo>
                              <a:pt x="0" y="153"/>
                              <a:pt x="21" y="128"/>
                              <a:pt x="23" y="95"/>
                            </a:cubicBezTo>
                            <a:cubicBezTo>
                              <a:pt x="24" y="72"/>
                              <a:pt x="14" y="7"/>
                              <a:pt x="33" y="0"/>
                            </a:cubicBezTo>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39" name="Freeform 194">
                        <a:extLst>
                          <a:ext uri="{FF2B5EF4-FFF2-40B4-BE49-F238E27FC236}">
                            <a16:creationId xmlns:a16="http://schemas.microsoft.com/office/drawing/2014/main" id="{61A04B06-C3A5-F903-7CA1-30D6D9CE5457}"/>
                          </a:ext>
                        </a:extLst>
                      </p:cNvPr>
                      <p:cNvSpPr>
                        <a:spLocks/>
                      </p:cNvSpPr>
                      <p:nvPr/>
                    </p:nvSpPr>
                    <p:spPr bwMode="auto">
                      <a:xfrm>
                        <a:off x="7997825" y="-16238537"/>
                        <a:ext cx="179388" cy="355600"/>
                      </a:xfrm>
                      <a:custGeom>
                        <a:avLst/>
                        <a:gdLst/>
                        <a:ahLst/>
                        <a:cxnLst>
                          <a:cxn ang="0">
                            <a:pos x="41" y="0"/>
                          </a:cxn>
                          <a:cxn ang="0">
                            <a:pos x="42" y="50"/>
                          </a:cxn>
                          <a:cxn ang="0">
                            <a:pos x="30" y="95"/>
                          </a:cxn>
                          <a:cxn ang="0">
                            <a:pos x="3" y="84"/>
                          </a:cxn>
                          <a:cxn ang="0">
                            <a:pos x="38" y="0"/>
                          </a:cxn>
                        </a:cxnLst>
                        <a:rect l="0" t="0" r="r" b="b"/>
                        <a:pathLst>
                          <a:path w="48" h="95">
                            <a:moveTo>
                              <a:pt x="41" y="0"/>
                            </a:moveTo>
                            <a:cubicBezTo>
                              <a:pt x="43" y="16"/>
                              <a:pt x="48" y="34"/>
                              <a:pt x="42" y="50"/>
                            </a:cubicBezTo>
                            <a:cubicBezTo>
                              <a:pt x="36" y="67"/>
                              <a:pt x="9" y="78"/>
                              <a:pt x="30" y="95"/>
                            </a:cubicBezTo>
                            <a:cubicBezTo>
                              <a:pt x="21" y="93"/>
                              <a:pt x="11" y="89"/>
                              <a:pt x="3" y="84"/>
                            </a:cubicBezTo>
                            <a:cubicBezTo>
                              <a:pt x="0" y="56"/>
                              <a:pt x="43" y="38"/>
                              <a:pt x="38" y="0"/>
                            </a:cubicBezTo>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0" name="Freeform 195">
                        <a:extLst>
                          <a:ext uri="{FF2B5EF4-FFF2-40B4-BE49-F238E27FC236}">
                            <a16:creationId xmlns:a16="http://schemas.microsoft.com/office/drawing/2014/main" id="{4A2237B9-1F8B-6FFF-8269-B38FB55293F2}"/>
                          </a:ext>
                        </a:extLst>
                      </p:cNvPr>
                      <p:cNvSpPr>
                        <a:spLocks/>
                      </p:cNvSpPr>
                      <p:nvPr/>
                    </p:nvSpPr>
                    <p:spPr bwMode="auto">
                      <a:xfrm>
                        <a:off x="8312150" y="-16238537"/>
                        <a:ext cx="296863" cy="393700"/>
                      </a:xfrm>
                      <a:custGeom>
                        <a:avLst/>
                        <a:gdLst/>
                        <a:ahLst/>
                        <a:cxnLst>
                          <a:cxn ang="0">
                            <a:pos x="59" y="10"/>
                          </a:cxn>
                          <a:cxn ang="0">
                            <a:pos x="52" y="59"/>
                          </a:cxn>
                          <a:cxn ang="0">
                            <a:pos x="0" y="89"/>
                          </a:cxn>
                          <a:cxn ang="0">
                            <a:pos x="58" y="65"/>
                          </a:cxn>
                          <a:cxn ang="0">
                            <a:pos x="59" y="0"/>
                          </a:cxn>
                        </a:cxnLst>
                        <a:rect l="0" t="0" r="r" b="b"/>
                        <a:pathLst>
                          <a:path w="79" h="105">
                            <a:moveTo>
                              <a:pt x="59" y="10"/>
                            </a:moveTo>
                            <a:cubicBezTo>
                              <a:pt x="35" y="18"/>
                              <a:pt x="58" y="43"/>
                              <a:pt x="52" y="59"/>
                            </a:cubicBezTo>
                            <a:cubicBezTo>
                              <a:pt x="45" y="77"/>
                              <a:pt x="20" y="86"/>
                              <a:pt x="0" y="89"/>
                            </a:cubicBezTo>
                            <a:cubicBezTo>
                              <a:pt x="16" y="105"/>
                              <a:pt x="46" y="78"/>
                              <a:pt x="58" y="65"/>
                            </a:cubicBezTo>
                            <a:cubicBezTo>
                              <a:pt x="79" y="39"/>
                              <a:pt x="66" y="28"/>
                              <a:pt x="59" y="0"/>
                            </a:cubicBezTo>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1" name="Freeform 196">
                        <a:extLst>
                          <a:ext uri="{FF2B5EF4-FFF2-40B4-BE49-F238E27FC236}">
                            <a16:creationId xmlns:a16="http://schemas.microsoft.com/office/drawing/2014/main" id="{04968656-E560-8B10-4EF3-D9C0C9104923}"/>
                          </a:ext>
                        </a:extLst>
                      </p:cNvPr>
                      <p:cNvSpPr>
                        <a:spLocks/>
                      </p:cNvSpPr>
                      <p:nvPr/>
                    </p:nvSpPr>
                    <p:spPr bwMode="auto">
                      <a:xfrm>
                        <a:off x="7524750" y="-16871950"/>
                        <a:ext cx="255588" cy="903288"/>
                      </a:xfrm>
                      <a:custGeom>
                        <a:avLst/>
                        <a:gdLst/>
                        <a:ahLst/>
                        <a:cxnLst>
                          <a:cxn ang="0">
                            <a:pos x="33" y="6"/>
                          </a:cxn>
                          <a:cxn ang="0">
                            <a:pos x="25" y="74"/>
                          </a:cxn>
                          <a:cxn ang="0">
                            <a:pos x="27" y="133"/>
                          </a:cxn>
                          <a:cxn ang="0">
                            <a:pos x="50" y="182"/>
                          </a:cxn>
                          <a:cxn ang="0">
                            <a:pos x="68" y="241"/>
                          </a:cxn>
                          <a:cxn ang="0">
                            <a:pos x="14" y="120"/>
                          </a:cxn>
                          <a:cxn ang="0">
                            <a:pos x="11" y="53"/>
                          </a:cxn>
                          <a:cxn ang="0">
                            <a:pos x="42" y="0"/>
                          </a:cxn>
                        </a:cxnLst>
                        <a:rect l="0" t="0" r="r" b="b"/>
                        <a:pathLst>
                          <a:path w="68" h="241">
                            <a:moveTo>
                              <a:pt x="33" y="6"/>
                            </a:moveTo>
                            <a:cubicBezTo>
                              <a:pt x="32" y="36"/>
                              <a:pt x="32" y="50"/>
                              <a:pt x="25" y="74"/>
                            </a:cubicBezTo>
                            <a:cubicBezTo>
                              <a:pt x="20" y="94"/>
                              <a:pt x="16" y="112"/>
                              <a:pt x="27" y="133"/>
                            </a:cubicBezTo>
                            <a:cubicBezTo>
                              <a:pt x="36" y="151"/>
                              <a:pt x="45" y="158"/>
                              <a:pt x="50" y="182"/>
                            </a:cubicBezTo>
                            <a:cubicBezTo>
                              <a:pt x="53" y="201"/>
                              <a:pt x="57" y="226"/>
                              <a:pt x="68" y="241"/>
                            </a:cubicBezTo>
                            <a:cubicBezTo>
                              <a:pt x="42" y="205"/>
                              <a:pt x="32" y="160"/>
                              <a:pt x="14" y="120"/>
                            </a:cubicBezTo>
                            <a:cubicBezTo>
                              <a:pt x="0" y="90"/>
                              <a:pt x="1" y="83"/>
                              <a:pt x="11" y="53"/>
                            </a:cubicBezTo>
                            <a:cubicBezTo>
                              <a:pt x="16" y="35"/>
                              <a:pt x="20" y="2"/>
                              <a:pt x="42" y="0"/>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2" name="Freeform 197">
                        <a:extLst>
                          <a:ext uri="{FF2B5EF4-FFF2-40B4-BE49-F238E27FC236}">
                            <a16:creationId xmlns:a16="http://schemas.microsoft.com/office/drawing/2014/main" id="{FB6AA606-F3B1-F984-6C1E-6A2D78616A6E}"/>
                          </a:ext>
                        </a:extLst>
                      </p:cNvPr>
                      <p:cNvSpPr>
                        <a:spLocks/>
                      </p:cNvSpPr>
                      <p:nvPr/>
                    </p:nvSpPr>
                    <p:spPr bwMode="auto">
                      <a:xfrm>
                        <a:off x="8875713" y="-17160875"/>
                        <a:ext cx="388938" cy="509588"/>
                      </a:xfrm>
                      <a:custGeom>
                        <a:avLst/>
                        <a:gdLst/>
                        <a:ahLst/>
                        <a:cxnLst>
                          <a:cxn ang="0">
                            <a:pos x="6" y="83"/>
                          </a:cxn>
                          <a:cxn ang="0">
                            <a:pos x="55" y="30"/>
                          </a:cxn>
                          <a:cxn ang="0">
                            <a:pos x="98" y="136"/>
                          </a:cxn>
                          <a:cxn ang="0">
                            <a:pos x="42" y="0"/>
                          </a:cxn>
                          <a:cxn ang="0">
                            <a:pos x="0" y="80"/>
                          </a:cxn>
                        </a:cxnLst>
                        <a:rect l="0" t="0" r="r" b="b"/>
                        <a:pathLst>
                          <a:path w="104" h="136">
                            <a:moveTo>
                              <a:pt x="6" y="83"/>
                            </a:moveTo>
                            <a:cubicBezTo>
                              <a:pt x="40" y="86"/>
                              <a:pt x="38" y="46"/>
                              <a:pt x="55" y="30"/>
                            </a:cubicBezTo>
                            <a:cubicBezTo>
                              <a:pt x="77" y="53"/>
                              <a:pt x="104" y="105"/>
                              <a:pt x="98" y="136"/>
                            </a:cubicBezTo>
                            <a:cubicBezTo>
                              <a:pt x="98" y="87"/>
                              <a:pt x="97" y="20"/>
                              <a:pt x="42" y="0"/>
                            </a:cubicBezTo>
                            <a:cubicBezTo>
                              <a:pt x="28" y="23"/>
                              <a:pt x="29" y="70"/>
                              <a:pt x="0" y="80"/>
                            </a:cubicBezTo>
                          </a:path>
                        </a:pathLst>
                      </a:custGeom>
                      <a:solidFill>
                        <a:srgbClr val="A0C1D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3" name="Freeform 198">
                        <a:extLst>
                          <a:ext uri="{FF2B5EF4-FFF2-40B4-BE49-F238E27FC236}">
                            <a16:creationId xmlns:a16="http://schemas.microsoft.com/office/drawing/2014/main" id="{CF989E5E-F861-4711-6E02-180E74BD0B36}"/>
                          </a:ext>
                        </a:extLst>
                      </p:cNvPr>
                      <p:cNvSpPr>
                        <a:spLocks/>
                      </p:cNvSpPr>
                      <p:nvPr/>
                    </p:nvSpPr>
                    <p:spPr bwMode="auto">
                      <a:xfrm>
                        <a:off x="10439400" y="-10118725"/>
                        <a:ext cx="468313" cy="919163"/>
                      </a:xfrm>
                      <a:custGeom>
                        <a:avLst/>
                        <a:gdLst/>
                        <a:ahLst/>
                        <a:cxnLst>
                          <a:cxn ang="0">
                            <a:pos x="0" y="19"/>
                          </a:cxn>
                          <a:cxn ang="0">
                            <a:pos x="39" y="71"/>
                          </a:cxn>
                          <a:cxn ang="0">
                            <a:pos x="78" y="121"/>
                          </a:cxn>
                          <a:cxn ang="0">
                            <a:pos x="1" y="221"/>
                          </a:cxn>
                          <a:cxn ang="0">
                            <a:pos x="1" y="234"/>
                          </a:cxn>
                          <a:cxn ang="0">
                            <a:pos x="120" y="111"/>
                          </a:cxn>
                          <a:cxn ang="0">
                            <a:pos x="17" y="9"/>
                          </a:cxn>
                        </a:cxnLst>
                        <a:rect l="0" t="0" r="r" b="b"/>
                        <a:pathLst>
                          <a:path w="125" h="245">
                            <a:moveTo>
                              <a:pt x="0" y="19"/>
                            </a:moveTo>
                            <a:cubicBezTo>
                              <a:pt x="20" y="33"/>
                              <a:pt x="29" y="52"/>
                              <a:pt x="39" y="71"/>
                            </a:cubicBezTo>
                            <a:cubicBezTo>
                              <a:pt x="49" y="88"/>
                              <a:pt x="68" y="103"/>
                              <a:pt x="78" y="121"/>
                            </a:cubicBezTo>
                            <a:cubicBezTo>
                              <a:pt x="103" y="165"/>
                              <a:pt x="44" y="222"/>
                              <a:pt x="1" y="221"/>
                            </a:cubicBezTo>
                            <a:cubicBezTo>
                              <a:pt x="0" y="226"/>
                              <a:pt x="1" y="229"/>
                              <a:pt x="1" y="234"/>
                            </a:cubicBezTo>
                            <a:cubicBezTo>
                              <a:pt x="74" y="245"/>
                              <a:pt x="125" y="177"/>
                              <a:pt x="120" y="111"/>
                            </a:cubicBezTo>
                            <a:cubicBezTo>
                              <a:pt x="78" y="83"/>
                              <a:pt x="86" y="0"/>
                              <a:pt x="17" y="9"/>
                            </a:cubicBezTo>
                          </a:path>
                        </a:pathLst>
                      </a:custGeom>
                      <a:solidFill>
                        <a:srgbClr val="33333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4" name="Freeform 199">
                        <a:extLst>
                          <a:ext uri="{FF2B5EF4-FFF2-40B4-BE49-F238E27FC236}">
                            <a16:creationId xmlns:a16="http://schemas.microsoft.com/office/drawing/2014/main" id="{787CE389-2DAE-BB73-C0AE-C1C876FC1742}"/>
                          </a:ext>
                        </a:extLst>
                      </p:cNvPr>
                      <p:cNvSpPr>
                        <a:spLocks/>
                      </p:cNvSpPr>
                      <p:nvPr/>
                    </p:nvSpPr>
                    <p:spPr bwMode="auto">
                      <a:xfrm>
                        <a:off x="8289925" y="-13444537"/>
                        <a:ext cx="588963" cy="1663700"/>
                      </a:xfrm>
                      <a:custGeom>
                        <a:avLst/>
                        <a:gdLst/>
                        <a:ahLst/>
                        <a:cxnLst>
                          <a:cxn ang="0">
                            <a:pos x="126" y="272"/>
                          </a:cxn>
                          <a:cxn ang="0">
                            <a:pos x="40" y="423"/>
                          </a:cxn>
                          <a:cxn ang="0">
                            <a:pos x="50" y="415"/>
                          </a:cxn>
                          <a:cxn ang="0">
                            <a:pos x="8" y="444"/>
                          </a:cxn>
                          <a:cxn ang="0">
                            <a:pos x="44" y="384"/>
                          </a:cxn>
                          <a:cxn ang="0">
                            <a:pos x="87" y="251"/>
                          </a:cxn>
                          <a:cxn ang="0">
                            <a:pos x="114" y="158"/>
                          </a:cxn>
                          <a:cxn ang="0">
                            <a:pos x="127" y="64"/>
                          </a:cxn>
                          <a:cxn ang="0">
                            <a:pos x="138" y="0"/>
                          </a:cxn>
                          <a:cxn ang="0">
                            <a:pos x="126" y="272"/>
                          </a:cxn>
                        </a:cxnLst>
                        <a:rect l="0" t="0" r="r" b="b"/>
                        <a:pathLst>
                          <a:path w="157" h="444">
                            <a:moveTo>
                              <a:pt x="126" y="272"/>
                            </a:moveTo>
                            <a:cubicBezTo>
                              <a:pt x="109" y="320"/>
                              <a:pt x="78" y="388"/>
                              <a:pt x="40" y="423"/>
                            </a:cubicBezTo>
                            <a:cubicBezTo>
                              <a:pt x="44" y="419"/>
                              <a:pt x="47" y="417"/>
                              <a:pt x="50" y="415"/>
                            </a:cubicBezTo>
                            <a:cubicBezTo>
                              <a:pt x="43" y="431"/>
                              <a:pt x="25" y="442"/>
                              <a:pt x="8" y="444"/>
                            </a:cubicBezTo>
                            <a:cubicBezTo>
                              <a:pt x="0" y="412"/>
                              <a:pt x="26" y="402"/>
                              <a:pt x="44" y="384"/>
                            </a:cubicBezTo>
                            <a:cubicBezTo>
                              <a:pt x="80" y="348"/>
                              <a:pt x="83" y="304"/>
                              <a:pt x="87" y="251"/>
                            </a:cubicBezTo>
                            <a:cubicBezTo>
                              <a:pt x="90" y="213"/>
                              <a:pt x="103" y="192"/>
                              <a:pt x="114" y="158"/>
                            </a:cubicBezTo>
                            <a:cubicBezTo>
                              <a:pt x="124" y="128"/>
                              <a:pt x="120" y="95"/>
                              <a:pt x="127" y="64"/>
                            </a:cubicBezTo>
                            <a:cubicBezTo>
                              <a:pt x="131" y="41"/>
                              <a:pt x="139" y="24"/>
                              <a:pt x="138" y="0"/>
                            </a:cubicBezTo>
                            <a:cubicBezTo>
                              <a:pt x="138" y="88"/>
                              <a:pt x="157" y="187"/>
                              <a:pt x="126" y="272"/>
                            </a:cubicBezTo>
                            <a:close/>
                          </a:path>
                        </a:pathLst>
                      </a:custGeom>
                      <a:solidFill>
                        <a:srgbClr val="66666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5" name="Freeform 200">
                        <a:extLst>
                          <a:ext uri="{FF2B5EF4-FFF2-40B4-BE49-F238E27FC236}">
                            <a16:creationId xmlns:a16="http://schemas.microsoft.com/office/drawing/2014/main" id="{949CDF25-B551-BA11-125D-7F83CEDF805E}"/>
                          </a:ext>
                        </a:extLst>
                      </p:cNvPr>
                      <p:cNvSpPr>
                        <a:spLocks/>
                      </p:cNvSpPr>
                      <p:nvPr/>
                    </p:nvSpPr>
                    <p:spPr bwMode="auto">
                      <a:xfrm>
                        <a:off x="7199313" y="-238125"/>
                        <a:ext cx="573088" cy="592138"/>
                      </a:xfrm>
                      <a:custGeom>
                        <a:avLst/>
                        <a:gdLst/>
                        <a:ahLst/>
                        <a:cxnLst>
                          <a:cxn ang="0">
                            <a:pos x="64" y="10"/>
                          </a:cxn>
                          <a:cxn ang="0">
                            <a:pos x="122" y="10"/>
                          </a:cxn>
                          <a:cxn ang="0">
                            <a:pos x="122" y="25"/>
                          </a:cxn>
                          <a:cxn ang="0">
                            <a:pos x="48" y="51"/>
                          </a:cxn>
                          <a:cxn ang="0">
                            <a:pos x="112" y="92"/>
                          </a:cxn>
                          <a:cxn ang="0">
                            <a:pos x="9" y="92"/>
                          </a:cxn>
                          <a:cxn ang="0">
                            <a:pos x="45" y="81"/>
                          </a:cxn>
                          <a:cxn ang="0">
                            <a:pos x="15" y="71"/>
                          </a:cxn>
                          <a:cxn ang="0">
                            <a:pos x="15" y="52"/>
                          </a:cxn>
                          <a:cxn ang="0">
                            <a:pos x="28" y="29"/>
                          </a:cxn>
                          <a:cxn ang="0">
                            <a:pos x="60" y="0"/>
                          </a:cxn>
                          <a:cxn ang="0">
                            <a:pos x="64" y="13"/>
                          </a:cxn>
                        </a:cxnLst>
                        <a:rect l="0" t="0" r="r" b="b"/>
                        <a:pathLst>
                          <a:path w="153" h="158">
                            <a:moveTo>
                              <a:pt x="64" y="10"/>
                            </a:moveTo>
                            <a:cubicBezTo>
                              <a:pt x="83" y="10"/>
                              <a:pt x="103" y="9"/>
                              <a:pt x="122" y="10"/>
                            </a:cubicBezTo>
                            <a:cubicBezTo>
                              <a:pt x="123" y="15"/>
                              <a:pt x="123" y="21"/>
                              <a:pt x="122" y="25"/>
                            </a:cubicBezTo>
                            <a:cubicBezTo>
                              <a:pt x="102" y="35"/>
                              <a:pt x="48" y="22"/>
                              <a:pt x="48" y="51"/>
                            </a:cubicBezTo>
                            <a:cubicBezTo>
                              <a:pt x="79" y="55"/>
                              <a:pt x="83" y="92"/>
                              <a:pt x="112" y="92"/>
                            </a:cubicBezTo>
                            <a:cubicBezTo>
                              <a:pt x="153" y="133"/>
                              <a:pt x="0" y="158"/>
                              <a:pt x="9" y="92"/>
                            </a:cubicBezTo>
                            <a:cubicBezTo>
                              <a:pt x="22" y="88"/>
                              <a:pt x="34" y="89"/>
                              <a:pt x="45" y="81"/>
                            </a:cubicBezTo>
                            <a:cubicBezTo>
                              <a:pt x="37" y="73"/>
                              <a:pt x="27" y="70"/>
                              <a:pt x="15" y="71"/>
                            </a:cubicBezTo>
                            <a:cubicBezTo>
                              <a:pt x="14" y="66"/>
                              <a:pt x="14" y="57"/>
                              <a:pt x="15" y="52"/>
                            </a:cubicBezTo>
                            <a:cubicBezTo>
                              <a:pt x="50" y="53"/>
                              <a:pt x="26" y="34"/>
                              <a:pt x="28" y="29"/>
                            </a:cubicBezTo>
                            <a:cubicBezTo>
                              <a:pt x="35" y="15"/>
                              <a:pt x="43" y="8"/>
                              <a:pt x="60" y="0"/>
                            </a:cubicBezTo>
                            <a:cubicBezTo>
                              <a:pt x="59" y="5"/>
                              <a:pt x="63" y="11"/>
                              <a:pt x="64" y="13"/>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6" name="Freeform 201">
                        <a:extLst>
                          <a:ext uri="{FF2B5EF4-FFF2-40B4-BE49-F238E27FC236}">
                            <a16:creationId xmlns:a16="http://schemas.microsoft.com/office/drawing/2014/main" id="{DBBE4D96-64EB-9C52-48F4-D3830CAF5371}"/>
                          </a:ext>
                        </a:extLst>
                      </p:cNvPr>
                      <p:cNvSpPr>
                        <a:spLocks/>
                      </p:cNvSpPr>
                      <p:nvPr/>
                    </p:nvSpPr>
                    <p:spPr bwMode="auto">
                      <a:xfrm>
                        <a:off x="11102975" y="-315912"/>
                        <a:ext cx="877888" cy="452438"/>
                      </a:xfrm>
                      <a:custGeom>
                        <a:avLst/>
                        <a:gdLst/>
                        <a:ahLst/>
                        <a:cxnLst>
                          <a:cxn ang="0">
                            <a:pos x="115" y="79"/>
                          </a:cxn>
                          <a:cxn ang="0">
                            <a:pos x="80" y="105"/>
                          </a:cxn>
                          <a:cxn ang="0">
                            <a:pos x="228" y="90"/>
                          </a:cxn>
                          <a:cxn ang="0">
                            <a:pos x="139" y="63"/>
                          </a:cxn>
                          <a:cxn ang="0">
                            <a:pos x="95" y="67"/>
                          </a:cxn>
                          <a:cxn ang="0">
                            <a:pos x="86" y="86"/>
                          </a:cxn>
                        </a:cxnLst>
                        <a:rect l="0" t="0" r="r" b="b"/>
                        <a:pathLst>
                          <a:path w="234" h="121">
                            <a:moveTo>
                              <a:pt x="115" y="79"/>
                            </a:moveTo>
                            <a:cubicBezTo>
                              <a:pt x="104" y="90"/>
                              <a:pt x="86" y="93"/>
                              <a:pt x="80" y="105"/>
                            </a:cubicBezTo>
                            <a:cubicBezTo>
                              <a:pt x="107" y="107"/>
                              <a:pt x="234" y="121"/>
                              <a:pt x="228" y="90"/>
                            </a:cubicBezTo>
                            <a:cubicBezTo>
                              <a:pt x="198" y="83"/>
                              <a:pt x="166" y="74"/>
                              <a:pt x="139" y="63"/>
                            </a:cubicBezTo>
                            <a:cubicBezTo>
                              <a:pt x="153" y="0"/>
                              <a:pt x="0" y="62"/>
                              <a:pt x="95" y="67"/>
                            </a:cubicBezTo>
                            <a:cubicBezTo>
                              <a:pt x="84" y="71"/>
                              <a:pt x="90" y="77"/>
                              <a:pt x="86" y="86"/>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7" name="Freeform 202">
                        <a:extLst>
                          <a:ext uri="{FF2B5EF4-FFF2-40B4-BE49-F238E27FC236}">
                            <a16:creationId xmlns:a16="http://schemas.microsoft.com/office/drawing/2014/main" id="{CC293013-BCD2-59C2-4533-A725D18090A4}"/>
                          </a:ext>
                        </a:extLst>
                      </p:cNvPr>
                      <p:cNvSpPr>
                        <a:spLocks/>
                      </p:cNvSpPr>
                      <p:nvPr/>
                    </p:nvSpPr>
                    <p:spPr bwMode="auto">
                      <a:xfrm>
                        <a:off x="10709275" y="-598487"/>
                        <a:ext cx="454025" cy="530225"/>
                      </a:xfrm>
                      <a:custGeom>
                        <a:avLst/>
                        <a:gdLst/>
                        <a:ahLst/>
                        <a:cxnLst>
                          <a:cxn ang="0">
                            <a:pos x="35" y="10"/>
                          </a:cxn>
                          <a:cxn ang="0">
                            <a:pos x="2" y="11"/>
                          </a:cxn>
                          <a:cxn ang="0">
                            <a:pos x="30" y="40"/>
                          </a:cxn>
                          <a:cxn ang="0">
                            <a:pos x="51" y="75"/>
                          </a:cxn>
                          <a:cxn ang="0">
                            <a:pos x="121" y="141"/>
                          </a:cxn>
                          <a:cxn ang="0">
                            <a:pos x="77" y="81"/>
                          </a:cxn>
                          <a:cxn ang="0">
                            <a:pos x="40" y="7"/>
                          </a:cxn>
                          <a:cxn ang="0">
                            <a:pos x="15" y="0"/>
                          </a:cxn>
                        </a:cxnLst>
                        <a:rect l="0" t="0" r="r" b="b"/>
                        <a:pathLst>
                          <a:path w="121" h="141">
                            <a:moveTo>
                              <a:pt x="35" y="10"/>
                            </a:moveTo>
                            <a:cubicBezTo>
                              <a:pt x="24" y="9"/>
                              <a:pt x="13" y="10"/>
                              <a:pt x="2" y="11"/>
                            </a:cubicBezTo>
                            <a:cubicBezTo>
                              <a:pt x="0" y="29"/>
                              <a:pt x="21" y="30"/>
                              <a:pt x="30" y="40"/>
                            </a:cubicBezTo>
                            <a:cubicBezTo>
                              <a:pt x="41" y="51"/>
                              <a:pt x="45" y="62"/>
                              <a:pt x="51" y="75"/>
                            </a:cubicBezTo>
                            <a:cubicBezTo>
                              <a:pt x="67" y="110"/>
                              <a:pt x="81" y="130"/>
                              <a:pt x="121" y="141"/>
                            </a:cubicBezTo>
                            <a:cubicBezTo>
                              <a:pt x="97" y="125"/>
                              <a:pt x="86" y="105"/>
                              <a:pt x="77" y="81"/>
                            </a:cubicBezTo>
                            <a:cubicBezTo>
                              <a:pt x="66" y="54"/>
                              <a:pt x="48" y="34"/>
                              <a:pt x="40" y="7"/>
                            </a:cubicBezTo>
                            <a:cubicBezTo>
                              <a:pt x="33" y="4"/>
                              <a:pt x="23" y="0"/>
                              <a:pt x="15" y="0"/>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8" name="Freeform 203">
                        <a:extLst>
                          <a:ext uri="{FF2B5EF4-FFF2-40B4-BE49-F238E27FC236}">
                            <a16:creationId xmlns:a16="http://schemas.microsoft.com/office/drawing/2014/main" id="{764C37FE-3882-6B92-D5DA-2E40995734F3}"/>
                          </a:ext>
                        </a:extLst>
                      </p:cNvPr>
                      <p:cNvSpPr>
                        <a:spLocks/>
                      </p:cNvSpPr>
                      <p:nvPr/>
                    </p:nvSpPr>
                    <p:spPr bwMode="auto">
                      <a:xfrm>
                        <a:off x="7581900" y="-17659350"/>
                        <a:ext cx="1577975" cy="1000125"/>
                      </a:xfrm>
                      <a:custGeom>
                        <a:avLst/>
                        <a:gdLst/>
                        <a:ahLst/>
                        <a:cxnLst>
                          <a:cxn ang="0">
                            <a:pos x="0" y="57"/>
                          </a:cxn>
                          <a:cxn ang="0">
                            <a:pos x="109" y="220"/>
                          </a:cxn>
                          <a:cxn ang="0">
                            <a:pos x="323" y="207"/>
                          </a:cxn>
                          <a:cxn ang="0">
                            <a:pos x="421" y="0"/>
                          </a:cxn>
                        </a:cxnLst>
                        <a:rect l="0" t="0" r="r" b="b"/>
                        <a:pathLst>
                          <a:path w="421" h="267">
                            <a:moveTo>
                              <a:pt x="0" y="57"/>
                            </a:moveTo>
                            <a:cubicBezTo>
                              <a:pt x="21" y="139"/>
                              <a:pt x="39" y="178"/>
                              <a:pt x="109" y="220"/>
                            </a:cubicBezTo>
                            <a:cubicBezTo>
                              <a:pt x="175" y="260"/>
                              <a:pt x="256" y="267"/>
                              <a:pt x="323" y="207"/>
                            </a:cubicBezTo>
                            <a:cubicBezTo>
                              <a:pt x="390" y="147"/>
                              <a:pt x="417" y="88"/>
                              <a:pt x="421" y="0"/>
                            </a:cubicBezTo>
                          </a:path>
                        </a:pathLst>
                      </a:custGeom>
                      <a:solidFill>
                        <a:srgbClr val="E2CEC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949" name="Freeform 204">
                        <a:extLst>
                          <a:ext uri="{FF2B5EF4-FFF2-40B4-BE49-F238E27FC236}">
                            <a16:creationId xmlns:a16="http://schemas.microsoft.com/office/drawing/2014/main" id="{8494B7BB-6B91-EA25-E2C1-D7A447634DB3}"/>
                          </a:ext>
                        </a:extLst>
                      </p:cNvPr>
                      <p:cNvSpPr>
                        <a:spLocks/>
                      </p:cNvSpPr>
                      <p:nvPr/>
                    </p:nvSpPr>
                    <p:spPr bwMode="auto">
                      <a:xfrm>
                        <a:off x="6940550" y="-19770725"/>
                        <a:ext cx="2535238" cy="2894013"/>
                      </a:xfrm>
                      <a:custGeom>
                        <a:avLst/>
                        <a:gdLst/>
                        <a:ahLst/>
                        <a:cxnLst>
                          <a:cxn ang="0">
                            <a:pos x="137" y="429"/>
                          </a:cxn>
                          <a:cxn ang="0">
                            <a:pos x="127" y="550"/>
                          </a:cxn>
                          <a:cxn ang="0">
                            <a:pos x="279" y="726"/>
                          </a:cxn>
                          <a:cxn ang="0">
                            <a:pos x="493" y="713"/>
                          </a:cxn>
                          <a:cxn ang="0">
                            <a:pos x="609" y="511"/>
                          </a:cxn>
                          <a:cxn ang="0">
                            <a:pos x="640" y="503"/>
                          </a:cxn>
                          <a:cxn ang="0">
                            <a:pos x="674" y="380"/>
                          </a:cxn>
                          <a:cxn ang="0">
                            <a:pos x="627" y="306"/>
                          </a:cxn>
                          <a:cxn ang="0">
                            <a:pos x="597" y="140"/>
                          </a:cxn>
                          <a:cxn ang="0">
                            <a:pos x="472" y="30"/>
                          </a:cxn>
                          <a:cxn ang="0">
                            <a:pos x="345" y="8"/>
                          </a:cxn>
                          <a:cxn ang="0">
                            <a:pos x="86" y="299"/>
                          </a:cxn>
                          <a:cxn ang="0">
                            <a:pos x="87" y="307"/>
                          </a:cxn>
                          <a:cxn ang="0">
                            <a:pos x="82" y="497"/>
                          </a:cxn>
                          <a:cxn ang="0">
                            <a:pos x="127" y="550"/>
                          </a:cxn>
                        </a:cxnLst>
                        <a:rect l="0" t="0" r="r" b="b"/>
                        <a:pathLst>
                          <a:path w="676" h="772">
                            <a:moveTo>
                              <a:pt x="137" y="429"/>
                            </a:moveTo>
                            <a:cubicBezTo>
                              <a:pt x="137" y="516"/>
                              <a:pt x="88" y="476"/>
                              <a:pt x="127" y="550"/>
                            </a:cubicBezTo>
                            <a:cubicBezTo>
                              <a:pt x="171" y="635"/>
                              <a:pt x="209" y="684"/>
                              <a:pt x="279" y="726"/>
                            </a:cubicBezTo>
                            <a:cubicBezTo>
                              <a:pt x="345" y="766"/>
                              <a:pt x="427" y="772"/>
                              <a:pt x="493" y="713"/>
                            </a:cubicBezTo>
                            <a:cubicBezTo>
                              <a:pt x="561" y="652"/>
                              <a:pt x="604" y="600"/>
                              <a:pt x="609" y="511"/>
                            </a:cubicBezTo>
                            <a:cubicBezTo>
                              <a:pt x="617" y="501"/>
                              <a:pt x="631" y="502"/>
                              <a:pt x="640" y="503"/>
                            </a:cubicBezTo>
                            <a:cubicBezTo>
                              <a:pt x="662" y="461"/>
                              <a:pt x="673" y="435"/>
                              <a:pt x="674" y="380"/>
                            </a:cubicBezTo>
                            <a:cubicBezTo>
                              <a:pt x="676" y="305"/>
                              <a:pt x="627" y="306"/>
                              <a:pt x="627" y="306"/>
                            </a:cubicBezTo>
                            <a:cubicBezTo>
                              <a:pt x="625" y="263"/>
                              <a:pt x="614" y="176"/>
                              <a:pt x="597" y="140"/>
                            </a:cubicBezTo>
                            <a:cubicBezTo>
                              <a:pt x="565" y="70"/>
                              <a:pt x="521" y="50"/>
                              <a:pt x="472" y="30"/>
                            </a:cubicBezTo>
                            <a:cubicBezTo>
                              <a:pt x="430" y="13"/>
                              <a:pt x="386" y="6"/>
                              <a:pt x="345" y="8"/>
                            </a:cubicBezTo>
                            <a:cubicBezTo>
                              <a:pt x="179" y="0"/>
                              <a:pt x="83" y="115"/>
                              <a:pt x="86" y="299"/>
                            </a:cubicBezTo>
                            <a:cubicBezTo>
                              <a:pt x="86" y="302"/>
                              <a:pt x="86" y="305"/>
                              <a:pt x="87" y="307"/>
                            </a:cubicBezTo>
                            <a:cubicBezTo>
                              <a:pt x="0" y="325"/>
                              <a:pt x="58" y="453"/>
                              <a:pt x="82" y="497"/>
                            </a:cubicBezTo>
                            <a:cubicBezTo>
                              <a:pt x="111" y="499"/>
                              <a:pt x="124" y="524"/>
                              <a:pt x="127" y="550"/>
                            </a:cubicBezTo>
                          </a:path>
                        </a:pathLst>
                      </a:custGeom>
                      <a:solidFill>
                        <a:srgbClr val="F1D4C1"/>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grpSp>
                <p:sp>
                  <p:nvSpPr>
                    <p:cNvPr id="894" name="Freihandform 1786">
                      <a:extLst>
                        <a:ext uri="{FF2B5EF4-FFF2-40B4-BE49-F238E27FC236}">
                          <a16:creationId xmlns:a16="http://schemas.microsoft.com/office/drawing/2014/main" id="{7F5501A5-48B6-B9D8-174B-99FE1F8CF3EC}"/>
                        </a:ext>
                      </a:extLst>
                    </p:cNvPr>
                    <p:cNvSpPr/>
                    <p:nvPr/>
                  </p:nvSpPr>
                  <p:spPr bwMode="auto">
                    <a:xfrm>
                      <a:off x="2137893" y="4595182"/>
                      <a:ext cx="23182" cy="64394"/>
                    </a:xfrm>
                    <a:custGeom>
                      <a:avLst/>
                      <a:gdLst>
                        <a:gd name="connsiteX0" fmla="*/ 10303 w 23182"/>
                        <a:gd name="connsiteY0" fmla="*/ 0 h 64394"/>
                        <a:gd name="connsiteX1" fmla="*/ 0 w 23182"/>
                        <a:gd name="connsiteY1" fmla="*/ 36061 h 64394"/>
                        <a:gd name="connsiteX2" fmla="*/ 23182 w 23182"/>
                        <a:gd name="connsiteY2" fmla="*/ 64394 h 64394"/>
                        <a:gd name="connsiteX3" fmla="*/ 10303 w 23182"/>
                        <a:gd name="connsiteY3" fmla="*/ 0 h 64394"/>
                      </a:gdLst>
                      <a:ahLst/>
                      <a:cxnLst>
                        <a:cxn ang="0">
                          <a:pos x="connsiteX0" y="connsiteY0"/>
                        </a:cxn>
                        <a:cxn ang="0">
                          <a:pos x="connsiteX1" y="connsiteY1"/>
                        </a:cxn>
                        <a:cxn ang="0">
                          <a:pos x="connsiteX2" y="connsiteY2"/>
                        </a:cxn>
                        <a:cxn ang="0">
                          <a:pos x="connsiteX3" y="connsiteY3"/>
                        </a:cxn>
                      </a:cxnLst>
                      <a:rect l="l" t="t" r="r" b="b"/>
                      <a:pathLst>
                        <a:path w="23182" h="64394">
                          <a:moveTo>
                            <a:pt x="10303" y="0"/>
                          </a:moveTo>
                          <a:lnTo>
                            <a:pt x="0" y="36061"/>
                          </a:lnTo>
                          <a:lnTo>
                            <a:pt x="23182" y="64394"/>
                          </a:lnTo>
                          <a:lnTo>
                            <a:pt x="10303" y="0"/>
                          </a:lnTo>
                          <a:close/>
                        </a:path>
                      </a:pathLst>
                    </a:custGeom>
                    <a:solidFill>
                      <a:srgbClr val="353431"/>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grpSp>
              <p:grpSp>
                <p:nvGrpSpPr>
                  <p:cNvPr id="887" name="Gruppieren 834">
                    <a:extLst>
                      <a:ext uri="{FF2B5EF4-FFF2-40B4-BE49-F238E27FC236}">
                        <a16:creationId xmlns:a16="http://schemas.microsoft.com/office/drawing/2014/main" id="{B6C66484-8021-F228-DAA8-FA32D322CBED}"/>
                      </a:ext>
                    </a:extLst>
                  </p:cNvPr>
                  <p:cNvGrpSpPr/>
                  <p:nvPr/>
                </p:nvGrpSpPr>
                <p:grpSpPr>
                  <a:xfrm rot="185563">
                    <a:off x="4822386" y="1494137"/>
                    <a:ext cx="247830" cy="210127"/>
                    <a:chOff x="5356540" y="2716091"/>
                    <a:chExt cx="247830" cy="210127"/>
                  </a:xfrm>
                </p:grpSpPr>
                <p:sp>
                  <p:nvSpPr>
                    <p:cNvPr id="888" name="Freeform 27">
                      <a:extLst>
                        <a:ext uri="{FF2B5EF4-FFF2-40B4-BE49-F238E27FC236}">
                          <a16:creationId xmlns:a16="http://schemas.microsoft.com/office/drawing/2014/main" id="{B3218A56-8721-3E74-9C49-27FDB6CBBC8D}"/>
                        </a:ext>
                      </a:extLst>
                    </p:cNvPr>
                    <p:cNvSpPr>
                      <a:spLocks/>
                    </p:cNvSpPr>
                    <p:nvPr/>
                  </p:nvSpPr>
                  <p:spPr bwMode="auto">
                    <a:xfrm>
                      <a:off x="5356540" y="2716091"/>
                      <a:ext cx="247830" cy="210127"/>
                    </a:xfrm>
                    <a:custGeom>
                      <a:avLst/>
                      <a:gdLst/>
                      <a:ahLst/>
                      <a:cxnLst>
                        <a:cxn ang="0">
                          <a:pos x="103" y="251"/>
                        </a:cxn>
                        <a:cxn ang="0">
                          <a:pos x="91" y="393"/>
                        </a:cxn>
                        <a:cxn ang="0">
                          <a:pos x="75" y="531"/>
                        </a:cxn>
                        <a:cxn ang="0">
                          <a:pos x="69" y="531"/>
                        </a:cxn>
                        <a:cxn ang="0">
                          <a:pos x="54" y="504"/>
                        </a:cxn>
                        <a:cxn ang="0">
                          <a:pos x="53" y="445"/>
                        </a:cxn>
                        <a:cxn ang="0">
                          <a:pos x="14" y="405"/>
                        </a:cxn>
                        <a:cxn ang="0">
                          <a:pos x="14" y="343"/>
                        </a:cxn>
                        <a:cxn ang="0">
                          <a:pos x="1" y="288"/>
                        </a:cxn>
                        <a:cxn ang="0">
                          <a:pos x="75" y="92"/>
                        </a:cxn>
                        <a:cxn ang="0">
                          <a:pos x="282" y="8"/>
                        </a:cxn>
                        <a:cxn ang="0">
                          <a:pos x="423" y="32"/>
                        </a:cxn>
                        <a:cxn ang="0">
                          <a:pos x="530" y="92"/>
                        </a:cxn>
                        <a:cxn ang="0">
                          <a:pos x="587" y="175"/>
                        </a:cxn>
                        <a:cxn ang="0">
                          <a:pos x="612" y="221"/>
                        </a:cxn>
                        <a:cxn ang="0">
                          <a:pos x="599" y="271"/>
                        </a:cxn>
                        <a:cxn ang="0">
                          <a:pos x="621" y="377"/>
                        </a:cxn>
                        <a:cxn ang="0">
                          <a:pos x="602" y="380"/>
                        </a:cxn>
                        <a:cxn ang="0">
                          <a:pos x="606" y="394"/>
                        </a:cxn>
                        <a:cxn ang="0">
                          <a:pos x="584" y="440"/>
                        </a:cxn>
                        <a:cxn ang="0">
                          <a:pos x="571" y="494"/>
                        </a:cxn>
                        <a:cxn ang="0">
                          <a:pos x="535" y="269"/>
                        </a:cxn>
                        <a:cxn ang="0">
                          <a:pos x="514" y="217"/>
                        </a:cxn>
                        <a:cxn ang="0">
                          <a:pos x="480" y="192"/>
                        </a:cxn>
                        <a:cxn ang="0">
                          <a:pos x="436" y="211"/>
                        </a:cxn>
                        <a:cxn ang="0">
                          <a:pos x="383" y="224"/>
                        </a:cxn>
                        <a:cxn ang="0">
                          <a:pos x="227" y="216"/>
                        </a:cxn>
                        <a:cxn ang="0">
                          <a:pos x="98" y="254"/>
                        </a:cxn>
                      </a:cxnLst>
                      <a:rect l="0" t="0" r="r" b="b"/>
                      <a:pathLst>
                        <a:path w="626" h="531">
                          <a:moveTo>
                            <a:pt x="103" y="251"/>
                          </a:moveTo>
                          <a:cubicBezTo>
                            <a:pt x="99" y="293"/>
                            <a:pt x="93" y="347"/>
                            <a:pt x="91" y="393"/>
                          </a:cubicBezTo>
                          <a:cubicBezTo>
                            <a:pt x="89" y="442"/>
                            <a:pt x="78" y="483"/>
                            <a:pt x="75" y="531"/>
                          </a:cubicBezTo>
                          <a:cubicBezTo>
                            <a:pt x="74" y="531"/>
                            <a:pt x="70" y="531"/>
                            <a:pt x="69" y="531"/>
                          </a:cubicBezTo>
                          <a:cubicBezTo>
                            <a:pt x="63" y="521"/>
                            <a:pt x="62" y="511"/>
                            <a:pt x="54" y="504"/>
                          </a:cubicBezTo>
                          <a:cubicBezTo>
                            <a:pt x="48" y="486"/>
                            <a:pt x="60" y="462"/>
                            <a:pt x="53" y="445"/>
                          </a:cubicBezTo>
                          <a:cubicBezTo>
                            <a:pt x="45" y="428"/>
                            <a:pt x="20" y="423"/>
                            <a:pt x="14" y="405"/>
                          </a:cubicBezTo>
                          <a:cubicBezTo>
                            <a:pt x="7" y="386"/>
                            <a:pt x="19" y="362"/>
                            <a:pt x="14" y="343"/>
                          </a:cubicBezTo>
                          <a:cubicBezTo>
                            <a:pt x="8" y="323"/>
                            <a:pt x="0" y="313"/>
                            <a:pt x="1" y="288"/>
                          </a:cubicBezTo>
                          <a:cubicBezTo>
                            <a:pt x="4" y="215"/>
                            <a:pt x="23" y="141"/>
                            <a:pt x="75" y="92"/>
                          </a:cubicBezTo>
                          <a:cubicBezTo>
                            <a:pt x="134" y="35"/>
                            <a:pt x="205" y="20"/>
                            <a:pt x="282" y="8"/>
                          </a:cubicBezTo>
                          <a:cubicBezTo>
                            <a:pt x="335" y="0"/>
                            <a:pt x="374" y="21"/>
                            <a:pt x="423" y="32"/>
                          </a:cubicBezTo>
                          <a:cubicBezTo>
                            <a:pt x="470" y="42"/>
                            <a:pt x="496" y="56"/>
                            <a:pt x="530" y="92"/>
                          </a:cubicBezTo>
                          <a:cubicBezTo>
                            <a:pt x="539" y="101"/>
                            <a:pt x="626" y="174"/>
                            <a:pt x="587" y="175"/>
                          </a:cubicBezTo>
                          <a:cubicBezTo>
                            <a:pt x="595" y="190"/>
                            <a:pt x="609" y="201"/>
                            <a:pt x="612" y="221"/>
                          </a:cubicBezTo>
                          <a:cubicBezTo>
                            <a:pt x="615" y="246"/>
                            <a:pt x="603" y="252"/>
                            <a:pt x="599" y="271"/>
                          </a:cubicBezTo>
                          <a:cubicBezTo>
                            <a:pt x="592" y="309"/>
                            <a:pt x="615" y="346"/>
                            <a:pt x="621" y="377"/>
                          </a:cubicBezTo>
                          <a:cubicBezTo>
                            <a:pt x="614" y="377"/>
                            <a:pt x="609" y="381"/>
                            <a:pt x="602" y="380"/>
                          </a:cubicBezTo>
                          <a:cubicBezTo>
                            <a:pt x="604" y="383"/>
                            <a:pt x="604" y="391"/>
                            <a:pt x="606" y="394"/>
                          </a:cubicBezTo>
                          <a:cubicBezTo>
                            <a:pt x="574" y="404"/>
                            <a:pt x="586" y="416"/>
                            <a:pt x="584" y="440"/>
                          </a:cubicBezTo>
                          <a:cubicBezTo>
                            <a:pt x="583" y="458"/>
                            <a:pt x="573" y="473"/>
                            <a:pt x="571" y="494"/>
                          </a:cubicBezTo>
                          <a:cubicBezTo>
                            <a:pt x="546" y="423"/>
                            <a:pt x="553" y="342"/>
                            <a:pt x="535" y="269"/>
                          </a:cubicBezTo>
                          <a:cubicBezTo>
                            <a:pt x="530" y="250"/>
                            <a:pt x="525" y="233"/>
                            <a:pt x="514" y="217"/>
                          </a:cubicBezTo>
                          <a:cubicBezTo>
                            <a:pt x="503" y="200"/>
                            <a:pt x="497" y="189"/>
                            <a:pt x="480" y="192"/>
                          </a:cubicBezTo>
                          <a:cubicBezTo>
                            <a:pt x="466" y="194"/>
                            <a:pt x="449" y="207"/>
                            <a:pt x="436" y="211"/>
                          </a:cubicBezTo>
                          <a:cubicBezTo>
                            <a:pt x="419" y="217"/>
                            <a:pt x="401" y="221"/>
                            <a:pt x="383" y="224"/>
                          </a:cubicBezTo>
                          <a:cubicBezTo>
                            <a:pt x="329" y="232"/>
                            <a:pt x="278" y="219"/>
                            <a:pt x="227" y="216"/>
                          </a:cubicBezTo>
                          <a:cubicBezTo>
                            <a:pt x="192" y="215"/>
                            <a:pt x="123" y="229"/>
                            <a:pt x="98" y="254"/>
                          </a:cubicBezTo>
                        </a:path>
                      </a:pathLst>
                    </a:custGeom>
                    <a:solidFill>
                      <a:srgbClr val="7C5D59"/>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89" name="Freeform 28">
                      <a:extLst>
                        <a:ext uri="{FF2B5EF4-FFF2-40B4-BE49-F238E27FC236}">
                          <a16:creationId xmlns:a16="http://schemas.microsoft.com/office/drawing/2014/main" id="{B36D14C1-1DEE-D2B9-5975-CA6CD7C0B0F2}"/>
                        </a:ext>
                      </a:extLst>
                    </p:cNvPr>
                    <p:cNvSpPr>
                      <a:spLocks/>
                    </p:cNvSpPr>
                    <p:nvPr/>
                  </p:nvSpPr>
                  <p:spPr bwMode="auto">
                    <a:xfrm>
                      <a:off x="5400945" y="2752453"/>
                      <a:ext cx="123161" cy="48259"/>
                    </a:xfrm>
                    <a:custGeom>
                      <a:avLst/>
                      <a:gdLst/>
                      <a:ahLst/>
                      <a:cxnLst>
                        <a:cxn ang="0">
                          <a:pos x="209" y="112"/>
                        </a:cxn>
                        <a:cxn ang="0">
                          <a:pos x="120" y="62"/>
                        </a:cxn>
                        <a:cxn ang="0">
                          <a:pos x="0" y="57"/>
                        </a:cxn>
                        <a:cxn ang="0">
                          <a:pos x="110" y="46"/>
                        </a:cxn>
                        <a:cxn ang="0">
                          <a:pos x="233" y="81"/>
                        </a:cxn>
                        <a:cxn ang="0">
                          <a:pos x="105" y="14"/>
                        </a:cxn>
                        <a:cxn ang="0">
                          <a:pos x="258" y="37"/>
                        </a:cxn>
                        <a:cxn ang="0">
                          <a:pos x="241" y="7"/>
                        </a:cxn>
                        <a:cxn ang="0">
                          <a:pos x="304" y="87"/>
                        </a:cxn>
                        <a:cxn ang="0">
                          <a:pos x="209" y="122"/>
                        </a:cxn>
                      </a:cxnLst>
                      <a:rect l="0" t="0" r="r" b="b"/>
                      <a:pathLst>
                        <a:path w="311" h="122">
                          <a:moveTo>
                            <a:pt x="209" y="112"/>
                          </a:moveTo>
                          <a:cubicBezTo>
                            <a:pt x="179" y="97"/>
                            <a:pt x="152" y="71"/>
                            <a:pt x="120" y="62"/>
                          </a:cubicBezTo>
                          <a:cubicBezTo>
                            <a:pt x="84" y="52"/>
                            <a:pt x="39" y="57"/>
                            <a:pt x="0" y="57"/>
                          </a:cubicBezTo>
                          <a:cubicBezTo>
                            <a:pt x="23" y="42"/>
                            <a:pt x="73" y="39"/>
                            <a:pt x="110" y="46"/>
                          </a:cubicBezTo>
                          <a:cubicBezTo>
                            <a:pt x="154" y="56"/>
                            <a:pt x="185" y="90"/>
                            <a:pt x="233" y="81"/>
                          </a:cubicBezTo>
                          <a:cubicBezTo>
                            <a:pt x="254" y="4"/>
                            <a:pt x="139" y="25"/>
                            <a:pt x="105" y="14"/>
                          </a:cubicBezTo>
                          <a:cubicBezTo>
                            <a:pt x="163" y="0"/>
                            <a:pt x="211" y="11"/>
                            <a:pt x="258" y="37"/>
                          </a:cubicBezTo>
                          <a:cubicBezTo>
                            <a:pt x="253" y="29"/>
                            <a:pt x="250" y="17"/>
                            <a:pt x="241" y="7"/>
                          </a:cubicBezTo>
                          <a:cubicBezTo>
                            <a:pt x="263" y="12"/>
                            <a:pt x="311" y="63"/>
                            <a:pt x="304" y="87"/>
                          </a:cubicBezTo>
                          <a:cubicBezTo>
                            <a:pt x="297" y="109"/>
                            <a:pt x="232" y="119"/>
                            <a:pt x="209" y="122"/>
                          </a:cubicBezTo>
                        </a:path>
                      </a:pathLst>
                    </a:custGeom>
                    <a:solidFill>
                      <a:srgbClr val="60484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0" name="Freeform 29">
                      <a:extLst>
                        <a:ext uri="{FF2B5EF4-FFF2-40B4-BE49-F238E27FC236}">
                          <a16:creationId xmlns:a16="http://schemas.microsoft.com/office/drawing/2014/main" id="{18253BF0-9E79-7998-4F94-28F398E2F1C6}"/>
                        </a:ext>
                      </a:extLst>
                    </p:cNvPr>
                    <p:cNvSpPr>
                      <a:spLocks/>
                    </p:cNvSpPr>
                    <p:nvPr/>
                  </p:nvSpPr>
                  <p:spPr bwMode="auto">
                    <a:xfrm>
                      <a:off x="5535500" y="2754128"/>
                      <a:ext cx="25303" cy="27313"/>
                    </a:xfrm>
                    <a:custGeom>
                      <a:avLst/>
                      <a:gdLst/>
                      <a:ahLst/>
                      <a:cxnLst>
                        <a:cxn ang="0">
                          <a:pos x="3" y="48"/>
                        </a:cxn>
                        <a:cxn ang="0">
                          <a:pos x="12" y="0"/>
                        </a:cxn>
                        <a:cxn ang="0">
                          <a:pos x="14" y="38"/>
                        </a:cxn>
                        <a:cxn ang="0">
                          <a:pos x="64" y="19"/>
                        </a:cxn>
                        <a:cxn ang="0">
                          <a:pos x="8" y="69"/>
                        </a:cxn>
                        <a:cxn ang="0">
                          <a:pos x="3" y="53"/>
                        </a:cxn>
                      </a:cxnLst>
                      <a:rect l="0" t="0" r="r" b="b"/>
                      <a:pathLst>
                        <a:path w="64" h="69">
                          <a:moveTo>
                            <a:pt x="3" y="48"/>
                          </a:moveTo>
                          <a:cubicBezTo>
                            <a:pt x="1" y="31"/>
                            <a:pt x="4" y="15"/>
                            <a:pt x="12" y="0"/>
                          </a:cubicBezTo>
                          <a:cubicBezTo>
                            <a:pt x="10" y="11"/>
                            <a:pt x="14" y="26"/>
                            <a:pt x="14" y="38"/>
                          </a:cubicBezTo>
                          <a:cubicBezTo>
                            <a:pt x="30" y="29"/>
                            <a:pt x="48" y="12"/>
                            <a:pt x="64" y="19"/>
                          </a:cubicBezTo>
                          <a:cubicBezTo>
                            <a:pt x="48" y="34"/>
                            <a:pt x="22" y="47"/>
                            <a:pt x="8" y="69"/>
                          </a:cubicBezTo>
                          <a:cubicBezTo>
                            <a:pt x="0" y="65"/>
                            <a:pt x="4" y="61"/>
                            <a:pt x="3" y="53"/>
                          </a:cubicBezTo>
                        </a:path>
                      </a:pathLst>
                    </a:custGeom>
                    <a:solidFill>
                      <a:srgbClr val="60484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1" name="Freeform 30">
                      <a:extLst>
                        <a:ext uri="{FF2B5EF4-FFF2-40B4-BE49-F238E27FC236}">
                          <a16:creationId xmlns:a16="http://schemas.microsoft.com/office/drawing/2014/main" id="{BF42B85F-B52A-E12C-65A5-6B0744877C81}"/>
                        </a:ext>
                      </a:extLst>
                    </p:cNvPr>
                    <p:cNvSpPr>
                      <a:spLocks/>
                    </p:cNvSpPr>
                    <p:nvPr/>
                  </p:nvSpPr>
                  <p:spPr bwMode="auto">
                    <a:xfrm>
                      <a:off x="5370113" y="2808755"/>
                      <a:ext cx="29324" cy="39043"/>
                    </a:xfrm>
                    <a:custGeom>
                      <a:avLst/>
                      <a:gdLst/>
                      <a:ahLst/>
                      <a:cxnLst>
                        <a:cxn ang="0">
                          <a:pos x="74" y="0"/>
                        </a:cxn>
                        <a:cxn ang="0">
                          <a:pos x="0" y="48"/>
                        </a:cxn>
                        <a:cxn ang="0">
                          <a:pos x="29" y="50"/>
                        </a:cxn>
                        <a:cxn ang="0">
                          <a:pos x="4" y="79"/>
                        </a:cxn>
                        <a:cxn ang="0">
                          <a:pos x="64" y="10"/>
                        </a:cxn>
                      </a:cxnLst>
                      <a:rect l="0" t="0" r="r" b="b"/>
                      <a:pathLst>
                        <a:path w="74" h="99">
                          <a:moveTo>
                            <a:pt x="74" y="0"/>
                          </a:moveTo>
                          <a:cubicBezTo>
                            <a:pt x="50" y="10"/>
                            <a:pt x="12" y="17"/>
                            <a:pt x="0" y="48"/>
                          </a:cubicBezTo>
                          <a:cubicBezTo>
                            <a:pt x="9" y="47"/>
                            <a:pt x="20" y="52"/>
                            <a:pt x="29" y="50"/>
                          </a:cubicBezTo>
                          <a:cubicBezTo>
                            <a:pt x="20" y="58"/>
                            <a:pt x="13" y="71"/>
                            <a:pt x="4" y="79"/>
                          </a:cubicBezTo>
                          <a:cubicBezTo>
                            <a:pt x="43" y="99"/>
                            <a:pt x="42" y="26"/>
                            <a:pt x="64" y="10"/>
                          </a:cubicBezTo>
                        </a:path>
                      </a:pathLst>
                    </a:custGeom>
                    <a:solidFill>
                      <a:srgbClr val="60484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92" name="Freeform 80">
                      <a:extLst>
                        <a:ext uri="{FF2B5EF4-FFF2-40B4-BE49-F238E27FC236}">
                          <a16:creationId xmlns:a16="http://schemas.microsoft.com/office/drawing/2014/main" id="{3A445FA2-68A0-6832-AF59-D440D2DFEBC1}"/>
                        </a:ext>
                      </a:extLst>
                    </p:cNvPr>
                    <p:cNvSpPr>
                      <a:spLocks/>
                    </p:cNvSpPr>
                    <p:nvPr/>
                  </p:nvSpPr>
                  <p:spPr bwMode="auto">
                    <a:xfrm>
                      <a:off x="5545051" y="2790825"/>
                      <a:ext cx="35189" cy="87972"/>
                    </a:xfrm>
                    <a:custGeom>
                      <a:avLst/>
                      <a:gdLst/>
                      <a:ahLst/>
                      <a:cxnLst>
                        <a:cxn ang="0">
                          <a:pos x="24" y="5"/>
                        </a:cxn>
                        <a:cxn ang="0">
                          <a:pos x="88" y="79"/>
                        </a:cxn>
                        <a:cxn ang="0">
                          <a:pos x="69" y="75"/>
                        </a:cxn>
                        <a:cxn ang="0">
                          <a:pos x="77" y="138"/>
                        </a:cxn>
                        <a:cxn ang="0">
                          <a:pos x="79" y="222"/>
                        </a:cxn>
                        <a:cxn ang="0">
                          <a:pos x="59" y="109"/>
                        </a:cxn>
                        <a:cxn ang="0">
                          <a:pos x="0" y="6"/>
                        </a:cxn>
                        <a:cxn ang="0">
                          <a:pos x="24" y="0"/>
                        </a:cxn>
                      </a:cxnLst>
                      <a:rect l="0" t="0" r="r" b="b"/>
                      <a:pathLst>
                        <a:path w="89" h="222">
                          <a:moveTo>
                            <a:pt x="24" y="5"/>
                          </a:moveTo>
                          <a:cubicBezTo>
                            <a:pt x="56" y="5"/>
                            <a:pt x="89" y="49"/>
                            <a:pt x="88" y="79"/>
                          </a:cubicBezTo>
                          <a:cubicBezTo>
                            <a:pt x="82" y="77"/>
                            <a:pt x="75" y="77"/>
                            <a:pt x="69" y="75"/>
                          </a:cubicBezTo>
                          <a:cubicBezTo>
                            <a:pt x="69" y="97"/>
                            <a:pt x="73" y="116"/>
                            <a:pt x="77" y="138"/>
                          </a:cubicBezTo>
                          <a:cubicBezTo>
                            <a:pt x="63" y="156"/>
                            <a:pt x="79" y="193"/>
                            <a:pt x="79" y="222"/>
                          </a:cubicBezTo>
                          <a:cubicBezTo>
                            <a:pt x="60" y="187"/>
                            <a:pt x="68" y="148"/>
                            <a:pt x="59" y="109"/>
                          </a:cubicBezTo>
                          <a:cubicBezTo>
                            <a:pt x="49" y="66"/>
                            <a:pt x="8" y="42"/>
                            <a:pt x="0" y="6"/>
                          </a:cubicBezTo>
                          <a:cubicBezTo>
                            <a:pt x="8" y="0"/>
                            <a:pt x="15" y="0"/>
                            <a:pt x="24" y="0"/>
                          </a:cubicBezTo>
                        </a:path>
                      </a:pathLst>
                    </a:custGeom>
                    <a:solidFill>
                      <a:srgbClr val="60484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grpSp>
            </p:grpSp>
          </p:grpSp>
          <p:grpSp>
            <p:nvGrpSpPr>
              <p:cNvPr id="802" name="Gruppieren 1267">
                <a:extLst>
                  <a:ext uri="{FF2B5EF4-FFF2-40B4-BE49-F238E27FC236}">
                    <a16:creationId xmlns:a16="http://schemas.microsoft.com/office/drawing/2014/main" id="{926AC532-2FB8-EF55-5A00-E0E7F9596513}"/>
                  </a:ext>
                </a:extLst>
              </p:cNvPr>
              <p:cNvGrpSpPr>
                <a:grpSpLocks noChangeAspect="1"/>
              </p:cNvGrpSpPr>
              <p:nvPr/>
            </p:nvGrpSpPr>
            <p:grpSpPr>
              <a:xfrm>
                <a:off x="-437454" y="2299715"/>
                <a:ext cx="341140" cy="601410"/>
                <a:chOff x="6660728" y="1598663"/>
                <a:chExt cx="1160085" cy="2045157"/>
              </a:xfrm>
            </p:grpSpPr>
            <p:pic>
              <p:nvPicPr>
                <p:cNvPr id="803" name="_effect">
                  <a:extLst>
                    <a:ext uri="{FF2B5EF4-FFF2-40B4-BE49-F238E27FC236}">
                      <a16:creationId xmlns:a16="http://schemas.microsoft.com/office/drawing/2014/main" id="{891AE2B9-47A7-9548-62B6-8FB6D6FC6130}"/>
                    </a:ext>
                  </a:extLst>
                </p:cNvPr>
                <p:cNvPicPr>
                  <a:picLocks noChangeAspect="1" noChangeArrowheads="1"/>
                </p:cNvPicPr>
                <p:nvPr/>
              </p:nvPicPr>
              <p:blipFill>
                <a:blip r:embed="rId16" cstate="print">
                  <a:extLst>
                    <a:ext uri="{28A0092B-C50C-407E-A947-70E740481C1C}">
                      <a14:useLocalDpi xmlns:a14="http://schemas.microsoft.com/office/drawing/2010/main"/>
                    </a:ext>
                  </a:extLst>
                </a:blip>
                <a:srcRect/>
                <a:stretch>
                  <a:fillRect/>
                </a:stretch>
              </p:blipFill>
              <p:spPr bwMode="auto">
                <a:xfrm>
                  <a:off x="6660728" y="3168391"/>
                  <a:ext cx="1160085" cy="475429"/>
                </a:xfrm>
                <a:prstGeom prst="rect">
                  <a:avLst/>
                </a:prstGeom>
                <a:noFill/>
              </p:spPr>
            </p:pic>
            <p:grpSp>
              <p:nvGrpSpPr>
                <p:cNvPr id="804" name="Gruppieren 28">
                  <a:extLst>
                    <a:ext uri="{FF2B5EF4-FFF2-40B4-BE49-F238E27FC236}">
                      <a16:creationId xmlns:a16="http://schemas.microsoft.com/office/drawing/2014/main" id="{3942C3D7-63B3-0915-B196-0E77AC84A29E}"/>
                    </a:ext>
                  </a:extLst>
                </p:cNvPr>
                <p:cNvGrpSpPr/>
                <p:nvPr/>
              </p:nvGrpSpPr>
              <p:grpSpPr>
                <a:xfrm>
                  <a:off x="6925696" y="1598663"/>
                  <a:ext cx="615205" cy="1863159"/>
                  <a:chOff x="-4095750" y="5688013"/>
                  <a:chExt cx="6791325" cy="20567650"/>
                </a:xfrm>
                <a:effectLst>
                  <a:outerShdw blurRad="88900" dist="127000" dir="18900000" sy="23000" kx="-1200000" algn="bl" rotWithShape="0">
                    <a:prstClr val="black">
                      <a:alpha val="20000"/>
                    </a:prstClr>
                  </a:outerShdw>
                </a:effectLst>
              </p:grpSpPr>
              <p:sp>
                <p:nvSpPr>
                  <p:cNvPr id="805" name="Freeform 267">
                    <a:extLst>
                      <a:ext uri="{FF2B5EF4-FFF2-40B4-BE49-F238E27FC236}">
                        <a16:creationId xmlns:a16="http://schemas.microsoft.com/office/drawing/2014/main" id="{330D1419-5CC1-E4C7-4BC5-C9581BE55D4A}"/>
                      </a:ext>
                    </a:extLst>
                  </p:cNvPr>
                  <p:cNvSpPr>
                    <a:spLocks/>
                  </p:cNvSpPr>
                  <p:nvPr/>
                </p:nvSpPr>
                <p:spPr bwMode="auto">
                  <a:xfrm>
                    <a:off x="1247775" y="10442576"/>
                    <a:ext cx="641350" cy="3325813"/>
                  </a:xfrm>
                  <a:custGeom>
                    <a:avLst/>
                    <a:gdLst/>
                    <a:ahLst/>
                    <a:cxnLst>
                      <a:cxn ang="0">
                        <a:pos x="12" y="41"/>
                      </a:cxn>
                      <a:cxn ang="0">
                        <a:pos x="0" y="275"/>
                      </a:cxn>
                      <a:cxn ang="0">
                        <a:pos x="34" y="498"/>
                      </a:cxn>
                      <a:cxn ang="0">
                        <a:pos x="1" y="887"/>
                      </a:cxn>
                      <a:cxn ang="0">
                        <a:pos x="35" y="736"/>
                      </a:cxn>
                      <a:cxn ang="0">
                        <a:pos x="18" y="415"/>
                      </a:cxn>
                      <a:cxn ang="0">
                        <a:pos x="24" y="211"/>
                      </a:cxn>
                      <a:cxn ang="0">
                        <a:pos x="29" y="0"/>
                      </a:cxn>
                    </a:cxnLst>
                    <a:rect l="0" t="0" r="r" b="b"/>
                    <a:pathLst>
                      <a:path w="171" h="887">
                        <a:moveTo>
                          <a:pt x="12" y="41"/>
                        </a:moveTo>
                        <a:cubicBezTo>
                          <a:pt x="37" y="97"/>
                          <a:pt x="0" y="207"/>
                          <a:pt x="0" y="275"/>
                        </a:cubicBezTo>
                        <a:cubicBezTo>
                          <a:pt x="0" y="361"/>
                          <a:pt x="6" y="422"/>
                          <a:pt x="34" y="498"/>
                        </a:cubicBezTo>
                        <a:cubicBezTo>
                          <a:pt x="80" y="621"/>
                          <a:pt x="171" y="811"/>
                          <a:pt x="1" y="887"/>
                        </a:cubicBezTo>
                        <a:cubicBezTo>
                          <a:pt x="13" y="832"/>
                          <a:pt x="35" y="802"/>
                          <a:pt x="35" y="736"/>
                        </a:cubicBezTo>
                        <a:cubicBezTo>
                          <a:pt x="35" y="631"/>
                          <a:pt x="28" y="520"/>
                          <a:pt x="18" y="415"/>
                        </a:cubicBezTo>
                        <a:cubicBezTo>
                          <a:pt x="11" y="345"/>
                          <a:pt x="18" y="278"/>
                          <a:pt x="24" y="211"/>
                        </a:cubicBezTo>
                        <a:cubicBezTo>
                          <a:pt x="30" y="144"/>
                          <a:pt x="7" y="62"/>
                          <a:pt x="29" y="0"/>
                        </a:cubicBezTo>
                      </a:path>
                    </a:pathLst>
                  </a:custGeom>
                  <a:solidFill>
                    <a:srgbClr val="1B242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06" name="Freeform 268">
                    <a:extLst>
                      <a:ext uri="{FF2B5EF4-FFF2-40B4-BE49-F238E27FC236}">
                        <a16:creationId xmlns:a16="http://schemas.microsoft.com/office/drawing/2014/main" id="{C512BA7D-791F-4AF2-B9CF-25AC61995087}"/>
                      </a:ext>
                    </a:extLst>
                  </p:cNvPr>
                  <p:cNvSpPr>
                    <a:spLocks/>
                  </p:cNvSpPr>
                  <p:nvPr/>
                </p:nvSpPr>
                <p:spPr bwMode="auto">
                  <a:xfrm>
                    <a:off x="-3135313" y="23976013"/>
                    <a:ext cx="1889125" cy="2017713"/>
                  </a:xfrm>
                  <a:custGeom>
                    <a:avLst/>
                    <a:gdLst/>
                    <a:ahLst/>
                    <a:cxnLst>
                      <a:cxn ang="0">
                        <a:pos x="453" y="0"/>
                      </a:cxn>
                      <a:cxn ang="0">
                        <a:pos x="491" y="43"/>
                      </a:cxn>
                      <a:cxn ang="0">
                        <a:pos x="503" y="116"/>
                      </a:cxn>
                      <a:cxn ang="0">
                        <a:pos x="451" y="228"/>
                      </a:cxn>
                      <a:cxn ang="0">
                        <a:pos x="385" y="327"/>
                      </a:cxn>
                      <a:cxn ang="0">
                        <a:pos x="343" y="382"/>
                      </a:cxn>
                      <a:cxn ang="0">
                        <a:pos x="324" y="452"/>
                      </a:cxn>
                      <a:cxn ang="0">
                        <a:pos x="196" y="515"/>
                      </a:cxn>
                      <a:cxn ang="0">
                        <a:pos x="56" y="537"/>
                      </a:cxn>
                      <a:cxn ang="0">
                        <a:pos x="4" y="531"/>
                      </a:cxn>
                      <a:cxn ang="0">
                        <a:pos x="44" y="415"/>
                      </a:cxn>
                      <a:cxn ang="0">
                        <a:pos x="94" y="301"/>
                      </a:cxn>
                      <a:cxn ang="0">
                        <a:pos x="205" y="239"/>
                      </a:cxn>
                      <a:cxn ang="0">
                        <a:pos x="318" y="133"/>
                      </a:cxn>
                      <a:cxn ang="0">
                        <a:pos x="372" y="26"/>
                      </a:cxn>
                      <a:cxn ang="0">
                        <a:pos x="471" y="11"/>
                      </a:cxn>
                    </a:cxnLst>
                    <a:rect l="0" t="0" r="r" b="b"/>
                    <a:pathLst>
                      <a:path w="504" h="538">
                        <a:moveTo>
                          <a:pt x="453" y="0"/>
                        </a:moveTo>
                        <a:cubicBezTo>
                          <a:pt x="468" y="18"/>
                          <a:pt x="482" y="20"/>
                          <a:pt x="491" y="43"/>
                        </a:cubicBezTo>
                        <a:cubicBezTo>
                          <a:pt x="500" y="66"/>
                          <a:pt x="502" y="91"/>
                          <a:pt x="503" y="116"/>
                        </a:cubicBezTo>
                        <a:cubicBezTo>
                          <a:pt x="504" y="156"/>
                          <a:pt x="497" y="220"/>
                          <a:pt x="451" y="228"/>
                        </a:cubicBezTo>
                        <a:cubicBezTo>
                          <a:pt x="427" y="259"/>
                          <a:pt x="408" y="295"/>
                          <a:pt x="385" y="327"/>
                        </a:cubicBezTo>
                        <a:cubicBezTo>
                          <a:pt x="373" y="344"/>
                          <a:pt x="349" y="362"/>
                          <a:pt x="343" y="382"/>
                        </a:cubicBezTo>
                        <a:cubicBezTo>
                          <a:pt x="334" y="411"/>
                          <a:pt x="345" y="427"/>
                          <a:pt x="324" y="452"/>
                        </a:cubicBezTo>
                        <a:cubicBezTo>
                          <a:pt x="289" y="493"/>
                          <a:pt x="242" y="495"/>
                          <a:pt x="196" y="515"/>
                        </a:cubicBezTo>
                        <a:cubicBezTo>
                          <a:pt x="151" y="535"/>
                          <a:pt x="109" y="535"/>
                          <a:pt x="56" y="537"/>
                        </a:cubicBezTo>
                        <a:cubicBezTo>
                          <a:pt x="42" y="538"/>
                          <a:pt x="19" y="532"/>
                          <a:pt x="4" y="531"/>
                        </a:cubicBezTo>
                        <a:cubicBezTo>
                          <a:pt x="0" y="499"/>
                          <a:pt x="30" y="441"/>
                          <a:pt x="44" y="415"/>
                        </a:cubicBezTo>
                        <a:cubicBezTo>
                          <a:pt x="62" y="381"/>
                          <a:pt x="70" y="333"/>
                          <a:pt x="94" y="301"/>
                        </a:cubicBezTo>
                        <a:cubicBezTo>
                          <a:pt x="120" y="267"/>
                          <a:pt x="170" y="258"/>
                          <a:pt x="205" y="239"/>
                        </a:cubicBezTo>
                        <a:cubicBezTo>
                          <a:pt x="250" y="213"/>
                          <a:pt x="288" y="178"/>
                          <a:pt x="318" y="133"/>
                        </a:cubicBezTo>
                        <a:cubicBezTo>
                          <a:pt x="340" y="101"/>
                          <a:pt x="341" y="52"/>
                          <a:pt x="372" y="26"/>
                        </a:cubicBezTo>
                        <a:cubicBezTo>
                          <a:pt x="398" y="5"/>
                          <a:pt x="439" y="6"/>
                          <a:pt x="471" y="11"/>
                        </a:cubicBezTo>
                      </a:path>
                    </a:pathLst>
                  </a:custGeom>
                  <a:solidFill>
                    <a:srgbClr val="2B2B3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07" name="Freeform 269">
                    <a:extLst>
                      <a:ext uri="{FF2B5EF4-FFF2-40B4-BE49-F238E27FC236}">
                        <a16:creationId xmlns:a16="http://schemas.microsoft.com/office/drawing/2014/main" id="{0339C7A6-6691-3DBE-0FE1-C68D93DB3D18}"/>
                      </a:ext>
                    </a:extLst>
                  </p:cNvPr>
                  <p:cNvSpPr>
                    <a:spLocks/>
                  </p:cNvSpPr>
                  <p:nvPr/>
                </p:nvSpPr>
                <p:spPr bwMode="auto">
                  <a:xfrm>
                    <a:off x="-2787650" y="15524163"/>
                    <a:ext cx="2917825" cy="9955213"/>
                  </a:xfrm>
                  <a:custGeom>
                    <a:avLst/>
                    <a:gdLst/>
                    <a:ahLst/>
                    <a:cxnLst>
                      <a:cxn ang="0">
                        <a:pos x="751" y="46"/>
                      </a:cxn>
                      <a:cxn ang="0">
                        <a:pos x="715" y="302"/>
                      </a:cxn>
                      <a:cxn ang="0">
                        <a:pos x="696" y="587"/>
                      </a:cxn>
                      <a:cxn ang="0">
                        <a:pos x="681" y="884"/>
                      </a:cxn>
                      <a:cxn ang="0">
                        <a:pos x="689" y="1016"/>
                      </a:cxn>
                      <a:cxn ang="0">
                        <a:pos x="651" y="1113"/>
                      </a:cxn>
                      <a:cxn ang="0">
                        <a:pos x="622" y="1298"/>
                      </a:cxn>
                      <a:cxn ang="0">
                        <a:pos x="568" y="1465"/>
                      </a:cxn>
                      <a:cxn ang="0">
                        <a:pos x="547" y="1679"/>
                      </a:cxn>
                      <a:cxn ang="0">
                        <a:pos x="424" y="2026"/>
                      </a:cxn>
                      <a:cxn ang="0">
                        <a:pos x="377" y="2201"/>
                      </a:cxn>
                      <a:cxn ang="0">
                        <a:pos x="377" y="2291"/>
                      </a:cxn>
                      <a:cxn ang="0">
                        <a:pos x="374" y="2408"/>
                      </a:cxn>
                      <a:cxn ang="0">
                        <a:pos x="286" y="2521"/>
                      </a:cxn>
                      <a:cxn ang="0">
                        <a:pos x="211" y="2655"/>
                      </a:cxn>
                      <a:cxn ang="0">
                        <a:pos x="12" y="2581"/>
                      </a:cxn>
                      <a:cxn ang="0">
                        <a:pos x="113" y="2475"/>
                      </a:cxn>
                      <a:cxn ang="0">
                        <a:pos x="210" y="2354"/>
                      </a:cxn>
                      <a:cxn ang="0">
                        <a:pos x="252" y="1741"/>
                      </a:cxn>
                      <a:cxn ang="0">
                        <a:pos x="270" y="1473"/>
                      </a:cxn>
                      <a:cxn ang="0">
                        <a:pos x="283" y="1380"/>
                      </a:cxn>
                      <a:cxn ang="0">
                        <a:pos x="345" y="1184"/>
                      </a:cxn>
                      <a:cxn ang="0">
                        <a:pos x="354" y="1079"/>
                      </a:cxn>
                      <a:cxn ang="0">
                        <a:pos x="372" y="967"/>
                      </a:cxn>
                      <a:cxn ang="0">
                        <a:pos x="357" y="676"/>
                      </a:cxn>
                      <a:cxn ang="0">
                        <a:pos x="358" y="8"/>
                      </a:cxn>
                      <a:cxn ang="0">
                        <a:pos x="778" y="50"/>
                      </a:cxn>
                    </a:cxnLst>
                    <a:rect l="0" t="0" r="r" b="b"/>
                    <a:pathLst>
                      <a:path w="778" h="2655">
                        <a:moveTo>
                          <a:pt x="751" y="46"/>
                        </a:moveTo>
                        <a:cubicBezTo>
                          <a:pt x="750" y="133"/>
                          <a:pt x="733" y="218"/>
                          <a:pt x="715" y="302"/>
                        </a:cubicBezTo>
                        <a:cubicBezTo>
                          <a:pt x="694" y="393"/>
                          <a:pt x="701" y="495"/>
                          <a:pt x="696" y="587"/>
                        </a:cubicBezTo>
                        <a:cubicBezTo>
                          <a:pt x="692" y="687"/>
                          <a:pt x="680" y="784"/>
                          <a:pt x="681" y="884"/>
                        </a:cubicBezTo>
                        <a:cubicBezTo>
                          <a:pt x="681" y="929"/>
                          <a:pt x="689" y="970"/>
                          <a:pt x="689" y="1016"/>
                        </a:cubicBezTo>
                        <a:cubicBezTo>
                          <a:pt x="688" y="1062"/>
                          <a:pt x="669" y="1075"/>
                          <a:pt x="651" y="1113"/>
                        </a:cubicBezTo>
                        <a:cubicBezTo>
                          <a:pt x="634" y="1151"/>
                          <a:pt x="641" y="1272"/>
                          <a:pt x="622" y="1298"/>
                        </a:cubicBezTo>
                        <a:cubicBezTo>
                          <a:pt x="592" y="1340"/>
                          <a:pt x="568" y="1404"/>
                          <a:pt x="568" y="1465"/>
                        </a:cubicBezTo>
                        <a:cubicBezTo>
                          <a:pt x="568" y="1538"/>
                          <a:pt x="568" y="1609"/>
                          <a:pt x="547" y="1679"/>
                        </a:cubicBezTo>
                        <a:cubicBezTo>
                          <a:pt x="529" y="1741"/>
                          <a:pt x="445" y="1972"/>
                          <a:pt x="424" y="2026"/>
                        </a:cubicBezTo>
                        <a:cubicBezTo>
                          <a:pt x="402" y="2084"/>
                          <a:pt x="382" y="2137"/>
                          <a:pt x="377" y="2201"/>
                        </a:cubicBezTo>
                        <a:cubicBezTo>
                          <a:pt x="374" y="2231"/>
                          <a:pt x="370" y="2262"/>
                          <a:pt x="377" y="2291"/>
                        </a:cubicBezTo>
                        <a:cubicBezTo>
                          <a:pt x="384" y="2320"/>
                          <a:pt x="384" y="2374"/>
                          <a:pt x="374" y="2408"/>
                        </a:cubicBezTo>
                        <a:cubicBezTo>
                          <a:pt x="358" y="2461"/>
                          <a:pt x="327" y="2480"/>
                          <a:pt x="286" y="2521"/>
                        </a:cubicBezTo>
                        <a:cubicBezTo>
                          <a:pt x="255" y="2552"/>
                          <a:pt x="255" y="2616"/>
                          <a:pt x="211" y="2655"/>
                        </a:cubicBezTo>
                        <a:cubicBezTo>
                          <a:pt x="211" y="2655"/>
                          <a:pt x="0" y="2611"/>
                          <a:pt x="12" y="2581"/>
                        </a:cubicBezTo>
                        <a:cubicBezTo>
                          <a:pt x="29" y="2541"/>
                          <a:pt x="79" y="2502"/>
                          <a:pt x="113" y="2475"/>
                        </a:cubicBezTo>
                        <a:cubicBezTo>
                          <a:pt x="148" y="2445"/>
                          <a:pt x="189" y="2396"/>
                          <a:pt x="210" y="2354"/>
                        </a:cubicBezTo>
                        <a:cubicBezTo>
                          <a:pt x="236" y="2303"/>
                          <a:pt x="255" y="1803"/>
                          <a:pt x="252" y="1741"/>
                        </a:cubicBezTo>
                        <a:cubicBezTo>
                          <a:pt x="251" y="1710"/>
                          <a:pt x="264" y="1503"/>
                          <a:pt x="270" y="1473"/>
                        </a:cubicBezTo>
                        <a:cubicBezTo>
                          <a:pt x="277" y="1436"/>
                          <a:pt x="286" y="1414"/>
                          <a:pt x="283" y="1380"/>
                        </a:cubicBezTo>
                        <a:cubicBezTo>
                          <a:pt x="278" y="1310"/>
                          <a:pt x="329" y="1249"/>
                          <a:pt x="345" y="1184"/>
                        </a:cubicBezTo>
                        <a:cubicBezTo>
                          <a:pt x="354" y="1152"/>
                          <a:pt x="350" y="1112"/>
                          <a:pt x="354" y="1079"/>
                        </a:cubicBezTo>
                        <a:cubicBezTo>
                          <a:pt x="357" y="1041"/>
                          <a:pt x="368" y="1005"/>
                          <a:pt x="372" y="967"/>
                        </a:cubicBezTo>
                        <a:cubicBezTo>
                          <a:pt x="382" y="870"/>
                          <a:pt x="373" y="768"/>
                          <a:pt x="357" y="676"/>
                        </a:cubicBezTo>
                        <a:cubicBezTo>
                          <a:pt x="321" y="456"/>
                          <a:pt x="347" y="227"/>
                          <a:pt x="358" y="8"/>
                        </a:cubicBezTo>
                        <a:cubicBezTo>
                          <a:pt x="506" y="0"/>
                          <a:pt x="644" y="5"/>
                          <a:pt x="778" y="50"/>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08" name="Freeform 270">
                    <a:extLst>
                      <a:ext uri="{FF2B5EF4-FFF2-40B4-BE49-F238E27FC236}">
                        <a16:creationId xmlns:a16="http://schemas.microsoft.com/office/drawing/2014/main" id="{60BACC43-AF2A-95FC-84D5-36EBAF78FF6C}"/>
                      </a:ext>
                    </a:extLst>
                  </p:cNvPr>
                  <p:cNvSpPr>
                    <a:spLocks/>
                  </p:cNvSpPr>
                  <p:nvPr/>
                </p:nvSpPr>
                <p:spPr bwMode="auto">
                  <a:xfrm>
                    <a:off x="-1133475" y="7926388"/>
                    <a:ext cx="2122488" cy="3573463"/>
                  </a:xfrm>
                  <a:custGeom>
                    <a:avLst/>
                    <a:gdLst/>
                    <a:ahLst/>
                    <a:cxnLst>
                      <a:cxn ang="0">
                        <a:pos x="136" y="59"/>
                      </a:cxn>
                      <a:cxn ang="0">
                        <a:pos x="84" y="133"/>
                      </a:cxn>
                      <a:cxn ang="0">
                        <a:pos x="53" y="222"/>
                      </a:cxn>
                      <a:cxn ang="0">
                        <a:pos x="12" y="339"/>
                      </a:cxn>
                      <a:cxn ang="0">
                        <a:pos x="3" y="386"/>
                      </a:cxn>
                      <a:cxn ang="0">
                        <a:pos x="46" y="494"/>
                      </a:cxn>
                      <a:cxn ang="0">
                        <a:pos x="96" y="654"/>
                      </a:cxn>
                      <a:cxn ang="0">
                        <a:pos x="136" y="714"/>
                      </a:cxn>
                      <a:cxn ang="0">
                        <a:pos x="142" y="820"/>
                      </a:cxn>
                      <a:cxn ang="0">
                        <a:pos x="260" y="931"/>
                      </a:cxn>
                      <a:cxn ang="0">
                        <a:pos x="377" y="829"/>
                      </a:cxn>
                      <a:cxn ang="0">
                        <a:pos x="429" y="674"/>
                      </a:cxn>
                      <a:cxn ang="0">
                        <a:pos x="471" y="538"/>
                      </a:cxn>
                      <a:cxn ang="0">
                        <a:pos x="534" y="445"/>
                      </a:cxn>
                      <a:cxn ang="0">
                        <a:pos x="560" y="355"/>
                      </a:cxn>
                      <a:cxn ang="0">
                        <a:pos x="514" y="238"/>
                      </a:cxn>
                      <a:cxn ang="0">
                        <a:pos x="436" y="124"/>
                      </a:cxn>
                      <a:cxn ang="0">
                        <a:pos x="322" y="4"/>
                      </a:cxn>
                      <a:cxn ang="0">
                        <a:pos x="179" y="36"/>
                      </a:cxn>
                    </a:cxnLst>
                    <a:rect l="0" t="0" r="r" b="b"/>
                    <a:pathLst>
                      <a:path w="566" h="953">
                        <a:moveTo>
                          <a:pt x="136" y="59"/>
                        </a:moveTo>
                        <a:cubicBezTo>
                          <a:pt x="136" y="88"/>
                          <a:pt x="99" y="110"/>
                          <a:pt x="84" y="133"/>
                        </a:cubicBezTo>
                        <a:cubicBezTo>
                          <a:pt x="65" y="163"/>
                          <a:pt x="62" y="189"/>
                          <a:pt x="53" y="222"/>
                        </a:cubicBezTo>
                        <a:cubicBezTo>
                          <a:pt x="43" y="258"/>
                          <a:pt x="23" y="300"/>
                          <a:pt x="12" y="339"/>
                        </a:cubicBezTo>
                        <a:cubicBezTo>
                          <a:pt x="7" y="356"/>
                          <a:pt x="4" y="368"/>
                          <a:pt x="3" y="386"/>
                        </a:cubicBezTo>
                        <a:cubicBezTo>
                          <a:pt x="0" y="439"/>
                          <a:pt x="30" y="452"/>
                          <a:pt x="46" y="494"/>
                        </a:cubicBezTo>
                        <a:cubicBezTo>
                          <a:pt x="66" y="547"/>
                          <a:pt x="69" y="601"/>
                          <a:pt x="96" y="654"/>
                        </a:cubicBezTo>
                        <a:cubicBezTo>
                          <a:pt x="106" y="675"/>
                          <a:pt x="127" y="692"/>
                          <a:pt x="136" y="714"/>
                        </a:cubicBezTo>
                        <a:cubicBezTo>
                          <a:pt x="148" y="744"/>
                          <a:pt x="137" y="786"/>
                          <a:pt x="142" y="820"/>
                        </a:cubicBezTo>
                        <a:cubicBezTo>
                          <a:pt x="153" y="889"/>
                          <a:pt x="176" y="953"/>
                          <a:pt x="260" y="931"/>
                        </a:cubicBezTo>
                        <a:cubicBezTo>
                          <a:pt x="282" y="880"/>
                          <a:pt x="342" y="868"/>
                          <a:pt x="377" y="829"/>
                        </a:cubicBezTo>
                        <a:cubicBezTo>
                          <a:pt x="417" y="784"/>
                          <a:pt x="421" y="730"/>
                          <a:pt x="429" y="674"/>
                        </a:cubicBezTo>
                        <a:cubicBezTo>
                          <a:pt x="435" y="631"/>
                          <a:pt x="447" y="575"/>
                          <a:pt x="471" y="538"/>
                        </a:cubicBezTo>
                        <a:cubicBezTo>
                          <a:pt x="494" y="502"/>
                          <a:pt x="520" y="487"/>
                          <a:pt x="534" y="445"/>
                        </a:cubicBezTo>
                        <a:cubicBezTo>
                          <a:pt x="544" y="414"/>
                          <a:pt x="557" y="388"/>
                          <a:pt x="560" y="355"/>
                        </a:cubicBezTo>
                        <a:cubicBezTo>
                          <a:pt x="566" y="305"/>
                          <a:pt x="541" y="281"/>
                          <a:pt x="514" y="238"/>
                        </a:cubicBezTo>
                        <a:cubicBezTo>
                          <a:pt x="487" y="197"/>
                          <a:pt x="453" y="170"/>
                          <a:pt x="436" y="124"/>
                        </a:cubicBezTo>
                        <a:cubicBezTo>
                          <a:pt x="413" y="64"/>
                          <a:pt x="396" y="10"/>
                          <a:pt x="322" y="4"/>
                        </a:cubicBezTo>
                        <a:cubicBezTo>
                          <a:pt x="271" y="0"/>
                          <a:pt x="227" y="27"/>
                          <a:pt x="179" y="36"/>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09" name="Freeform 271">
                    <a:extLst>
                      <a:ext uri="{FF2B5EF4-FFF2-40B4-BE49-F238E27FC236}">
                        <a16:creationId xmlns:a16="http://schemas.microsoft.com/office/drawing/2014/main" id="{D24A0434-13F2-A67E-BA9F-7B6D327D4614}"/>
                      </a:ext>
                    </a:extLst>
                  </p:cNvPr>
                  <p:cNvSpPr>
                    <a:spLocks/>
                  </p:cNvSpPr>
                  <p:nvPr/>
                </p:nvSpPr>
                <p:spPr bwMode="auto">
                  <a:xfrm>
                    <a:off x="-304800" y="23855363"/>
                    <a:ext cx="1431925" cy="2400300"/>
                  </a:xfrm>
                  <a:custGeom>
                    <a:avLst/>
                    <a:gdLst/>
                    <a:ahLst/>
                    <a:cxnLst>
                      <a:cxn ang="0">
                        <a:pos x="99" y="26"/>
                      </a:cxn>
                      <a:cxn ang="0">
                        <a:pos x="29" y="111"/>
                      </a:cxn>
                      <a:cxn ang="0">
                        <a:pos x="8" y="172"/>
                      </a:cxn>
                      <a:cxn ang="0">
                        <a:pos x="31" y="239"/>
                      </a:cxn>
                      <a:cxn ang="0">
                        <a:pos x="78" y="368"/>
                      </a:cxn>
                      <a:cxn ang="0">
                        <a:pos x="93" y="429"/>
                      </a:cxn>
                      <a:cxn ang="0">
                        <a:pos x="99" y="508"/>
                      </a:cxn>
                      <a:cxn ang="0">
                        <a:pos x="209" y="588"/>
                      </a:cxn>
                      <a:cxn ang="0">
                        <a:pos x="370" y="639"/>
                      </a:cxn>
                      <a:cxn ang="0">
                        <a:pos x="377" y="496"/>
                      </a:cxn>
                      <a:cxn ang="0">
                        <a:pos x="362" y="438"/>
                      </a:cxn>
                      <a:cxn ang="0">
                        <a:pos x="327" y="390"/>
                      </a:cxn>
                      <a:cxn ang="0">
                        <a:pos x="279" y="275"/>
                      </a:cxn>
                      <a:cxn ang="0">
                        <a:pos x="238" y="146"/>
                      </a:cxn>
                      <a:cxn ang="0">
                        <a:pos x="186" y="38"/>
                      </a:cxn>
                      <a:cxn ang="0">
                        <a:pos x="81" y="26"/>
                      </a:cxn>
                    </a:cxnLst>
                    <a:rect l="0" t="0" r="r" b="b"/>
                    <a:pathLst>
                      <a:path w="382" h="640">
                        <a:moveTo>
                          <a:pt x="99" y="26"/>
                        </a:moveTo>
                        <a:cubicBezTo>
                          <a:pt x="49" y="19"/>
                          <a:pt x="36" y="75"/>
                          <a:pt x="29" y="111"/>
                        </a:cubicBezTo>
                        <a:cubicBezTo>
                          <a:pt x="25" y="132"/>
                          <a:pt x="13" y="152"/>
                          <a:pt x="8" y="172"/>
                        </a:cubicBezTo>
                        <a:cubicBezTo>
                          <a:pt x="0" y="203"/>
                          <a:pt x="19" y="212"/>
                          <a:pt x="31" y="239"/>
                        </a:cubicBezTo>
                        <a:cubicBezTo>
                          <a:pt x="49" y="281"/>
                          <a:pt x="70" y="324"/>
                          <a:pt x="78" y="368"/>
                        </a:cubicBezTo>
                        <a:cubicBezTo>
                          <a:pt x="82" y="389"/>
                          <a:pt x="89" y="408"/>
                          <a:pt x="93" y="429"/>
                        </a:cubicBezTo>
                        <a:cubicBezTo>
                          <a:pt x="98" y="453"/>
                          <a:pt x="91" y="484"/>
                          <a:pt x="99" y="508"/>
                        </a:cubicBezTo>
                        <a:cubicBezTo>
                          <a:pt x="113" y="556"/>
                          <a:pt x="168" y="570"/>
                          <a:pt x="209" y="588"/>
                        </a:cubicBezTo>
                        <a:cubicBezTo>
                          <a:pt x="259" y="609"/>
                          <a:pt x="315" y="640"/>
                          <a:pt x="370" y="639"/>
                        </a:cubicBezTo>
                        <a:cubicBezTo>
                          <a:pt x="376" y="592"/>
                          <a:pt x="382" y="545"/>
                          <a:pt x="377" y="496"/>
                        </a:cubicBezTo>
                        <a:cubicBezTo>
                          <a:pt x="375" y="474"/>
                          <a:pt x="372" y="457"/>
                          <a:pt x="362" y="438"/>
                        </a:cubicBezTo>
                        <a:cubicBezTo>
                          <a:pt x="352" y="421"/>
                          <a:pt x="338" y="407"/>
                          <a:pt x="327" y="390"/>
                        </a:cubicBezTo>
                        <a:cubicBezTo>
                          <a:pt x="306" y="355"/>
                          <a:pt x="294" y="313"/>
                          <a:pt x="279" y="275"/>
                        </a:cubicBezTo>
                        <a:cubicBezTo>
                          <a:pt x="263" y="233"/>
                          <a:pt x="245" y="189"/>
                          <a:pt x="238" y="146"/>
                        </a:cubicBezTo>
                        <a:cubicBezTo>
                          <a:pt x="232" y="107"/>
                          <a:pt x="215" y="66"/>
                          <a:pt x="186" y="38"/>
                        </a:cubicBezTo>
                        <a:cubicBezTo>
                          <a:pt x="162" y="15"/>
                          <a:pt x="107" y="0"/>
                          <a:pt x="81" y="26"/>
                        </a:cubicBezTo>
                      </a:path>
                    </a:pathLst>
                  </a:custGeom>
                  <a:solidFill>
                    <a:srgbClr val="2B2B3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0" name="Freeform 272">
                    <a:extLst>
                      <a:ext uri="{FF2B5EF4-FFF2-40B4-BE49-F238E27FC236}">
                        <a16:creationId xmlns:a16="http://schemas.microsoft.com/office/drawing/2014/main" id="{9BB50B95-CA6C-EEEC-584E-BA177AFE542D}"/>
                      </a:ext>
                    </a:extLst>
                  </p:cNvPr>
                  <p:cNvSpPr>
                    <a:spLocks/>
                  </p:cNvSpPr>
                  <p:nvPr/>
                </p:nvSpPr>
                <p:spPr bwMode="auto">
                  <a:xfrm>
                    <a:off x="-117475" y="15621001"/>
                    <a:ext cx="1766888" cy="10001250"/>
                  </a:xfrm>
                  <a:custGeom>
                    <a:avLst/>
                    <a:gdLst/>
                    <a:ahLst/>
                    <a:cxnLst>
                      <a:cxn ang="0">
                        <a:pos x="66" y="16"/>
                      </a:cxn>
                      <a:cxn ang="0">
                        <a:pos x="48" y="498"/>
                      </a:cxn>
                      <a:cxn ang="0">
                        <a:pos x="84" y="980"/>
                      </a:cxn>
                      <a:cxn ang="0">
                        <a:pos x="89" y="1181"/>
                      </a:cxn>
                      <a:cxn ang="0">
                        <a:pos x="62" y="1388"/>
                      </a:cxn>
                      <a:cxn ang="0">
                        <a:pos x="66" y="1789"/>
                      </a:cxn>
                      <a:cxn ang="0">
                        <a:pos x="20" y="2297"/>
                      </a:cxn>
                      <a:cxn ang="0">
                        <a:pos x="4" y="2358"/>
                      </a:cxn>
                      <a:cxn ang="0">
                        <a:pos x="48" y="2479"/>
                      </a:cxn>
                      <a:cxn ang="0">
                        <a:pos x="91" y="2636"/>
                      </a:cxn>
                      <a:cxn ang="0">
                        <a:pos x="273" y="2631"/>
                      </a:cxn>
                      <a:cxn ang="0">
                        <a:pos x="201" y="2214"/>
                      </a:cxn>
                      <a:cxn ang="0">
                        <a:pos x="364" y="1357"/>
                      </a:cxn>
                      <a:cxn ang="0">
                        <a:pos x="353" y="1118"/>
                      </a:cxn>
                      <a:cxn ang="0">
                        <a:pos x="407" y="761"/>
                      </a:cxn>
                      <a:cxn ang="0">
                        <a:pos x="434" y="515"/>
                      </a:cxn>
                      <a:cxn ang="0">
                        <a:pos x="407" y="8"/>
                      </a:cxn>
                      <a:cxn ang="0">
                        <a:pos x="66" y="7"/>
                      </a:cxn>
                    </a:cxnLst>
                    <a:rect l="0" t="0" r="r" b="b"/>
                    <a:pathLst>
                      <a:path w="471" h="2667">
                        <a:moveTo>
                          <a:pt x="66" y="16"/>
                        </a:moveTo>
                        <a:cubicBezTo>
                          <a:pt x="97" y="171"/>
                          <a:pt x="48" y="335"/>
                          <a:pt x="48" y="498"/>
                        </a:cubicBezTo>
                        <a:cubicBezTo>
                          <a:pt x="48" y="668"/>
                          <a:pt x="53" y="823"/>
                          <a:pt x="84" y="980"/>
                        </a:cubicBezTo>
                        <a:cubicBezTo>
                          <a:pt x="97" y="1046"/>
                          <a:pt x="92" y="1111"/>
                          <a:pt x="89" y="1181"/>
                        </a:cubicBezTo>
                        <a:cubicBezTo>
                          <a:pt x="85" y="1254"/>
                          <a:pt x="89" y="1324"/>
                          <a:pt x="62" y="1388"/>
                        </a:cubicBezTo>
                        <a:cubicBezTo>
                          <a:pt x="0" y="1540"/>
                          <a:pt x="59" y="1653"/>
                          <a:pt x="66" y="1789"/>
                        </a:cubicBezTo>
                        <a:cubicBezTo>
                          <a:pt x="72" y="1893"/>
                          <a:pt x="35" y="2179"/>
                          <a:pt x="20" y="2297"/>
                        </a:cubicBezTo>
                        <a:cubicBezTo>
                          <a:pt x="19" y="2307"/>
                          <a:pt x="1" y="2333"/>
                          <a:pt x="4" y="2358"/>
                        </a:cubicBezTo>
                        <a:cubicBezTo>
                          <a:pt x="8" y="2405"/>
                          <a:pt x="36" y="2460"/>
                          <a:pt x="48" y="2479"/>
                        </a:cubicBezTo>
                        <a:cubicBezTo>
                          <a:pt x="75" y="2521"/>
                          <a:pt x="52" y="2613"/>
                          <a:pt x="91" y="2636"/>
                        </a:cubicBezTo>
                        <a:cubicBezTo>
                          <a:pt x="144" y="2667"/>
                          <a:pt x="273" y="2631"/>
                          <a:pt x="273" y="2631"/>
                        </a:cubicBezTo>
                        <a:cubicBezTo>
                          <a:pt x="232" y="2565"/>
                          <a:pt x="185" y="2354"/>
                          <a:pt x="201" y="2214"/>
                        </a:cubicBezTo>
                        <a:cubicBezTo>
                          <a:pt x="216" y="2078"/>
                          <a:pt x="371" y="1520"/>
                          <a:pt x="364" y="1357"/>
                        </a:cubicBezTo>
                        <a:cubicBezTo>
                          <a:pt x="359" y="1232"/>
                          <a:pt x="343" y="1241"/>
                          <a:pt x="353" y="1118"/>
                        </a:cubicBezTo>
                        <a:cubicBezTo>
                          <a:pt x="359" y="1043"/>
                          <a:pt x="391" y="831"/>
                          <a:pt x="407" y="761"/>
                        </a:cubicBezTo>
                        <a:cubicBezTo>
                          <a:pt x="426" y="679"/>
                          <a:pt x="434" y="601"/>
                          <a:pt x="434" y="515"/>
                        </a:cubicBezTo>
                        <a:cubicBezTo>
                          <a:pt x="434" y="360"/>
                          <a:pt x="471" y="144"/>
                          <a:pt x="407" y="8"/>
                        </a:cubicBezTo>
                        <a:cubicBezTo>
                          <a:pt x="295" y="0"/>
                          <a:pt x="179" y="7"/>
                          <a:pt x="66" y="7"/>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1" name="Freeform 273">
                    <a:extLst>
                      <a:ext uri="{FF2B5EF4-FFF2-40B4-BE49-F238E27FC236}">
                        <a16:creationId xmlns:a16="http://schemas.microsoft.com/office/drawing/2014/main" id="{D240A0A2-BA89-3C2B-B983-253919280FFB}"/>
                      </a:ext>
                    </a:extLst>
                  </p:cNvPr>
                  <p:cNvSpPr>
                    <a:spLocks/>
                  </p:cNvSpPr>
                  <p:nvPr/>
                </p:nvSpPr>
                <p:spPr bwMode="auto">
                  <a:xfrm>
                    <a:off x="-71438" y="19408776"/>
                    <a:ext cx="1577975" cy="2628900"/>
                  </a:xfrm>
                  <a:custGeom>
                    <a:avLst/>
                    <a:gdLst/>
                    <a:ahLst/>
                    <a:cxnLst>
                      <a:cxn ang="0">
                        <a:pos x="54" y="701"/>
                      </a:cxn>
                      <a:cxn ang="0">
                        <a:pos x="71" y="427"/>
                      </a:cxn>
                      <a:cxn ang="0">
                        <a:pos x="195" y="194"/>
                      </a:cxn>
                      <a:cxn ang="0">
                        <a:pos x="329" y="35"/>
                      </a:cxn>
                      <a:cxn ang="0">
                        <a:pos x="88" y="121"/>
                      </a:cxn>
                      <a:cxn ang="0">
                        <a:pos x="72" y="275"/>
                      </a:cxn>
                      <a:cxn ang="0">
                        <a:pos x="24" y="409"/>
                      </a:cxn>
                      <a:cxn ang="0">
                        <a:pos x="54" y="701"/>
                      </a:cxn>
                    </a:cxnLst>
                    <a:rect l="0" t="0" r="r" b="b"/>
                    <a:pathLst>
                      <a:path w="421" h="701">
                        <a:moveTo>
                          <a:pt x="54" y="701"/>
                        </a:moveTo>
                        <a:cubicBezTo>
                          <a:pt x="64" y="608"/>
                          <a:pt x="46" y="519"/>
                          <a:pt x="71" y="427"/>
                        </a:cubicBezTo>
                        <a:cubicBezTo>
                          <a:pt x="89" y="362"/>
                          <a:pt x="145" y="234"/>
                          <a:pt x="195" y="194"/>
                        </a:cubicBezTo>
                        <a:cubicBezTo>
                          <a:pt x="230" y="166"/>
                          <a:pt x="421" y="104"/>
                          <a:pt x="329" y="35"/>
                        </a:cubicBezTo>
                        <a:cubicBezTo>
                          <a:pt x="283" y="0"/>
                          <a:pt x="115" y="77"/>
                          <a:pt x="88" y="121"/>
                        </a:cubicBezTo>
                        <a:cubicBezTo>
                          <a:pt x="65" y="159"/>
                          <a:pt x="78" y="232"/>
                          <a:pt x="72" y="275"/>
                        </a:cubicBezTo>
                        <a:cubicBezTo>
                          <a:pt x="64" y="323"/>
                          <a:pt x="34" y="361"/>
                          <a:pt x="24" y="409"/>
                        </a:cubicBezTo>
                        <a:cubicBezTo>
                          <a:pt x="0" y="523"/>
                          <a:pt x="41" y="601"/>
                          <a:pt x="54" y="701"/>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2" name="Freeform 274">
                    <a:extLst>
                      <a:ext uri="{FF2B5EF4-FFF2-40B4-BE49-F238E27FC236}">
                        <a16:creationId xmlns:a16="http://schemas.microsoft.com/office/drawing/2014/main" id="{E3C61CF3-25A2-7BCF-4647-1EA686C5F7C4}"/>
                      </a:ext>
                    </a:extLst>
                  </p:cNvPr>
                  <p:cNvSpPr>
                    <a:spLocks/>
                  </p:cNvSpPr>
                  <p:nvPr/>
                </p:nvSpPr>
                <p:spPr bwMode="auto">
                  <a:xfrm>
                    <a:off x="-1557338" y="19745326"/>
                    <a:ext cx="1219200" cy="1957388"/>
                  </a:xfrm>
                  <a:custGeom>
                    <a:avLst/>
                    <a:gdLst/>
                    <a:ahLst/>
                    <a:cxnLst>
                      <a:cxn ang="0">
                        <a:pos x="23" y="109"/>
                      </a:cxn>
                      <a:cxn ang="0">
                        <a:pos x="107" y="178"/>
                      </a:cxn>
                      <a:cxn ang="0">
                        <a:pos x="205" y="237"/>
                      </a:cxn>
                      <a:cxn ang="0">
                        <a:pos x="210" y="390"/>
                      </a:cxn>
                      <a:cxn ang="0">
                        <a:pos x="216" y="522"/>
                      </a:cxn>
                      <a:cxn ang="0">
                        <a:pos x="246" y="337"/>
                      </a:cxn>
                      <a:cxn ang="0">
                        <a:pos x="300" y="163"/>
                      </a:cxn>
                      <a:cxn ang="0">
                        <a:pos x="199" y="43"/>
                      </a:cxn>
                      <a:cxn ang="0">
                        <a:pos x="0" y="62"/>
                      </a:cxn>
                    </a:cxnLst>
                    <a:rect l="0" t="0" r="r" b="b"/>
                    <a:pathLst>
                      <a:path w="325" h="522">
                        <a:moveTo>
                          <a:pt x="23" y="109"/>
                        </a:moveTo>
                        <a:cubicBezTo>
                          <a:pt x="61" y="126"/>
                          <a:pt x="76" y="155"/>
                          <a:pt x="107" y="178"/>
                        </a:cubicBezTo>
                        <a:cubicBezTo>
                          <a:pt x="135" y="199"/>
                          <a:pt x="186" y="202"/>
                          <a:pt x="205" y="237"/>
                        </a:cubicBezTo>
                        <a:cubicBezTo>
                          <a:pt x="226" y="276"/>
                          <a:pt x="204" y="345"/>
                          <a:pt x="210" y="390"/>
                        </a:cubicBezTo>
                        <a:cubicBezTo>
                          <a:pt x="217" y="436"/>
                          <a:pt x="241" y="473"/>
                          <a:pt x="216" y="522"/>
                        </a:cubicBezTo>
                        <a:cubicBezTo>
                          <a:pt x="263" y="493"/>
                          <a:pt x="243" y="387"/>
                          <a:pt x="246" y="337"/>
                        </a:cubicBezTo>
                        <a:cubicBezTo>
                          <a:pt x="249" y="268"/>
                          <a:pt x="280" y="226"/>
                          <a:pt x="300" y="163"/>
                        </a:cubicBezTo>
                        <a:cubicBezTo>
                          <a:pt x="325" y="84"/>
                          <a:pt x="269" y="64"/>
                          <a:pt x="199" y="43"/>
                        </a:cubicBezTo>
                        <a:cubicBezTo>
                          <a:pt x="152" y="29"/>
                          <a:pt x="25" y="0"/>
                          <a:pt x="0" y="62"/>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3" name="Freeform 275">
                    <a:extLst>
                      <a:ext uri="{FF2B5EF4-FFF2-40B4-BE49-F238E27FC236}">
                        <a16:creationId xmlns:a16="http://schemas.microsoft.com/office/drawing/2014/main" id="{70FB574E-5DEC-A02F-4409-3691074A068B}"/>
                      </a:ext>
                    </a:extLst>
                  </p:cNvPr>
                  <p:cNvSpPr>
                    <a:spLocks/>
                  </p:cNvSpPr>
                  <p:nvPr/>
                </p:nvSpPr>
                <p:spPr bwMode="auto">
                  <a:xfrm>
                    <a:off x="-1920875" y="9531351"/>
                    <a:ext cx="4233863" cy="5718175"/>
                  </a:xfrm>
                  <a:custGeom>
                    <a:avLst/>
                    <a:gdLst/>
                    <a:ahLst/>
                    <a:cxnLst>
                      <a:cxn ang="0">
                        <a:pos x="22" y="1482"/>
                      </a:cxn>
                      <a:cxn ang="0">
                        <a:pos x="50" y="1171"/>
                      </a:cxn>
                      <a:cxn ang="0">
                        <a:pos x="103" y="1012"/>
                      </a:cxn>
                      <a:cxn ang="0">
                        <a:pos x="220" y="880"/>
                      </a:cxn>
                      <a:cxn ang="0">
                        <a:pos x="268" y="712"/>
                      </a:cxn>
                      <a:cxn ang="0">
                        <a:pos x="237" y="502"/>
                      </a:cxn>
                      <a:cxn ang="0">
                        <a:pos x="190" y="437"/>
                      </a:cxn>
                      <a:cxn ang="0">
                        <a:pos x="227" y="56"/>
                      </a:cxn>
                      <a:cxn ang="0">
                        <a:pos x="390" y="296"/>
                      </a:cxn>
                      <a:cxn ang="0">
                        <a:pos x="507" y="220"/>
                      </a:cxn>
                      <a:cxn ang="0">
                        <a:pos x="642" y="179"/>
                      </a:cxn>
                      <a:cxn ang="0">
                        <a:pos x="792" y="489"/>
                      </a:cxn>
                      <a:cxn ang="0">
                        <a:pos x="954" y="897"/>
                      </a:cxn>
                      <a:cxn ang="0">
                        <a:pos x="1032" y="950"/>
                      </a:cxn>
                      <a:cxn ang="0">
                        <a:pos x="1051" y="1086"/>
                      </a:cxn>
                      <a:cxn ang="0">
                        <a:pos x="1111" y="1312"/>
                      </a:cxn>
                      <a:cxn ang="0">
                        <a:pos x="1126" y="1481"/>
                      </a:cxn>
                      <a:cxn ang="0">
                        <a:pos x="870" y="1517"/>
                      </a:cxn>
                      <a:cxn ang="0">
                        <a:pos x="624" y="1499"/>
                      </a:cxn>
                      <a:cxn ang="0">
                        <a:pos x="344" y="1505"/>
                      </a:cxn>
                      <a:cxn ang="0">
                        <a:pos x="222" y="1504"/>
                      </a:cxn>
                      <a:cxn ang="0">
                        <a:pos x="122" y="1395"/>
                      </a:cxn>
                      <a:cxn ang="0">
                        <a:pos x="22" y="1476"/>
                      </a:cxn>
                    </a:cxnLst>
                    <a:rect l="0" t="0" r="r" b="b"/>
                    <a:pathLst>
                      <a:path w="1129" h="1525">
                        <a:moveTo>
                          <a:pt x="22" y="1482"/>
                        </a:moveTo>
                        <a:cubicBezTo>
                          <a:pt x="57" y="1380"/>
                          <a:pt x="0" y="1268"/>
                          <a:pt x="50" y="1171"/>
                        </a:cubicBezTo>
                        <a:cubicBezTo>
                          <a:pt x="78" y="1116"/>
                          <a:pt x="86" y="1070"/>
                          <a:pt x="103" y="1012"/>
                        </a:cubicBezTo>
                        <a:cubicBezTo>
                          <a:pt x="127" y="930"/>
                          <a:pt x="156" y="924"/>
                          <a:pt x="220" y="880"/>
                        </a:cubicBezTo>
                        <a:cubicBezTo>
                          <a:pt x="287" y="833"/>
                          <a:pt x="283" y="799"/>
                          <a:pt x="268" y="712"/>
                        </a:cubicBezTo>
                        <a:cubicBezTo>
                          <a:pt x="256" y="646"/>
                          <a:pt x="263" y="566"/>
                          <a:pt x="237" y="502"/>
                        </a:cubicBezTo>
                        <a:cubicBezTo>
                          <a:pt x="226" y="474"/>
                          <a:pt x="204" y="462"/>
                          <a:pt x="190" y="437"/>
                        </a:cubicBezTo>
                        <a:cubicBezTo>
                          <a:pt x="147" y="359"/>
                          <a:pt x="119" y="106"/>
                          <a:pt x="227" y="56"/>
                        </a:cubicBezTo>
                        <a:cubicBezTo>
                          <a:pt x="346" y="0"/>
                          <a:pt x="336" y="256"/>
                          <a:pt x="390" y="296"/>
                        </a:cubicBezTo>
                        <a:cubicBezTo>
                          <a:pt x="455" y="344"/>
                          <a:pt x="484" y="256"/>
                          <a:pt x="507" y="220"/>
                        </a:cubicBezTo>
                        <a:cubicBezTo>
                          <a:pt x="534" y="178"/>
                          <a:pt x="590" y="161"/>
                          <a:pt x="642" y="179"/>
                        </a:cubicBezTo>
                        <a:cubicBezTo>
                          <a:pt x="769" y="223"/>
                          <a:pt x="784" y="376"/>
                          <a:pt x="792" y="489"/>
                        </a:cubicBezTo>
                        <a:cubicBezTo>
                          <a:pt x="804" y="649"/>
                          <a:pt x="825" y="792"/>
                          <a:pt x="954" y="897"/>
                        </a:cubicBezTo>
                        <a:cubicBezTo>
                          <a:pt x="976" y="915"/>
                          <a:pt x="1018" y="925"/>
                          <a:pt x="1032" y="950"/>
                        </a:cubicBezTo>
                        <a:cubicBezTo>
                          <a:pt x="1050" y="982"/>
                          <a:pt x="1046" y="1048"/>
                          <a:pt x="1051" y="1086"/>
                        </a:cubicBezTo>
                        <a:cubicBezTo>
                          <a:pt x="1060" y="1168"/>
                          <a:pt x="1091" y="1231"/>
                          <a:pt x="1111" y="1312"/>
                        </a:cubicBezTo>
                        <a:cubicBezTo>
                          <a:pt x="1125" y="1367"/>
                          <a:pt x="1129" y="1423"/>
                          <a:pt x="1126" y="1481"/>
                        </a:cubicBezTo>
                        <a:cubicBezTo>
                          <a:pt x="1041" y="1476"/>
                          <a:pt x="952" y="1509"/>
                          <a:pt x="870" y="1517"/>
                        </a:cubicBezTo>
                        <a:cubicBezTo>
                          <a:pt x="789" y="1525"/>
                          <a:pt x="705" y="1503"/>
                          <a:pt x="624" y="1499"/>
                        </a:cubicBezTo>
                        <a:cubicBezTo>
                          <a:pt x="530" y="1496"/>
                          <a:pt x="437" y="1506"/>
                          <a:pt x="344" y="1505"/>
                        </a:cubicBezTo>
                        <a:cubicBezTo>
                          <a:pt x="316" y="1505"/>
                          <a:pt x="244" y="1518"/>
                          <a:pt x="222" y="1504"/>
                        </a:cubicBezTo>
                        <a:cubicBezTo>
                          <a:pt x="164" y="1467"/>
                          <a:pt x="229" y="1376"/>
                          <a:pt x="122" y="1395"/>
                        </a:cubicBezTo>
                        <a:cubicBezTo>
                          <a:pt x="130" y="1436"/>
                          <a:pt x="58" y="1476"/>
                          <a:pt x="22" y="1476"/>
                        </a:cubicBezTo>
                      </a:path>
                    </a:pathLst>
                  </a:custGeom>
                  <a:solidFill>
                    <a:srgbClr val="000000"/>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4" name="Freeform 276">
                    <a:extLst>
                      <a:ext uri="{FF2B5EF4-FFF2-40B4-BE49-F238E27FC236}">
                        <a16:creationId xmlns:a16="http://schemas.microsoft.com/office/drawing/2014/main" id="{5A5B83A0-8140-9BE2-608E-F2CC9A0642B7}"/>
                      </a:ext>
                    </a:extLst>
                  </p:cNvPr>
                  <p:cNvSpPr>
                    <a:spLocks/>
                  </p:cNvSpPr>
                  <p:nvPr/>
                </p:nvSpPr>
                <p:spPr bwMode="auto">
                  <a:xfrm>
                    <a:off x="-1741488" y="14217651"/>
                    <a:ext cx="4021138" cy="6184900"/>
                  </a:xfrm>
                  <a:custGeom>
                    <a:avLst/>
                    <a:gdLst/>
                    <a:ahLst/>
                    <a:cxnLst>
                      <a:cxn ang="0">
                        <a:pos x="49" y="197"/>
                      </a:cxn>
                      <a:cxn ang="0">
                        <a:pos x="5" y="390"/>
                      </a:cxn>
                      <a:cxn ang="0">
                        <a:pos x="15" y="591"/>
                      </a:cxn>
                      <a:cxn ang="0">
                        <a:pos x="40" y="1036"/>
                      </a:cxn>
                      <a:cxn ang="0">
                        <a:pos x="40" y="1450"/>
                      </a:cxn>
                      <a:cxn ang="0">
                        <a:pos x="93" y="1609"/>
                      </a:cxn>
                      <a:cxn ang="0">
                        <a:pos x="338" y="1617"/>
                      </a:cxn>
                      <a:cxn ang="0">
                        <a:pos x="522" y="1555"/>
                      </a:cxn>
                      <a:cxn ang="0">
                        <a:pos x="741" y="1503"/>
                      </a:cxn>
                      <a:cxn ang="0">
                        <a:pos x="917" y="1442"/>
                      </a:cxn>
                      <a:cxn ang="0">
                        <a:pos x="932" y="1343"/>
                      </a:cxn>
                      <a:cxn ang="0">
                        <a:pos x="972" y="1249"/>
                      </a:cxn>
                      <a:cxn ang="0">
                        <a:pos x="1014" y="820"/>
                      </a:cxn>
                      <a:cxn ang="0">
                        <a:pos x="1039" y="379"/>
                      </a:cxn>
                      <a:cxn ang="0">
                        <a:pos x="987" y="100"/>
                      </a:cxn>
                      <a:cxn ang="0">
                        <a:pos x="680" y="21"/>
                      </a:cxn>
                      <a:cxn ang="0">
                        <a:pos x="338" y="30"/>
                      </a:cxn>
                      <a:cxn ang="0">
                        <a:pos x="40" y="109"/>
                      </a:cxn>
                    </a:cxnLst>
                    <a:rect l="0" t="0" r="r" b="b"/>
                    <a:pathLst>
                      <a:path w="1072" h="1649">
                        <a:moveTo>
                          <a:pt x="49" y="197"/>
                        </a:moveTo>
                        <a:cubicBezTo>
                          <a:pt x="49" y="268"/>
                          <a:pt x="9" y="321"/>
                          <a:pt x="5" y="390"/>
                        </a:cubicBezTo>
                        <a:cubicBezTo>
                          <a:pt x="1" y="463"/>
                          <a:pt x="23" y="516"/>
                          <a:pt x="15" y="591"/>
                        </a:cubicBezTo>
                        <a:cubicBezTo>
                          <a:pt x="0" y="742"/>
                          <a:pt x="40" y="880"/>
                          <a:pt x="40" y="1036"/>
                        </a:cubicBezTo>
                        <a:cubicBezTo>
                          <a:pt x="40" y="1175"/>
                          <a:pt x="58" y="1322"/>
                          <a:pt x="40" y="1450"/>
                        </a:cubicBezTo>
                        <a:cubicBezTo>
                          <a:pt x="30" y="1526"/>
                          <a:pt x="4" y="1558"/>
                          <a:pt x="93" y="1609"/>
                        </a:cubicBezTo>
                        <a:cubicBezTo>
                          <a:pt x="163" y="1649"/>
                          <a:pt x="272" y="1628"/>
                          <a:pt x="338" y="1617"/>
                        </a:cubicBezTo>
                        <a:cubicBezTo>
                          <a:pt x="401" y="1607"/>
                          <a:pt x="459" y="1564"/>
                          <a:pt x="522" y="1555"/>
                        </a:cubicBezTo>
                        <a:cubicBezTo>
                          <a:pt x="611" y="1543"/>
                          <a:pt x="669" y="1531"/>
                          <a:pt x="741" y="1503"/>
                        </a:cubicBezTo>
                        <a:cubicBezTo>
                          <a:pt x="801" y="1480"/>
                          <a:pt x="887" y="1491"/>
                          <a:pt x="917" y="1442"/>
                        </a:cubicBezTo>
                        <a:cubicBezTo>
                          <a:pt x="926" y="1426"/>
                          <a:pt x="927" y="1364"/>
                          <a:pt x="932" y="1343"/>
                        </a:cubicBezTo>
                        <a:cubicBezTo>
                          <a:pt x="942" y="1309"/>
                          <a:pt x="962" y="1280"/>
                          <a:pt x="972" y="1249"/>
                        </a:cubicBezTo>
                        <a:cubicBezTo>
                          <a:pt x="1013" y="1120"/>
                          <a:pt x="986" y="953"/>
                          <a:pt x="1014" y="820"/>
                        </a:cubicBezTo>
                        <a:cubicBezTo>
                          <a:pt x="1044" y="674"/>
                          <a:pt x="1047" y="525"/>
                          <a:pt x="1039" y="379"/>
                        </a:cubicBezTo>
                        <a:cubicBezTo>
                          <a:pt x="1035" y="279"/>
                          <a:pt x="1072" y="163"/>
                          <a:pt x="987" y="100"/>
                        </a:cubicBezTo>
                        <a:cubicBezTo>
                          <a:pt x="918" y="49"/>
                          <a:pt x="767" y="37"/>
                          <a:pt x="680" y="21"/>
                        </a:cubicBezTo>
                        <a:cubicBezTo>
                          <a:pt x="564" y="0"/>
                          <a:pt x="454" y="26"/>
                          <a:pt x="338" y="30"/>
                        </a:cubicBezTo>
                        <a:cubicBezTo>
                          <a:pt x="253" y="34"/>
                          <a:pt x="102" y="49"/>
                          <a:pt x="40" y="109"/>
                        </a:cubicBezTo>
                      </a:path>
                    </a:pathLst>
                  </a:custGeom>
                  <a:solidFill>
                    <a:srgbClr val="3F3B3B"/>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5" name="Freeform 277">
                    <a:extLst>
                      <a:ext uri="{FF2B5EF4-FFF2-40B4-BE49-F238E27FC236}">
                        <a16:creationId xmlns:a16="http://schemas.microsoft.com/office/drawing/2014/main" id="{42E4B3E5-C55F-564C-A0B4-ADC41A8AA182}"/>
                      </a:ext>
                    </a:extLst>
                  </p:cNvPr>
                  <p:cNvSpPr>
                    <a:spLocks/>
                  </p:cNvSpPr>
                  <p:nvPr/>
                </p:nvSpPr>
                <p:spPr bwMode="auto">
                  <a:xfrm>
                    <a:off x="-1141413" y="14004926"/>
                    <a:ext cx="1987550" cy="806450"/>
                  </a:xfrm>
                  <a:custGeom>
                    <a:avLst/>
                    <a:gdLst/>
                    <a:ahLst/>
                    <a:cxnLst>
                      <a:cxn ang="0">
                        <a:pos x="35" y="132"/>
                      </a:cxn>
                      <a:cxn ang="0">
                        <a:pos x="251" y="195"/>
                      </a:cxn>
                      <a:cxn ang="0">
                        <a:pos x="252" y="168"/>
                      </a:cxn>
                      <a:cxn ang="0">
                        <a:pos x="345" y="208"/>
                      </a:cxn>
                      <a:cxn ang="0">
                        <a:pos x="462" y="196"/>
                      </a:cxn>
                      <a:cxn ang="0">
                        <a:pos x="526" y="132"/>
                      </a:cxn>
                      <a:cxn ang="0">
                        <a:pos x="440" y="60"/>
                      </a:cxn>
                      <a:cxn ang="0">
                        <a:pos x="221" y="9"/>
                      </a:cxn>
                      <a:cxn ang="0">
                        <a:pos x="0" y="108"/>
                      </a:cxn>
                    </a:cxnLst>
                    <a:rect l="0" t="0" r="r" b="b"/>
                    <a:pathLst>
                      <a:path w="530" h="215">
                        <a:moveTo>
                          <a:pt x="35" y="132"/>
                        </a:moveTo>
                        <a:cubicBezTo>
                          <a:pt x="56" y="196"/>
                          <a:pt x="194" y="198"/>
                          <a:pt x="251" y="195"/>
                        </a:cubicBezTo>
                        <a:cubicBezTo>
                          <a:pt x="250" y="187"/>
                          <a:pt x="253" y="176"/>
                          <a:pt x="252" y="168"/>
                        </a:cubicBezTo>
                        <a:cubicBezTo>
                          <a:pt x="306" y="141"/>
                          <a:pt x="309" y="199"/>
                          <a:pt x="345" y="208"/>
                        </a:cubicBezTo>
                        <a:cubicBezTo>
                          <a:pt x="371" y="215"/>
                          <a:pt x="434" y="201"/>
                          <a:pt x="462" y="196"/>
                        </a:cubicBezTo>
                        <a:cubicBezTo>
                          <a:pt x="500" y="189"/>
                          <a:pt x="530" y="182"/>
                          <a:pt x="526" y="132"/>
                        </a:cubicBezTo>
                        <a:cubicBezTo>
                          <a:pt x="522" y="79"/>
                          <a:pt x="479" y="76"/>
                          <a:pt x="440" y="60"/>
                        </a:cubicBezTo>
                        <a:cubicBezTo>
                          <a:pt x="364" y="31"/>
                          <a:pt x="304" y="16"/>
                          <a:pt x="221" y="9"/>
                        </a:cubicBezTo>
                        <a:cubicBezTo>
                          <a:pt x="115" y="0"/>
                          <a:pt x="78" y="59"/>
                          <a:pt x="0" y="108"/>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6" name="Freeform 278">
                    <a:extLst>
                      <a:ext uri="{FF2B5EF4-FFF2-40B4-BE49-F238E27FC236}">
                        <a16:creationId xmlns:a16="http://schemas.microsoft.com/office/drawing/2014/main" id="{7FFA4B6F-14EE-AD2B-0F37-699933479057}"/>
                      </a:ext>
                    </a:extLst>
                  </p:cNvPr>
                  <p:cNvSpPr>
                    <a:spLocks/>
                  </p:cNvSpPr>
                  <p:nvPr/>
                </p:nvSpPr>
                <p:spPr bwMode="auto">
                  <a:xfrm>
                    <a:off x="-1774825" y="8439151"/>
                    <a:ext cx="3055938" cy="6232525"/>
                  </a:xfrm>
                  <a:custGeom>
                    <a:avLst/>
                    <a:gdLst/>
                    <a:ahLst/>
                    <a:cxnLst>
                      <a:cxn ang="0">
                        <a:pos x="256" y="0"/>
                      </a:cxn>
                      <a:cxn ang="0">
                        <a:pos x="124" y="102"/>
                      </a:cxn>
                      <a:cxn ang="0">
                        <a:pos x="0" y="191"/>
                      </a:cxn>
                      <a:cxn ang="0">
                        <a:pos x="169" y="149"/>
                      </a:cxn>
                      <a:cxn ang="0">
                        <a:pos x="238" y="254"/>
                      </a:cxn>
                      <a:cxn ang="0">
                        <a:pos x="205" y="535"/>
                      </a:cxn>
                      <a:cxn ang="0">
                        <a:pos x="194" y="880"/>
                      </a:cxn>
                      <a:cxn ang="0">
                        <a:pos x="209" y="1027"/>
                      </a:cxn>
                      <a:cxn ang="0">
                        <a:pos x="213" y="1130"/>
                      </a:cxn>
                      <a:cxn ang="0">
                        <a:pos x="232" y="1246"/>
                      </a:cxn>
                      <a:cxn ang="0">
                        <a:pos x="178" y="1344"/>
                      </a:cxn>
                      <a:cxn ang="0">
                        <a:pos x="198" y="1395"/>
                      </a:cxn>
                      <a:cxn ang="0">
                        <a:pos x="198" y="1467"/>
                      </a:cxn>
                      <a:cxn ang="0">
                        <a:pos x="251" y="1638"/>
                      </a:cxn>
                      <a:cxn ang="0">
                        <a:pos x="338" y="1660"/>
                      </a:cxn>
                      <a:cxn ang="0">
                        <a:pos x="411" y="1585"/>
                      </a:cxn>
                      <a:cxn ang="0">
                        <a:pos x="434" y="1403"/>
                      </a:cxn>
                      <a:cxn ang="0">
                        <a:pos x="454" y="1613"/>
                      </a:cxn>
                      <a:cxn ang="0">
                        <a:pos x="514" y="1660"/>
                      </a:cxn>
                      <a:cxn ang="0">
                        <a:pos x="626" y="1655"/>
                      </a:cxn>
                      <a:cxn ang="0">
                        <a:pos x="615" y="1451"/>
                      </a:cxn>
                      <a:cxn ang="0">
                        <a:pos x="639" y="1083"/>
                      </a:cxn>
                      <a:cxn ang="0">
                        <a:pos x="623" y="546"/>
                      </a:cxn>
                      <a:cxn ang="0">
                        <a:pos x="630" y="346"/>
                      </a:cxn>
                      <a:cxn ang="0">
                        <a:pos x="600" y="215"/>
                      </a:cxn>
                      <a:cxn ang="0">
                        <a:pos x="654" y="176"/>
                      </a:cxn>
                      <a:cxn ang="0">
                        <a:pos x="705" y="202"/>
                      </a:cxn>
                      <a:cxn ang="0">
                        <a:pos x="760" y="225"/>
                      </a:cxn>
                      <a:cxn ang="0">
                        <a:pos x="813" y="265"/>
                      </a:cxn>
                      <a:cxn ang="0">
                        <a:pos x="779" y="202"/>
                      </a:cxn>
                      <a:cxn ang="0">
                        <a:pos x="746" y="129"/>
                      </a:cxn>
                      <a:cxn ang="0">
                        <a:pos x="607" y="23"/>
                      </a:cxn>
                      <a:cxn ang="0">
                        <a:pos x="576" y="191"/>
                      </a:cxn>
                      <a:cxn ang="0">
                        <a:pos x="483" y="316"/>
                      </a:cxn>
                      <a:cxn ang="0">
                        <a:pos x="427" y="480"/>
                      </a:cxn>
                      <a:cxn ang="0">
                        <a:pos x="393" y="654"/>
                      </a:cxn>
                      <a:cxn ang="0">
                        <a:pos x="381" y="479"/>
                      </a:cxn>
                      <a:cxn ang="0">
                        <a:pos x="350" y="331"/>
                      </a:cxn>
                      <a:cxn ang="0">
                        <a:pos x="272" y="187"/>
                      </a:cxn>
                      <a:cxn ang="0">
                        <a:pos x="182" y="78"/>
                      </a:cxn>
                    </a:cxnLst>
                    <a:rect l="0" t="0" r="r" b="b"/>
                    <a:pathLst>
                      <a:path w="815" h="1662">
                        <a:moveTo>
                          <a:pt x="256" y="0"/>
                        </a:moveTo>
                        <a:cubicBezTo>
                          <a:pt x="211" y="40"/>
                          <a:pt x="171" y="69"/>
                          <a:pt x="124" y="102"/>
                        </a:cubicBezTo>
                        <a:cubicBezTo>
                          <a:pt x="87" y="129"/>
                          <a:pt x="50" y="196"/>
                          <a:pt x="0" y="191"/>
                        </a:cubicBezTo>
                        <a:cubicBezTo>
                          <a:pt x="63" y="237"/>
                          <a:pt x="121" y="165"/>
                          <a:pt x="169" y="149"/>
                        </a:cubicBezTo>
                        <a:cubicBezTo>
                          <a:pt x="204" y="186"/>
                          <a:pt x="255" y="201"/>
                          <a:pt x="238" y="254"/>
                        </a:cubicBezTo>
                        <a:cubicBezTo>
                          <a:pt x="209" y="343"/>
                          <a:pt x="205" y="438"/>
                          <a:pt x="205" y="535"/>
                        </a:cubicBezTo>
                        <a:cubicBezTo>
                          <a:pt x="206" y="650"/>
                          <a:pt x="189" y="764"/>
                          <a:pt x="194" y="880"/>
                        </a:cubicBezTo>
                        <a:cubicBezTo>
                          <a:pt x="196" y="931"/>
                          <a:pt x="209" y="976"/>
                          <a:pt x="209" y="1027"/>
                        </a:cubicBezTo>
                        <a:cubicBezTo>
                          <a:pt x="209" y="1062"/>
                          <a:pt x="209" y="1096"/>
                          <a:pt x="213" y="1130"/>
                        </a:cubicBezTo>
                        <a:cubicBezTo>
                          <a:pt x="217" y="1168"/>
                          <a:pt x="234" y="1209"/>
                          <a:pt x="232" y="1246"/>
                        </a:cubicBezTo>
                        <a:cubicBezTo>
                          <a:pt x="212" y="1257"/>
                          <a:pt x="178" y="1320"/>
                          <a:pt x="178" y="1344"/>
                        </a:cubicBezTo>
                        <a:cubicBezTo>
                          <a:pt x="178" y="1362"/>
                          <a:pt x="194" y="1378"/>
                          <a:pt x="198" y="1395"/>
                        </a:cubicBezTo>
                        <a:cubicBezTo>
                          <a:pt x="203" y="1417"/>
                          <a:pt x="196" y="1444"/>
                          <a:pt x="198" y="1467"/>
                        </a:cubicBezTo>
                        <a:cubicBezTo>
                          <a:pt x="200" y="1524"/>
                          <a:pt x="198" y="1610"/>
                          <a:pt x="251" y="1638"/>
                        </a:cubicBezTo>
                        <a:cubicBezTo>
                          <a:pt x="278" y="1652"/>
                          <a:pt x="306" y="1660"/>
                          <a:pt x="338" y="1660"/>
                        </a:cubicBezTo>
                        <a:cubicBezTo>
                          <a:pt x="391" y="1660"/>
                          <a:pt x="400" y="1638"/>
                          <a:pt x="411" y="1585"/>
                        </a:cubicBezTo>
                        <a:cubicBezTo>
                          <a:pt x="423" y="1528"/>
                          <a:pt x="392" y="1448"/>
                          <a:pt x="434" y="1403"/>
                        </a:cubicBezTo>
                        <a:cubicBezTo>
                          <a:pt x="458" y="1464"/>
                          <a:pt x="436" y="1549"/>
                          <a:pt x="454" y="1613"/>
                        </a:cubicBezTo>
                        <a:cubicBezTo>
                          <a:pt x="467" y="1658"/>
                          <a:pt x="471" y="1662"/>
                          <a:pt x="514" y="1660"/>
                        </a:cubicBezTo>
                        <a:cubicBezTo>
                          <a:pt x="550" y="1658"/>
                          <a:pt x="590" y="1654"/>
                          <a:pt x="626" y="1655"/>
                        </a:cubicBezTo>
                        <a:cubicBezTo>
                          <a:pt x="633" y="1591"/>
                          <a:pt x="612" y="1518"/>
                          <a:pt x="615" y="1451"/>
                        </a:cubicBezTo>
                        <a:cubicBezTo>
                          <a:pt x="621" y="1327"/>
                          <a:pt x="650" y="1208"/>
                          <a:pt x="639" y="1083"/>
                        </a:cubicBezTo>
                        <a:cubicBezTo>
                          <a:pt x="623" y="910"/>
                          <a:pt x="596" y="718"/>
                          <a:pt x="623" y="546"/>
                        </a:cubicBezTo>
                        <a:cubicBezTo>
                          <a:pt x="680" y="550"/>
                          <a:pt x="641" y="384"/>
                          <a:pt x="630" y="346"/>
                        </a:cubicBezTo>
                        <a:cubicBezTo>
                          <a:pt x="618" y="305"/>
                          <a:pt x="571" y="247"/>
                          <a:pt x="600" y="215"/>
                        </a:cubicBezTo>
                        <a:cubicBezTo>
                          <a:pt x="608" y="206"/>
                          <a:pt x="646" y="179"/>
                          <a:pt x="654" y="176"/>
                        </a:cubicBezTo>
                        <a:cubicBezTo>
                          <a:pt x="695" y="163"/>
                          <a:pt x="682" y="184"/>
                          <a:pt x="705" y="202"/>
                        </a:cubicBezTo>
                        <a:cubicBezTo>
                          <a:pt x="723" y="216"/>
                          <a:pt x="741" y="215"/>
                          <a:pt x="760" y="225"/>
                        </a:cubicBezTo>
                        <a:cubicBezTo>
                          <a:pt x="779" y="235"/>
                          <a:pt x="792" y="256"/>
                          <a:pt x="813" y="265"/>
                        </a:cubicBezTo>
                        <a:cubicBezTo>
                          <a:pt x="815" y="238"/>
                          <a:pt x="791" y="223"/>
                          <a:pt x="779" y="202"/>
                        </a:cubicBezTo>
                        <a:cubicBezTo>
                          <a:pt x="767" y="180"/>
                          <a:pt x="764" y="150"/>
                          <a:pt x="746" y="129"/>
                        </a:cubicBezTo>
                        <a:cubicBezTo>
                          <a:pt x="708" y="85"/>
                          <a:pt x="641" y="69"/>
                          <a:pt x="607" y="23"/>
                        </a:cubicBezTo>
                        <a:cubicBezTo>
                          <a:pt x="592" y="80"/>
                          <a:pt x="607" y="139"/>
                          <a:pt x="576" y="191"/>
                        </a:cubicBezTo>
                        <a:cubicBezTo>
                          <a:pt x="548" y="236"/>
                          <a:pt x="505" y="268"/>
                          <a:pt x="483" y="316"/>
                        </a:cubicBezTo>
                        <a:cubicBezTo>
                          <a:pt x="459" y="368"/>
                          <a:pt x="446" y="424"/>
                          <a:pt x="427" y="480"/>
                        </a:cubicBezTo>
                        <a:cubicBezTo>
                          <a:pt x="411" y="527"/>
                          <a:pt x="428" y="620"/>
                          <a:pt x="393" y="654"/>
                        </a:cubicBezTo>
                        <a:cubicBezTo>
                          <a:pt x="376" y="608"/>
                          <a:pt x="381" y="529"/>
                          <a:pt x="381" y="479"/>
                        </a:cubicBezTo>
                        <a:cubicBezTo>
                          <a:pt x="380" y="421"/>
                          <a:pt x="381" y="374"/>
                          <a:pt x="350" y="331"/>
                        </a:cubicBezTo>
                        <a:cubicBezTo>
                          <a:pt x="317" y="282"/>
                          <a:pt x="287" y="242"/>
                          <a:pt x="272" y="187"/>
                        </a:cubicBezTo>
                        <a:cubicBezTo>
                          <a:pt x="262" y="153"/>
                          <a:pt x="229" y="68"/>
                          <a:pt x="182" y="78"/>
                        </a:cubicBezTo>
                      </a:path>
                    </a:pathLst>
                  </a:custGeom>
                  <a:solidFill>
                    <a:srgbClr val="F8F8F8"/>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7" name="Freeform 279">
                    <a:extLst>
                      <a:ext uri="{FF2B5EF4-FFF2-40B4-BE49-F238E27FC236}">
                        <a16:creationId xmlns:a16="http://schemas.microsoft.com/office/drawing/2014/main" id="{2468D854-21AB-5097-3791-8EFF9A03FBD8}"/>
                      </a:ext>
                    </a:extLst>
                  </p:cNvPr>
                  <p:cNvSpPr>
                    <a:spLocks/>
                  </p:cNvSpPr>
                  <p:nvPr/>
                </p:nvSpPr>
                <p:spPr bwMode="auto">
                  <a:xfrm>
                    <a:off x="-2914650" y="13449301"/>
                    <a:ext cx="1031875" cy="720725"/>
                  </a:xfrm>
                  <a:custGeom>
                    <a:avLst/>
                    <a:gdLst/>
                    <a:ahLst/>
                    <a:cxnLst>
                      <a:cxn ang="0">
                        <a:pos x="135" y="191"/>
                      </a:cxn>
                      <a:cxn ang="0">
                        <a:pos x="188" y="4"/>
                      </a:cxn>
                      <a:cxn ang="0">
                        <a:pos x="234" y="116"/>
                      </a:cxn>
                      <a:cxn ang="0">
                        <a:pos x="129" y="191"/>
                      </a:cxn>
                    </a:cxnLst>
                    <a:rect l="0" t="0" r="r" b="b"/>
                    <a:pathLst>
                      <a:path w="275" h="192">
                        <a:moveTo>
                          <a:pt x="135" y="191"/>
                        </a:moveTo>
                        <a:cubicBezTo>
                          <a:pt x="0" y="192"/>
                          <a:pt x="88" y="10"/>
                          <a:pt x="188" y="4"/>
                        </a:cubicBezTo>
                        <a:cubicBezTo>
                          <a:pt x="259" y="0"/>
                          <a:pt x="275" y="74"/>
                          <a:pt x="234" y="116"/>
                        </a:cubicBezTo>
                        <a:cubicBezTo>
                          <a:pt x="207" y="143"/>
                          <a:pt x="162" y="165"/>
                          <a:pt x="129" y="191"/>
                        </a:cubicBezTo>
                      </a:path>
                    </a:pathLst>
                  </a:custGeom>
                  <a:solidFill>
                    <a:srgbClr val="000000"/>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8" name="Freeform 280">
                    <a:extLst>
                      <a:ext uri="{FF2B5EF4-FFF2-40B4-BE49-F238E27FC236}">
                        <a16:creationId xmlns:a16="http://schemas.microsoft.com/office/drawing/2014/main" id="{737AF60F-3649-CD78-9DFE-70505AEF83E8}"/>
                      </a:ext>
                    </a:extLst>
                  </p:cNvPr>
                  <p:cNvSpPr>
                    <a:spLocks/>
                  </p:cNvSpPr>
                  <p:nvPr/>
                </p:nvSpPr>
                <p:spPr bwMode="auto">
                  <a:xfrm>
                    <a:off x="400050" y="14341476"/>
                    <a:ext cx="1808163" cy="1276350"/>
                  </a:xfrm>
                  <a:custGeom>
                    <a:avLst/>
                    <a:gdLst/>
                    <a:ahLst/>
                    <a:cxnLst>
                      <a:cxn ang="0">
                        <a:pos x="460" y="287"/>
                      </a:cxn>
                      <a:cxn ang="0">
                        <a:pos x="232" y="257"/>
                      </a:cxn>
                      <a:cxn ang="0">
                        <a:pos x="11" y="327"/>
                      </a:cxn>
                      <a:cxn ang="0">
                        <a:pos x="15" y="236"/>
                      </a:cxn>
                      <a:cxn ang="0">
                        <a:pos x="0" y="235"/>
                      </a:cxn>
                      <a:cxn ang="0">
                        <a:pos x="482" y="228"/>
                      </a:cxn>
                      <a:cxn ang="0">
                        <a:pos x="466" y="235"/>
                      </a:cxn>
                    </a:cxnLst>
                    <a:rect l="0" t="0" r="r" b="b"/>
                    <a:pathLst>
                      <a:path w="482" h="340">
                        <a:moveTo>
                          <a:pt x="460" y="287"/>
                        </a:moveTo>
                        <a:cubicBezTo>
                          <a:pt x="386" y="340"/>
                          <a:pt x="304" y="274"/>
                          <a:pt x="232" y="257"/>
                        </a:cubicBezTo>
                        <a:cubicBezTo>
                          <a:pt x="132" y="232"/>
                          <a:pt x="95" y="302"/>
                          <a:pt x="11" y="327"/>
                        </a:cubicBezTo>
                        <a:cubicBezTo>
                          <a:pt x="11" y="297"/>
                          <a:pt x="20" y="267"/>
                          <a:pt x="15" y="236"/>
                        </a:cubicBezTo>
                        <a:cubicBezTo>
                          <a:pt x="11" y="235"/>
                          <a:pt x="4" y="236"/>
                          <a:pt x="0" y="235"/>
                        </a:cubicBezTo>
                        <a:cubicBezTo>
                          <a:pt x="109" y="206"/>
                          <a:pt x="473" y="0"/>
                          <a:pt x="482" y="228"/>
                        </a:cubicBezTo>
                        <a:cubicBezTo>
                          <a:pt x="476" y="229"/>
                          <a:pt x="472" y="232"/>
                          <a:pt x="466" y="235"/>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19" name="Freeform 281">
                    <a:extLst>
                      <a:ext uri="{FF2B5EF4-FFF2-40B4-BE49-F238E27FC236}">
                        <a16:creationId xmlns:a16="http://schemas.microsoft.com/office/drawing/2014/main" id="{3585D413-E303-3C8C-AEDA-F959B865A7CB}"/>
                      </a:ext>
                    </a:extLst>
                  </p:cNvPr>
                  <p:cNvSpPr>
                    <a:spLocks/>
                  </p:cNvSpPr>
                  <p:nvPr/>
                </p:nvSpPr>
                <p:spPr bwMode="auto">
                  <a:xfrm>
                    <a:off x="-1665288" y="14825663"/>
                    <a:ext cx="1098550" cy="919163"/>
                  </a:xfrm>
                  <a:custGeom>
                    <a:avLst/>
                    <a:gdLst/>
                    <a:ahLst/>
                    <a:cxnLst>
                      <a:cxn ang="0">
                        <a:pos x="0" y="59"/>
                      </a:cxn>
                      <a:cxn ang="0">
                        <a:pos x="98" y="182"/>
                      </a:cxn>
                      <a:cxn ang="0">
                        <a:pos x="293" y="240"/>
                      </a:cxn>
                      <a:cxn ang="0">
                        <a:pos x="227" y="19"/>
                      </a:cxn>
                      <a:cxn ang="0">
                        <a:pos x="75" y="6"/>
                      </a:cxn>
                      <a:cxn ang="0">
                        <a:pos x="0" y="76"/>
                      </a:cxn>
                    </a:cxnLst>
                    <a:rect l="0" t="0" r="r" b="b"/>
                    <a:pathLst>
                      <a:path w="293" h="245">
                        <a:moveTo>
                          <a:pt x="0" y="59"/>
                        </a:moveTo>
                        <a:cubicBezTo>
                          <a:pt x="40" y="113"/>
                          <a:pt x="22" y="156"/>
                          <a:pt x="98" y="182"/>
                        </a:cubicBezTo>
                        <a:cubicBezTo>
                          <a:pt x="149" y="199"/>
                          <a:pt x="239" y="245"/>
                          <a:pt x="293" y="240"/>
                        </a:cubicBezTo>
                        <a:cubicBezTo>
                          <a:pt x="214" y="196"/>
                          <a:pt x="232" y="106"/>
                          <a:pt x="227" y="19"/>
                        </a:cubicBezTo>
                        <a:cubicBezTo>
                          <a:pt x="177" y="14"/>
                          <a:pt x="128" y="0"/>
                          <a:pt x="75" y="6"/>
                        </a:cubicBezTo>
                        <a:cubicBezTo>
                          <a:pt x="11" y="14"/>
                          <a:pt x="36" y="33"/>
                          <a:pt x="0" y="76"/>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0" name="Freeform 282">
                    <a:extLst>
                      <a:ext uri="{FF2B5EF4-FFF2-40B4-BE49-F238E27FC236}">
                        <a16:creationId xmlns:a16="http://schemas.microsoft.com/office/drawing/2014/main" id="{DAB46695-8923-6517-F853-B1DC350C4997}"/>
                      </a:ext>
                    </a:extLst>
                  </p:cNvPr>
                  <p:cNvSpPr>
                    <a:spLocks/>
                  </p:cNvSpPr>
                  <p:nvPr/>
                </p:nvSpPr>
                <p:spPr bwMode="auto">
                  <a:xfrm>
                    <a:off x="-739775" y="15628938"/>
                    <a:ext cx="2692400" cy="2411413"/>
                  </a:xfrm>
                  <a:custGeom>
                    <a:avLst/>
                    <a:gdLst/>
                    <a:ahLst/>
                    <a:cxnLst>
                      <a:cxn ang="0">
                        <a:pos x="653" y="225"/>
                      </a:cxn>
                      <a:cxn ang="0">
                        <a:pos x="513" y="353"/>
                      </a:cxn>
                      <a:cxn ang="0">
                        <a:pos x="361" y="480"/>
                      </a:cxn>
                      <a:cxn ang="0">
                        <a:pos x="0" y="621"/>
                      </a:cxn>
                      <a:cxn ang="0">
                        <a:pos x="435" y="305"/>
                      </a:cxn>
                      <a:cxn ang="0">
                        <a:pos x="573" y="104"/>
                      </a:cxn>
                      <a:cxn ang="0">
                        <a:pos x="675" y="21"/>
                      </a:cxn>
                      <a:cxn ang="0">
                        <a:pos x="682" y="153"/>
                      </a:cxn>
                      <a:cxn ang="0">
                        <a:pos x="589" y="283"/>
                      </a:cxn>
                    </a:cxnLst>
                    <a:rect l="0" t="0" r="r" b="b"/>
                    <a:pathLst>
                      <a:path w="718" h="643">
                        <a:moveTo>
                          <a:pt x="653" y="225"/>
                        </a:moveTo>
                        <a:cubicBezTo>
                          <a:pt x="637" y="279"/>
                          <a:pt x="556" y="321"/>
                          <a:pt x="513" y="353"/>
                        </a:cubicBezTo>
                        <a:cubicBezTo>
                          <a:pt x="459" y="393"/>
                          <a:pt x="411" y="438"/>
                          <a:pt x="361" y="480"/>
                        </a:cubicBezTo>
                        <a:cubicBezTo>
                          <a:pt x="264" y="561"/>
                          <a:pt x="132" y="643"/>
                          <a:pt x="0" y="621"/>
                        </a:cubicBezTo>
                        <a:cubicBezTo>
                          <a:pt x="150" y="549"/>
                          <a:pt x="337" y="442"/>
                          <a:pt x="435" y="305"/>
                        </a:cubicBezTo>
                        <a:cubicBezTo>
                          <a:pt x="483" y="238"/>
                          <a:pt x="524" y="167"/>
                          <a:pt x="573" y="104"/>
                        </a:cubicBezTo>
                        <a:cubicBezTo>
                          <a:pt x="593" y="77"/>
                          <a:pt x="630" y="0"/>
                          <a:pt x="675" y="21"/>
                        </a:cubicBezTo>
                        <a:cubicBezTo>
                          <a:pt x="718" y="41"/>
                          <a:pt x="695" y="127"/>
                          <a:pt x="682" y="153"/>
                        </a:cubicBezTo>
                        <a:cubicBezTo>
                          <a:pt x="663" y="191"/>
                          <a:pt x="626" y="263"/>
                          <a:pt x="589" y="283"/>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1" name="Freeform 283">
                    <a:extLst>
                      <a:ext uri="{FF2B5EF4-FFF2-40B4-BE49-F238E27FC236}">
                        <a16:creationId xmlns:a16="http://schemas.microsoft.com/office/drawing/2014/main" id="{349B841B-FD7B-D424-E866-35633DE8FEB9}"/>
                      </a:ext>
                    </a:extLst>
                  </p:cNvPr>
                  <p:cNvSpPr>
                    <a:spLocks/>
                  </p:cNvSpPr>
                  <p:nvPr/>
                </p:nvSpPr>
                <p:spPr bwMode="auto">
                  <a:xfrm>
                    <a:off x="-477838" y="16422688"/>
                    <a:ext cx="2482850" cy="3222625"/>
                  </a:xfrm>
                  <a:custGeom>
                    <a:avLst/>
                    <a:gdLst/>
                    <a:ahLst/>
                    <a:cxnLst>
                      <a:cxn ang="0">
                        <a:pos x="554" y="112"/>
                      </a:cxn>
                      <a:cxn ang="0">
                        <a:pos x="436" y="323"/>
                      </a:cxn>
                      <a:cxn ang="0">
                        <a:pos x="315" y="511"/>
                      </a:cxn>
                      <a:cxn ang="0">
                        <a:pos x="0" y="859"/>
                      </a:cxn>
                      <a:cxn ang="0">
                        <a:pos x="223" y="732"/>
                      </a:cxn>
                      <a:cxn ang="0">
                        <a:pos x="459" y="529"/>
                      </a:cxn>
                      <a:cxn ang="0">
                        <a:pos x="344" y="782"/>
                      </a:cxn>
                      <a:cxn ang="0">
                        <a:pos x="548" y="387"/>
                      </a:cxn>
                      <a:cxn ang="0">
                        <a:pos x="596" y="169"/>
                      </a:cxn>
                      <a:cxn ang="0">
                        <a:pos x="652" y="8"/>
                      </a:cxn>
                      <a:cxn ang="0">
                        <a:pos x="542" y="137"/>
                      </a:cxn>
                      <a:cxn ang="0">
                        <a:pos x="449" y="258"/>
                      </a:cxn>
                    </a:cxnLst>
                    <a:rect l="0" t="0" r="r" b="b"/>
                    <a:pathLst>
                      <a:path w="662" h="859">
                        <a:moveTo>
                          <a:pt x="554" y="112"/>
                        </a:moveTo>
                        <a:cubicBezTo>
                          <a:pt x="559" y="166"/>
                          <a:pt x="462" y="270"/>
                          <a:pt x="436" y="323"/>
                        </a:cubicBezTo>
                        <a:cubicBezTo>
                          <a:pt x="401" y="390"/>
                          <a:pt x="359" y="448"/>
                          <a:pt x="315" y="511"/>
                        </a:cubicBezTo>
                        <a:cubicBezTo>
                          <a:pt x="222" y="646"/>
                          <a:pt x="129" y="762"/>
                          <a:pt x="0" y="859"/>
                        </a:cubicBezTo>
                        <a:cubicBezTo>
                          <a:pt x="79" y="822"/>
                          <a:pt x="156" y="788"/>
                          <a:pt x="223" y="732"/>
                        </a:cubicBezTo>
                        <a:cubicBezTo>
                          <a:pt x="301" y="667"/>
                          <a:pt x="376" y="588"/>
                          <a:pt x="459" y="529"/>
                        </a:cubicBezTo>
                        <a:cubicBezTo>
                          <a:pt x="464" y="635"/>
                          <a:pt x="411" y="705"/>
                          <a:pt x="344" y="782"/>
                        </a:cubicBezTo>
                        <a:cubicBezTo>
                          <a:pt x="477" y="691"/>
                          <a:pt x="524" y="541"/>
                          <a:pt x="548" y="387"/>
                        </a:cubicBezTo>
                        <a:cubicBezTo>
                          <a:pt x="561" y="307"/>
                          <a:pt x="569" y="239"/>
                          <a:pt x="596" y="169"/>
                        </a:cubicBezTo>
                        <a:cubicBezTo>
                          <a:pt x="616" y="117"/>
                          <a:pt x="662" y="68"/>
                          <a:pt x="652" y="8"/>
                        </a:cubicBezTo>
                        <a:cubicBezTo>
                          <a:pt x="607" y="0"/>
                          <a:pt x="572" y="106"/>
                          <a:pt x="542" y="137"/>
                        </a:cubicBezTo>
                        <a:cubicBezTo>
                          <a:pt x="507" y="173"/>
                          <a:pt x="454" y="204"/>
                          <a:pt x="449" y="258"/>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2" name="Freeform 284">
                    <a:extLst>
                      <a:ext uri="{FF2B5EF4-FFF2-40B4-BE49-F238E27FC236}">
                        <a16:creationId xmlns:a16="http://schemas.microsoft.com/office/drawing/2014/main" id="{79E8012E-2C38-F7AF-319C-A05451D2764B}"/>
                      </a:ext>
                    </a:extLst>
                  </p:cNvPr>
                  <p:cNvSpPr>
                    <a:spLocks/>
                  </p:cNvSpPr>
                  <p:nvPr/>
                </p:nvSpPr>
                <p:spPr bwMode="auto">
                  <a:xfrm>
                    <a:off x="1765300" y="14338301"/>
                    <a:ext cx="817563" cy="2287588"/>
                  </a:xfrm>
                  <a:custGeom>
                    <a:avLst/>
                    <a:gdLst/>
                    <a:ahLst/>
                    <a:cxnLst>
                      <a:cxn ang="0">
                        <a:pos x="99" y="1"/>
                      </a:cxn>
                      <a:cxn ang="0">
                        <a:pos x="61" y="160"/>
                      </a:cxn>
                      <a:cxn ang="0">
                        <a:pos x="40" y="273"/>
                      </a:cxn>
                      <a:cxn ang="0">
                        <a:pos x="23" y="348"/>
                      </a:cxn>
                      <a:cxn ang="0">
                        <a:pos x="7" y="447"/>
                      </a:cxn>
                      <a:cxn ang="0">
                        <a:pos x="79" y="361"/>
                      </a:cxn>
                      <a:cxn ang="0">
                        <a:pos x="56" y="501"/>
                      </a:cxn>
                      <a:cxn ang="0">
                        <a:pos x="48" y="556"/>
                      </a:cxn>
                      <a:cxn ang="0">
                        <a:pos x="58" y="610"/>
                      </a:cxn>
                      <a:cxn ang="0">
                        <a:pos x="109" y="467"/>
                      </a:cxn>
                      <a:cxn ang="0">
                        <a:pos x="109" y="594"/>
                      </a:cxn>
                      <a:cxn ang="0">
                        <a:pos x="147" y="493"/>
                      </a:cxn>
                      <a:cxn ang="0">
                        <a:pos x="155" y="570"/>
                      </a:cxn>
                      <a:cxn ang="0">
                        <a:pos x="211" y="327"/>
                      </a:cxn>
                      <a:cxn ang="0">
                        <a:pos x="206" y="178"/>
                      </a:cxn>
                      <a:cxn ang="0">
                        <a:pos x="208" y="124"/>
                      </a:cxn>
                      <a:cxn ang="0">
                        <a:pos x="201" y="89"/>
                      </a:cxn>
                      <a:cxn ang="0">
                        <a:pos x="191" y="35"/>
                      </a:cxn>
                      <a:cxn ang="0">
                        <a:pos x="100" y="1"/>
                      </a:cxn>
                    </a:cxnLst>
                    <a:rect l="0" t="0" r="r" b="b"/>
                    <a:pathLst>
                      <a:path w="218" h="610">
                        <a:moveTo>
                          <a:pt x="99" y="1"/>
                        </a:moveTo>
                        <a:cubicBezTo>
                          <a:pt x="91" y="55"/>
                          <a:pt x="75" y="107"/>
                          <a:pt x="61" y="160"/>
                        </a:cubicBezTo>
                        <a:cubicBezTo>
                          <a:pt x="51" y="197"/>
                          <a:pt x="46" y="235"/>
                          <a:pt x="40" y="273"/>
                        </a:cubicBezTo>
                        <a:cubicBezTo>
                          <a:pt x="36" y="298"/>
                          <a:pt x="27" y="323"/>
                          <a:pt x="23" y="348"/>
                        </a:cubicBezTo>
                        <a:cubicBezTo>
                          <a:pt x="21" y="356"/>
                          <a:pt x="0" y="440"/>
                          <a:pt x="7" y="447"/>
                        </a:cubicBezTo>
                        <a:cubicBezTo>
                          <a:pt x="37" y="449"/>
                          <a:pt x="71" y="360"/>
                          <a:pt x="79" y="361"/>
                        </a:cubicBezTo>
                        <a:cubicBezTo>
                          <a:pt x="83" y="379"/>
                          <a:pt x="59" y="484"/>
                          <a:pt x="56" y="501"/>
                        </a:cubicBezTo>
                        <a:cubicBezTo>
                          <a:pt x="53" y="519"/>
                          <a:pt x="50" y="538"/>
                          <a:pt x="48" y="556"/>
                        </a:cubicBezTo>
                        <a:cubicBezTo>
                          <a:pt x="46" y="571"/>
                          <a:pt x="36" y="609"/>
                          <a:pt x="58" y="610"/>
                        </a:cubicBezTo>
                        <a:cubicBezTo>
                          <a:pt x="69" y="610"/>
                          <a:pt x="101" y="480"/>
                          <a:pt x="109" y="467"/>
                        </a:cubicBezTo>
                        <a:cubicBezTo>
                          <a:pt x="115" y="476"/>
                          <a:pt x="96" y="592"/>
                          <a:pt x="109" y="594"/>
                        </a:cubicBezTo>
                        <a:cubicBezTo>
                          <a:pt x="130" y="596"/>
                          <a:pt x="143" y="502"/>
                          <a:pt x="147" y="493"/>
                        </a:cubicBezTo>
                        <a:cubicBezTo>
                          <a:pt x="147" y="495"/>
                          <a:pt x="141" y="559"/>
                          <a:pt x="155" y="570"/>
                        </a:cubicBezTo>
                        <a:cubicBezTo>
                          <a:pt x="172" y="569"/>
                          <a:pt x="218" y="396"/>
                          <a:pt x="211" y="327"/>
                        </a:cubicBezTo>
                        <a:cubicBezTo>
                          <a:pt x="205" y="276"/>
                          <a:pt x="204" y="228"/>
                          <a:pt x="206" y="178"/>
                        </a:cubicBezTo>
                        <a:cubicBezTo>
                          <a:pt x="207" y="161"/>
                          <a:pt x="209" y="142"/>
                          <a:pt x="208" y="124"/>
                        </a:cubicBezTo>
                        <a:cubicBezTo>
                          <a:pt x="207" y="112"/>
                          <a:pt x="202" y="101"/>
                          <a:pt x="201" y="89"/>
                        </a:cubicBezTo>
                        <a:cubicBezTo>
                          <a:pt x="199" y="74"/>
                          <a:pt x="200" y="49"/>
                          <a:pt x="191" y="35"/>
                        </a:cubicBezTo>
                        <a:cubicBezTo>
                          <a:pt x="173" y="9"/>
                          <a:pt x="130" y="0"/>
                          <a:pt x="100" y="1"/>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3" name="Freeform 285">
                    <a:extLst>
                      <a:ext uri="{FF2B5EF4-FFF2-40B4-BE49-F238E27FC236}">
                        <a16:creationId xmlns:a16="http://schemas.microsoft.com/office/drawing/2014/main" id="{24AFD5ED-588D-4CCF-F9D2-3BA7A0A87113}"/>
                      </a:ext>
                    </a:extLst>
                  </p:cNvPr>
                  <p:cNvSpPr>
                    <a:spLocks/>
                  </p:cNvSpPr>
                  <p:nvPr/>
                </p:nvSpPr>
                <p:spPr bwMode="auto">
                  <a:xfrm>
                    <a:off x="-863600" y="6575426"/>
                    <a:ext cx="1585913" cy="2251075"/>
                  </a:xfrm>
                  <a:custGeom>
                    <a:avLst/>
                    <a:gdLst/>
                    <a:ahLst/>
                    <a:cxnLst>
                      <a:cxn ang="0">
                        <a:pos x="6" y="213"/>
                      </a:cxn>
                      <a:cxn ang="0">
                        <a:pos x="35" y="379"/>
                      </a:cxn>
                      <a:cxn ang="0">
                        <a:pos x="76" y="526"/>
                      </a:cxn>
                      <a:cxn ang="0">
                        <a:pos x="199" y="599"/>
                      </a:cxn>
                      <a:cxn ang="0">
                        <a:pos x="330" y="527"/>
                      </a:cxn>
                      <a:cxn ang="0">
                        <a:pos x="374" y="392"/>
                      </a:cxn>
                      <a:cxn ang="0">
                        <a:pos x="329" y="70"/>
                      </a:cxn>
                      <a:cxn ang="0">
                        <a:pos x="158" y="0"/>
                      </a:cxn>
                      <a:cxn ang="0">
                        <a:pos x="0" y="85"/>
                      </a:cxn>
                    </a:cxnLst>
                    <a:rect l="0" t="0" r="r" b="b"/>
                    <a:pathLst>
                      <a:path w="423" h="600">
                        <a:moveTo>
                          <a:pt x="6" y="213"/>
                        </a:moveTo>
                        <a:cubicBezTo>
                          <a:pt x="0" y="277"/>
                          <a:pt x="15" y="323"/>
                          <a:pt x="35" y="379"/>
                        </a:cubicBezTo>
                        <a:cubicBezTo>
                          <a:pt x="53" y="428"/>
                          <a:pt x="42" y="480"/>
                          <a:pt x="76" y="526"/>
                        </a:cubicBezTo>
                        <a:cubicBezTo>
                          <a:pt x="102" y="561"/>
                          <a:pt x="152" y="597"/>
                          <a:pt x="199" y="599"/>
                        </a:cubicBezTo>
                        <a:cubicBezTo>
                          <a:pt x="244" y="600"/>
                          <a:pt x="305" y="565"/>
                          <a:pt x="330" y="527"/>
                        </a:cubicBezTo>
                        <a:cubicBezTo>
                          <a:pt x="356" y="487"/>
                          <a:pt x="352" y="434"/>
                          <a:pt x="374" y="392"/>
                        </a:cubicBezTo>
                        <a:cubicBezTo>
                          <a:pt x="423" y="295"/>
                          <a:pt x="402" y="146"/>
                          <a:pt x="329" y="70"/>
                        </a:cubicBezTo>
                        <a:cubicBezTo>
                          <a:pt x="281" y="20"/>
                          <a:pt x="227" y="0"/>
                          <a:pt x="158" y="0"/>
                        </a:cubicBezTo>
                        <a:cubicBezTo>
                          <a:pt x="115" y="0"/>
                          <a:pt x="3" y="73"/>
                          <a:pt x="0" y="85"/>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4" name="Freeform 286">
                    <a:extLst>
                      <a:ext uri="{FF2B5EF4-FFF2-40B4-BE49-F238E27FC236}">
                        <a16:creationId xmlns:a16="http://schemas.microsoft.com/office/drawing/2014/main" id="{382C9C45-2A76-AC58-9ED9-2F7F3848BE4F}"/>
                      </a:ext>
                    </a:extLst>
                  </p:cNvPr>
                  <p:cNvSpPr>
                    <a:spLocks/>
                  </p:cNvSpPr>
                  <p:nvPr/>
                </p:nvSpPr>
                <p:spPr bwMode="auto">
                  <a:xfrm>
                    <a:off x="-971550" y="5983288"/>
                    <a:ext cx="1795463" cy="2549525"/>
                  </a:xfrm>
                  <a:custGeom>
                    <a:avLst/>
                    <a:gdLst/>
                    <a:ahLst/>
                    <a:cxnLst>
                      <a:cxn ang="0">
                        <a:pos x="7" y="242"/>
                      </a:cxn>
                      <a:cxn ang="0">
                        <a:pos x="39" y="429"/>
                      </a:cxn>
                      <a:cxn ang="0">
                        <a:pos x="86" y="596"/>
                      </a:cxn>
                      <a:cxn ang="0">
                        <a:pos x="225" y="678"/>
                      </a:cxn>
                      <a:cxn ang="0">
                        <a:pos x="373" y="597"/>
                      </a:cxn>
                      <a:cxn ang="0">
                        <a:pos x="423" y="444"/>
                      </a:cxn>
                      <a:cxn ang="0">
                        <a:pos x="372" y="79"/>
                      </a:cxn>
                      <a:cxn ang="0">
                        <a:pos x="178" y="0"/>
                      </a:cxn>
                      <a:cxn ang="0">
                        <a:pos x="0" y="97"/>
                      </a:cxn>
                    </a:cxnLst>
                    <a:rect l="0" t="0" r="r" b="b"/>
                    <a:pathLst>
                      <a:path w="479" h="680">
                        <a:moveTo>
                          <a:pt x="7" y="242"/>
                        </a:moveTo>
                        <a:cubicBezTo>
                          <a:pt x="0" y="314"/>
                          <a:pt x="16" y="366"/>
                          <a:pt x="39" y="429"/>
                        </a:cubicBezTo>
                        <a:cubicBezTo>
                          <a:pt x="59" y="485"/>
                          <a:pt x="47" y="544"/>
                          <a:pt x="86" y="596"/>
                        </a:cubicBezTo>
                        <a:cubicBezTo>
                          <a:pt x="115" y="635"/>
                          <a:pt x="172" y="677"/>
                          <a:pt x="225" y="678"/>
                        </a:cubicBezTo>
                        <a:cubicBezTo>
                          <a:pt x="276" y="680"/>
                          <a:pt x="346" y="640"/>
                          <a:pt x="373" y="597"/>
                        </a:cubicBezTo>
                        <a:cubicBezTo>
                          <a:pt x="403" y="552"/>
                          <a:pt x="398" y="492"/>
                          <a:pt x="423" y="444"/>
                        </a:cubicBezTo>
                        <a:cubicBezTo>
                          <a:pt x="479" y="334"/>
                          <a:pt x="455" y="166"/>
                          <a:pt x="372" y="79"/>
                        </a:cubicBezTo>
                        <a:cubicBezTo>
                          <a:pt x="318" y="23"/>
                          <a:pt x="257" y="0"/>
                          <a:pt x="178" y="0"/>
                        </a:cubicBezTo>
                        <a:cubicBezTo>
                          <a:pt x="130" y="0"/>
                          <a:pt x="3" y="83"/>
                          <a:pt x="0" y="97"/>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5" name="Freeform 287">
                    <a:extLst>
                      <a:ext uri="{FF2B5EF4-FFF2-40B4-BE49-F238E27FC236}">
                        <a16:creationId xmlns:a16="http://schemas.microsoft.com/office/drawing/2014/main" id="{5620C234-4D6A-878B-9D0A-5C78630D91AC}"/>
                      </a:ext>
                    </a:extLst>
                  </p:cNvPr>
                  <p:cNvSpPr>
                    <a:spLocks/>
                  </p:cNvSpPr>
                  <p:nvPr/>
                </p:nvSpPr>
                <p:spPr bwMode="auto">
                  <a:xfrm>
                    <a:off x="-117475" y="11623676"/>
                    <a:ext cx="1038225" cy="2324100"/>
                  </a:xfrm>
                  <a:custGeom>
                    <a:avLst/>
                    <a:gdLst/>
                    <a:ahLst/>
                    <a:cxnLst>
                      <a:cxn ang="0">
                        <a:pos x="200" y="59"/>
                      </a:cxn>
                      <a:cxn ang="0">
                        <a:pos x="101" y="65"/>
                      </a:cxn>
                      <a:cxn ang="0">
                        <a:pos x="38" y="19"/>
                      </a:cxn>
                      <a:cxn ang="0">
                        <a:pos x="61" y="201"/>
                      </a:cxn>
                      <a:cxn ang="0">
                        <a:pos x="95" y="293"/>
                      </a:cxn>
                      <a:cxn ang="0">
                        <a:pos x="54" y="404"/>
                      </a:cxn>
                      <a:cxn ang="0">
                        <a:pos x="78" y="522"/>
                      </a:cxn>
                      <a:cxn ang="0">
                        <a:pos x="176" y="615"/>
                      </a:cxn>
                      <a:cxn ang="0">
                        <a:pos x="253" y="464"/>
                      </a:cxn>
                      <a:cxn ang="0">
                        <a:pos x="276" y="286"/>
                      </a:cxn>
                      <a:cxn ang="0">
                        <a:pos x="203" y="78"/>
                      </a:cxn>
                      <a:cxn ang="0">
                        <a:pos x="85" y="57"/>
                      </a:cxn>
                      <a:cxn ang="0">
                        <a:pos x="25" y="48"/>
                      </a:cxn>
                    </a:cxnLst>
                    <a:rect l="0" t="0" r="r" b="b"/>
                    <a:pathLst>
                      <a:path w="277" h="620">
                        <a:moveTo>
                          <a:pt x="200" y="59"/>
                        </a:moveTo>
                        <a:cubicBezTo>
                          <a:pt x="175" y="76"/>
                          <a:pt x="127" y="78"/>
                          <a:pt x="101" y="65"/>
                        </a:cubicBezTo>
                        <a:cubicBezTo>
                          <a:pt x="75" y="52"/>
                          <a:pt x="68" y="17"/>
                          <a:pt x="38" y="19"/>
                        </a:cubicBezTo>
                        <a:cubicBezTo>
                          <a:pt x="26" y="65"/>
                          <a:pt x="135" y="171"/>
                          <a:pt x="61" y="201"/>
                        </a:cubicBezTo>
                        <a:cubicBezTo>
                          <a:pt x="46" y="250"/>
                          <a:pt x="96" y="253"/>
                          <a:pt x="95" y="293"/>
                        </a:cubicBezTo>
                        <a:cubicBezTo>
                          <a:pt x="95" y="334"/>
                          <a:pt x="49" y="349"/>
                          <a:pt x="54" y="404"/>
                        </a:cubicBezTo>
                        <a:cubicBezTo>
                          <a:pt x="57" y="438"/>
                          <a:pt x="68" y="488"/>
                          <a:pt x="78" y="522"/>
                        </a:cubicBezTo>
                        <a:cubicBezTo>
                          <a:pt x="89" y="562"/>
                          <a:pt x="124" y="620"/>
                          <a:pt x="176" y="615"/>
                        </a:cubicBezTo>
                        <a:cubicBezTo>
                          <a:pt x="249" y="607"/>
                          <a:pt x="253" y="521"/>
                          <a:pt x="253" y="464"/>
                        </a:cubicBezTo>
                        <a:cubicBezTo>
                          <a:pt x="253" y="398"/>
                          <a:pt x="276" y="352"/>
                          <a:pt x="276" y="286"/>
                        </a:cubicBezTo>
                        <a:cubicBezTo>
                          <a:pt x="276" y="197"/>
                          <a:pt x="277" y="138"/>
                          <a:pt x="203" y="78"/>
                        </a:cubicBezTo>
                        <a:cubicBezTo>
                          <a:pt x="173" y="54"/>
                          <a:pt x="115" y="6"/>
                          <a:pt x="85" y="57"/>
                        </a:cubicBezTo>
                        <a:cubicBezTo>
                          <a:pt x="70" y="18"/>
                          <a:pt x="0" y="0"/>
                          <a:pt x="25" y="48"/>
                        </a:cubicBezTo>
                      </a:path>
                    </a:pathLst>
                  </a:custGeom>
                  <a:solidFill>
                    <a:srgbClr val="DDDDD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6" name="Freeform 288">
                    <a:extLst>
                      <a:ext uri="{FF2B5EF4-FFF2-40B4-BE49-F238E27FC236}">
                        <a16:creationId xmlns:a16="http://schemas.microsoft.com/office/drawing/2014/main" id="{7AAE38A7-E44E-5598-D72C-11CB3E7BC2C5}"/>
                      </a:ext>
                    </a:extLst>
                  </p:cNvPr>
                  <p:cNvSpPr>
                    <a:spLocks/>
                  </p:cNvSpPr>
                  <p:nvPr/>
                </p:nvSpPr>
                <p:spPr bwMode="auto">
                  <a:xfrm>
                    <a:off x="-219075" y="10855326"/>
                    <a:ext cx="657225" cy="704850"/>
                  </a:xfrm>
                  <a:custGeom>
                    <a:avLst/>
                    <a:gdLst/>
                    <a:ahLst/>
                    <a:cxnLst>
                      <a:cxn ang="0">
                        <a:pos x="157" y="183"/>
                      </a:cxn>
                      <a:cxn ang="0">
                        <a:pos x="75" y="20"/>
                      </a:cxn>
                      <a:cxn ang="0">
                        <a:pos x="87" y="118"/>
                      </a:cxn>
                      <a:cxn ang="0">
                        <a:pos x="175" y="188"/>
                      </a:cxn>
                    </a:cxnLst>
                    <a:rect l="0" t="0" r="r" b="b"/>
                    <a:pathLst>
                      <a:path w="175" h="188">
                        <a:moveTo>
                          <a:pt x="157" y="183"/>
                        </a:moveTo>
                        <a:cubicBezTo>
                          <a:pt x="117" y="174"/>
                          <a:pt x="0" y="57"/>
                          <a:pt x="75" y="20"/>
                        </a:cubicBezTo>
                        <a:cubicBezTo>
                          <a:pt x="116" y="0"/>
                          <a:pt x="82" y="106"/>
                          <a:pt x="87" y="118"/>
                        </a:cubicBezTo>
                        <a:cubicBezTo>
                          <a:pt x="99" y="149"/>
                          <a:pt x="147" y="167"/>
                          <a:pt x="175" y="188"/>
                        </a:cubicBezTo>
                      </a:path>
                    </a:pathLst>
                  </a:custGeom>
                  <a:solidFill>
                    <a:srgbClr val="96969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7" name="Freeform 289">
                    <a:extLst>
                      <a:ext uri="{FF2B5EF4-FFF2-40B4-BE49-F238E27FC236}">
                        <a16:creationId xmlns:a16="http://schemas.microsoft.com/office/drawing/2014/main" id="{B27967FA-5D33-1FB5-9763-F88B9FDE9BD7}"/>
                      </a:ext>
                    </a:extLst>
                  </p:cNvPr>
                  <p:cNvSpPr>
                    <a:spLocks/>
                  </p:cNvSpPr>
                  <p:nvPr/>
                </p:nvSpPr>
                <p:spPr bwMode="auto">
                  <a:xfrm>
                    <a:off x="-1287463" y="11717338"/>
                    <a:ext cx="1196975" cy="3367088"/>
                  </a:xfrm>
                  <a:custGeom>
                    <a:avLst/>
                    <a:gdLst/>
                    <a:ahLst/>
                    <a:cxnLst>
                      <a:cxn ang="0">
                        <a:pos x="127" y="122"/>
                      </a:cxn>
                      <a:cxn ang="0">
                        <a:pos x="144" y="227"/>
                      </a:cxn>
                      <a:cxn ang="0">
                        <a:pos x="198" y="308"/>
                      </a:cxn>
                      <a:cxn ang="0">
                        <a:pos x="319" y="472"/>
                      </a:cxn>
                      <a:cxn ang="0">
                        <a:pos x="157" y="339"/>
                      </a:cxn>
                      <a:cxn ang="0">
                        <a:pos x="169" y="594"/>
                      </a:cxn>
                      <a:cxn ang="0">
                        <a:pos x="238" y="695"/>
                      </a:cxn>
                      <a:cxn ang="0">
                        <a:pos x="259" y="829"/>
                      </a:cxn>
                      <a:cxn ang="0">
                        <a:pos x="74" y="397"/>
                      </a:cxn>
                      <a:cxn ang="0">
                        <a:pos x="4" y="128"/>
                      </a:cxn>
                      <a:cxn ang="0">
                        <a:pos x="161" y="35"/>
                      </a:cxn>
                      <a:cxn ang="0">
                        <a:pos x="92" y="134"/>
                      </a:cxn>
                      <a:cxn ang="0">
                        <a:pos x="156" y="210"/>
                      </a:cxn>
                    </a:cxnLst>
                    <a:rect l="0" t="0" r="r" b="b"/>
                    <a:pathLst>
                      <a:path w="319" h="898">
                        <a:moveTo>
                          <a:pt x="127" y="122"/>
                        </a:moveTo>
                        <a:cubicBezTo>
                          <a:pt x="148" y="154"/>
                          <a:pt x="133" y="189"/>
                          <a:pt x="144" y="227"/>
                        </a:cubicBezTo>
                        <a:cubicBezTo>
                          <a:pt x="152" y="254"/>
                          <a:pt x="181" y="284"/>
                          <a:pt x="198" y="308"/>
                        </a:cubicBezTo>
                        <a:cubicBezTo>
                          <a:pt x="238" y="364"/>
                          <a:pt x="288" y="410"/>
                          <a:pt x="319" y="472"/>
                        </a:cubicBezTo>
                        <a:cubicBezTo>
                          <a:pt x="273" y="430"/>
                          <a:pt x="238" y="326"/>
                          <a:pt x="157" y="339"/>
                        </a:cubicBezTo>
                        <a:cubicBezTo>
                          <a:pt x="137" y="420"/>
                          <a:pt x="112" y="529"/>
                          <a:pt x="169" y="594"/>
                        </a:cubicBezTo>
                        <a:cubicBezTo>
                          <a:pt x="198" y="626"/>
                          <a:pt x="227" y="651"/>
                          <a:pt x="238" y="695"/>
                        </a:cubicBezTo>
                        <a:cubicBezTo>
                          <a:pt x="249" y="737"/>
                          <a:pt x="209" y="810"/>
                          <a:pt x="259" y="829"/>
                        </a:cubicBezTo>
                        <a:cubicBezTo>
                          <a:pt x="43" y="898"/>
                          <a:pt x="109" y="499"/>
                          <a:pt x="74" y="397"/>
                        </a:cubicBezTo>
                        <a:cubicBezTo>
                          <a:pt x="43" y="305"/>
                          <a:pt x="0" y="232"/>
                          <a:pt x="4" y="128"/>
                        </a:cubicBezTo>
                        <a:cubicBezTo>
                          <a:pt x="9" y="0"/>
                          <a:pt x="83" y="57"/>
                          <a:pt x="161" y="35"/>
                        </a:cubicBezTo>
                        <a:cubicBezTo>
                          <a:pt x="179" y="98"/>
                          <a:pt x="85" y="76"/>
                          <a:pt x="92" y="134"/>
                        </a:cubicBezTo>
                        <a:cubicBezTo>
                          <a:pt x="93" y="151"/>
                          <a:pt x="147" y="202"/>
                          <a:pt x="156" y="210"/>
                        </a:cubicBezTo>
                      </a:path>
                    </a:pathLst>
                  </a:custGeom>
                  <a:solidFill>
                    <a:srgbClr val="DDDDD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8" name="Freeform 290">
                    <a:extLst>
                      <a:ext uri="{FF2B5EF4-FFF2-40B4-BE49-F238E27FC236}">
                        <a16:creationId xmlns:a16="http://schemas.microsoft.com/office/drawing/2014/main" id="{20C37515-A567-4A31-20A4-E8B08BE3975E}"/>
                      </a:ext>
                    </a:extLst>
                  </p:cNvPr>
                  <p:cNvSpPr>
                    <a:spLocks/>
                  </p:cNvSpPr>
                  <p:nvPr/>
                </p:nvSpPr>
                <p:spPr bwMode="auto">
                  <a:xfrm>
                    <a:off x="193675" y="8870951"/>
                    <a:ext cx="919163" cy="884238"/>
                  </a:xfrm>
                  <a:custGeom>
                    <a:avLst/>
                    <a:gdLst/>
                    <a:ahLst/>
                    <a:cxnLst>
                      <a:cxn ang="0">
                        <a:pos x="123" y="39"/>
                      </a:cxn>
                      <a:cxn ang="0">
                        <a:pos x="6" y="236"/>
                      </a:cxn>
                      <a:cxn ang="0">
                        <a:pos x="166" y="139"/>
                      </a:cxn>
                      <a:cxn ang="0">
                        <a:pos x="77" y="69"/>
                      </a:cxn>
                    </a:cxnLst>
                    <a:rect l="0" t="0" r="r" b="b"/>
                    <a:pathLst>
                      <a:path w="245" h="236">
                        <a:moveTo>
                          <a:pt x="123" y="39"/>
                        </a:moveTo>
                        <a:cubicBezTo>
                          <a:pt x="55" y="75"/>
                          <a:pt x="0" y="158"/>
                          <a:pt x="6" y="236"/>
                        </a:cubicBezTo>
                        <a:cubicBezTo>
                          <a:pt x="33" y="141"/>
                          <a:pt x="109" y="197"/>
                          <a:pt x="166" y="139"/>
                        </a:cubicBezTo>
                        <a:cubicBezTo>
                          <a:pt x="245" y="58"/>
                          <a:pt x="100" y="0"/>
                          <a:pt x="77" y="69"/>
                        </a:cubicBezTo>
                      </a:path>
                    </a:pathLst>
                  </a:custGeom>
                  <a:solidFill>
                    <a:srgbClr val="96969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29" name="Freeform 291">
                    <a:extLst>
                      <a:ext uri="{FF2B5EF4-FFF2-40B4-BE49-F238E27FC236}">
                        <a16:creationId xmlns:a16="http://schemas.microsoft.com/office/drawing/2014/main" id="{5FC3D3D3-CF3B-6288-12D7-3230365AC034}"/>
                      </a:ext>
                    </a:extLst>
                  </p:cNvPr>
                  <p:cNvSpPr>
                    <a:spLocks/>
                  </p:cNvSpPr>
                  <p:nvPr/>
                </p:nvSpPr>
                <p:spPr bwMode="auto">
                  <a:xfrm>
                    <a:off x="1919287" y="14533563"/>
                    <a:ext cx="655638" cy="809625"/>
                  </a:xfrm>
                  <a:custGeom>
                    <a:avLst/>
                    <a:gdLst/>
                    <a:ahLst/>
                    <a:cxnLst>
                      <a:cxn ang="0">
                        <a:pos x="172" y="35"/>
                      </a:cxn>
                      <a:cxn ang="0">
                        <a:pos x="143" y="88"/>
                      </a:cxn>
                      <a:cxn ang="0">
                        <a:pos x="87" y="125"/>
                      </a:cxn>
                      <a:cxn ang="0">
                        <a:pos x="43" y="172"/>
                      </a:cxn>
                      <a:cxn ang="0">
                        <a:pos x="1" y="216"/>
                      </a:cxn>
                      <a:cxn ang="0">
                        <a:pos x="9" y="154"/>
                      </a:cxn>
                      <a:cxn ang="0">
                        <a:pos x="39" y="100"/>
                      </a:cxn>
                      <a:cxn ang="0">
                        <a:pos x="55" y="65"/>
                      </a:cxn>
                      <a:cxn ang="0">
                        <a:pos x="119" y="20"/>
                      </a:cxn>
                      <a:cxn ang="0">
                        <a:pos x="158" y="13"/>
                      </a:cxn>
                      <a:cxn ang="0">
                        <a:pos x="175" y="33"/>
                      </a:cxn>
                      <a:cxn ang="0">
                        <a:pos x="169" y="33"/>
                      </a:cxn>
                    </a:cxnLst>
                    <a:rect l="0" t="0" r="r" b="b"/>
                    <a:pathLst>
                      <a:path w="175" h="216">
                        <a:moveTo>
                          <a:pt x="172" y="35"/>
                        </a:moveTo>
                        <a:cubicBezTo>
                          <a:pt x="174" y="49"/>
                          <a:pt x="152" y="77"/>
                          <a:pt x="143" y="88"/>
                        </a:cubicBezTo>
                        <a:cubicBezTo>
                          <a:pt x="128" y="106"/>
                          <a:pt x="103" y="110"/>
                          <a:pt x="87" y="125"/>
                        </a:cubicBezTo>
                        <a:cubicBezTo>
                          <a:pt x="70" y="141"/>
                          <a:pt x="57" y="153"/>
                          <a:pt x="43" y="172"/>
                        </a:cubicBezTo>
                        <a:cubicBezTo>
                          <a:pt x="30" y="188"/>
                          <a:pt x="19" y="207"/>
                          <a:pt x="1" y="216"/>
                        </a:cubicBezTo>
                        <a:cubicBezTo>
                          <a:pt x="0" y="196"/>
                          <a:pt x="6" y="174"/>
                          <a:pt x="9" y="154"/>
                        </a:cubicBezTo>
                        <a:cubicBezTo>
                          <a:pt x="12" y="132"/>
                          <a:pt x="30" y="120"/>
                          <a:pt x="39" y="100"/>
                        </a:cubicBezTo>
                        <a:cubicBezTo>
                          <a:pt x="45" y="88"/>
                          <a:pt x="48" y="76"/>
                          <a:pt x="55" y="65"/>
                        </a:cubicBezTo>
                        <a:cubicBezTo>
                          <a:pt x="71" y="41"/>
                          <a:pt x="95" y="34"/>
                          <a:pt x="119" y="20"/>
                        </a:cubicBezTo>
                        <a:cubicBezTo>
                          <a:pt x="135" y="10"/>
                          <a:pt x="141" y="0"/>
                          <a:pt x="158" y="13"/>
                        </a:cubicBezTo>
                        <a:cubicBezTo>
                          <a:pt x="164" y="18"/>
                          <a:pt x="168" y="29"/>
                          <a:pt x="175" y="33"/>
                        </a:cubicBezTo>
                        <a:cubicBezTo>
                          <a:pt x="173" y="33"/>
                          <a:pt x="171" y="33"/>
                          <a:pt x="169" y="33"/>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0" name="Freeform 292">
                    <a:extLst>
                      <a:ext uri="{FF2B5EF4-FFF2-40B4-BE49-F238E27FC236}">
                        <a16:creationId xmlns:a16="http://schemas.microsoft.com/office/drawing/2014/main" id="{5D346680-5EA0-1A67-AB5D-01C091A39A46}"/>
                      </a:ext>
                    </a:extLst>
                  </p:cNvPr>
                  <p:cNvSpPr>
                    <a:spLocks/>
                  </p:cNvSpPr>
                  <p:nvPr/>
                </p:nvSpPr>
                <p:spPr bwMode="auto">
                  <a:xfrm>
                    <a:off x="-4095750" y="8386763"/>
                    <a:ext cx="6791325" cy="7204075"/>
                  </a:xfrm>
                  <a:custGeom>
                    <a:avLst/>
                    <a:gdLst/>
                    <a:ahLst/>
                    <a:cxnLst>
                      <a:cxn ang="0">
                        <a:pos x="1156" y="1557"/>
                      </a:cxn>
                      <a:cxn ang="0">
                        <a:pos x="1157" y="1117"/>
                      </a:cxn>
                      <a:cxn ang="0">
                        <a:pos x="1207" y="345"/>
                      </a:cxn>
                      <a:cxn ang="0">
                        <a:pos x="1346" y="124"/>
                      </a:cxn>
                      <a:cxn ang="0">
                        <a:pos x="1642" y="268"/>
                      </a:cxn>
                      <a:cxn ang="0">
                        <a:pos x="1689" y="578"/>
                      </a:cxn>
                      <a:cxn ang="0">
                        <a:pos x="1731" y="1101"/>
                      </a:cxn>
                      <a:cxn ang="0">
                        <a:pos x="1767" y="1289"/>
                      </a:cxn>
                      <a:cxn ang="0">
                        <a:pos x="1788" y="1685"/>
                      </a:cxn>
                      <a:cxn ang="0">
                        <a:pos x="1359" y="1806"/>
                      </a:cxn>
                      <a:cxn ang="0">
                        <a:pos x="993" y="1908"/>
                      </a:cxn>
                      <a:cxn ang="0">
                        <a:pos x="575" y="1568"/>
                      </a:cxn>
                      <a:cxn ang="0">
                        <a:pos x="611" y="1378"/>
                      </a:cxn>
                      <a:cxn ang="0">
                        <a:pos x="603" y="1284"/>
                      </a:cxn>
                      <a:cxn ang="0">
                        <a:pos x="618" y="1144"/>
                      </a:cxn>
                      <a:cxn ang="0">
                        <a:pos x="559" y="922"/>
                      </a:cxn>
                      <a:cxn ang="0">
                        <a:pos x="493" y="703"/>
                      </a:cxn>
                      <a:cxn ang="0">
                        <a:pos x="412" y="759"/>
                      </a:cxn>
                      <a:cxn ang="0">
                        <a:pos x="330" y="915"/>
                      </a:cxn>
                      <a:cxn ang="0">
                        <a:pos x="345" y="1062"/>
                      </a:cxn>
                      <a:cxn ang="0">
                        <a:pos x="472" y="1291"/>
                      </a:cxn>
                      <a:cxn ang="0">
                        <a:pos x="571" y="1381"/>
                      </a:cxn>
                      <a:cxn ang="0">
                        <a:pos x="487" y="1410"/>
                      </a:cxn>
                      <a:cxn ang="0">
                        <a:pos x="480" y="1558"/>
                      </a:cxn>
                      <a:cxn ang="0">
                        <a:pos x="282" y="1383"/>
                      </a:cxn>
                      <a:cxn ang="0">
                        <a:pos x="143" y="1207"/>
                      </a:cxn>
                      <a:cxn ang="0">
                        <a:pos x="79" y="1097"/>
                      </a:cxn>
                      <a:cxn ang="0">
                        <a:pos x="100" y="755"/>
                      </a:cxn>
                      <a:cxn ang="0">
                        <a:pos x="276" y="475"/>
                      </a:cxn>
                      <a:cxn ang="0">
                        <a:pos x="384" y="353"/>
                      </a:cxn>
                      <a:cxn ang="0">
                        <a:pos x="477" y="185"/>
                      </a:cxn>
                      <a:cxn ang="0">
                        <a:pos x="741" y="87"/>
                      </a:cxn>
                      <a:cxn ang="0">
                        <a:pos x="851" y="189"/>
                      </a:cxn>
                      <a:cxn ang="0">
                        <a:pos x="817" y="548"/>
                      </a:cxn>
                      <a:cxn ang="0">
                        <a:pos x="848" y="856"/>
                      </a:cxn>
                      <a:cxn ang="0">
                        <a:pos x="898" y="1421"/>
                      </a:cxn>
                      <a:cxn ang="0">
                        <a:pos x="993" y="1908"/>
                      </a:cxn>
                    </a:cxnLst>
                    <a:rect l="0" t="0" r="r" b="b"/>
                    <a:pathLst>
                      <a:path w="1811" h="1921">
                        <a:moveTo>
                          <a:pt x="1143" y="1908"/>
                        </a:moveTo>
                        <a:cubicBezTo>
                          <a:pt x="1187" y="1827"/>
                          <a:pt x="1155" y="1642"/>
                          <a:pt x="1156" y="1557"/>
                        </a:cubicBezTo>
                        <a:cubicBezTo>
                          <a:pt x="1156" y="1504"/>
                          <a:pt x="1169" y="1457"/>
                          <a:pt x="1171" y="1405"/>
                        </a:cubicBezTo>
                        <a:cubicBezTo>
                          <a:pt x="1176" y="1314"/>
                          <a:pt x="1164" y="1210"/>
                          <a:pt x="1157" y="1117"/>
                        </a:cubicBezTo>
                        <a:cubicBezTo>
                          <a:pt x="1144" y="955"/>
                          <a:pt x="1127" y="801"/>
                          <a:pt x="1151" y="642"/>
                        </a:cubicBezTo>
                        <a:cubicBezTo>
                          <a:pt x="1166" y="540"/>
                          <a:pt x="1176" y="444"/>
                          <a:pt x="1207" y="345"/>
                        </a:cubicBezTo>
                        <a:cubicBezTo>
                          <a:pt x="1231" y="269"/>
                          <a:pt x="1215" y="188"/>
                          <a:pt x="1232" y="111"/>
                        </a:cubicBezTo>
                        <a:cubicBezTo>
                          <a:pt x="1251" y="26"/>
                          <a:pt x="1303" y="94"/>
                          <a:pt x="1346" y="124"/>
                        </a:cubicBezTo>
                        <a:cubicBezTo>
                          <a:pt x="1380" y="148"/>
                          <a:pt x="1405" y="164"/>
                          <a:pt x="1444" y="185"/>
                        </a:cubicBezTo>
                        <a:cubicBezTo>
                          <a:pt x="1510" y="219"/>
                          <a:pt x="1571" y="248"/>
                          <a:pt x="1642" y="268"/>
                        </a:cubicBezTo>
                        <a:cubicBezTo>
                          <a:pt x="1655" y="321"/>
                          <a:pt x="1645" y="379"/>
                          <a:pt x="1667" y="430"/>
                        </a:cubicBezTo>
                        <a:cubicBezTo>
                          <a:pt x="1689" y="480"/>
                          <a:pt x="1686" y="520"/>
                          <a:pt x="1689" y="578"/>
                        </a:cubicBezTo>
                        <a:cubicBezTo>
                          <a:pt x="1693" y="635"/>
                          <a:pt x="1709" y="688"/>
                          <a:pt x="1709" y="749"/>
                        </a:cubicBezTo>
                        <a:cubicBezTo>
                          <a:pt x="1709" y="805"/>
                          <a:pt x="1723" y="1043"/>
                          <a:pt x="1731" y="1101"/>
                        </a:cubicBezTo>
                        <a:cubicBezTo>
                          <a:pt x="1735" y="1130"/>
                          <a:pt x="1723" y="1157"/>
                          <a:pt x="1737" y="1184"/>
                        </a:cubicBezTo>
                        <a:cubicBezTo>
                          <a:pt x="1755" y="1221"/>
                          <a:pt x="1763" y="1248"/>
                          <a:pt x="1767" y="1289"/>
                        </a:cubicBezTo>
                        <a:cubicBezTo>
                          <a:pt x="1773" y="1343"/>
                          <a:pt x="1758" y="1392"/>
                          <a:pt x="1780" y="1443"/>
                        </a:cubicBezTo>
                        <a:cubicBezTo>
                          <a:pt x="1811" y="1510"/>
                          <a:pt x="1788" y="1606"/>
                          <a:pt x="1788" y="1685"/>
                        </a:cubicBezTo>
                        <a:cubicBezTo>
                          <a:pt x="1788" y="1712"/>
                          <a:pt x="1603" y="1756"/>
                          <a:pt x="1605" y="1823"/>
                        </a:cubicBezTo>
                        <a:cubicBezTo>
                          <a:pt x="1457" y="1829"/>
                          <a:pt x="1505" y="1792"/>
                          <a:pt x="1359" y="1806"/>
                        </a:cubicBezTo>
                        <a:cubicBezTo>
                          <a:pt x="1319" y="1810"/>
                          <a:pt x="1240" y="1879"/>
                          <a:pt x="1143" y="1908"/>
                        </a:cubicBezTo>
                        <a:cubicBezTo>
                          <a:pt x="1097" y="1921"/>
                          <a:pt x="1043" y="1908"/>
                          <a:pt x="993" y="1908"/>
                        </a:cubicBezTo>
                        <a:cubicBezTo>
                          <a:pt x="820" y="1907"/>
                          <a:pt x="643" y="1809"/>
                          <a:pt x="572" y="1806"/>
                        </a:cubicBezTo>
                        <a:cubicBezTo>
                          <a:pt x="567" y="1725"/>
                          <a:pt x="575" y="1645"/>
                          <a:pt x="575" y="1568"/>
                        </a:cubicBezTo>
                        <a:cubicBezTo>
                          <a:pt x="575" y="1529"/>
                          <a:pt x="555" y="1500"/>
                          <a:pt x="559" y="1460"/>
                        </a:cubicBezTo>
                        <a:cubicBezTo>
                          <a:pt x="564" y="1421"/>
                          <a:pt x="591" y="1408"/>
                          <a:pt x="611" y="1378"/>
                        </a:cubicBezTo>
                        <a:cubicBezTo>
                          <a:pt x="620" y="1364"/>
                          <a:pt x="650" y="1313"/>
                          <a:pt x="641" y="1297"/>
                        </a:cubicBezTo>
                        <a:cubicBezTo>
                          <a:pt x="631" y="1281"/>
                          <a:pt x="612" y="1296"/>
                          <a:pt x="603" y="1284"/>
                        </a:cubicBezTo>
                        <a:cubicBezTo>
                          <a:pt x="597" y="1275"/>
                          <a:pt x="602" y="1244"/>
                          <a:pt x="602" y="1234"/>
                        </a:cubicBezTo>
                        <a:cubicBezTo>
                          <a:pt x="604" y="1202"/>
                          <a:pt x="620" y="1177"/>
                          <a:pt x="618" y="1144"/>
                        </a:cubicBezTo>
                        <a:cubicBezTo>
                          <a:pt x="615" y="1108"/>
                          <a:pt x="597" y="1065"/>
                          <a:pt x="586" y="1031"/>
                        </a:cubicBezTo>
                        <a:cubicBezTo>
                          <a:pt x="575" y="996"/>
                          <a:pt x="561" y="963"/>
                          <a:pt x="559" y="922"/>
                        </a:cubicBezTo>
                        <a:cubicBezTo>
                          <a:pt x="557" y="867"/>
                          <a:pt x="557" y="827"/>
                          <a:pt x="539" y="775"/>
                        </a:cubicBezTo>
                        <a:cubicBezTo>
                          <a:pt x="533" y="757"/>
                          <a:pt x="522" y="701"/>
                          <a:pt x="493" y="703"/>
                        </a:cubicBezTo>
                        <a:cubicBezTo>
                          <a:pt x="480" y="704"/>
                          <a:pt x="468" y="733"/>
                          <a:pt x="459" y="740"/>
                        </a:cubicBezTo>
                        <a:cubicBezTo>
                          <a:pt x="446" y="749"/>
                          <a:pt x="427" y="752"/>
                          <a:pt x="412" y="759"/>
                        </a:cubicBezTo>
                        <a:cubicBezTo>
                          <a:pt x="409" y="783"/>
                          <a:pt x="385" y="811"/>
                          <a:pt x="369" y="832"/>
                        </a:cubicBezTo>
                        <a:cubicBezTo>
                          <a:pt x="349" y="860"/>
                          <a:pt x="347" y="887"/>
                          <a:pt x="330" y="915"/>
                        </a:cubicBezTo>
                        <a:cubicBezTo>
                          <a:pt x="314" y="943"/>
                          <a:pt x="284" y="944"/>
                          <a:pt x="297" y="985"/>
                        </a:cubicBezTo>
                        <a:cubicBezTo>
                          <a:pt x="306" y="1013"/>
                          <a:pt x="331" y="1037"/>
                          <a:pt x="345" y="1062"/>
                        </a:cubicBezTo>
                        <a:cubicBezTo>
                          <a:pt x="376" y="1117"/>
                          <a:pt x="387" y="1181"/>
                          <a:pt x="426" y="1230"/>
                        </a:cubicBezTo>
                        <a:cubicBezTo>
                          <a:pt x="442" y="1250"/>
                          <a:pt x="454" y="1272"/>
                          <a:pt x="472" y="1291"/>
                        </a:cubicBezTo>
                        <a:cubicBezTo>
                          <a:pt x="492" y="1314"/>
                          <a:pt x="514" y="1324"/>
                          <a:pt x="537" y="1347"/>
                        </a:cubicBezTo>
                        <a:cubicBezTo>
                          <a:pt x="548" y="1358"/>
                          <a:pt x="562" y="1368"/>
                          <a:pt x="571" y="1381"/>
                        </a:cubicBezTo>
                        <a:cubicBezTo>
                          <a:pt x="546" y="1382"/>
                          <a:pt x="522" y="1371"/>
                          <a:pt x="500" y="1385"/>
                        </a:cubicBezTo>
                        <a:cubicBezTo>
                          <a:pt x="496" y="1387"/>
                          <a:pt x="490" y="1406"/>
                          <a:pt x="487" y="1410"/>
                        </a:cubicBezTo>
                        <a:cubicBezTo>
                          <a:pt x="478" y="1420"/>
                          <a:pt x="460" y="1431"/>
                          <a:pt x="455" y="1445"/>
                        </a:cubicBezTo>
                        <a:cubicBezTo>
                          <a:pt x="445" y="1471"/>
                          <a:pt x="445" y="1555"/>
                          <a:pt x="480" y="1558"/>
                        </a:cubicBezTo>
                        <a:cubicBezTo>
                          <a:pt x="413" y="1576"/>
                          <a:pt x="366" y="1524"/>
                          <a:pt x="330" y="1475"/>
                        </a:cubicBezTo>
                        <a:cubicBezTo>
                          <a:pt x="308" y="1444"/>
                          <a:pt x="298" y="1414"/>
                          <a:pt x="282" y="1383"/>
                        </a:cubicBezTo>
                        <a:cubicBezTo>
                          <a:pt x="266" y="1354"/>
                          <a:pt x="236" y="1333"/>
                          <a:pt x="217" y="1308"/>
                        </a:cubicBezTo>
                        <a:cubicBezTo>
                          <a:pt x="192" y="1273"/>
                          <a:pt x="170" y="1239"/>
                          <a:pt x="143" y="1207"/>
                        </a:cubicBezTo>
                        <a:cubicBezTo>
                          <a:pt x="124" y="1186"/>
                          <a:pt x="113" y="1183"/>
                          <a:pt x="100" y="1158"/>
                        </a:cubicBezTo>
                        <a:cubicBezTo>
                          <a:pt x="91" y="1138"/>
                          <a:pt x="90" y="1117"/>
                          <a:pt x="79" y="1097"/>
                        </a:cubicBezTo>
                        <a:cubicBezTo>
                          <a:pt x="50" y="1043"/>
                          <a:pt x="0" y="1002"/>
                          <a:pt x="6" y="934"/>
                        </a:cubicBezTo>
                        <a:cubicBezTo>
                          <a:pt x="12" y="858"/>
                          <a:pt x="60" y="813"/>
                          <a:pt x="100" y="755"/>
                        </a:cubicBezTo>
                        <a:cubicBezTo>
                          <a:pt x="146" y="688"/>
                          <a:pt x="165" y="616"/>
                          <a:pt x="232" y="564"/>
                        </a:cubicBezTo>
                        <a:cubicBezTo>
                          <a:pt x="271" y="535"/>
                          <a:pt x="257" y="517"/>
                          <a:pt x="276" y="475"/>
                        </a:cubicBezTo>
                        <a:cubicBezTo>
                          <a:pt x="288" y="448"/>
                          <a:pt x="310" y="432"/>
                          <a:pt x="333" y="411"/>
                        </a:cubicBezTo>
                        <a:cubicBezTo>
                          <a:pt x="354" y="391"/>
                          <a:pt x="372" y="386"/>
                          <a:pt x="384" y="353"/>
                        </a:cubicBezTo>
                        <a:cubicBezTo>
                          <a:pt x="395" y="323"/>
                          <a:pt x="404" y="294"/>
                          <a:pt x="418" y="264"/>
                        </a:cubicBezTo>
                        <a:cubicBezTo>
                          <a:pt x="430" y="237"/>
                          <a:pt x="453" y="198"/>
                          <a:pt x="477" y="185"/>
                        </a:cubicBezTo>
                        <a:cubicBezTo>
                          <a:pt x="506" y="171"/>
                          <a:pt x="536" y="183"/>
                          <a:pt x="567" y="178"/>
                        </a:cubicBezTo>
                        <a:cubicBezTo>
                          <a:pt x="633" y="166"/>
                          <a:pt x="686" y="122"/>
                          <a:pt x="741" y="87"/>
                        </a:cubicBezTo>
                        <a:cubicBezTo>
                          <a:pt x="777" y="64"/>
                          <a:pt x="893" y="0"/>
                          <a:pt x="887" y="85"/>
                        </a:cubicBezTo>
                        <a:cubicBezTo>
                          <a:pt x="884" y="118"/>
                          <a:pt x="859" y="155"/>
                          <a:pt x="851" y="189"/>
                        </a:cubicBezTo>
                        <a:cubicBezTo>
                          <a:pt x="842" y="225"/>
                          <a:pt x="840" y="262"/>
                          <a:pt x="836" y="299"/>
                        </a:cubicBezTo>
                        <a:cubicBezTo>
                          <a:pt x="827" y="383"/>
                          <a:pt x="813" y="461"/>
                          <a:pt x="817" y="548"/>
                        </a:cubicBezTo>
                        <a:cubicBezTo>
                          <a:pt x="819" y="607"/>
                          <a:pt x="824" y="667"/>
                          <a:pt x="824" y="728"/>
                        </a:cubicBezTo>
                        <a:cubicBezTo>
                          <a:pt x="825" y="777"/>
                          <a:pt x="840" y="808"/>
                          <a:pt x="848" y="856"/>
                        </a:cubicBezTo>
                        <a:cubicBezTo>
                          <a:pt x="870" y="995"/>
                          <a:pt x="855" y="1139"/>
                          <a:pt x="876" y="1280"/>
                        </a:cubicBezTo>
                        <a:cubicBezTo>
                          <a:pt x="882" y="1324"/>
                          <a:pt x="896" y="1372"/>
                          <a:pt x="898" y="1421"/>
                        </a:cubicBezTo>
                        <a:cubicBezTo>
                          <a:pt x="901" y="1479"/>
                          <a:pt x="897" y="1538"/>
                          <a:pt x="902" y="1596"/>
                        </a:cubicBezTo>
                        <a:cubicBezTo>
                          <a:pt x="910" y="1675"/>
                          <a:pt x="896" y="1821"/>
                          <a:pt x="993" y="1908"/>
                        </a:cubicBezTo>
                      </a:path>
                    </a:pathLst>
                  </a:custGeom>
                  <a:solidFill>
                    <a:srgbClr val="2A343A"/>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1" name="Freeform 293">
                    <a:extLst>
                      <a:ext uri="{FF2B5EF4-FFF2-40B4-BE49-F238E27FC236}">
                        <a16:creationId xmlns:a16="http://schemas.microsoft.com/office/drawing/2014/main" id="{E4763D4B-B770-93BA-D1E1-7FB0261F383E}"/>
                      </a:ext>
                    </a:extLst>
                  </p:cNvPr>
                  <p:cNvSpPr>
                    <a:spLocks/>
                  </p:cNvSpPr>
                  <p:nvPr/>
                </p:nvSpPr>
                <p:spPr bwMode="auto">
                  <a:xfrm>
                    <a:off x="490537" y="8915401"/>
                    <a:ext cx="633413" cy="593725"/>
                  </a:xfrm>
                  <a:custGeom>
                    <a:avLst/>
                    <a:gdLst/>
                    <a:ahLst/>
                    <a:cxnLst>
                      <a:cxn ang="0">
                        <a:pos x="4" y="103"/>
                      </a:cxn>
                      <a:cxn ang="0">
                        <a:pos x="86" y="106"/>
                      </a:cxn>
                      <a:cxn ang="0">
                        <a:pos x="163" y="158"/>
                      </a:cxn>
                      <a:cxn ang="0">
                        <a:pos x="109" y="28"/>
                      </a:cxn>
                      <a:cxn ang="0">
                        <a:pos x="35" y="6"/>
                      </a:cxn>
                      <a:cxn ang="0">
                        <a:pos x="0" y="68"/>
                      </a:cxn>
                    </a:cxnLst>
                    <a:rect l="0" t="0" r="r" b="b"/>
                    <a:pathLst>
                      <a:path w="169" h="158">
                        <a:moveTo>
                          <a:pt x="4" y="103"/>
                        </a:moveTo>
                        <a:cubicBezTo>
                          <a:pt x="49" y="98"/>
                          <a:pt x="42" y="81"/>
                          <a:pt x="86" y="106"/>
                        </a:cubicBezTo>
                        <a:cubicBezTo>
                          <a:pt x="114" y="122"/>
                          <a:pt x="137" y="140"/>
                          <a:pt x="163" y="158"/>
                        </a:cubicBezTo>
                        <a:cubicBezTo>
                          <a:pt x="169" y="119"/>
                          <a:pt x="141" y="50"/>
                          <a:pt x="109" y="28"/>
                        </a:cubicBezTo>
                        <a:cubicBezTo>
                          <a:pt x="98" y="21"/>
                          <a:pt x="47" y="0"/>
                          <a:pt x="35" y="6"/>
                        </a:cubicBezTo>
                        <a:cubicBezTo>
                          <a:pt x="15" y="14"/>
                          <a:pt x="17" y="56"/>
                          <a:pt x="0" y="68"/>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2" name="Freeform 294">
                    <a:extLst>
                      <a:ext uri="{FF2B5EF4-FFF2-40B4-BE49-F238E27FC236}">
                        <a16:creationId xmlns:a16="http://schemas.microsoft.com/office/drawing/2014/main" id="{E6C0EC73-1F4B-DCC9-64C6-1D8109DD9763}"/>
                      </a:ext>
                    </a:extLst>
                  </p:cNvPr>
                  <p:cNvSpPr>
                    <a:spLocks/>
                  </p:cNvSpPr>
                  <p:nvPr/>
                </p:nvSpPr>
                <p:spPr bwMode="auto">
                  <a:xfrm>
                    <a:off x="-1816100" y="8859838"/>
                    <a:ext cx="866775" cy="465138"/>
                  </a:xfrm>
                  <a:custGeom>
                    <a:avLst/>
                    <a:gdLst/>
                    <a:ahLst/>
                    <a:cxnLst>
                      <a:cxn ang="0">
                        <a:pos x="65" y="64"/>
                      </a:cxn>
                      <a:cxn ang="0">
                        <a:pos x="0" y="114"/>
                      </a:cxn>
                      <a:cxn ang="0">
                        <a:pos x="108" y="103"/>
                      </a:cxn>
                      <a:cxn ang="0">
                        <a:pos x="191" y="71"/>
                      </a:cxn>
                      <a:cxn ang="0">
                        <a:pos x="225" y="60"/>
                      </a:cxn>
                      <a:cxn ang="0">
                        <a:pos x="209" y="18"/>
                      </a:cxn>
                      <a:cxn ang="0">
                        <a:pos x="112" y="25"/>
                      </a:cxn>
                    </a:cxnLst>
                    <a:rect l="0" t="0" r="r" b="b"/>
                    <a:pathLst>
                      <a:path w="231" h="124">
                        <a:moveTo>
                          <a:pt x="65" y="64"/>
                        </a:moveTo>
                        <a:cubicBezTo>
                          <a:pt x="50" y="98"/>
                          <a:pt x="31" y="101"/>
                          <a:pt x="0" y="114"/>
                        </a:cubicBezTo>
                        <a:cubicBezTo>
                          <a:pt x="37" y="124"/>
                          <a:pt x="75" y="121"/>
                          <a:pt x="108" y="103"/>
                        </a:cubicBezTo>
                        <a:cubicBezTo>
                          <a:pt x="145" y="82"/>
                          <a:pt x="149" y="74"/>
                          <a:pt x="191" y="71"/>
                        </a:cubicBezTo>
                        <a:cubicBezTo>
                          <a:pt x="208" y="69"/>
                          <a:pt x="216" y="84"/>
                          <a:pt x="225" y="60"/>
                        </a:cubicBezTo>
                        <a:cubicBezTo>
                          <a:pt x="231" y="44"/>
                          <a:pt x="219" y="25"/>
                          <a:pt x="209" y="18"/>
                        </a:cubicBezTo>
                        <a:cubicBezTo>
                          <a:pt x="185" y="0"/>
                          <a:pt x="132" y="6"/>
                          <a:pt x="112" y="25"/>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3" name="Freeform 295">
                    <a:extLst>
                      <a:ext uri="{FF2B5EF4-FFF2-40B4-BE49-F238E27FC236}">
                        <a16:creationId xmlns:a16="http://schemas.microsoft.com/office/drawing/2014/main" id="{00ED4A4A-CC24-25C9-21C5-B1579445A7C1}"/>
                      </a:ext>
                    </a:extLst>
                  </p:cNvPr>
                  <p:cNvSpPr>
                    <a:spLocks/>
                  </p:cNvSpPr>
                  <p:nvPr/>
                </p:nvSpPr>
                <p:spPr bwMode="auto">
                  <a:xfrm>
                    <a:off x="823912" y="8807451"/>
                    <a:ext cx="1225550" cy="828675"/>
                  </a:xfrm>
                  <a:custGeom>
                    <a:avLst/>
                    <a:gdLst/>
                    <a:ahLst/>
                    <a:cxnLst>
                      <a:cxn ang="0">
                        <a:pos x="55" y="74"/>
                      </a:cxn>
                      <a:cxn ang="0">
                        <a:pos x="128" y="114"/>
                      </a:cxn>
                      <a:cxn ang="0">
                        <a:pos x="183" y="167"/>
                      </a:cxn>
                      <a:cxn ang="0">
                        <a:pos x="164" y="125"/>
                      </a:cxn>
                      <a:cxn ang="0">
                        <a:pos x="327" y="153"/>
                      </a:cxn>
                      <a:cxn ang="0">
                        <a:pos x="0" y="0"/>
                      </a:cxn>
                    </a:cxnLst>
                    <a:rect l="0" t="0" r="r" b="b"/>
                    <a:pathLst>
                      <a:path w="327" h="221">
                        <a:moveTo>
                          <a:pt x="55" y="74"/>
                        </a:moveTo>
                        <a:cubicBezTo>
                          <a:pt x="78" y="91"/>
                          <a:pt x="106" y="95"/>
                          <a:pt x="128" y="114"/>
                        </a:cubicBezTo>
                        <a:cubicBezTo>
                          <a:pt x="146" y="131"/>
                          <a:pt x="159" y="161"/>
                          <a:pt x="183" y="167"/>
                        </a:cubicBezTo>
                        <a:cubicBezTo>
                          <a:pt x="178" y="152"/>
                          <a:pt x="167" y="141"/>
                          <a:pt x="164" y="125"/>
                        </a:cubicBezTo>
                        <a:cubicBezTo>
                          <a:pt x="209" y="117"/>
                          <a:pt x="280" y="221"/>
                          <a:pt x="327" y="153"/>
                        </a:cubicBezTo>
                        <a:cubicBezTo>
                          <a:pt x="209" y="137"/>
                          <a:pt x="122" y="16"/>
                          <a:pt x="0" y="0"/>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4" name="Freeform 296">
                    <a:extLst>
                      <a:ext uri="{FF2B5EF4-FFF2-40B4-BE49-F238E27FC236}">
                        <a16:creationId xmlns:a16="http://schemas.microsoft.com/office/drawing/2014/main" id="{759826CE-8158-65DD-E509-84D974865C72}"/>
                      </a:ext>
                    </a:extLst>
                  </p:cNvPr>
                  <p:cNvSpPr>
                    <a:spLocks/>
                  </p:cNvSpPr>
                  <p:nvPr/>
                </p:nvSpPr>
                <p:spPr bwMode="auto">
                  <a:xfrm>
                    <a:off x="-1804988" y="8394701"/>
                    <a:ext cx="3055938" cy="2590800"/>
                  </a:xfrm>
                  <a:custGeom>
                    <a:avLst/>
                    <a:gdLst/>
                    <a:ahLst/>
                    <a:cxnLst>
                      <a:cxn ang="0">
                        <a:pos x="130" y="73"/>
                      </a:cxn>
                      <a:cxn ang="0">
                        <a:pos x="0" y="192"/>
                      </a:cxn>
                      <a:cxn ang="0">
                        <a:pos x="170" y="150"/>
                      </a:cxn>
                      <a:cxn ang="0">
                        <a:pos x="238" y="256"/>
                      </a:cxn>
                      <a:cxn ang="0">
                        <a:pos x="213" y="547"/>
                      </a:cxn>
                      <a:cxn ang="0">
                        <a:pos x="580" y="403"/>
                      </a:cxn>
                      <a:cxn ang="0">
                        <a:pos x="600" y="217"/>
                      </a:cxn>
                      <a:cxn ang="0">
                        <a:pos x="655" y="177"/>
                      </a:cxn>
                      <a:cxn ang="0">
                        <a:pos x="705" y="203"/>
                      </a:cxn>
                      <a:cxn ang="0">
                        <a:pos x="760" y="226"/>
                      </a:cxn>
                      <a:cxn ang="0">
                        <a:pos x="813" y="266"/>
                      </a:cxn>
                      <a:cxn ang="0">
                        <a:pos x="779" y="203"/>
                      </a:cxn>
                      <a:cxn ang="0">
                        <a:pos x="746" y="131"/>
                      </a:cxn>
                      <a:cxn ang="0">
                        <a:pos x="619" y="7"/>
                      </a:cxn>
                      <a:cxn ang="0">
                        <a:pos x="576" y="192"/>
                      </a:cxn>
                      <a:cxn ang="0">
                        <a:pos x="483" y="318"/>
                      </a:cxn>
                      <a:cxn ang="0">
                        <a:pos x="407" y="480"/>
                      </a:cxn>
                      <a:cxn ang="0">
                        <a:pos x="407" y="691"/>
                      </a:cxn>
                      <a:cxn ang="0">
                        <a:pos x="381" y="481"/>
                      </a:cxn>
                      <a:cxn ang="0">
                        <a:pos x="350" y="332"/>
                      </a:cxn>
                      <a:cxn ang="0">
                        <a:pos x="272" y="188"/>
                      </a:cxn>
                      <a:cxn ang="0">
                        <a:pos x="260" y="0"/>
                      </a:cxn>
                    </a:cxnLst>
                    <a:rect l="0" t="0" r="r" b="b"/>
                    <a:pathLst>
                      <a:path w="815" h="691">
                        <a:moveTo>
                          <a:pt x="130" y="73"/>
                        </a:moveTo>
                        <a:cubicBezTo>
                          <a:pt x="93" y="100"/>
                          <a:pt x="50" y="197"/>
                          <a:pt x="0" y="192"/>
                        </a:cubicBezTo>
                        <a:cubicBezTo>
                          <a:pt x="64" y="238"/>
                          <a:pt x="121" y="166"/>
                          <a:pt x="170" y="150"/>
                        </a:cubicBezTo>
                        <a:cubicBezTo>
                          <a:pt x="204" y="188"/>
                          <a:pt x="255" y="202"/>
                          <a:pt x="238" y="256"/>
                        </a:cubicBezTo>
                        <a:cubicBezTo>
                          <a:pt x="209" y="344"/>
                          <a:pt x="213" y="450"/>
                          <a:pt x="213" y="547"/>
                        </a:cubicBezTo>
                        <a:cubicBezTo>
                          <a:pt x="214" y="662"/>
                          <a:pt x="591" y="441"/>
                          <a:pt x="580" y="403"/>
                        </a:cubicBezTo>
                        <a:cubicBezTo>
                          <a:pt x="567" y="362"/>
                          <a:pt x="571" y="248"/>
                          <a:pt x="600" y="217"/>
                        </a:cubicBezTo>
                        <a:cubicBezTo>
                          <a:pt x="609" y="207"/>
                          <a:pt x="646" y="180"/>
                          <a:pt x="655" y="177"/>
                        </a:cubicBezTo>
                        <a:cubicBezTo>
                          <a:pt x="695" y="164"/>
                          <a:pt x="682" y="185"/>
                          <a:pt x="705" y="203"/>
                        </a:cubicBezTo>
                        <a:cubicBezTo>
                          <a:pt x="723" y="217"/>
                          <a:pt x="741" y="217"/>
                          <a:pt x="760" y="226"/>
                        </a:cubicBezTo>
                        <a:cubicBezTo>
                          <a:pt x="779" y="236"/>
                          <a:pt x="792" y="257"/>
                          <a:pt x="813" y="266"/>
                        </a:cubicBezTo>
                        <a:cubicBezTo>
                          <a:pt x="815" y="239"/>
                          <a:pt x="791" y="224"/>
                          <a:pt x="779" y="203"/>
                        </a:cubicBezTo>
                        <a:cubicBezTo>
                          <a:pt x="767" y="182"/>
                          <a:pt x="764" y="151"/>
                          <a:pt x="746" y="131"/>
                        </a:cubicBezTo>
                        <a:cubicBezTo>
                          <a:pt x="708" y="87"/>
                          <a:pt x="652" y="52"/>
                          <a:pt x="619" y="7"/>
                        </a:cubicBezTo>
                        <a:cubicBezTo>
                          <a:pt x="603" y="63"/>
                          <a:pt x="607" y="140"/>
                          <a:pt x="576" y="192"/>
                        </a:cubicBezTo>
                        <a:cubicBezTo>
                          <a:pt x="549" y="237"/>
                          <a:pt x="505" y="270"/>
                          <a:pt x="483" y="318"/>
                        </a:cubicBezTo>
                        <a:cubicBezTo>
                          <a:pt x="459" y="369"/>
                          <a:pt x="425" y="424"/>
                          <a:pt x="407" y="480"/>
                        </a:cubicBezTo>
                        <a:cubicBezTo>
                          <a:pt x="390" y="527"/>
                          <a:pt x="571" y="551"/>
                          <a:pt x="407" y="691"/>
                        </a:cubicBezTo>
                        <a:cubicBezTo>
                          <a:pt x="389" y="645"/>
                          <a:pt x="381" y="530"/>
                          <a:pt x="381" y="481"/>
                        </a:cubicBezTo>
                        <a:cubicBezTo>
                          <a:pt x="380" y="423"/>
                          <a:pt x="381" y="376"/>
                          <a:pt x="350" y="332"/>
                        </a:cubicBezTo>
                        <a:cubicBezTo>
                          <a:pt x="317" y="283"/>
                          <a:pt x="287" y="244"/>
                          <a:pt x="272" y="188"/>
                        </a:cubicBezTo>
                        <a:cubicBezTo>
                          <a:pt x="262" y="154"/>
                          <a:pt x="292" y="7"/>
                          <a:pt x="260" y="0"/>
                        </a:cubicBezTo>
                      </a:path>
                    </a:pathLst>
                  </a:custGeom>
                  <a:solidFill>
                    <a:srgbClr val="DDDDD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5" name="Freeform 297">
                    <a:extLst>
                      <a:ext uri="{FF2B5EF4-FFF2-40B4-BE49-F238E27FC236}">
                        <a16:creationId xmlns:a16="http://schemas.microsoft.com/office/drawing/2014/main" id="{D7AE0181-BFAE-E185-E248-379766497D2A}"/>
                      </a:ext>
                    </a:extLst>
                  </p:cNvPr>
                  <p:cNvSpPr>
                    <a:spLocks/>
                  </p:cNvSpPr>
                  <p:nvPr/>
                </p:nvSpPr>
                <p:spPr bwMode="auto">
                  <a:xfrm>
                    <a:off x="-1519238" y="8405813"/>
                    <a:ext cx="812800" cy="487363"/>
                  </a:xfrm>
                  <a:custGeom>
                    <a:avLst/>
                    <a:gdLst/>
                    <a:ahLst/>
                    <a:cxnLst>
                      <a:cxn ang="0">
                        <a:pos x="0" y="130"/>
                      </a:cxn>
                      <a:cxn ang="0">
                        <a:pos x="86" y="76"/>
                      </a:cxn>
                      <a:cxn ang="0">
                        <a:pos x="74" y="103"/>
                      </a:cxn>
                      <a:cxn ang="0">
                        <a:pos x="124" y="62"/>
                      </a:cxn>
                      <a:cxn ang="0">
                        <a:pos x="127" y="91"/>
                      </a:cxn>
                      <a:cxn ang="0">
                        <a:pos x="163" y="64"/>
                      </a:cxn>
                      <a:cxn ang="0">
                        <a:pos x="173" y="91"/>
                      </a:cxn>
                      <a:cxn ang="0">
                        <a:pos x="187" y="71"/>
                      </a:cxn>
                      <a:cxn ang="0">
                        <a:pos x="208" y="93"/>
                      </a:cxn>
                      <a:cxn ang="0">
                        <a:pos x="176" y="22"/>
                      </a:cxn>
                      <a:cxn ang="0">
                        <a:pos x="107" y="26"/>
                      </a:cxn>
                      <a:cxn ang="0">
                        <a:pos x="15" y="101"/>
                      </a:cxn>
                    </a:cxnLst>
                    <a:rect l="0" t="0" r="r" b="b"/>
                    <a:pathLst>
                      <a:path w="217" h="130">
                        <a:moveTo>
                          <a:pt x="0" y="130"/>
                        </a:moveTo>
                        <a:cubicBezTo>
                          <a:pt x="23" y="129"/>
                          <a:pt x="76" y="97"/>
                          <a:pt x="86" y="76"/>
                        </a:cubicBezTo>
                        <a:cubicBezTo>
                          <a:pt x="87" y="87"/>
                          <a:pt x="82" y="97"/>
                          <a:pt x="74" y="103"/>
                        </a:cubicBezTo>
                        <a:cubicBezTo>
                          <a:pt x="105" y="108"/>
                          <a:pt x="94" y="54"/>
                          <a:pt x="124" y="62"/>
                        </a:cubicBezTo>
                        <a:cubicBezTo>
                          <a:pt x="128" y="71"/>
                          <a:pt x="126" y="81"/>
                          <a:pt x="127" y="91"/>
                        </a:cubicBezTo>
                        <a:cubicBezTo>
                          <a:pt x="143" y="91"/>
                          <a:pt x="150" y="71"/>
                          <a:pt x="163" y="64"/>
                        </a:cubicBezTo>
                        <a:cubicBezTo>
                          <a:pt x="162" y="74"/>
                          <a:pt x="166" y="85"/>
                          <a:pt x="173" y="91"/>
                        </a:cubicBezTo>
                        <a:cubicBezTo>
                          <a:pt x="176" y="84"/>
                          <a:pt x="180" y="76"/>
                          <a:pt x="187" y="71"/>
                        </a:cubicBezTo>
                        <a:cubicBezTo>
                          <a:pt x="187" y="85"/>
                          <a:pt x="190" y="97"/>
                          <a:pt x="208" y="93"/>
                        </a:cubicBezTo>
                        <a:cubicBezTo>
                          <a:pt x="217" y="68"/>
                          <a:pt x="196" y="37"/>
                          <a:pt x="176" y="22"/>
                        </a:cubicBezTo>
                        <a:cubicBezTo>
                          <a:pt x="149" y="0"/>
                          <a:pt x="132" y="11"/>
                          <a:pt x="107" y="26"/>
                        </a:cubicBezTo>
                        <a:cubicBezTo>
                          <a:pt x="69" y="50"/>
                          <a:pt x="40" y="62"/>
                          <a:pt x="15" y="101"/>
                        </a:cubicBezTo>
                      </a:path>
                    </a:pathLst>
                  </a:custGeom>
                  <a:solidFill>
                    <a:srgbClr val="96969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6" name="Freeform 298">
                    <a:extLst>
                      <a:ext uri="{FF2B5EF4-FFF2-40B4-BE49-F238E27FC236}">
                        <a16:creationId xmlns:a16="http://schemas.microsoft.com/office/drawing/2014/main" id="{D1A2FAE0-C9BD-1CF0-7B4C-BA7CB61589E2}"/>
                      </a:ext>
                    </a:extLst>
                  </p:cNvPr>
                  <p:cNvSpPr>
                    <a:spLocks/>
                  </p:cNvSpPr>
                  <p:nvPr/>
                </p:nvSpPr>
                <p:spPr bwMode="auto">
                  <a:xfrm>
                    <a:off x="411162" y="8405813"/>
                    <a:ext cx="735013" cy="803275"/>
                  </a:xfrm>
                  <a:custGeom>
                    <a:avLst/>
                    <a:gdLst/>
                    <a:ahLst/>
                    <a:cxnLst>
                      <a:cxn ang="0">
                        <a:pos x="11" y="66"/>
                      </a:cxn>
                      <a:cxn ang="0">
                        <a:pos x="9" y="126"/>
                      </a:cxn>
                      <a:cxn ang="0">
                        <a:pos x="40" y="105"/>
                      </a:cxn>
                      <a:cxn ang="0">
                        <a:pos x="69" y="78"/>
                      </a:cxn>
                      <a:cxn ang="0">
                        <a:pos x="142" y="142"/>
                      </a:cxn>
                      <a:cxn ang="0">
                        <a:pos x="196" y="212"/>
                      </a:cxn>
                      <a:cxn ang="0">
                        <a:pos x="165" y="144"/>
                      </a:cxn>
                      <a:cxn ang="0">
                        <a:pos x="124" y="71"/>
                      </a:cxn>
                      <a:cxn ang="0">
                        <a:pos x="54" y="7"/>
                      </a:cxn>
                      <a:cxn ang="0">
                        <a:pos x="3" y="72"/>
                      </a:cxn>
                      <a:cxn ang="0">
                        <a:pos x="13" y="78"/>
                      </a:cxn>
                    </a:cxnLst>
                    <a:rect l="0" t="0" r="r" b="b"/>
                    <a:pathLst>
                      <a:path w="196" h="214">
                        <a:moveTo>
                          <a:pt x="11" y="66"/>
                        </a:moveTo>
                        <a:cubicBezTo>
                          <a:pt x="20" y="73"/>
                          <a:pt x="13" y="114"/>
                          <a:pt x="9" y="126"/>
                        </a:cubicBezTo>
                        <a:cubicBezTo>
                          <a:pt x="20" y="122"/>
                          <a:pt x="31" y="112"/>
                          <a:pt x="40" y="105"/>
                        </a:cubicBezTo>
                        <a:cubicBezTo>
                          <a:pt x="49" y="98"/>
                          <a:pt x="60" y="81"/>
                          <a:pt x="69" y="78"/>
                        </a:cubicBezTo>
                        <a:cubicBezTo>
                          <a:pt x="86" y="109"/>
                          <a:pt x="122" y="118"/>
                          <a:pt x="142" y="142"/>
                        </a:cubicBezTo>
                        <a:cubicBezTo>
                          <a:pt x="155" y="158"/>
                          <a:pt x="171" y="214"/>
                          <a:pt x="196" y="212"/>
                        </a:cubicBezTo>
                        <a:cubicBezTo>
                          <a:pt x="189" y="191"/>
                          <a:pt x="175" y="165"/>
                          <a:pt x="165" y="144"/>
                        </a:cubicBezTo>
                        <a:cubicBezTo>
                          <a:pt x="153" y="120"/>
                          <a:pt x="138" y="95"/>
                          <a:pt x="124" y="71"/>
                        </a:cubicBezTo>
                        <a:cubicBezTo>
                          <a:pt x="108" y="45"/>
                          <a:pt x="85" y="13"/>
                          <a:pt x="54" y="7"/>
                        </a:cubicBezTo>
                        <a:cubicBezTo>
                          <a:pt x="17" y="0"/>
                          <a:pt x="0" y="40"/>
                          <a:pt x="3" y="72"/>
                        </a:cubicBezTo>
                        <a:cubicBezTo>
                          <a:pt x="7" y="73"/>
                          <a:pt x="10" y="77"/>
                          <a:pt x="13" y="78"/>
                        </a:cubicBezTo>
                      </a:path>
                    </a:pathLst>
                  </a:custGeom>
                  <a:solidFill>
                    <a:srgbClr val="96969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7" name="Freeform 299">
                    <a:extLst>
                      <a:ext uri="{FF2B5EF4-FFF2-40B4-BE49-F238E27FC236}">
                        <a16:creationId xmlns:a16="http://schemas.microsoft.com/office/drawing/2014/main" id="{D0EBC395-255C-61A6-327B-8DE35890BCC5}"/>
                      </a:ext>
                    </a:extLst>
                  </p:cNvPr>
                  <p:cNvSpPr>
                    <a:spLocks/>
                  </p:cNvSpPr>
                  <p:nvPr/>
                </p:nvSpPr>
                <p:spPr bwMode="auto">
                  <a:xfrm>
                    <a:off x="-1095375" y="9036051"/>
                    <a:ext cx="547688" cy="809625"/>
                  </a:xfrm>
                  <a:custGeom>
                    <a:avLst/>
                    <a:gdLst/>
                    <a:ahLst/>
                    <a:cxnLst>
                      <a:cxn ang="0">
                        <a:pos x="0" y="0"/>
                      </a:cxn>
                      <a:cxn ang="0">
                        <a:pos x="146" y="216"/>
                      </a:cxn>
                      <a:cxn ang="0">
                        <a:pos x="53" y="131"/>
                      </a:cxn>
                      <a:cxn ang="0">
                        <a:pos x="28" y="193"/>
                      </a:cxn>
                    </a:cxnLst>
                    <a:rect l="0" t="0" r="r" b="b"/>
                    <a:pathLst>
                      <a:path w="146" h="216">
                        <a:moveTo>
                          <a:pt x="0" y="0"/>
                        </a:moveTo>
                        <a:cubicBezTo>
                          <a:pt x="40" y="3"/>
                          <a:pt x="144" y="168"/>
                          <a:pt x="146" y="216"/>
                        </a:cubicBezTo>
                        <a:cubicBezTo>
                          <a:pt x="134" y="178"/>
                          <a:pt x="97" y="126"/>
                          <a:pt x="53" y="131"/>
                        </a:cubicBezTo>
                        <a:cubicBezTo>
                          <a:pt x="54" y="153"/>
                          <a:pt x="29" y="170"/>
                          <a:pt x="28" y="193"/>
                        </a:cubicBezTo>
                      </a:path>
                    </a:pathLst>
                  </a:custGeom>
                  <a:solidFill>
                    <a:srgbClr val="96969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8" name="Freeform 300">
                    <a:extLst>
                      <a:ext uri="{FF2B5EF4-FFF2-40B4-BE49-F238E27FC236}">
                        <a16:creationId xmlns:a16="http://schemas.microsoft.com/office/drawing/2014/main" id="{11F37D80-ED11-31FE-A002-A1D8FAE323BF}"/>
                      </a:ext>
                    </a:extLst>
                  </p:cNvPr>
                  <p:cNvSpPr>
                    <a:spLocks/>
                  </p:cNvSpPr>
                  <p:nvPr/>
                </p:nvSpPr>
                <p:spPr bwMode="auto">
                  <a:xfrm>
                    <a:off x="-2127250" y="5688013"/>
                    <a:ext cx="3724275" cy="3937000"/>
                  </a:xfrm>
                  <a:custGeom>
                    <a:avLst/>
                    <a:gdLst/>
                    <a:ahLst/>
                    <a:cxnLst>
                      <a:cxn ang="0">
                        <a:pos x="440" y="222"/>
                      </a:cxn>
                      <a:cxn ang="0">
                        <a:pos x="433" y="840"/>
                      </a:cxn>
                      <a:cxn ang="0">
                        <a:pos x="406" y="823"/>
                      </a:cxn>
                      <a:cxn ang="0">
                        <a:pos x="394" y="795"/>
                      </a:cxn>
                      <a:cxn ang="0">
                        <a:pos x="392" y="829"/>
                      </a:cxn>
                      <a:cxn ang="0">
                        <a:pos x="358" y="794"/>
                      </a:cxn>
                      <a:cxn ang="0">
                        <a:pos x="346" y="807"/>
                      </a:cxn>
                      <a:cxn ang="0">
                        <a:pos x="318" y="754"/>
                      </a:cxn>
                      <a:cxn ang="0">
                        <a:pos x="277" y="805"/>
                      </a:cxn>
                      <a:cxn ang="0">
                        <a:pos x="269" y="772"/>
                      </a:cxn>
                      <a:cxn ang="0">
                        <a:pos x="164" y="840"/>
                      </a:cxn>
                      <a:cxn ang="0">
                        <a:pos x="8" y="869"/>
                      </a:cxn>
                      <a:cxn ang="0">
                        <a:pos x="0" y="837"/>
                      </a:cxn>
                      <a:cxn ang="0">
                        <a:pos x="94" y="830"/>
                      </a:cxn>
                      <a:cxn ang="0">
                        <a:pos x="79" y="750"/>
                      </a:cxn>
                      <a:cxn ang="0">
                        <a:pos x="223" y="718"/>
                      </a:cxn>
                      <a:cxn ang="0">
                        <a:pos x="222" y="584"/>
                      </a:cxn>
                      <a:cxn ang="0">
                        <a:pos x="201" y="445"/>
                      </a:cxn>
                      <a:cxn ang="0">
                        <a:pos x="223" y="332"/>
                      </a:cxn>
                      <a:cxn ang="0">
                        <a:pos x="254" y="281"/>
                      </a:cxn>
                      <a:cxn ang="0">
                        <a:pos x="264" y="216"/>
                      </a:cxn>
                      <a:cxn ang="0">
                        <a:pos x="334" y="121"/>
                      </a:cxn>
                      <a:cxn ang="0">
                        <a:pos x="405" y="46"/>
                      </a:cxn>
                      <a:cxn ang="0">
                        <a:pos x="371" y="46"/>
                      </a:cxn>
                      <a:cxn ang="0">
                        <a:pos x="637" y="36"/>
                      </a:cxn>
                      <a:cxn ang="0">
                        <a:pos x="792" y="214"/>
                      </a:cxn>
                      <a:cxn ang="0">
                        <a:pos x="820" y="344"/>
                      </a:cxn>
                      <a:cxn ang="0">
                        <a:pos x="843" y="479"/>
                      </a:cxn>
                      <a:cxn ang="0">
                        <a:pos x="808" y="760"/>
                      </a:cxn>
                      <a:cxn ang="0">
                        <a:pos x="966" y="826"/>
                      </a:cxn>
                      <a:cxn ang="0">
                        <a:pos x="903" y="870"/>
                      </a:cxn>
                      <a:cxn ang="0">
                        <a:pos x="993" y="854"/>
                      </a:cxn>
                      <a:cxn ang="0">
                        <a:pos x="721" y="748"/>
                      </a:cxn>
                      <a:cxn ang="0">
                        <a:pos x="636" y="1034"/>
                      </a:cxn>
                      <a:cxn ang="0">
                        <a:pos x="592" y="1030"/>
                      </a:cxn>
                      <a:cxn ang="0">
                        <a:pos x="609" y="1050"/>
                      </a:cxn>
                      <a:cxn ang="0">
                        <a:pos x="692" y="403"/>
                      </a:cxn>
                      <a:cxn ang="0">
                        <a:pos x="685" y="421"/>
                      </a:cxn>
                      <a:cxn ang="0">
                        <a:pos x="643" y="363"/>
                      </a:cxn>
                      <a:cxn ang="0">
                        <a:pos x="626" y="384"/>
                      </a:cxn>
                      <a:cxn ang="0">
                        <a:pos x="575" y="384"/>
                      </a:cxn>
                      <a:cxn ang="0">
                        <a:pos x="458" y="228"/>
                      </a:cxn>
                      <a:cxn ang="0">
                        <a:pos x="513" y="339"/>
                      </a:cxn>
                      <a:cxn ang="0">
                        <a:pos x="440" y="233"/>
                      </a:cxn>
                    </a:cxnLst>
                    <a:rect l="0" t="0" r="r" b="b"/>
                    <a:pathLst>
                      <a:path w="993" h="1050">
                        <a:moveTo>
                          <a:pt x="440" y="222"/>
                        </a:moveTo>
                        <a:cubicBezTo>
                          <a:pt x="185" y="237"/>
                          <a:pt x="447" y="729"/>
                          <a:pt x="433" y="840"/>
                        </a:cubicBezTo>
                        <a:cubicBezTo>
                          <a:pt x="426" y="837"/>
                          <a:pt x="411" y="827"/>
                          <a:pt x="406" y="823"/>
                        </a:cubicBezTo>
                        <a:cubicBezTo>
                          <a:pt x="403" y="812"/>
                          <a:pt x="397" y="803"/>
                          <a:pt x="394" y="795"/>
                        </a:cubicBezTo>
                        <a:cubicBezTo>
                          <a:pt x="395" y="805"/>
                          <a:pt x="392" y="818"/>
                          <a:pt x="392" y="829"/>
                        </a:cubicBezTo>
                        <a:cubicBezTo>
                          <a:pt x="372" y="827"/>
                          <a:pt x="362" y="814"/>
                          <a:pt x="358" y="794"/>
                        </a:cubicBezTo>
                        <a:cubicBezTo>
                          <a:pt x="361" y="788"/>
                          <a:pt x="348" y="805"/>
                          <a:pt x="346" y="807"/>
                        </a:cubicBezTo>
                        <a:cubicBezTo>
                          <a:pt x="333" y="793"/>
                          <a:pt x="328" y="771"/>
                          <a:pt x="318" y="754"/>
                        </a:cubicBezTo>
                        <a:cubicBezTo>
                          <a:pt x="309" y="777"/>
                          <a:pt x="297" y="794"/>
                          <a:pt x="277" y="805"/>
                        </a:cubicBezTo>
                        <a:cubicBezTo>
                          <a:pt x="276" y="792"/>
                          <a:pt x="270" y="785"/>
                          <a:pt x="269" y="772"/>
                        </a:cubicBezTo>
                        <a:cubicBezTo>
                          <a:pt x="234" y="790"/>
                          <a:pt x="198" y="817"/>
                          <a:pt x="164" y="840"/>
                        </a:cubicBezTo>
                        <a:cubicBezTo>
                          <a:pt x="115" y="872"/>
                          <a:pt x="76" y="873"/>
                          <a:pt x="8" y="869"/>
                        </a:cubicBezTo>
                        <a:cubicBezTo>
                          <a:pt x="6" y="864"/>
                          <a:pt x="1" y="842"/>
                          <a:pt x="0" y="837"/>
                        </a:cubicBezTo>
                        <a:cubicBezTo>
                          <a:pt x="30" y="855"/>
                          <a:pt x="82" y="872"/>
                          <a:pt x="94" y="830"/>
                        </a:cubicBezTo>
                        <a:cubicBezTo>
                          <a:pt x="63" y="819"/>
                          <a:pt x="66" y="773"/>
                          <a:pt x="79" y="750"/>
                        </a:cubicBezTo>
                        <a:cubicBezTo>
                          <a:pt x="89" y="853"/>
                          <a:pt x="214" y="801"/>
                          <a:pt x="223" y="718"/>
                        </a:cubicBezTo>
                        <a:cubicBezTo>
                          <a:pt x="228" y="675"/>
                          <a:pt x="224" y="627"/>
                          <a:pt x="222" y="584"/>
                        </a:cubicBezTo>
                        <a:cubicBezTo>
                          <a:pt x="220" y="537"/>
                          <a:pt x="193" y="491"/>
                          <a:pt x="201" y="445"/>
                        </a:cubicBezTo>
                        <a:cubicBezTo>
                          <a:pt x="235" y="418"/>
                          <a:pt x="212" y="372"/>
                          <a:pt x="223" y="332"/>
                        </a:cubicBezTo>
                        <a:cubicBezTo>
                          <a:pt x="227" y="316"/>
                          <a:pt x="248" y="299"/>
                          <a:pt x="254" y="281"/>
                        </a:cubicBezTo>
                        <a:cubicBezTo>
                          <a:pt x="262" y="262"/>
                          <a:pt x="258" y="237"/>
                          <a:pt x="264" y="216"/>
                        </a:cubicBezTo>
                        <a:cubicBezTo>
                          <a:pt x="275" y="176"/>
                          <a:pt x="304" y="148"/>
                          <a:pt x="334" y="121"/>
                        </a:cubicBezTo>
                        <a:cubicBezTo>
                          <a:pt x="358" y="99"/>
                          <a:pt x="389" y="56"/>
                          <a:pt x="405" y="46"/>
                        </a:cubicBezTo>
                        <a:cubicBezTo>
                          <a:pt x="394" y="47"/>
                          <a:pt x="382" y="44"/>
                          <a:pt x="371" y="46"/>
                        </a:cubicBezTo>
                        <a:cubicBezTo>
                          <a:pt x="449" y="27"/>
                          <a:pt x="559" y="0"/>
                          <a:pt x="637" y="36"/>
                        </a:cubicBezTo>
                        <a:cubicBezTo>
                          <a:pt x="697" y="63"/>
                          <a:pt x="760" y="158"/>
                          <a:pt x="792" y="214"/>
                        </a:cubicBezTo>
                        <a:cubicBezTo>
                          <a:pt x="817" y="258"/>
                          <a:pt x="820" y="291"/>
                          <a:pt x="820" y="344"/>
                        </a:cubicBezTo>
                        <a:cubicBezTo>
                          <a:pt x="819" y="396"/>
                          <a:pt x="835" y="430"/>
                          <a:pt x="843" y="479"/>
                        </a:cubicBezTo>
                        <a:cubicBezTo>
                          <a:pt x="858" y="576"/>
                          <a:pt x="787" y="667"/>
                          <a:pt x="808" y="760"/>
                        </a:cubicBezTo>
                        <a:cubicBezTo>
                          <a:pt x="822" y="825"/>
                          <a:pt x="909" y="889"/>
                          <a:pt x="966" y="826"/>
                        </a:cubicBezTo>
                        <a:cubicBezTo>
                          <a:pt x="960" y="855"/>
                          <a:pt x="930" y="864"/>
                          <a:pt x="903" y="870"/>
                        </a:cubicBezTo>
                        <a:cubicBezTo>
                          <a:pt x="935" y="870"/>
                          <a:pt x="970" y="879"/>
                          <a:pt x="993" y="854"/>
                        </a:cubicBezTo>
                        <a:cubicBezTo>
                          <a:pt x="922" y="976"/>
                          <a:pt x="782" y="783"/>
                          <a:pt x="721" y="748"/>
                        </a:cubicBezTo>
                        <a:cubicBezTo>
                          <a:pt x="697" y="823"/>
                          <a:pt x="491" y="954"/>
                          <a:pt x="636" y="1034"/>
                        </a:cubicBezTo>
                        <a:cubicBezTo>
                          <a:pt x="622" y="1031"/>
                          <a:pt x="607" y="1033"/>
                          <a:pt x="592" y="1030"/>
                        </a:cubicBezTo>
                        <a:cubicBezTo>
                          <a:pt x="597" y="1038"/>
                          <a:pt x="600" y="1045"/>
                          <a:pt x="609" y="1050"/>
                        </a:cubicBezTo>
                        <a:cubicBezTo>
                          <a:pt x="375" y="971"/>
                          <a:pt x="854" y="481"/>
                          <a:pt x="692" y="403"/>
                        </a:cubicBezTo>
                        <a:cubicBezTo>
                          <a:pt x="690" y="411"/>
                          <a:pt x="686" y="417"/>
                          <a:pt x="685" y="421"/>
                        </a:cubicBezTo>
                        <a:cubicBezTo>
                          <a:pt x="670" y="405"/>
                          <a:pt x="651" y="383"/>
                          <a:pt x="643" y="363"/>
                        </a:cubicBezTo>
                        <a:cubicBezTo>
                          <a:pt x="639" y="369"/>
                          <a:pt x="630" y="374"/>
                          <a:pt x="626" y="384"/>
                        </a:cubicBezTo>
                        <a:cubicBezTo>
                          <a:pt x="612" y="388"/>
                          <a:pt x="588" y="388"/>
                          <a:pt x="575" y="384"/>
                        </a:cubicBezTo>
                        <a:cubicBezTo>
                          <a:pt x="549" y="344"/>
                          <a:pt x="530" y="218"/>
                          <a:pt x="458" y="228"/>
                        </a:cubicBezTo>
                        <a:cubicBezTo>
                          <a:pt x="447" y="273"/>
                          <a:pt x="482" y="314"/>
                          <a:pt x="513" y="339"/>
                        </a:cubicBezTo>
                        <a:cubicBezTo>
                          <a:pt x="476" y="315"/>
                          <a:pt x="435" y="284"/>
                          <a:pt x="440" y="233"/>
                        </a:cubicBezTo>
                      </a:path>
                    </a:pathLst>
                  </a:custGeom>
                  <a:solidFill>
                    <a:srgbClr val="736357"/>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39" name="Freeform 301">
                    <a:extLst>
                      <a:ext uri="{FF2B5EF4-FFF2-40B4-BE49-F238E27FC236}">
                        <a16:creationId xmlns:a16="http://schemas.microsoft.com/office/drawing/2014/main" id="{B3265865-CE6A-D292-AA66-93B2243D3D7D}"/>
                      </a:ext>
                    </a:extLst>
                  </p:cNvPr>
                  <p:cNvSpPr>
                    <a:spLocks/>
                  </p:cNvSpPr>
                  <p:nvPr/>
                </p:nvSpPr>
                <p:spPr bwMode="auto">
                  <a:xfrm>
                    <a:off x="-2127250" y="5688013"/>
                    <a:ext cx="3724275" cy="3937000"/>
                  </a:xfrm>
                  <a:custGeom>
                    <a:avLst/>
                    <a:gdLst/>
                    <a:ahLst/>
                    <a:cxnLst>
                      <a:cxn ang="0">
                        <a:pos x="440" y="222"/>
                      </a:cxn>
                      <a:cxn ang="0">
                        <a:pos x="433" y="840"/>
                      </a:cxn>
                      <a:cxn ang="0">
                        <a:pos x="406" y="823"/>
                      </a:cxn>
                      <a:cxn ang="0">
                        <a:pos x="394" y="795"/>
                      </a:cxn>
                      <a:cxn ang="0">
                        <a:pos x="392" y="829"/>
                      </a:cxn>
                      <a:cxn ang="0">
                        <a:pos x="358" y="794"/>
                      </a:cxn>
                      <a:cxn ang="0">
                        <a:pos x="346" y="807"/>
                      </a:cxn>
                      <a:cxn ang="0">
                        <a:pos x="318" y="754"/>
                      </a:cxn>
                      <a:cxn ang="0">
                        <a:pos x="277" y="805"/>
                      </a:cxn>
                      <a:cxn ang="0">
                        <a:pos x="269" y="772"/>
                      </a:cxn>
                      <a:cxn ang="0">
                        <a:pos x="164" y="840"/>
                      </a:cxn>
                      <a:cxn ang="0">
                        <a:pos x="8" y="869"/>
                      </a:cxn>
                      <a:cxn ang="0">
                        <a:pos x="0" y="837"/>
                      </a:cxn>
                      <a:cxn ang="0">
                        <a:pos x="94" y="830"/>
                      </a:cxn>
                      <a:cxn ang="0">
                        <a:pos x="79" y="750"/>
                      </a:cxn>
                      <a:cxn ang="0">
                        <a:pos x="223" y="718"/>
                      </a:cxn>
                      <a:cxn ang="0">
                        <a:pos x="222" y="584"/>
                      </a:cxn>
                      <a:cxn ang="0">
                        <a:pos x="201" y="445"/>
                      </a:cxn>
                      <a:cxn ang="0">
                        <a:pos x="223" y="332"/>
                      </a:cxn>
                      <a:cxn ang="0">
                        <a:pos x="254" y="281"/>
                      </a:cxn>
                      <a:cxn ang="0">
                        <a:pos x="264" y="216"/>
                      </a:cxn>
                      <a:cxn ang="0">
                        <a:pos x="334" y="121"/>
                      </a:cxn>
                      <a:cxn ang="0">
                        <a:pos x="405" y="46"/>
                      </a:cxn>
                      <a:cxn ang="0">
                        <a:pos x="371" y="46"/>
                      </a:cxn>
                      <a:cxn ang="0">
                        <a:pos x="637" y="36"/>
                      </a:cxn>
                      <a:cxn ang="0">
                        <a:pos x="792" y="214"/>
                      </a:cxn>
                      <a:cxn ang="0">
                        <a:pos x="820" y="344"/>
                      </a:cxn>
                      <a:cxn ang="0">
                        <a:pos x="843" y="479"/>
                      </a:cxn>
                      <a:cxn ang="0">
                        <a:pos x="808" y="760"/>
                      </a:cxn>
                      <a:cxn ang="0">
                        <a:pos x="966" y="826"/>
                      </a:cxn>
                      <a:cxn ang="0">
                        <a:pos x="903" y="870"/>
                      </a:cxn>
                      <a:cxn ang="0">
                        <a:pos x="993" y="854"/>
                      </a:cxn>
                      <a:cxn ang="0">
                        <a:pos x="721" y="748"/>
                      </a:cxn>
                      <a:cxn ang="0">
                        <a:pos x="636" y="1034"/>
                      </a:cxn>
                      <a:cxn ang="0">
                        <a:pos x="592" y="1030"/>
                      </a:cxn>
                      <a:cxn ang="0">
                        <a:pos x="609" y="1050"/>
                      </a:cxn>
                      <a:cxn ang="0">
                        <a:pos x="692" y="403"/>
                      </a:cxn>
                      <a:cxn ang="0">
                        <a:pos x="685" y="421"/>
                      </a:cxn>
                      <a:cxn ang="0">
                        <a:pos x="643" y="363"/>
                      </a:cxn>
                      <a:cxn ang="0">
                        <a:pos x="626" y="384"/>
                      </a:cxn>
                      <a:cxn ang="0">
                        <a:pos x="575" y="384"/>
                      </a:cxn>
                      <a:cxn ang="0">
                        <a:pos x="458" y="228"/>
                      </a:cxn>
                      <a:cxn ang="0">
                        <a:pos x="513" y="339"/>
                      </a:cxn>
                      <a:cxn ang="0">
                        <a:pos x="440" y="233"/>
                      </a:cxn>
                    </a:cxnLst>
                    <a:rect l="0" t="0" r="r" b="b"/>
                    <a:pathLst>
                      <a:path w="993" h="1050">
                        <a:moveTo>
                          <a:pt x="440" y="222"/>
                        </a:moveTo>
                        <a:cubicBezTo>
                          <a:pt x="185" y="237"/>
                          <a:pt x="447" y="729"/>
                          <a:pt x="433" y="840"/>
                        </a:cubicBezTo>
                        <a:cubicBezTo>
                          <a:pt x="426" y="837"/>
                          <a:pt x="411" y="827"/>
                          <a:pt x="406" y="823"/>
                        </a:cubicBezTo>
                        <a:cubicBezTo>
                          <a:pt x="403" y="812"/>
                          <a:pt x="397" y="803"/>
                          <a:pt x="394" y="795"/>
                        </a:cubicBezTo>
                        <a:cubicBezTo>
                          <a:pt x="395" y="805"/>
                          <a:pt x="392" y="818"/>
                          <a:pt x="392" y="829"/>
                        </a:cubicBezTo>
                        <a:cubicBezTo>
                          <a:pt x="372" y="827"/>
                          <a:pt x="362" y="814"/>
                          <a:pt x="358" y="794"/>
                        </a:cubicBezTo>
                        <a:cubicBezTo>
                          <a:pt x="361" y="788"/>
                          <a:pt x="348" y="805"/>
                          <a:pt x="346" y="807"/>
                        </a:cubicBezTo>
                        <a:cubicBezTo>
                          <a:pt x="333" y="793"/>
                          <a:pt x="328" y="771"/>
                          <a:pt x="318" y="754"/>
                        </a:cubicBezTo>
                        <a:cubicBezTo>
                          <a:pt x="309" y="777"/>
                          <a:pt x="297" y="794"/>
                          <a:pt x="277" y="805"/>
                        </a:cubicBezTo>
                        <a:cubicBezTo>
                          <a:pt x="276" y="792"/>
                          <a:pt x="270" y="785"/>
                          <a:pt x="269" y="772"/>
                        </a:cubicBezTo>
                        <a:cubicBezTo>
                          <a:pt x="234" y="790"/>
                          <a:pt x="198" y="817"/>
                          <a:pt x="164" y="840"/>
                        </a:cubicBezTo>
                        <a:cubicBezTo>
                          <a:pt x="115" y="872"/>
                          <a:pt x="76" y="873"/>
                          <a:pt x="8" y="869"/>
                        </a:cubicBezTo>
                        <a:cubicBezTo>
                          <a:pt x="6" y="864"/>
                          <a:pt x="1" y="842"/>
                          <a:pt x="0" y="837"/>
                        </a:cubicBezTo>
                        <a:cubicBezTo>
                          <a:pt x="30" y="855"/>
                          <a:pt x="82" y="872"/>
                          <a:pt x="94" y="830"/>
                        </a:cubicBezTo>
                        <a:cubicBezTo>
                          <a:pt x="63" y="819"/>
                          <a:pt x="66" y="773"/>
                          <a:pt x="79" y="750"/>
                        </a:cubicBezTo>
                        <a:cubicBezTo>
                          <a:pt x="89" y="853"/>
                          <a:pt x="214" y="801"/>
                          <a:pt x="223" y="718"/>
                        </a:cubicBezTo>
                        <a:cubicBezTo>
                          <a:pt x="228" y="675"/>
                          <a:pt x="224" y="627"/>
                          <a:pt x="222" y="584"/>
                        </a:cubicBezTo>
                        <a:cubicBezTo>
                          <a:pt x="220" y="537"/>
                          <a:pt x="193" y="491"/>
                          <a:pt x="201" y="445"/>
                        </a:cubicBezTo>
                        <a:cubicBezTo>
                          <a:pt x="235" y="418"/>
                          <a:pt x="212" y="372"/>
                          <a:pt x="223" y="332"/>
                        </a:cubicBezTo>
                        <a:cubicBezTo>
                          <a:pt x="227" y="316"/>
                          <a:pt x="248" y="299"/>
                          <a:pt x="254" y="281"/>
                        </a:cubicBezTo>
                        <a:cubicBezTo>
                          <a:pt x="262" y="262"/>
                          <a:pt x="258" y="237"/>
                          <a:pt x="264" y="216"/>
                        </a:cubicBezTo>
                        <a:cubicBezTo>
                          <a:pt x="275" y="176"/>
                          <a:pt x="304" y="148"/>
                          <a:pt x="334" y="121"/>
                        </a:cubicBezTo>
                        <a:cubicBezTo>
                          <a:pt x="358" y="99"/>
                          <a:pt x="389" y="56"/>
                          <a:pt x="405" y="46"/>
                        </a:cubicBezTo>
                        <a:cubicBezTo>
                          <a:pt x="394" y="47"/>
                          <a:pt x="382" y="44"/>
                          <a:pt x="371" y="46"/>
                        </a:cubicBezTo>
                        <a:cubicBezTo>
                          <a:pt x="449" y="27"/>
                          <a:pt x="559" y="0"/>
                          <a:pt x="637" y="36"/>
                        </a:cubicBezTo>
                        <a:cubicBezTo>
                          <a:pt x="697" y="63"/>
                          <a:pt x="760" y="158"/>
                          <a:pt x="792" y="214"/>
                        </a:cubicBezTo>
                        <a:cubicBezTo>
                          <a:pt x="817" y="258"/>
                          <a:pt x="820" y="291"/>
                          <a:pt x="820" y="344"/>
                        </a:cubicBezTo>
                        <a:cubicBezTo>
                          <a:pt x="819" y="396"/>
                          <a:pt x="835" y="430"/>
                          <a:pt x="843" y="479"/>
                        </a:cubicBezTo>
                        <a:cubicBezTo>
                          <a:pt x="858" y="576"/>
                          <a:pt x="787" y="667"/>
                          <a:pt x="808" y="760"/>
                        </a:cubicBezTo>
                        <a:cubicBezTo>
                          <a:pt x="822" y="825"/>
                          <a:pt x="909" y="889"/>
                          <a:pt x="966" y="826"/>
                        </a:cubicBezTo>
                        <a:cubicBezTo>
                          <a:pt x="960" y="855"/>
                          <a:pt x="930" y="864"/>
                          <a:pt x="903" y="870"/>
                        </a:cubicBezTo>
                        <a:cubicBezTo>
                          <a:pt x="935" y="870"/>
                          <a:pt x="970" y="879"/>
                          <a:pt x="993" y="854"/>
                        </a:cubicBezTo>
                        <a:cubicBezTo>
                          <a:pt x="922" y="976"/>
                          <a:pt x="782" y="783"/>
                          <a:pt x="721" y="748"/>
                        </a:cubicBezTo>
                        <a:cubicBezTo>
                          <a:pt x="697" y="823"/>
                          <a:pt x="491" y="954"/>
                          <a:pt x="636" y="1034"/>
                        </a:cubicBezTo>
                        <a:cubicBezTo>
                          <a:pt x="622" y="1031"/>
                          <a:pt x="607" y="1033"/>
                          <a:pt x="592" y="1030"/>
                        </a:cubicBezTo>
                        <a:cubicBezTo>
                          <a:pt x="597" y="1038"/>
                          <a:pt x="600" y="1045"/>
                          <a:pt x="609" y="1050"/>
                        </a:cubicBezTo>
                        <a:cubicBezTo>
                          <a:pt x="375" y="971"/>
                          <a:pt x="854" y="481"/>
                          <a:pt x="692" y="403"/>
                        </a:cubicBezTo>
                        <a:cubicBezTo>
                          <a:pt x="690" y="411"/>
                          <a:pt x="686" y="417"/>
                          <a:pt x="685" y="421"/>
                        </a:cubicBezTo>
                        <a:cubicBezTo>
                          <a:pt x="670" y="405"/>
                          <a:pt x="651" y="383"/>
                          <a:pt x="643" y="363"/>
                        </a:cubicBezTo>
                        <a:cubicBezTo>
                          <a:pt x="639" y="369"/>
                          <a:pt x="630" y="374"/>
                          <a:pt x="626" y="384"/>
                        </a:cubicBezTo>
                        <a:cubicBezTo>
                          <a:pt x="612" y="388"/>
                          <a:pt x="588" y="388"/>
                          <a:pt x="575" y="384"/>
                        </a:cubicBezTo>
                        <a:cubicBezTo>
                          <a:pt x="549" y="344"/>
                          <a:pt x="530" y="218"/>
                          <a:pt x="458" y="228"/>
                        </a:cubicBezTo>
                        <a:cubicBezTo>
                          <a:pt x="447" y="273"/>
                          <a:pt x="482" y="314"/>
                          <a:pt x="513" y="339"/>
                        </a:cubicBezTo>
                        <a:cubicBezTo>
                          <a:pt x="476" y="315"/>
                          <a:pt x="435" y="284"/>
                          <a:pt x="440" y="233"/>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0" name="Freeform 302">
                    <a:extLst>
                      <a:ext uri="{FF2B5EF4-FFF2-40B4-BE49-F238E27FC236}">
                        <a16:creationId xmlns:a16="http://schemas.microsoft.com/office/drawing/2014/main" id="{DC462A05-A148-A27D-F0E9-7DB6A1EEFE89}"/>
                      </a:ext>
                    </a:extLst>
                  </p:cNvPr>
                  <p:cNvSpPr>
                    <a:spLocks/>
                  </p:cNvSpPr>
                  <p:nvPr/>
                </p:nvSpPr>
                <p:spPr bwMode="auto">
                  <a:xfrm>
                    <a:off x="-1965325" y="13963651"/>
                    <a:ext cx="746125" cy="757238"/>
                  </a:xfrm>
                  <a:custGeom>
                    <a:avLst/>
                    <a:gdLst/>
                    <a:ahLst/>
                    <a:cxnLst>
                      <a:cxn ang="0">
                        <a:pos x="4" y="47"/>
                      </a:cxn>
                      <a:cxn ang="0">
                        <a:pos x="16" y="105"/>
                      </a:cxn>
                      <a:cxn ang="0">
                        <a:pos x="128" y="168"/>
                      </a:cxn>
                      <a:cxn ang="0">
                        <a:pos x="176" y="188"/>
                      </a:cxn>
                      <a:cxn ang="0">
                        <a:pos x="171" y="138"/>
                      </a:cxn>
                      <a:cxn ang="0">
                        <a:pos x="86" y="71"/>
                      </a:cxn>
                      <a:cxn ang="0">
                        <a:pos x="186" y="58"/>
                      </a:cxn>
                      <a:cxn ang="0">
                        <a:pos x="97" y="16"/>
                      </a:cxn>
                      <a:cxn ang="0">
                        <a:pos x="39" y="4"/>
                      </a:cxn>
                      <a:cxn ang="0">
                        <a:pos x="0" y="43"/>
                      </a:cxn>
                    </a:cxnLst>
                    <a:rect l="0" t="0" r="r" b="b"/>
                    <a:pathLst>
                      <a:path w="199" h="202">
                        <a:moveTo>
                          <a:pt x="4" y="47"/>
                        </a:moveTo>
                        <a:cubicBezTo>
                          <a:pt x="14" y="65"/>
                          <a:pt x="16" y="85"/>
                          <a:pt x="16" y="105"/>
                        </a:cubicBezTo>
                        <a:cubicBezTo>
                          <a:pt x="64" y="87"/>
                          <a:pt x="95" y="139"/>
                          <a:pt x="128" y="168"/>
                        </a:cubicBezTo>
                        <a:cubicBezTo>
                          <a:pt x="142" y="181"/>
                          <a:pt x="157" y="202"/>
                          <a:pt x="176" y="188"/>
                        </a:cubicBezTo>
                        <a:cubicBezTo>
                          <a:pt x="193" y="176"/>
                          <a:pt x="181" y="151"/>
                          <a:pt x="171" y="138"/>
                        </a:cubicBezTo>
                        <a:cubicBezTo>
                          <a:pt x="154" y="117"/>
                          <a:pt x="88" y="99"/>
                          <a:pt x="86" y="71"/>
                        </a:cubicBezTo>
                        <a:cubicBezTo>
                          <a:pt x="83" y="30"/>
                          <a:pt x="159" y="61"/>
                          <a:pt x="186" y="58"/>
                        </a:cubicBezTo>
                        <a:cubicBezTo>
                          <a:pt x="199" y="12"/>
                          <a:pt x="125" y="20"/>
                          <a:pt x="97" y="16"/>
                        </a:cubicBezTo>
                        <a:cubicBezTo>
                          <a:pt x="82" y="14"/>
                          <a:pt x="53" y="0"/>
                          <a:pt x="39" y="4"/>
                        </a:cubicBezTo>
                        <a:cubicBezTo>
                          <a:pt x="22" y="9"/>
                          <a:pt x="12" y="35"/>
                          <a:pt x="0" y="43"/>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1" name="Freeform 303">
                    <a:extLst>
                      <a:ext uri="{FF2B5EF4-FFF2-40B4-BE49-F238E27FC236}">
                        <a16:creationId xmlns:a16="http://schemas.microsoft.com/office/drawing/2014/main" id="{48D78166-7A60-A4B0-C12E-E56F7C1BD571}"/>
                      </a:ext>
                    </a:extLst>
                  </p:cNvPr>
                  <p:cNvSpPr>
                    <a:spLocks/>
                  </p:cNvSpPr>
                  <p:nvPr/>
                </p:nvSpPr>
                <p:spPr bwMode="auto">
                  <a:xfrm>
                    <a:off x="-2424113" y="13239751"/>
                    <a:ext cx="1387475" cy="993775"/>
                  </a:xfrm>
                  <a:custGeom>
                    <a:avLst/>
                    <a:gdLst/>
                    <a:ahLst/>
                    <a:cxnLst>
                      <a:cxn ang="0">
                        <a:pos x="4" y="216"/>
                      </a:cxn>
                      <a:cxn ang="0">
                        <a:pos x="1" y="259"/>
                      </a:cxn>
                      <a:cxn ang="0">
                        <a:pos x="78" y="255"/>
                      </a:cxn>
                      <a:cxn ang="0">
                        <a:pos x="144" y="224"/>
                      </a:cxn>
                      <a:cxn ang="0">
                        <a:pos x="185" y="214"/>
                      </a:cxn>
                      <a:cxn ang="0">
                        <a:pos x="299" y="219"/>
                      </a:cxn>
                      <a:cxn ang="0">
                        <a:pos x="193" y="179"/>
                      </a:cxn>
                      <a:cxn ang="0">
                        <a:pos x="180" y="165"/>
                      </a:cxn>
                      <a:cxn ang="0">
                        <a:pos x="335" y="197"/>
                      </a:cxn>
                      <a:cxn ang="0">
                        <a:pos x="265" y="146"/>
                      </a:cxn>
                      <a:cxn ang="0">
                        <a:pos x="184" y="122"/>
                      </a:cxn>
                      <a:cxn ang="0">
                        <a:pos x="284" y="114"/>
                      </a:cxn>
                      <a:cxn ang="0">
                        <a:pos x="370" y="142"/>
                      </a:cxn>
                      <a:cxn ang="0">
                        <a:pos x="285" y="82"/>
                      </a:cxn>
                      <a:cxn ang="0">
                        <a:pos x="191" y="66"/>
                      </a:cxn>
                      <a:cxn ang="0">
                        <a:pos x="339" y="34"/>
                      </a:cxn>
                      <a:cxn ang="0">
                        <a:pos x="241" y="3"/>
                      </a:cxn>
                      <a:cxn ang="0">
                        <a:pos x="143" y="48"/>
                      </a:cxn>
                      <a:cxn ang="0">
                        <a:pos x="4" y="216"/>
                      </a:cxn>
                    </a:cxnLst>
                    <a:rect l="0" t="0" r="r" b="b"/>
                    <a:pathLst>
                      <a:path w="370" h="265">
                        <a:moveTo>
                          <a:pt x="4" y="216"/>
                        </a:moveTo>
                        <a:cubicBezTo>
                          <a:pt x="2" y="231"/>
                          <a:pt x="0" y="243"/>
                          <a:pt x="1" y="259"/>
                        </a:cubicBezTo>
                        <a:cubicBezTo>
                          <a:pt x="28" y="265"/>
                          <a:pt x="53" y="263"/>
                          <a:pt x="78" y="255"/>
                        </a:cubicBezTo>
                        <a:cubicBezTo>
                          <a:pt x="98" y="250"/>
                          <a:pt x="133" y="240"/>
                          <a:pt x="144" y="224"/>
                        </a:cubicBezTo>
                        <a:cubicBezTo>
                          <a:pt x="147" y="219"/>
                          <a:pt x="175" y="214"/>
                          <a:pt x="185" y="214"/>
                        </a:cubicBezTo>
                        <a:cubicBezTo>
                          <a:pt x="229" y="214"/>
                          <a:pt x="302" y="248"/>
                          <a:pt x="299" y="219"/>
                        </a:cubicBezTo>
                        <a:cubicBezTo>
                          <a:pt x="296" y="213"/>
                          <a:pt x="226" y="193"/>
                          <a:pt x="193" y="179"/>
                        </a:cubicBezTo>
                        <a:cubicBezTo>
                          <a:pt x="181" y="173"/>
                          <a:pt x="178" y="167"/>
                          <a:pt x="180" y="165"/>
                        </a:cubicBezTo>
                        <a:cubicBezTo>
                          <a:pt x="200" y="139"/>
                          <a:pt x="329" y="219"/>
                          <a:pt x="335" y="197"/>
                        </a:cubicBezTo>
                        <a:cubicBezTo>
                          <a:pt x="334" y="181"/>
                          <a:pt x="293" y="161"/>
                          <a:pt x="265" y="146"/>
                        </a:cubicBezTo>
                        <a:cubicBezTo>
                          <a:pt x="241" y="133"/>
                          <a:pt x="214" y="125"/>
                          <a:pt x="184" y="122"/>
                        </a:cubicBezTo>
                        <a:cubicBezTo>
                          <a:pt x="186" y="93"/>
                          <a:pt x="237" y="103"/>
                          <a:pt x="284" y="114"/>
                        </a:cubicBezTo>
                        <a:cubicBezTo>
                          <a:pt x="326" y="127"/>
                          <a:pt x="367" y="149"/>
                          <a:pt x="370" y="142"/>
                        </a:cubicBezTo>
                        <a:cubicBezTo>
                          <a:pt x="370" y="119"/>
                          <a:pt x="306" y="92"/>
                          <a:pt x="285" y="82"/>
                        </a:cubicBezTo>
                        <a:cubicBezTo>
                          <a:pt x="262" y="72"/>
                          <a:pt x="204" y="81"/>
                          <a:pt x="191" y="66"/>
                        </a:cubicBezTo>
                        <a:cubicBezTo>
                          <a:pt x="212" y="5"/>
                          <a:pt x="338" y="49"/>
                          <a:pt x="339" y="34"/>
                        </a:cubicBezTo>
                        <a:cubicBezTo>
                          <a:pt x="336" y="15"/>
                          <a:pt x="265" y="4"/>
                          <a:pt x="241" y="3"/>
                        </a:cubicBezTo>
                        <a:cubicBezTo>
                          <a:pt x="191" y="0"/>
                          <a:pt x="179" y="20"/>
                          <a:pt x="143" y="48"/>
                        </a:cubicBezTo>
                        <a:cubicBezTo>
                          <a:pt x="89" y="90"/>
                          <a:pt x="0" y="130"/>
                          <a:pt x="4" y="216"/>
                        </a:cubicBezTo>
                      </a:path>
                    </a:pathLst>
                  </a:custGeom>
                  <a:solidFill>
                    <a:srgbClr val="F4DDCE"/>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2" name="Oval 304">
                    <a:extLst>
                      <a:ext uri="{FF2B5EF4-FFF2-40B4-BE49-F238E27FC236}">
                        <a16:creationId xmlns:a16="http://schemas.microsoft.com/office/drawing/2014/main" id="{00F9DD7F-F4A4-852E-8CD9-DA3AA5B2A836}"/>
                      </a:ext>
                    </a:extLst>
                  </p:cNvPr>
                  <p:cNvSpPr>
                    <a:spLocks noChangeArrowheads="1"/>
                  </p:cNvSpPr>
                  <p:nvPr/>
                </p:nvSpPr>
                <p:spPr bwMode="auto">
                  <a:xfrm>
                    <a:off x="-417513" y="15395576"/>
                    <a:ext cx="668338" cy="671513"/>
                  </a:xfrm>
                  <a:prstGeom prst="ellipse">
                    <a:avLst/>
                  </a:prstGeom>
                  <a:solidFill>
                    <a:srgbClr val="3F3B3B"/>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3" name="Freeform 305">
                    <a:extLst>
                      <a:ext uri="{FF2B5EF4-FFF2-40B4-BE49-F238E27FC236}">
                        <a16:creationId xmlns:a16="http://schemas.microsoft.com/office/drawing/2014/main" id="{800C6C6B-8AAB-D340-4D69-7DAD1190C16C}"/>
                      </a:ext>
                    </a:extLst>
                  </p:cNvPr>
                  <p:cNvSpPr>
                    <a:spLocks/>
                  </p:cNvSpPr>
                  <p:nvPr/>
                </p:nvSpPr>
                <p:spPr bwMode="auto">
                  <a:xfrm>
                    <a:off x="-533400" y="15692438"/>
                    <a:ext cx="2347913" cy="1858963"/>
                  </a:xfrm>
                  <a:custGeom>
                    <a:avLst/>
                    <a:gdLst/>
                    <a:ahLst/>
                    <a:cxnLst>
                      <a:cxn ang="0">
                        <a:pos x="24" y="461"/>
                      </a:cxn>
                      <a:cxn ang="0">
                        <a:pos x="189" y="375"/>
                      </a:cxn>
                      <a:cxn ang="0">
                        <a:pos x="347" y="276"/>
                      </a:cxn>
                      <a:cxn ang="0">
                        <a:pos x="497" y="157"/>
                      </a:cxn>
                      <a:cxn ang="0">
                        <a:pos x="625" y="12"/>
                      </a:cxn>
                      <a:cxn ang="0">
                        <a:pos x="452" y="111"/>
                      </a:cxn>
                      <a:cxn ang="0">
                        <a:pos x="268" y="240"/>
                      </a:cxn>
                      <a:cxn ang="0">
                        <a:pos x="0" y="496"/>
                      </a:cxn>
                    </a:cxnLst>
                    <a:rect l="0" t="0" r="r" b="b"/>
                    <a:pathLst>
                      <a:path w="626" h="496">
                        <a:moveTo>
                          <a:pt x="24" y="461"/>
                        </a:moveTo>
                        <a:cubicBezTo>
                          <a:pt x="83" y="466"/>
                          <a:pt x="144" y="404"/>
                          <a:pt x="189" y="375"/>
                        </a:cubicBezTo>
                        <a:cubicBezTo>
                          <a:pt x="240" y="343"/>
                          <a:pt x="297" y="313"/>
                          <a:pt x="347" y="276"/>
                        </a:cubicBezTo>
                        <a:cubicBezTo>
                          <a:pt x="397" y="237"/>
                          <a:pt x="450" y="200"/>
                          <a:pt x="497" y="157"/>
                        </a:cubicBezTo>
                        <a:cubicBezTo>
                          <a:pt x="535" y="123"/>
                          <a:pt x="626" y="64"/>
                          <a:pt x="625" y="12"/>
                        </a:cubicBezTo>
                        <a:cubicBezTo>
                          <a:pt x="557" y="0"/>
                          <a:pt x="498" y="71"/>
                          <a:pt x="452" y="111"/>
                        </a:cubicBezTo>
                        <a:cubicBezTo>
                          <a:pt x="395" y="159"/>
                          <a:pt x="326" y="191"/>
                          <a:pt x="268" y="240"/>
                        </a:cubicBezTo>
                        <a:cubicBezTo>
                          <a:pt x="172" y="320"/>
                          <a:pt x="62" y="387"/>
                          <a:pt x="0" y="496"/>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4" name="Freeform 306">
                    <a:extLst>
                      <a:ext uri="{FF2B5EF4-FFF2-40B4-BE49-F238E27FC236}">
                        <a16:creationId xmlns:a16="http://schemas.microsoft.com/office/drawing/2014/main" id="{EE75097B-5D8F-D745-242E-1B28785BD919}"/>
                      </a:ext>
                    </a:extLst>
                  </p:cNvPr>
                  <p:cNvSpPr>
                    <a:spLocks/>
                  </p:cNvSpPr>
                  <p:nvPr/>
                </p:nvSpPr>
                <p:spPr bwMode="auto">
                  <a:xfrm>
                    <a:off x="-1835150" y="15640051"/>
                    <a:ext cx="1890713" cy="989013"/>
                  </a:xfrm>
                  <a:custGeom>
                    <a:avLst/>
                    <a:gdLst/>
                    <a:ahLst/>
                    <a:cxnLst>
                      <a:cxn ang="0">
                        <a:pos x="103" y="46"/>
                      </a:cxn>
                      <a:cxn ang="0">
                        <a:pos x="179" y="82"/>
                      </a:cxn>
                      <a:cxn ang="0">
                        <a:pos x="290" y="87"/>
                      </a:cxn>
                      <a:cxn ang="0">
                        <a:pos x="500" y="41"/>
                      </a:cxn>
                      <a:cxn ang="0">
                        <a:pos x="354" y="146"/>
                      </a:cxn>
                      <a:cxn ang="0">
                        <a:pos x="91" y="90"/>
                      </a:cxn>
                      <a:cxn ang="0">
                        <a:pos x="202" y="238"/>
                      </a:cxn>
                      <a:cxn ang="0">
                        <a:pos x="86" y="0"/>
                      </a:cxn>
                    </a:cxnLst>
                    <a:rect l="0" t="0" r="r" b="b"/>
                    <a:pathLst>
                      <a:path w="504" h="264">
                        <a:moveTo>
                          <a:pt x="103" y="46"/>
                        </a:moveTo>
                        <a:cubicBezTo>
                          <a:pt x="131" y="56"/>
                          <a:pt x="151" y="74"/>
                          <a:pt x="179" y="82"/>
                        </a:cubicBezTo>
                        <a:cubicBezTo>
                          <a:pt x="213" y="90"/>
                          <a:pt x="253" y="88"/>
                          <a:pt x="290" y="87"/>
                        </a:cubicBezTo>
                        <a:cubicBezTo>
                          <a:pt x="369" y="86"/>
                          <a:pt x="426" y="47"/>
                          <a:pt x="500" y="41"/>
                        </a:cubicBezTo>
                        <a:cubicBezTo>
                          <a:pt x="504" y="138"/>
                          <a:pt x="442" y="146"/>
                          <a:pt x="354" y="146"/>
                        </a:cubicBezTo>
                        <a:cubicBezTo>
                          <a:pt x="248" y="146"/>
                          <a:pt x="177" y="138"/>
                          <a:pt x="91" y="90"/>
                        </a:cubicBezTo>
                        <a:cubicBezTo>
                          <a:pt x="93" y="164"/>
                          <a:pt x="164" y="188"/>
                          <a:pt x="202" y="238"/>
                        </a:cubicBezTo>
                        <a:cubicBezTo>
                          <a:pt x="89" y="264"/>
                          <a:pt x="0" y="69"/>
                          <a:pt x="86" y="0"/>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5" name="Freeform 307">
                    <a:extLst>
                      <a:ext uri="{FF2B5EF4-FFF2-40B4-BE49-F238E27FC236}">
                        <a16:creationId xmlns:a16="http://schemas.microsoft.com/office/drawing/2014/main" id="{933F450C-13C0-B688-9E1E-AD3A5852F0BA}"/>
                      </a:ext>
                    </a:extLst>
                  </p:cNvPr>
                  <p:cNvSpPr>
                    <a:spLocks/>
                  </p:cNvSpPr>
                  <p:nvPr/>
                </p:nvSpPr>
                <p:spPr bwMode="auto">
                  <a:xfrm>
                    <a:off x="246062" y="17765713"/>
                    <a:ext cx="1792288" cy="2166938"/>
                  </a:xfrm>
                  <a:custGeom>
                    <a:avLst/>
                    <a:gdLst/>
                    <a:ahLst/>
                    <a:cxnLst>
                      <a:cxn ang="0">
                        <a:pos x="437" y="187"/>
                      </a:cxn>
                      <a:cxn ang="0">
                        <a:pos x="383" y="519"/>
                      </a:cxn>
                      <a:cxn ang="0">
                        <a:pos x="192" y="543"/>
                      </a:cxn>
                      <a:cxn ang="0">
                        <a:pos x="0" y="577"/>
                      </a:cxn>
                      <a:cxn ang="0">
                        <a:pos x="197" y="484"/>
                      </a:cxn>
                      <a:cxn ang="0">
                        <a:pos x="330" y="356"/>
                      </a:cxn>
                      <a:cxn ang="0">
                        <a:pos x="408" y="175"/>
                      </a:cxn>
                      <a:cxn ang="0">
                        <a:pos x="443" y="0"/>
                      </a:cxn>
                    </a:cxnLst>
                    <a:rect l="0" t="0" r="r" b="b"/>
                    <a:pathLst>
                      <a:path w="478" h="578">
                        <a:moveTo>
                          <a:pt x="437" y="187"/>
                        </a:moveTo>
                        <a:cubicBezTo>
                          <a:pt x="478" y="282"/>
                          <a:pt x="415" y="429"/>
                          <a:pt x="383" y="519"/>
                        </a:cubicBezTo>
                        <a:cubicBezTo>
                          <a:pt x="320" y="532"/>
                          <a:pt x="254" y="532"/>
                          <a:pt x="192" y="543"/>
                        </a:cubicBezTo>
                        <a:cubicBezTo>
                          <a:pt x="129" y="555"/>
                          <a:pt x="64" y="578"/>
                          <a:pt x="0" y="577"/>
                        </a:cubicBezTo>
                        <a:cubicBezTo>
                          <a:pt x="46" y="530"/>
                          <a:pt x="137" y="510"/>
                          <a:pt x="197" y="484"/>
                        </a:cubicBezTo>
                        <a:cubicBezTo>
                          <a:pt x="264" y="456"/>
                          <a:pt x="295" y="423"/>
                          <a:pt x="330" y="356"/>
                        </a:cubicBezTo>
                        <a:cubicBezTo>
                          <a:pt x="359" y="301"/>
                          <a:pt x="389" y="237"/>
                          <a:pt x="408" y="175"/>
                        </a:cubicBezTo>
                        <a:cubicBezTo>
                          <a:pt x="425" y="118"/>
                          <a:pt x="419" y="53"/>
                          <a:pt x="443" y="0"/>
                        </a:cubicBezTo>
                      </a:path>
                    </a:pathLst>
                  </a:custGeom>
                  <a:solidFill>
                    <a:srgbClr val="565353"/>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6" name="Freeform 308">
                    <a:extLst>
                      <a:ext uri="{FF2B5EF4-FFF2-40B4-BE49-F238E27FC236}">
                        <a16:creationId xmlns:a16="http://schemas.microsoft.com/office/drawing/2014/main" id="{951F34B8-40B5-EF2E-132A-50195C6062BC}"/>
                      </a:ext>
                    </a:extLst>
                  </p:cNvPr>
                  <p:cNvSpPr>
                    <a:spLocks/>
                  </p:cNvSpPr>
                  <p:nvPr/>
                </p:nvSpPr>
                <p:spPr bwMode="auto">
                  <a:xfrm>
                    <a:off x="1371600" y="10360026"/>
                    <a:ext cx="363538" cy="3490913"/>
                  </a:xfrm>
                  <a:custGeom>
                    <a:avLst/>
                    <a:gdLst/>
                    <a:ahLst/>
                    <a:cxnLst>
                      <a:cxn ang="0">
                        <a:pos x="0" y="29"/>
                      </a:cxn>
                      <a:cxn ang="0">
                        <a:pos x="12" y="235"/>
                      </a:cxn>
                      <a:cxn ang="0">
                        <a:pos x="30" y="450"/>
                      </a:cxn>
                      <a:cxn ang="0">
                        <a:pos x="18" y="666"/>
                      </a:cxn>
                      <a:cxn ang="0">
                        <a:pos x="12" y="771"/>
                      </a:cxn>
                      <a:cxn ang="0">
                        <a:pos x="94" y="931"/>
                      </a:cxn>
                      <a:cxn ang="0">
                        <a:pos x="94" y="666"/>
                      </a:cxn>
                      <a:cxn ang="0">
                        <a:pos x="83" y="399"/>
                      </a:cxn>
                      <a:cxn ang="0">
                        <a:pos x="29" y="158"/>
                      </a:cxn>
                      <a:cxn ang="0">
                        <a:pos x="0" y="0"/>
                      </a:cxn>
                    </a:cxnLst>
                    <a:rect l="0" t="0" r="r" b="b"/>
                    <a:pathLst>
                      <a:path w="97" h="931">
                        <a:moveTo>
                          <a:pt x="0" y="29"/>
                        </a:moveTo>
                        <a:cubicBezTo>
                          <a:pt x="33" y="79"/>
                          <a:pt x="3" y="174"/>
                          <a:pt x="12" y="235"/>
                        </a:cubicBezTo>
                        <a:cubicBezTo>
                          <a:pt x="23" y="307"/>
                          <a:pt x="19" y="379"/>
                          <a:pt x="30" y="450"/>
                        </a:cubicBezTo>
                        <a:cubicBezTo>
                          <a:pt x="41" y="525"/>
                          <a:pt x="24" y="593"/>
                          <a:pt x="18" y="666"/>
                        </a:cubicBezTo>
                        <a:cubicBezTo>
                          <a:pt x="15" y="694"/>
                          <a:pt x="7" y="748"/>
                          <a:pt x="12" y="771"/>
                        </a:cubicBezTo>
                        <a:cubicBezTo>
                          <a:pt x="20" y="804"/>
                          <a:pt x="76" y="906"/>
                          <a:pt x="94" y="931"/>
                        </a:cubicBezTo>
                        <a:cubicBezTo>
                          <a:pt x="97" y="875"/>
                          <a:pt x="93" y="728"/>
                          <a:pt x="94" y="666"/>
                        </a:cubicBezTo>
                        <a:cubicBezTo>
                          <a:pt x="95" y="576"/>
                          <a:pt x="90" y="487"/>
                          <a:pt x="83" y="399"/>
                        </a:cubicBezTo>
                        <a:cubicBezTo>
                          <a:pt x="75" y="317"/>
                          <a:pt x="42" y="239"/>
                          <a:pt x="29" y="158"/>
                        </a:cubicBezTo>
                        <a:cubicBezTo>
                          <a:pt x="20" y="97"/>
                          <a:pt x="25" y="55"/>
                          <a:pt x="0" y="0"/>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7" name="Freeform 309">
                    <a:extLst>
                      <a:ext uri="{FF2B5EF4-FFF2-40B4-BE49-F238E27FC236}">
                        <a16:creationId xmlns:a16="http://schemas.microsoft.com/office/drawing/2014/main" id="{22B8C1C5-9BBE-4DCE-92D6-023AF81BD9AE}"/>
                      </a:ext>
                    </a:extLst>
                  </p:cNvPr>
                  <p:cNvSpPr>
                    <a:spLocks/>
                  </p:cNvSpPr>
                  <p:nvPr/>
                </p:nvSpPr>
                <p:spPr bwMode="auto">
                  <a:xfrm>
                    <a:off x="479425" y="13655676"/>
                    <a:ext cx="1484313" cy="1492250"/>
                  </a:xfrm>
                  <a:custGeom>
                    <a:avLst/>
                    <a:gdLst/>
                    <a:ahLst/>
                    <a:cxnLst>
                      <a:cxn ang="0">
                        <a:pos x="330" y="55"/>
                      </a:cxn>
                      <a:cxn ang="0">
                        <a:pos x="318" y="109"/>
                      </a:cxn>
                      <a:cxn ang="0">
                        <a:pos x="108" y="33"/>
                      </a:cxn>
                      <a:cxn ang="0">
                        <a:pos x="209" y="113"/>
                      </a:cxn>
                      <a:cxn ang="0">
                        <a:pos x="243" y="164"/>
                      </a:cxn>
                      <a:cxn ang="0">
                        <a:pos x="287" y="214"/>
                      </a:cxn>
                      <a:cxn ang="0">
                        <a:pos x="221" y="219"/>
                      </a:cxn>
                      <a:cxn ang="0">
                        <a:pos x="256" y="289"/>
                      </a:cxn>
                      <a:cxn ang="0">
                        <a:pos x="170" y="329"/>
                      </a:cxn>
                      <a:cxn ang="0">
                        <a:pos x="0" y="398"/>
                      </a:cxn>
                      <a:cxn ang="0">
                        <a:pos x="194" y="344"/>
                      </a:cxn>
                      <a:cxn ang="0">
                        <a:pos x="314" y="351"/>
                      </a:cxn>
                      <a:cxn ang="0">
                        <a:pos x="396" y="370"/>
                      </a:cxn>
                      <a:cxn ang="0">
                        <a:pos x="357" y="238"/>
                      </a:cxn>
                      <a:cxn ang="0">
                        <a:pos x="330" y="98"/>
                      </a:cxn>
                    </a:cxnLst>
                    <a:rect l="0" t="0" r="r" b="b"/>
                    <a:pathLst>
                      <a:path w="396" h="398">
                        <a:moveTo>
                          <a:pt x="330" y="55"/>
                        </a:moveTo>
                        <a:cubicBezTo>
                          <a:pt x="319" y="72"/>
                          <a:pt x="324" y="91"/>
                          <a:pt x="318" y="109"/>
                        </a:cubicBezTo>
                        <a:cubicBezTo>
                          <a:pt x="238" y="165"/>
                          <a:pt x="183" y="0"/>
                          <a:pt x="108" y="33"/>
                        </a:cubicBezTo>
                        <a:cubicBezTo>
                          <a:pt x="96" y="79"/>
                          <a:pt x="186" y="88"/>
                          <a:pt x="209" y="113"/>
                        </a:cubicBezTo>
                        <a:cubicBezTo>
                          <a:pt x="222" y="129"/>
                          <a:pt x="223" y="147"/>
                          <a:pt x="243" y="164"/>
                        </a:cubicBezTo>
                        <a:cubicBezTo>
                          <a:pt x="262" y="180"/>
                          <a:pt x="285" y="188"/>
                          <a:pt x="287" y="214"/>
                        </a:cubicBezTo>
                        <a:cubicBezTo>
                          <a:pt x="266" y="222"/>
                          <a:pt x="243" y="218"/>
                          <a:pt x="221" y="219"/>
                        </a:cubicBezTo>
                        <a:cubicBezTo>
                          <a:pt x="210" y="261"/>
                          <a:pt x="255" y="250"/>
                          <a:pt x="256" y="289"/>
                        </a:cubicBezTo>
                        <a:cubicBezTo>
                          <a:pt x="257" y="338"/>
                          <a:pt x="204" y="331"/>
                          <a:pt x="170" y="329"/>
                        </a:cubicBezTo>
                        <a:cubicBezTo>
                          <a:pt x="94" y="325"/>
                          <a:pt x="33" y="326"/>
                          <a:pt x="0" y="398"/>
                        </a:cubicBezTo>
                        <a:cubicBezTo>
                          <a:pt x="21" y="350"/>
                          <a:pt x="148" y="348"/>
                          <a:pt x="194" y="344"/>
                        </a:cubicBezTo>
                        <a:cubicBezTo>
                          <a:pt x="237" y="339"/>
                          <a:pt x="273" y="340"/>
                          <a:pt x="314" y="351"/>
                        </a:cubicBezTo>
                        <a:cubicBezTo>
                          <a:pt x="341" y="357"/>
                          <a:pt x="369" y="383"/>
                          <a:pt x="396" y="370"/>
                        </a:cubicBezTo>
                        <a:cubicBezTo>
                          <a:pt x="384" y="326"/>
                          <a:pt x="364" y="287"/>
                          <a:pt x="357" y="238"/>
                        </a:cubicBezTo>
                        <a:cubicBezTo>
                          <a:pt x="351" y="193"/>
                          <a:pt x="326" y="145"/>
                          <a:pt x="330" y="98"/>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8" name="Freeform 310">
                    <a:extLst>
                      <a:ext uri="{FF2B5EF4-FFF2-40B4-BE49-F238E27FC236}">
                        <a16:creationId xmlns:a16="http://schemas.microsoft.com/office/drawing/2014/main" id="{6C5678AB-F79C-43F3-3906-84F844E20E8E}"/>
                      </a:ext>
                    </a:extLst>
                  </p:cNvPr>
                  <p:cNvSpPr>
                    <a:spLocks/>
                  </p:cNvSpPr>
                  <p:nvPr/>
                </p:nvSpPr>
                <p:spPr bwMode="auto">
                  <a:xfrm>
                    <a:off x="-3533775" y="11672888"/>
                    <a:ext cx="1027113" cy="1357313"/>
                  </a:xfrm>
                  <a:custGeom>
                    <a:avLst/>
                    <a:gdLst/>
                    <a:ahLst/>
                    <a:cxnLst>
                      <a:cxn ang="0">
                        <a:pos x="173" y="43"/>
                      </a:cxn>
                      <a:cxn ang="0">
                        <a:pos x="47" y="57"/>
                      </a:cxn>
                      <a:cxn ang="0">
                        <a:pos x="133" y="133"/>
                      </a:cxn>
                      <a:cxn ang="0">
                        <a:pos x="181" y="236"/>
                      </a:cxn>
                      <a:cxn ang="0">
                        <a:pos x="122" y="311"/>
                      </a:cxn>
                      <a:cxn ang="0">
                        <a:pos x="211" y="320"/>
                      </a:cxn>
                      <a:cxn ang="0">
                        <a:pos x="274" y="362"/>
                      </a:cxn>
                      <a:cxn ang="0">
                        <a:pos x="197" y="182"/>
                      </a:cxn>
                      <a:cxn ang="0">
                        <a:pos x="144" y="94"/>
                      </a:cxn>
                      <a:cxn ang="0">
                        <a:pos x="192" y="0"/>
                      </a:cxn>
                    </a:cxnLst>
                    <a:rect l="0" t="0" r="r" b="b"/>
                    <a:pathLst>
                      <a:path w="274" h="362">
                        <a:moveTo>
                          <a:pt x="173" y="43"/>
                        </a:moveTo>
                        <a:cubicBezTo>
                          <a:pt x="131" y="91"/>
                          <a:pt x="76" y="24"/>
                          <a:pt x="47" y="57"/>
                        </a:cubicBezTo>
                        <a:cubicBezTo>
                          <a:pt x="0" y="111"/>
                          <a:pt x="107" y="119"/>
                          <a:pt x="133" y="133"/>
                        </a:cubicBezTo>
                        <a:cubicBezTo>
                          <a:pt x="142" y="171"/>
                          <a:pt x="169" y="200"/>
                          <a:pt x="181" y="236"/>
                        </a:cubicBezTo>
                        <a:cubicBezTo>
                          <a:pt x="206" y="307"/>
                          <a:pt x="107" y="248"/>
                          <a:pt x="122" y="311"/>
                        </a:cubicBezTo>
                        <a:cubicBezTo>
                          <a:pt x="156" y="316"/>
                          <a:pt x="179" y="302"/>
                          <a:pt x="211" y="320"/>
                        </a:cubicBezTo>
                        <a:cubicBezTo>
                          <a:pt x="235" y="334"/>
                          <a:pt x="245" y="354"/>
                          <a:pt x="274" y="362"/>
                        </a:cubicBezTo>
                        <a:cubicBezTo>
                          <a:pt x="232" y="335"/>
                          <a:pt x="223" y="229"/>
                          <a:pt x="197" y="182"/>
                        </a:cubicBezTo>
                        <a:cubicBezTo>
                          <a:pt x="181" y="153"/>
                          <a:pt x="150" y="128"/>
                          <a:pt x="144" y="94"/>
                        </a:cubicBezTo>
                        <a:cubicBezTo>
                          <a:pt x="136" y="43"/>
                          <a:pt x="186" y="43"/>
                          <a:pt x="192" y="0"/>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49" name="Freeform 311">
                    <a:extLst>
                      <a:ext uri="{FF2B5EF4-FFF2-40B4-BE49-F238E27FC236}">
                        <a16:creationId xmlns:a16="http://schemas.microsoft.com/office/drawing/2014/main" id="{0933B901-1069-E4F1-770D-BBFED895BEF7}"/>
                      </a:ext>
                    </a:extLst>
                  </p:cNvPr>
                  <p:cNvSpPr>
                    <a:spLocks/>
                  </p:cNvSpPr>
                  <p:nvPr/>
                </p:nvSpPr>
                <p:spPr bwMode="auto">
                  <a:xfrm>
                    <a:off x="-2686050" y="10748963"/>
                    <a:ext cx="685800" cy="747713"/>
                  </a:xfrm>
                  <a:custGeom>
                    <a:avLst/>
                    <a:gdLst/>
                    <a:ahLst/>
                    <a:cxnLst>
                      <a:cxn ang="0">
                        <a:pos x="180" y="199"/>
                      </a:cxn>
                      <a:cxn ang="0">
                        <a:pos x="162" y="77"/>
                      </a:cxn>
                      <a:cxn ang="0">
                        <a:pos x="76" y="28"/>
                      </a:cxn>
                      <a:cxn ang="0">
                        <a:pos x="28" y="94"/>
                      </a:cxn>
                      <a:cxn ang="0">
                        <a:pos x="2" y="175"/>
                      </a:cxn>
                      <a:cxn ang="0">
                        <a:pos x="20" y="148"/>
                      </a:cxn>
                      <a:cxn ang="0">
                        <a:pos x="52" y="125"/>
                      </a:cxn>
                      <a:cxn ang="0">
                        <a:pos x="114" y="78"/>
                      </a:cxn>
                      <a:cxn ang="0">
                        <a:pos x="180" y="191"/>
                      </a:cxn>
                    </a:cxnLst>
                    <a:rect l="0" t="0" r="r" b="b"/>
                    <a:pathLst>
                      <a:path w="183" h="199">
                        <a:moveTo>
                          <a:pt x="180" y="199"/>
                        </a:moveTo>
                        <a:cubicBezTo>
                          <a:pt x="180" y="154"/>
                          <a:pt x="183" y="115"/>
                          <a:pt x="162" y="77"/>
                        </a:cubicBezTo>
                        <a:cubicBezTo>
                          <a:pt x="145" y="47"/>
                          <a:pt x="112" y="0"/>
                          <a:pt x="76" y="28"/>
                        </a:cubicBezTo>
                        <a:cubicBezTo>
                          <a:pt x="72" y="76"/>
                          <a:pt x="57" y="67"/>
                          <a:pt x="28" y="94"/>
                        </a:cubicBezTo>
                        <a:cubicBezTo>
                          <a:pt x="0" y="120"/>
                          <a:pt x="25" y="147"/>
                          <a:pt x="2" y="175"/>
                        </a:cubicBezTo>
                        <a:cubicBezTo>
                          <a:pt x="12" y="169"/>
                          <a:pt x="14" y="155"/>
                          <a:pt x="20" y="148"/>
                        </a:cubicBezTo>
                        <a:cubicBezTo>
                          <a:pt x="34" y="135"/>
                          <a:pt x="36" y="135"/>
                          <a:pt x="52" y="125"/>
                        </a:cubicBezTo>
                        <a:cubicBezTo>
                          <a:pt x="66" y="117"/>
                          <a:pt x="101" y="80"/>
                          <a:pt x="114" y="78"/>
                        </a:cubicBezTo>
                        <a:cubicBezTo>
                          <a:pt x="164" y="70"/>
                          <a:pt x="158" y="165"/>
                          <a:pt x="180" y="191"/>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0" name="Freeform 312">
                    <a:extLst>
                      <a:ext uri="{FF2B5EF4-FFF2-40B4-BE49-F238E27FC236}">
                        <a16:creationId xmlns:a16="http://schemas.microsoft.com/office/drawing/2014/main" id="{2F80568C-75FD-4B08-9DF8-F869C7D23E83}"/>
                      </a:ext>
                    </a:extLst>
                  </p:cNvPr>
                  <p:cNvSpPr>
                    <a:spLocks/>
                  </p:cNvSpPr>
                  <p:nvPr/>
                </p:nvSpPr>
                <p:spPr bwMode="auto">
                  <a:xfrm>
                    <a:off x="-3184525" y="10048876"/>
                    <a:ext cx="209550" cy="603250"/>
                  </a:xfrm>
                  <a:custGeom>
                    <a:avLst/>
                    <a:gdLst/>
                    <a:ahLst/>
                    <a:cxnLst>
                      <a:cxn ang="0">
                        <a:pos x="56" y="0"/>
                      </a:cxn>
                      <a:cxn ang="0">
                        <a:pos x="34" y="89"/>
                      </a:cxn>
                      <a:cxn ang="0">
                        <a:pos x="10" y="155"/>
                      </a:cxn>
                      <a:cxn ang="0">
                        <a:pos x="21" y="78"/>
                      </a:cxn>
                    </a:cxnLst>
                    <a:rect l="0" t="0" r="r" b="b"/>
                    <a:pathLst>
                      <a:path w="56" h="161">
                        <a:moveTo>
                          <a:pt x="56" y="0"/>
                        </a:moveTo>
                        <a:cubicBezTo>
                          <a:pt x="49" y="35"/>
                          <a:pt x="30" y="47"/>
                          <a:pt x="34" y="89"/>
                        </a:cubicBezTo>
                        <a:cubicBezTo>
                          <a:pt x="36" y="112"/>
                          <a:pt x="55" y="161"/>
                          <a:pt x="10" y="155"/>
                        </a:cubicBezTo>
                        <a:cubicBezTo>
                          <a:pt x="0" y="123"/>
                          <a:pt x="14" y="107"/>
                          <a:pt x="21" y="78"/>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1" name="Freeform 313">
                    <a:extLst>
                      <a:ext uri="{FF2B5EF4-FFF2-40B4-BE49-F238E27FC236}">
                        <a16:creationId xmlns:a16="http://schemas.microsoft.com/office/drawing/2014/main" id="{C87F35C3-6E77-5B40-C75E-372BED40676B}"/>
                      </a:ext>
                    </a:extLst>
                  </p:cNvPr>
                  <p:cNvSpPr>
                    <a:spLocks/>
                  </p:cNvSpPr>
                  <p:nvPr/>
                </p:nvSpPr>
                <p:spPr bwMode="auto">
                  <a:xfrm>
                    <a:off x="2098675" y="12576176"/>
                    <a:ext cx="338138" cy="584200"/>
                  </a:xfrm>
                  <a:custGeom>
                    <a:avLst/>
                    <a:gdLst/>
                    <a:ahLst/>
                    <a:cxnLst>
                      <a:cxn ang="0">
                        <a:pos x="77" y="0"/>
                      </a:cxn>
                      <a:cxn ang="0">
                        <a:pos x="12" y="144"/>
                      </a:cxn>
                      <a:cxn ang="0">
                        <a:pos x="73" y="20"/>
                      </a:cxn>
                    </a:cxnLst>
                    <a:rect l="0" t="0" r="r" b="b"/>
                    <a:pathLst>
                      <a:path w="90" h="156">
                        <a:moveTo>
                          <a:pt x="77" y="0"/>
                        </a:moveTo>
                        <a:cubicBezTo>
                          <a:pt x="90" y="55"/>
                          <a:pt x="0" y="75"/>
                          <a:pt x="12" y="144"/>
                        </a:cubicBezTo>
                        <a:cubicBezTo>
                          <a:pt x="69" y="156"/>
                          <a:pt x="57" y="50"/>
                          <a:pt x="73" y="20"/>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2" name="Freeform 314">
                    <a:extLst>
                      <a:ext uri="{FF2B5EF4-FFF2-40B4-BE49-F238E27FC236}">
                        <a16:creationId xmlns:a16="http://schemas.microsoft.com/office/drawing/2014/main" id="{47AC495A-D1F4-702D-1A67-DFB9FAC0C500}"/>
                      </a:ext>
                    </a:extLst>
                  </p:cNvPr>
                  <p:cNvSpPr>
                    <a:spLocks/>
                  </p:cNvSpPr>
                  <p:nvPr/>
                </p:nvSpPr>
                <p:spPr bwMode="auto">
                  <a:xfrm>
                    <a:off x="-2006600" y="11877676"/>
                    <a:ext cx="688975" cy="1328738"/>
                  </a:xfrm>
                  <a:custGeom>
                    <a:avLst/>
                    <a:gdLst/>
                    <a:ahLst/>
                    <a:cxnLst>
                      <a:cxn ang="0">
                        <a:pos x="46" y="323"/>
                      </a:cxn>
                      <a:cxn ang="0">
                        <a:pos x="81" y="249"/>
                      </a:cxn>
                      <a:cxn ang="0">
                        <a:pos x="166" y="244"/>
                      </a:cxn>
                      <a:cxn ang="0">
                        <a:pos x="74" y="139"/>
                      </a:cxn>
                      <a:cxn ang="0">
                        <a:pos x="0" y="0"/>
                      </a:cxn>
                      <a:cxn ang="0">
                        <a:pos x="30" y="85"/>
                      </a:cxn>
                      <a:cxn ang="0">
                        <a:pos x="49" y="179"/>
                      </a:cxn>
                      <a:cxn ang="0">
                        <a:pos x="50" y="272"/>
                      </a:cxn>
                      <a:cxn ang="0">
                        <a:pos x="50" y="354"/>
                      </a:cxn>
                    </a:cxnLst>
                    <a:rect l="0" t="0" r="r" b="b"/>
                    <a:pathLst>
                      <a:path w="184" h="354">
                        <a:moveTo>
                          <a:pt x="46" y="323"/>
                        </a:moveTo>
                        <a:cubicBezTo>
                          <a:pt x="53" y="297"/>
                          <a:pt x="55" y="264"/>
                          <a:pt x="81" y="249"/>
                        </a:cubicBezTo>
                        <a:cubicBezTo>
                          <a:pt x="108" y="232"/>
                          <a:pt x="137" y="249"/>
                          <a:pt x="166" y="244"/>
                        </a:cubicBezTo>
                        <a:cubicBezTo>
                          <a:pt x="184" y="213"/>
                          <a:pt x="93" y="159"/>
                          <a:pt x="74" y="139"/>
                        </a:cubicBezTo>
                        <a:cubicBezTo>
                          <a:pt x="48" y="109"/>
                          <a:pt x="33" y="11"/>
                          <a:pt x="0" y="0"/>
                        </a:cubicBezTo>
                        <a:cubicBezTo>
                          <a:pt x="1" y="28"/>
                          <a:pt x="21" y="59"/>
                          <a:pt x="30" y="85"/>
                        </a:cubicBezTo>
                        <a:cubicBezTo>
                          <a:pt x="41" y="115"/>
                          <a:pt x="43" y="150"/>
                          <a:pt x="49" y="179"/>
                        </a:cubicBezTo>
                        <a:cubicBezTo>
                          <a:pt x="56" y="213"/>
                          <a:pt x="59" y="237"/>
                          <a:pt x="50" y="272"/>
                        </a:cubicBezTo>
                        <a:cubicBezTo>
                          <a:pt x="44" y="296"/>
                          <a:pt x="23" y="334"/>
                          <a:pt x="50" y="354"/>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3" name="Freeform 315">
                    <a:extLst>
                      <a:ext uri="{FF2B5EF4-FFF2-40B4-BE49-F238E27FC236}">
                        <a16:creationId xmlns:a16="http://schemas.microsoft.com/office/drawing/2014/main" id="{DB58EF23-F720-E194-6B0B-EEAA4DDADEF9}"/>
                      </a:ext>
                    </a:extLst>
                  </p:cNvPr>
                  <p:cNvSpPr>
                    <a:spLocks/>
                  </p:cNvSpPr>
                  <p:nvPr/>
                </p:nvSpPr>
                <p:spPr bwMode="auto">
                  <a:xfrm>
                    <a:off x="1614487" y="9932988"/>
                    <a:ext cx="654050" cy="1104900"/>
                  </a:xfrm>
                  <a:custGeom>
                    <a:avLst/>
                    <a:gdLst/>
                    <a:ahLst/>
                    <a:cxnLst>
                      <a:cxn ang="0">
                        <a:pos x="128" y="0"/>
                      </a:cxn>
                      <a:cxn ang="0">
                        <a:pos x="79" y="98"/>
                      </a:cxn>
                      <a:cxn ang="0">
                        <a:pos x="20" y="175"/>
                      </a:cxn>
                      <a:cxn ang="0">
                        <a:pos x="109" y="179"/>
                      </a:cxn>
                      <a:cxn ang="0">
                        <a:pos x="74" y="238"/>
                      </a:cxn>
                      <a:cxn ang="0">
                        <a:pos x="82" y="288"/>
                      </a:cxn>
                      <a:cxn ang="0">
                        <a:pos x="136" y="8"/>
                      </a:cxn>
                    </a:cxnLst>
                    <a:rect l="0" t="0" r="r" b="b"/>
                    <a:pathLst>
                      <a:path w="174" h="295">
                        <a:moveTo>
                          <a:pt x="128" y="0"/>
                        </a:moveTo>
                        <a:cubicBezTo>
                          <a:pt x="134" y="41"/>
                          <a:pt x="105" y="72"/>
                          <a:pt x="79" y="98"/>
                        </a:cubicBezTo>
                        <a:cubicBezTo>
                          <a:pt x="60" y="117"/>
                          <a:pt x="0" y="144"/>
                          <a:pt x="20" y="175"/>
                        </a:cubicBezTo>
                        <a:cubicBezTo>
                          <a:pt x="45" y="214"/>
                          <a:pt x="99" y="149"/>
                          <a:pt x="109" y="179"/>
                        </a:cubicBezTo>
                        <a:cubicBezTo>
                          <a:pt x="115" y="197"/>
                          <a:pt x="77" y="221"/>
                          <a:pt x="74" y="238"/>
                        </a:cubicBezTo>
                        <a:cubicBezTo>
                          <a:pt x="72" y="248"/>
                          <a:pt x="83" y="273"/>
                          <a:pt x="82" y="288"/>
                        </a:cubicBezTo>
                        <a:cubicBezTo>
                          <a:pt x="174" y="295"/>
                          <a:pt x="147" y="64"/>
                          <a:pt x="136" y="8"/>
                        </a:cubicBezTo>
                      </a:path>
                    </a:pathLst>
                  </a:custGeom>
                  <a:solidFill>
                    <a:srgbClr val="0D1214"/>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4" name="Freeform 316">
                    <a:extLst>
                      <a:ext uri="{FF2B5EF4-FFF2-40B4-BE49-F238E27FC236}">
                        <a16:creationId xmlns:a16="http://schemas.microsoft.com/office/drawing/2014/main" id="{BBB998AB-A381-C678-4285-2039162F0C4C}"/>
                      </a:ext>
                    </a:extLst>
                  </p:cNvPr>
                  <p:cNvSpPr>
                    <a:spLocks/>
                  </p:cNvSpPr>
                  <p:nvPr/>
                </p:nvSpPr>
                <p:spPr bwMode="auto">
                  <a:xfrm>
                    <a:off x="-1208088" y="6396038"/>
                    <a:ext cx="584200" cy="2230438"/>
                  </a:xfrm>
                  <a:custGeom>
                    <a:avLst/>
                    <a:gdLst/>
                    <a:ahLst/>
                    <a:cxnLst>
                      <a:cxn ang="0">
                        <a:pos x="98" y="68"/>
                      </a:cxn>
                      <a:cxn ang="0">
                        <a:pos x="66" y="108"/>
                      </a:cxn>
                      <a:cxn ang="0">
                        <a:pos x="55" y="169"/>
                      </a:cxn>
                      <a:cxn ang="0">
                        <a:pos x="75" y="304"/>
                      </a:cxn>
                      <a:cxn ang="0">
                        <a:pos x="107" y="414"/>
                      </a:cxn>
                      <a:cxn ang="0">
                        <a:pos x="116" y="472"/>
                      </a:cxn>
                      <a:cxn ang="0">
                        <a:pos x="108" y="530"/>
                      </a:cxn>
                      <a:cxn ang="0">
                        <a:pos x="119" y="561"/>
                      </a:cxn>
                      <a:cxn ang="0">
                        <a:pos x="123" y="595"/>
                      </a:cxn>
                      <a:cxn ang="0">
                        <a:pos x="66" y="384"/>
                      </a:cxn>
                      <a:cxn ang="0">
                        <a:pos x="47" y="296"/>
                      </a:cxn>
                      <a:cxn ang="0">
                        <a:pos x="41" y="197"/>
                      </a:cxn>
                      <a:cxn ang="0">
                        <a:pos x="8" y="267"/>
                      </a:cxn>
                      <a:cxn ang="0">
                        <a:pos x="18" y="344"/>
                      </a:cxn>
                      <a:cxn ang="0">
                        <a:pos x="1" y="212"/>
                      </a:cxn>
                      <a:cxn ang="0">
                        <a:pos x="37" y="108"/>
                      </a:cxn>
                      <a:cxn ang="0">
                        <a:pos x="40" y="123"/>
                      </a:cxn>
                      <a:cxn ang="0">
                        <a:pos x="57" y="86"/>
                      </a:cxn>
                      <a:cxn ang="0">
                        <a:pos x="84" y="50"/>
                      </a:cxn>
                      <a:cxn ang="0">
                        <a:pos x="118" y="16"/>
                      </a:cxn>
                      <a:cxn ang="0">
                        <a:pos x="156" y="0"/>
                      </a:cxn>
                      <a:cxn ang="0">
                        <a:pos x="77" y="107"/>
                      </a:cxn>
                    </a:cxnLst>
                    <a:rect l="0" t="0" r="r" b="b"/>
                    <a:pathLst>
                      <a:path w="156" h="595">
                        <a:moveTo>
                          <a:pt x="98" y="68"/>
                        </a:moveTo>
                        <a:cubicBezTo>
                          <a:pt x="93" y="84"/>
                          <a:pt x="74" y="93"/>
                          <a:pt x="66" y="108"/>
                        </a:cubicBezTo>
                        <a:cubicBezTo>
                          <a:pt x="54" y="127"/>
                          <a:pt x="54" y="147"/>
                          <a:pt x="55" y="169"/>
                        </a:cubicBezTo>
                        <a:cubicBezTo>
                          <a:pt x="57" y="215"/>
                          <a:pt x="72" y="259"/>
                          <a:pt x="75" y="304"/>
                        </a:cubicBezTo>
                        <a:cubicBezTo>
                          <a:pt x="77" y="343"/>
                          <a:pt x="94" y="379"/>
                          <a:pt x="107" y="414"/>
                        </a:cubicBezTo>
                        <a:cubicBezTo>
                          <a:pt x="113" y="431"/>
                          <a:pt x="118" y="452"/>
                          <a:pt x="116" y="472"/>
                        </a:cubicBezTo>
                        <a:cubicBezTo>
                          <a:pt x="113" y="491"/>
                          <a:pt x="104" y="509"/>
                          <a:pt x="108" y="530"/>
                        </a:cubicBezTo>
                        <a:cubicBezTo>
                          <a:pt x="110" y="540"/>
                          <a:pt x="117" y="550"/>
                          <a:pt x="119" y="561"/>
                        </a:cubicBezTo>
                        <a:cubicBezTo>
                          <a:pt x="122" y="572"/>
                          <a:pt x="120" y="584"/>
                          <a:pt x="123" y="595"/>
                        </a:cubicBezTo>
                        <a:cubicBezTo>
                          <a:pt x="121" y="524"/>
                          <a:pt x="92" y="450"/>
                          <a:pt x="66" y="384"/>
                        </a:cubicBezTo>
                        <a:cubicBezTo>
                          <a:pt x="55" y="353"/>
                          <a:pt x="49" y="330"/>
                          <a:pt x="47" y="296"/>
                        </a:cubicBezTo>
                        <a:cubicBezTo>
                          <a:pt x="46" y="262"/>
                          <a:pt x="46" y="230"/>
                          <a:pt x="41" y="197"/>
                        </a:cubicBezTo>
                        <a:cubicBezTo>
                          <a:pt x="28" y="213"/>
                          <a:pt x="12" y="245"/>
                          <a:pt x="8" y="267"/>
                        </a:cubicBezTo>
                        <a:cubicBezTo>
                          <a:pt x="4" y="295"/>
                          <a:pt x="22" y="318"/>
                          <a:pt x="18" y="344"/>
                        </a:cubicBezTo>
                        <a:cubicBezTo>
                          <a:pt x="2" y="306"/>
                          <a:pt x="1" y="253"/>
                          <a:pt x="1" y="212"/>
                        </a:cubicBezTo>
                        <a:cubicBezTo>
                          <a:pt x="0" y="180"/>
                          <a:pt x="16" y="132"/>
                          <a:pt x="37" y="108"/>
                        </a:cubicBezTo>
                        <a:cubicBezTo>
                          <a:pt x="37" y="113"/>
                          <a:pt x="40" y="117"/>
                          <a:pt x="40" y="123"/>
                        </a:cubicBezTo>
                        <a:cubicBezTo>
                          <a:pt x="46" y="113"/>
                          <a:pt x="50" y="96"/>
                          <a:pt x="57" y="86"/>
                        </a:cubicBezTo>
                        <a:cubicBezTo>
                          <a:pt x="66" y="73"/>
                          <a:pt x="76" y="63"/>
                          <a:pt x="84" y="50"/>
                        </a:cubicBezTo>
                        <a:cubicBezTo>
                          <a:pt x="94" y="34"/>
                          <a:pt x="102" y="25"/>
                          <a:pt x="118" y="16"/>
                        </a:cubicBezTo>
                        <a:cubicBezTo>
                          <a:pt x="129" y="9"/>
                          <a:pt x="144" y="8"/>
                          <a:pt x="156" y="0"/>
                        </a:cubicBezTo>
                        <a:cubicBezTo>
                          <a:pt x="129" y="36"/>
                          <a:pt x="96" y="70"/>
                          <a:pt x="77" y="107"/>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5" name="Freeform 317">
                    <a:extLst>
                      <a:ext uri="{FF2B5EF4-FFF2-40B4-BE49-F238E27FC236}">
                        <a16:creationId xmlns:a16="http://schemas.microsoft.com/office/drawing/2014/main" id="{4D693A80-7038-CD94-2954-953AF0E3B453}"/>
                      </a:ext>
                    </a:extLst>
                  </p:cNvPr>
                  <p:cNvSpPr>
                    <a:spLocks/>
                  </p:cNvSpPr>
                  <p:nvPr/>
                </p:nvSpPr>
                <p:spPr bwMode="auto">
                  <a:xfrm>
                    <a:off x="-1208088" y="6396038"/>
                    <a:ext cx="584200" cy="2230438"/>
                  </a:xfrm>
                  <a:custGeom>
                    <a:avLst/>
                    <a:gdLst/>
                    <a:ahLst/>
                    <a:cxnLst>
                      <a:cxn ang="0">
                        <a:pos x="98" y="68"/>
                      </a:cxn>
                      <a:cxn ang="0">
                        <a:pos x="66" y="108"/>
                      </a:cxn>
                      <a:cxn ang="0">
                        <a:pos x="55" y="169"/>
                      </a:cxn>
                      <a:cxn ang="0">
                        <a:pos x="75" y="304"/>
                      </a:cxn>
                      <a:cxn ang="0">
                        <a:pos x="107" y="414"/>
                      </a:cxn>
                      <a:cxn ang="0">
                        <a:pos x="116" y="472"/>
                      </a:cxn>
                      <a:cxn ang="0">
                        <a:pos x="108" y="530"/>
                      </a:cxn>
                      <a:cxn ang="0">
                        <a:pos x="119" y="561"/>
                      </a:cxn>
                      <a:cxn ang="0">
                        <a:pos x="123" y="595"/>
                      </a:cxn>
                      <a:cxn ang="0">
                        <a:pos x="66" y="384"/>
                      </a:cxn>
                      <a:cxn ang="0">
                        <a:pos x="47" y="296"/>
                      </a:cxn>
                      <a:cxn ang="0">
                        <a:pos x="41" y="197"/>
                      </a:cxn>
                      <a:cxn ang="0">
                        <a:pos x="8" y="267"/>
                      </a:cxn>
                      <a:cxn ang="0">
                        <a:pos x="18" y="344"/>
                      </a:cxn>
                      <a:cxn ang="0">
                        <a:pos x="1" y="212"/>
                      </a:cxn>
                      <a:cxn ang="0">
                        <a:pos x="37" y="108"/>
                      </a:cxn>
                      <a:cxn ang="0">
                        <a:pos x="40" y="123"/>
                      </a:cxn>
                      <a:cxn ang="0">
                        <a:pos x="57" y="86"/>
                      </a:cxn>
                      <a:cxn ang="0">
                        <a:pos x="84" y="50"/>
                      </a:cxn>
                      <a:cxn ang="0">
                        <a:pos x="118" y="16"/>
                      </a:cxn>
                      <a:cxn ang="0">
                        <a:pos x="156" y="0"/>
                      </a:cxn>
                      <a:cxn ang="0">
                        <a:pos x="77" y="107"/>
                      </a:cxn>
                    </a:cxnLst>
                    <a:rect l="0" t="0" r="r" b="b"/>
                    <a:pathLst>
                      <a:path w="156" h="595">
                        <a:moveTo>
                          <a:pt x="98" y="68"/>
                        </a:moveTo>
                        <a:cubicBezTo>
                          <a:pt x="93" y="84"/>
                          <a:pt x="74" y="93"/>
                          <a:pt x="66" y="108"/>
                        </a:cubicBezTo>
                        <a:cubicBezTo>
                          <a:pt x="54" y="127"/>
                          <a:pt x="54" y="147"/>
                          <a:pt x="55" y="169"/>
                        </a:cubicBezTo>
                        <a:cubicBezTo>
                          <a:pt x="57" y="215"/>
                          <a:pt x="72" y="259"/>
                          <a:pt x="75" y="304"/>
                        </a:cubicBezTo>
                        <a:cubicBezTo>
                          <a:pt x="77" y="343"/>
                          <a:pt x="94" y="379"/>
                          <a:pt x="107" y="414"/>
                        </a:cubicBezTo>
                        <a:cubicBezTo>
                          <a:pt x="113" y="431"/>
                          <a:pt x="118" y="452"/>
                          <a:pt x="116" y="472"/>
                        </a:cubicBezTo>
                        <a:cubicBezTo>
                          <a:pt x="113" y="491"/>
                          <a:pt x="104" y="509"/>
                          <a:pt x="108" y="530"/>
                        </a:cubicBezTo>
                        <a:cubicBezTo>
                          <a:pt x="110" y="540"/>
                          <a:pt x="117" y="550"/>
                          <a:pt x="119" y="561"/>
                        </a:cubicBezTo>
                        <a:cubicBezTo>
                          <a:pt x="122" y="572"/>
                          <a:pt x="120" y="584"/>
                          <a:pt x="123" y="595"/>
                        </a:cubicBezTo>
                        <a:cubicBezTo>
                          <a:pt x="121" y="524"/>
                          <a:pt x="92" y="450"/>
                          <a:pt x="66" y="384"/>
                        </a:cubicBezTo>
                        <a:cubicBezTo>
                          <a:pt x="55" y="353"/>
                          <a:pt x="49" y="330"/>
                          <a:pt x="47" y="296"/>
                        </a:cubicBezTo>
                        <a:cubicBezTo>
                          <a:pt x="46" y="262"/>
                          <a:pt x="46" y="230"/>
                          <a:pt x="41" y="197"/>
                        </a:cubicBezTo>
                        <a:cubicBezTo>
                          <a:pt x="28" y="213"/>
                          <a:pt x="12" y="245"/>
                          <a:pt x="8" y="267"/>
                        </a:cubicBezTo>
                        <a:cubicBezTo>
                          <a:pt x="4" y="295"/>
                          <a:pt x="22" y="318"/>
                          <a:pt x="18" y="344"/>
                        </a:cubicBezTo>
                        <a:cubicBezTo>
                          <a:pt x="2" y="306"/>
                          <a:pt x="1" y="253"/>
                          <a:pt x="1" y="212"/>
                        </a:cubicBezTo>
                        <a:cubicBezTo>
                          <a:pt x="0" y="180"/>
                          <a:pt x="16" y="132"/>
                          <a:pt x="37" y="108"/>
                        </a:cubicBezTo>
                        <a:cubicBezTo>
                          <a:pt x="37" y="113"/>
                          <a:pt x="40" y="117"/>
                          <a:pt x="40" y="123"/>
                        </a:cubicBezTo>
                        <a:cubicBezTo>
                          <a:pt x="46" y="113"/>
                          <a:pt x="50" y="96"/>
                          <a:pt x="57" y="86"/>
                        </a:cubicBezTo>
                        <a:cubicBezTo>
                          <a:pt x="66" y="73"/>
                          <a:pt x="76" y="63"/>
                          <a:pt x="84" y="50"/>
                        </a:cubicBezTo>
                        <a:cubicBezTo>
                          <a:pt x="94" y="34"/>
                          <a:pt x="102" y="25"/>
                          <a:pt x="118" y="16"/>
                        </a:cubicBezTo>
                        <a:cubicBezTo>
                          <a:pt x="129" y="9"/>
                          <a:pt x="144" y="8"/>
                          <a:pt x="156" y="0"/>
                        </a:cubicBezTo>
                        <a:cubicBezTo>
                          <a:pt x="129" y="36"/>
                          <a:pt x="96" y="70"/>
                          <a:pt x="77" y="107"/>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6" name="Freeform 318">
                    <a:extLst>
                      <a:ext uri="{FF2B5EF4-FFF2-40B4-BE49-F238E27FC236}">
                        <a16:creationId xmlns:a16="http://schemas.microsoft.com/office/drawing/2014/main" id="{E9371090-CE11-739A-EE1A-95D1203E5D85}"/>
                      </a:ext>
                    </a:extLst>
                  </p:cNvPr>
                  <p:cNvSpPr>
                    <a:spLocks/>
                  </p:cNvSpPr>
                  <p:nvPr/>
                </p:nvSpPr>
                <p:spPr bwMode="auto">
                  <a:xfrm>
                    <a:off x="-1841500" y="7648576"/>
                    <a:ext cx="730250" cy="1177925"/>
                  </a:xfrm>
                  <a:custGeom>
                    <a:avLst/>
                    <a:gdLst/>
                    <a:ahLst/>
                    <a:cxnLst>
                      <a:cxn ang="0">
                        <a:pos x="0" y="229"/>
                      </a:cxn>
                      <a:cxn ang="0">
                        <a:pos x="8" y="266"/>
                      </a:cxn>
                      <a:cxn ang="0">
                        <a:pos x="30" y="295"/>
                      </a:cxn>
                      <a:cxn ang="0">
                        <a:pos x="173" y="221"/>
                      </a:cxn>
                      <a:cxn ang="0">
                        <a:pos x="189" y="109"/>
                      </a:cxn>
                      <a:cxn ang="0">
                        <a:pos x="170" y="54"/>
                      </a:cxn>
                      <a:cxn ang="0">
                        <a:pos x="168" y="0"/>
                      </a:cxn>
                      <a:cxn ang="0">
                        <a:pos x="170" y="69"/>
                      </a:cxn>
                      <a:cxn ang="0">
                        <a:pos x="164" y="148"/>
                      </a:cxn>
                      <a:cxn ang="0">
                        <a:pos x="152" y="60"/>
                      </a:cxn>
                      <a:cxn ang="0">
                        <a:pos x="142" y="151"/>
                      </a:cxn>
                      <a:cxn ang="0">
                        <a:pos x="126" y="233"/>
                      </a:cxn>
                      <a:cxn ang="0">
                        <a:pos x="55" y="282"/>
                      </a:cxn>
                      <a:cxn ang="0">
                        <a:pos x="6" y="227"/>
                      </a:cxn>
                    </a:cxnLst>
                    <a:rect l="0" t="0" r="r" b="b"/>
                    <a:pathLst>
                      <a:path w="195" h="314">
                        <a:moveTo>
                          <a:pt x="0" y="229"/>
                        </a:moveTo>
                        <a:cubicBezTo>
                          <a:pt x="2" y="238"/>
                          <a:pt x="4" y="256"/>
                          <a:pt x="8" y="266"/>
                        </a:cubicBezTo>
                        <a:cubicBezTo>
                          <a:pt x="13" y="277"/>
                          <a:pt x="25" y="283"/>
                          <a:pt x="30" y="295"/>
                        </a:cubicBezTo>
                        <a:cubicBezTo>
                          <a:pt x="87" y="314"/>
                          <a:pt x="154" y="274"/>
                          <a:pt x="173" y="221"/>
                        </a:cubicBezTo>
                        <a:cubicBezTo>
                          <a:pt x="184" y="193"/>
                          <a:pt x="195" y="140"/>
                          <a:pt x="189" y="109"/>
                        </a:cubicBezTo>
                        <a:cubicBezTo>
                          <a:pt x="186" y="90"/>
                          <a:pt x="173" y="72"/>
                          <a:pt x="170" y="54"/>
                        </a:cubicBezTo>
                        <a:cubicBezTo>
                          <a:pt x="166" y="36"/>
                          <a:pt x="168" y="18"/>
                          <a:pt x="168" y="0"/>
                        </a:cubicBezTo>
                        <a:cubicBezTo>
                          <a:pt x="168" y="24"/>
                          <a:pt x="171" y="48"/>
                          <a:pt x="170" y="69"/>
                        </a:cubicBezTo>
                        <a:cubicBezTo>
                          <a:pt x="168" y="95"/>
                          <a:pt x="163" y="121"/>
                          <a:pt x="164" y="148"/>
                        </a:cubicBezTo>
                        <a:cubicBezTo>
                          <a:pt x="146" y="127"/>
                          <a:pt x="152" y="86"/>
                          <a:pt x="152" y="60"/>
                        </a:cubicBezTo>
                        <a:cubicBezTo>
                          <a:pt x="145" y="89"/>
                          <a:pt x="142" y="120"/>
                          <a:pt x="142" y="151"/>
                        </a:cubicBezTo>
                        <a:cubicBezTo>
                          <a:pt x="142" y="182"/>
                          <a:pt x="146" y="211"/>
                          <a:pt x="126" y="233"/>
                        </a:cubicBezTo>
                        <a:cubicBezTo>
                          <a:pt x="106" y="255"/>
                          <a:pt x="87" y="277"/>
                          <a:pt x="55" y="282"/>
                        </a:cubicBezTo>
                        <a:cubicBezTo>
                          <a:pt x="23" y="286"/>
                          <a:pt x="9" y="252"/>
                          <a:pt x="6" y="227"/>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7" name="Freeform 319">
                    <a:extLst>
                      <a:ext uri="{FF2B5EF4-FFF2-40B4-BE49-F238E27FC236}">
                        <a16:creationId xmlns:a16="http://schemas.microsoft.com/office/drawing/2014/main" id="{5691DF3F-452E-A542-DCFC-0CB2643C8D86}"/>
                      </a:ext>
                    </a:extLst>
                  </p:cNvPr>
                  <p:cNvSpPr>
                    <a:spLocks/>
                  </p:cNvSpPr>
                  <p:nvPr/>
                </p:nvSpPr>
                <p:spPr bwMode="auto">
                  <a:xfrm>
                    <a:off x="-1841500" y="7648576"/>
                    <a:ext cx="730250" cy="1177925"/>
                  </a:xfrm>
                  <a:custGeom>
                    <a:avLst/>
                    <a:gdLst/>
                    <a:ahLst/>
                    <a:cxnLst>
                      <a:cxn ang="0">
                        <a:pos x="0" y="229"/>
                      </a:cxn>
                      <a:cxn ang="0">
                        <a:pos x="8" y="266"/>
                      </a:cxn>
                      <a:cxn ang="0">
                        <a:pos x="30" y="295"/>
                      </a:cxn>
                      <a:cxn ang="0">
                        <a:pos x="173" y="221"/>
                      </a:cxn>
                      <a:cxn ang="0">
                        <a:pos x="189" y="109"/>
                      </a:cxn>
                      <a:cxn ang="0">
                        <a:pos x="170" y="54"/>
                      </a:cxn>
                      <a:cxn ang="0">
                        <a:pos x="168" y="0"/>
                      </a:cxn>
                      <a:cxn ang="0">
                        <a:pos x="170" y="69"/>
                      </a:cxn>
                      <a:cxn ang="0">
                        <a:pos x="164" y="148"/>
                      </a:cxn>
                      <a:cxn ang="0">
                        <a:pos x="152" y="60"/>
                      </a:cxn>
                      <a:cxn ang="0">
                        <a:pos x="142" y="151"/>
                      </a:cxn>
                      <a:cxn ang="0">
                        <a:pos x="126" y="233"/>
                      </a:cxn>
                      <a:cxn ang="0">
                        <a:pos x="55" y="282"/>
                      </a:cxn>
                      <a:cxn ang="0">
                        <a:pos x="6" y="227"/>
                      </a:cxn>
                    </a:cxnLst>
                    <a:rect l="0" t="0" r="r" b="b"/>
                    <a:pathLst>
                      <a:path w="195" h="314">
                        <a:moveTo>
                          <a:pt x="0" y="229"/>
                        </a:moveTo>
                        <a:cubicBezTo>
                          <a:pt x="2" y="238"/>
                          <a:pt x="4" y="256"/>
                          <a:pt x="8" y="266"/>
                        </a:cubicBezTo>
                        <a:cubicBezTo>
                          <a:pt x="13" y="277"/>
                          <a:pt x="25" y="283"/>
                          <a:pt x="30" y="295"/>
                        </a:cubicBezTo>
                        <a:cubicBezTo>
                          <a:pt x="87" y="314"/>
                          <a:pt x="154" y="274"/>
                          <a:pt x="173" y="221"/>
                        </a:cubicBezTo>
                        <a:cubicBezTo>
                          <a:pt x="184" y="193"/>
                          <a:pt x="195" y="140"/>
                          <a:pt x="189" y="109"/>
                        </a:cubicBezTo>
                        <a:cubicBezTo>
                          <a:pt x="186" y="90"/>
                          <a:pt x="173" y="72"/>
                          <a:pt x="170" y="54"/>
                        </a:cubicBezTo>
                        <a:cubicBezTo>
                          <a:pt x="166" y="36"/>
                          <a:pt x="168" y="18"/>
                          <a:pt x="168" y="0"/>
                        </a:cubicBezTo>
                        <a:cubicBezTo>
                          <a:pt x="168" y="24"/>
                          <a:pt x="171" y="48"/>
                          <a:pt x="170" y="69"/>
                        </a:cubicBezTo>
                        <a:cubicBezTo>
                          <a:pt x="168" y="95"/>
                          <a:pt x="163" y="121"/>
                          <a:pt x="164" y="148"/>
                        </a:cubicBezTo>
                        <a:cubicBezTo>
                          <a:pt x="146" y="127"/>
                          <a:pt x="152" y="86"/>
                          <a:pt x="152" y="60"/>
                        </a:cubicBezTo>
                        <a:cubicBezTo>
                          <a:pt x="145" y="89"/>
                          <a:pt x="142" y="120"/>
                          <a:pt x="142" y="151"/>
                        </a:cubicBezTo>
                        <a:cubicBezTo>
                          <a:pt x="142" y="182"/>
                          <a:pt x="146" y="211"/>
                          <a:pt x="126" y="233"/>
                        </a:cubicBezTo>
                        <a:cubicBezTo>
                          <a:pt x="106" y="255"/>
                          <a:pt x="87" y="277"/>
                          <a:pt x="55" y="282"/>
                        </a:cubicBezTo>
                        <a:cubicBezTo>
                          <a:pt x="23" y="286"/>
                          <a:pt x="9" y="252"/>
                          <a:pt x="6" y="227"/>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8" name="Freeform 320">
                    <a:extLst>
                      <a:ext uri="{FF2B5EF4-FFF2-40B4-BE49-F238E27FC236}">
                        <a16:creationId xmlns:a16="http://schemas.microsoft.com/office/drawing/2014/main" id="{8D70ACF4-8C14-E719-26E2-1426F211B20E}"/>
                      </a:ext>
                    </a:extLst>
                  </p:cNvPr>
                  <p:cNvSpPr>
                    <a:spLocks/>
                  </p:cNvSpPr>
                  <p:nvPr/>
                </p:nvSpPr>
                <p:spPr bwMode="auto">
                  <a:xfrm>
                    <a:off x="-2127250" y="8799513"/>
                    <a:ext cx="446088" cy="184150"/>
                  </a:xfrm>
                  <a:custGeom>
                    <a:avLst/>
                    <a:gdLst/>
                    <a:ahLst/>
                    <a:cxnLst>
                      <a:cxn ang="0">
                        <a:pos x="0" y="10"/>
                      </a:cxn>
                      <a:cxn ang="0">
                        <a:pos x="0" y="17"/>
                      </a:cxn>
                      <a:cxn ang="0">
                        <a:pos x="119" y="2"/>
                      </a:cxn>
                      <a:cxn ang="0">
                        <a:pos x="59" y="23"/>
                      </a:cxn>
                      <a:cxn ang="0">
                        <a:pos x="0" y="6"/>
                      </a:cxn>
                    </a:cxnLst>
                    <a:rect l="0" t="0" r="r" b="b"/>
                    <a:pathLst>
                      <a:path w="119" h="49">
                        <a:moveTo>
                          <a:pt x="0" y="10"/>
                        </a:moveTo>
                        <a:cubicBezTo>
                          <a:pt x="0" y="12"/>
                          <a:pt x="0" y="15"/>
                          <a:pt x="0" y="17"/>
                        </a:cubicBezTo>
                        <a:cubicBezTo>
                          <a:pt x="40" y="33"/>
                          <a:pt x="93" y="49"/>
                          <a:pt x="119" y="2"/>
                        </a:cubicBezTo>
                        <a:cubicBezTo>
                          <a:pt x="91" y="0"/>
                          <a:pt x="82" y="16"/>
                          <a:pt x="59" y="23"/>
                        </a:cubicBezTo>
                        <a:cubicBezTo>
                          <a:pt x="29" y="33"/>
                          <a:pt x="26" y="6"/>
                          <a:pt x="0" y="6"/>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59" name="Freeform 321">
                    <a:extLst>
                      <a:ext uri="{FF2B5EF4-FFF2-40B4-BE49-F238E27FC236}">
                        <a16:creationId xmlns:a16="http://schemas.microsoft.com/office/drawing/2014/main" id="{C7F77F7A-B7D6-D282-A992-4D92375FF8A4}"/>
                      </a:ext>
                    </a:extLst>
                  </p:cNvPr>
                  <p:cNvSpPr>
                    <a:spLocks/>
                  </p:cNvSpPr>
                  <p:nvPr/>
                </p:nvSpPr>
                <p:spPr bwMode="auto">
                  <a:xfrm>
                    <a:off x="-2127250" y="8799513"/>
                    <a:ext cx="446088" cy="184150"/>
                  </a:xfrm>
                  <a:custGeom>
                    <a:avLst/>
                    <a:gdLst/>
                    <a:ahLst/>
                    <a:cxnLst>
                      <a:cxn ang="0">
                        <a:pos x="0" y="10"/>
                      </a:cxn>
                      <a:cxn ang="0">
                        <a:pos x="0" y="17"/>
                      </a:cxn>
                      <a:cxn ang="0">
                        <a:pos x="119" y="2"/>
                      </a:cxn>
                      <a:cxn ang="0">
                        <a:pos x="59" y="23"/>
                      </a:cxn>
                      <a:cxn ang="0">
                        <a:pos x="0" y="6"/>
                      </a:cxn>
                    </a:cxnLst>
                    <a:rect l="0" t="0" r="r" b="b"/>
                    <a:pathLst>
                      <a:path w="119" h="49">
                        <a:moveTo>
                          <a:pt x="0" y="10"/>
                        </a:moveTo>
                        <a:cubicBezTo>
                          <a:pt x="0" y="12"/>
                          <a:pt x="0" y="15"/>
                          <a:pt x="0" y="17"/>
                        </a:cubicBezTo>
                        <a:cubicBezTo>
                          <a:pt x="40" y="33"/>
                          <a:pt x="93" y="49"/>
                          <a:pt x="119" y="2"/>
                        </a:cubicBezTo>
                        <a:cubicBezTo>
                          <a:pt x="91" y="0"/>
                          <a:pt x="82" y="16"/>
                          <a:pt x="59" y="23"/>
                        </a:cubicBezTo>
                        <a:cubicBezTo>
                          <a:pt x="29" y="33"/>
                          <a:pt x="26" y="6"/>
                          <a:pt x="0" y="6"/>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0" name="Freeform 322">
                    <a:extLst>
                      <a:ext uri="{FF2B5EF4-FFF2-40B4-BE49-F238E27FC236}">
                        <a16:creationId xmlns:a16="http://schemas.microsoft.com/office/drawing/2014/main" id="{BBB85971-A02D-F550-E4F7-0E759B4B445B}"/>
                      </a:ext>
                    </a:extLst>
                  </p:cNvPr>
                  <p:cNvSpPr>
                    <a:spLocks/>
                  </p:cNvSpPr>
                  <p:nvPr/>
                </p:nvSpPr>
                <p:spPr bwMode="auto">
                  <a:xfrm>
                    <a:off x="-1103313" y="8147051"/>
                    <a:ext cx="173038" cy="558800"/>
                  </a:xfrm>
                  <a:custGeom>
                    <a:avLst/>
                    <a:gdLst/>
                    <a:ahLst/>
                    <a:cxnLst>
                      <a:cxn ang="0">
                        <a:pos x="2" y="149"/>
                      </a:cxn>
                      <a:cxn ang="0">
                        <a:pos x="31" y="0"/>
                      </a:cxn>
                      <a:cxn ang="0">
                        <a:pos x="43" y="90"/>
                      </a:cxn>
                      <a:cxn ang="0">
                        <a:pos x="0" y="149"/>
                      </a:cxn>
                    </a:cxnLst>
                    <a:rect l="0" t="0" r="r" b="b"/>
                    <a:pathLst>
                      <a:path w="46" h="149">
                        <a:moveTo>
                          <a:pt x="2" y="149"/>
                        </a:moveTo>
                        <a:cubicBezTo>
                          <a:pt x="44" y="125"/>
                          <a:pt x="31" y="38"/>
                          <a:pt x="31" y="0"/>
                        </a:cubicBezTo>
                        <a:cubicBezTo>
                          <a:pt x="30" y="32"/>
                          <a:pt x="41" y="59"/>
                          <a:pt x="43" y="90"/>
                        </a:cubicBezTo>
                        <a:cubicBezTo>
                          <a:pt x="46" y="121"/>
                          <a:pt x="26" y="137"/>
                          <a:pt x="0" y="149"/>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1" name="Freeform 323">
                    <a:extLst>
                      <a:ext uri="{FF2B5EF4-FFF2-40B4-BE49-F238E27FC236}">
                        <a16:creationId xmlns:a16="http://schemas.microsoft.com/office/drawing/2014/main" id="{2956B08F-3505-5489-B978-6DDBB7126EA2}"/>
                      </a:ext>
                    </a:extLst>
                  </p:cNvPr>
                  <p:cNvSpPr>
                    <a:spLocks/>
                  </p:cNvSpPr>
                  <p:nvPr/>
                </p:nvSpPr>
                <p:spPr bwMode="auto">
                  <a:xfrm>
                    <a:off x="-1103313" y="8147051"/>
                    <a:ext cx="173038" cy="558800"/>
                  </a:xfrm>
                  <a:custGeom>
                    <a:avLst/>
                    <a:gdLst/>
                    <a:ahLst/>
                    <a:cxnLst>
                      <a:cxn ang="0">
                        <a:pos x="2" y="149"/>
                      </a:cxn>
                      <a:cxn ang="0">
                        <a:pos x="31" y="0"/>
                      </a:cxn>
                      <a:cxn ang="0">
                        <a:pos x="43" y="90"/>
                      </a:cxn>
                      <a:cxn ang="0">
                        <a:pos x="0" y="149"/>
                      </a:cxn>
                    </a:cxnLst>
                    <a:rect l="0" t="0" r="r" b="b"/>
                    <a:pathLst>
                      <a:path w="46" h="149">
                        <a:moveTo>
                          <a:pt x="2" y="149"/>
                        </a:moveTo>
                        <a:cubicBezTo>
                          <a:pt x="44" y="125"/>
                          <a:pt x="31" y="38"/>
                          <a:pt x="31" y="0"/>
                        </a:cubicBezTo>
                        <a:cubicBezTo>
                          <a:pt x="30" y="32"/>
                          <a:pt x="41" y="59"/>
                          <a:pt x="43" y="90"/>
                        </a:cubicBezTo>
                        <a:cubicBezTo>
                          <a:pt x="46" y="121"/>
                          <a:pt x="26" y="137"/>
                          <a:pt x="0" y="149"/>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2" name="Freeform 324">
                    <a:extLst>
                      <a:ext uri="{FF2B5EF4-FFF2-40B4-BE49-F238E27FC236}">
                        <a16:creationId xmlns:a16="http://schemas.microsoft.com/office/drawing/2014/main" id="{9F648699-BC72-38A6-D1D2-589137330348}"/>
                      </a:ext>
                    </a:extLst>
                  </p:cNvPr>
                  <p:cNvSpPr>
                    <a:spLocks/>
                  </p:cNvSpPr>
                  <p:nvPr/>
                </p:nvSpPr>
                <p:spPr bwMode="auto">
                  <a:xfrm>
                    <a:off x="-847725" y="8450263"/>
                    <a:ext cx="52388" cy="266700"/>
                  </a:xfrm>
                  <a:custGeom>
                    <a:avLst/>
                    <a:gdLst/>
                    <a:ahLst/>
                    <a:cxnLst>
                      <a:cxn ang="0">
                        <a:pos x="14" y="58"/>
                      </a:cxn>
                      <a:cxn ang="0">
                        <a:pos x="4" y="0"/>
                      </a:cxn>
                      <a:cxn ang="0">
                        <a:pos x="2" y="71"/>
                      </a:cxn>
                      <a:cxn ang="0">
                        <a:pos x="8" y="60"/>
                      </a:cxn>
                    </a:cxnLst>
                    <a:rect l="0" t="0" r="r" b="b"/>
                    <a:pathLst>
                      <a:path w="14" h="71">
                        <a:moveTo>
                          <a:pt x="14" y="58"/>
                        </a:moveTo>
                        <a:cubicBezTo>
                          <a:pt x="14" y="40"/>
                          <a:pt x="13" y="15"/>
                          <a:pt x="4" y="0"/>
                        </a:cubicBezTo>
                        <a:cubicBezTo>
                          <a:pt x="4" y="24"/>
                          <a:pt x="0" y="48"/>
                          <a:pt x="2" y="71"/>
                        </a:cubicBezTo>
                        <a:cubicBezTo>
                          <a:pt x="3" y="65"/>
                          <a:pt x="5" y="65"/>
                          <a:pt x="8" y="60"/>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3" name="Freeform 325">
                    <a:extLst>
                      <a:ext uri="{FF2B5EF4-FFF2-40B4-BE49-F238E27FC236}">
                        <a16:creationId xmlns:a16="http://schemas.microsoft.com/office/drawing/2014/main" id="{664DDC85-389E-3087-365B-C9A41B713C23}"/>
                      </a:ext>
                    </a:extLst>
                  </p:cNvPr>
                  <p:cNvSpPr>
                    <a:spLocks/>
                  </p:cNvSpPr>
                  <p:nvPr/>
                </p:nvSpPr>
                <p:spPr bwMode="auto">
                  <a:xfrm>
                    <a:off x="-847725" y="8450263"/>
                    <a:ext cx="52388" cy="266700"/>
                  </a:xfrm>
                  <a:custGeom>
                    <a:avLst/>
                    <a:gdLst/>
                    <a:ahLst/>
                    <a:cxnLst>
                      <a:cxn ang="0">
                        <a:pos x="14" y="58"/>
                      </a:cxn>
                      <a:cxn ang="0">
                        <a:pos x="4" y="0"/>
                      </a:cxn>
                      <a:cxn ang="0">
                        <a:pos x="2" y="71"/>
                      </a:cxn>
                      <a:cxn ang="0">
                        <a:pos x="8" y="60"/>
                      </a:cxn>
                    </a:cxnLst>
                    <a:rect l="0" t="0" r="r" b="b"/>
                    <a:pathLst>
                      <a:path w="14" h="71">
                        <a:moveTo>
                          <a:pt x="14" y="58"/>
                        </a:moveTo>
                        <a:cubicBezTo>
                          <a:pt x="14" y="40"/>
                          <a:pt x="13" y="15"/>
                          <a:pt x="4" y="0"/>
                        </a:cubicBezTo>
                        <a:cubicBezTo>
                          <a:pt x="4" y="24"/>
                          <a:pt x="0" y="48"/>
                          <a:pt x="2" y="71"/>
                        </a:cubicBezTo>
                        <a:cubicBezTo>
                          <a:pt x="3" y="65"/>
                          <a:pt x="5" y="65"/>
                          <a:pt x="8" y="60"/>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4" name="Freeform 326">
                    <a:extLst>
                      <a:ext uri="{FF2B5EF4-FFF2-40B4-BE49-F238E27FC236}">
                        <a16:creationId xmlns:a16="http://schemas.microsoft.com/office/drawing/2014/main" id="{0AE7DFEE-E98A-4915-5205-4EF285DE5FFF}"/>
                      </a:ext>
                    </a:extLst>
                  </p:cNvPr>
                  <p:cNvSpPr>
                    <a:spLocks/>
                  </p:cNvSpPr>
                  <p:nvPr/>
                </p:nvSpPr>
                <p:spPr bwMode="auto">
                  <a:xfrm>
                    <a:off x="576262" y="7712076"/>
                    <a:ext cx="352425" cy="1057275"/>
                  </a:xfrm>
                  <a:custGeom>
                    <a:avLst/>
                    <a:gdLst/>
                    <a:ahLst/>
                    <a:cxnLst>
                      <a:cxn ang="0">
                        <a:pos x="2" y="206"/>
                      </a:cxn>
                      <a:cxn ang="0">
                        <a:pos x="45" y="119"/>
                      </a:cxn>
                      <a:cxn ang="0">
                        <a:pos x="68" y="62"/>
                      </a:cxn>
                      <a:cxn ang="0">
                        <a:pos x="92" y="0"/>
                      </a:cxn>
                      <a:cxn ang="0">
                        <a:pos x="64" y="91"/>
                      </a:cxn>
                      <a:cxn ang="0">
                        <a:pos x="45" y="173"/>
                      </a:cxn>
                      <a:cxn ang="0">
                        <a:pos x="51" y="239"/>
                      </a:cxn>
                      <a:cxn ang="0">
                        <a:pos x="83" y="282"/>
                      </a:cxn>
                      <a:cxn ang="0">
                        <a:pos x="45" y="247"/>
                      </a:cxn>
                      <a:cxn ang="0">
                        <a:pos x="0" y="212"/>
                      </a:cxn>
                    </a:cxnLst>
                    <a:rect l="0" t="0" r="r" b="b"/>
                    <a:pathLst>
                      <a:path w="94" h="282">
                        <a:moveTo>
                          <a:pt x="2" y="206"/>
                        </a:moveTo>
                        <a:cubicBezTo>
                          <a:pt x="16" y="177"/>
                          <a:pt x="32" y="149"/>
                          <a:pt x="45" y="119"/>
                        </a:cubicBezTo>
                        <a:cubicBezTo>
                          <a:pt x="53" y="101"/>
                          <a:pt x="60" y="81"/>
                          <a:pt x="68" y="62"/>
                        </a:cubicBezTo>
                        <a:cubicBezTo>
                          <a:pt x="76" y="43"/>
                          <a:pt x="90" y="21"/>
                          <a:pt x="92" y="0"/>
                        </a:cubicBezTo>
                        <a:cubicBezTo>
                          <a:pt x="94" y="35"/>
                          <a:pt x="76" y="61"/>
                          <a:pt x="64" y="91"/>
                        </a:cubicBezTo>
                        <a:cubicBezTo>
                          <a:pt x="54" y="118"/>
                          <a:pt x="48" y="146"/>
                          <a:pt x="45" y="173"/>
                        </a:cubicBezTo>
                        <a:cubicBezTo>
                          <a:pt x="43" y="195"/>
                          <a:pt x="38" y="221"/>
                          <a:pt x="51" y="239"/>
                        </a:cubicBezTo>
                        <a:cubicBezTo>
                          <a:pt x="61" y="253"/>
                          <a:pt x="79" y="265"/>
                          <a:pt x="83" y="282"/>
                        </a:cubicBezTo>
                        <a:cubicBezTo>
                          <a:pt x="70" y="271"/>
                          <a:pt x="59" y="258"/>
                          <a:pt x="45" y="247"/>
                        </a:cubicBezTo>
                        <a:cubicBezTo>
                          <a:pt x="32" y="237"/>
                          <a:pt x="10" y="225"/>
                          <a:pt x="0" y="212"/>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5" name="Freeform 327">
                    <a:extLst>
                      <a:ext uri="{FF2B5EF4-FFF2-40B4-BE49-F238E27FC236}">
                        <a16:creationId xmlns:a16="http://schemas.microsoft.com/office/drawing/2014/main" id="{3E532C1F-4C62-C71D-6635-5DB0F97F6E03}"/>
                      </a:ext>
                    </a:extLst>
                  </p:cNvPr>
                  <p:cNvSpPr>
                    <a:spLocks/>
                  </p:cNvSpPr>
                  <p:nvPr/>
                </p:nvSpPr>
                <p:spPr bwMode="auto">
                  <a:xfrm>
                    <a:off x="576262" y="7712076"/>
                    <a:ext cx="352425" cy="1057275"/>
                  </a:xfrm>
                  <a:custGeom>
                    <a:avLst/>
                    <a:gdLst/>
                    <a:ahLst/>
                    <a:cxnLst>
                      <a:cxn ang="0">
                        <a:pos x="2" y="206"/>
                      </a:cxn>
                      <a:cxn ang="0">
                        <a:pos x="45" y="119"/>
                      </a:cxn>
                      <a:cxn ang="0">
                        <a:pos x="68" y="62"/>
                      </a:cxn>
                      <a:cxn ang="0">
                        <a:pos x="92" y="0"/>
                      </a:cxn>
                      <a:cxn ang="0">
                        <a:pos x="64" y="91"/>
                      </a:cxn>
                      <a:cxn ang="0">
                        <a:pos x="45" y="173"/>
                      </a:cxn>
                      <a:cxn ang="0">
                        <a:pos x="51" y="239"/>
                      </a:cxn>
                      <a:cxn ang="0">
                        <a:pos x="83" y="282"/>
                      </a:cxn>
                      <a:cxn ang="0">
                        <a:pos x="45" y="247"/>
                      </a:cxn>
                      <a:cxn ang="0">
                        <a:pos x="0" y="212"/>
                      </a:cxn>
                    </a:cxnLst>
                    <a:rect l="0" t="0" r="r" b="b"/>
                    <a:pathLst>
                      <a:path w="94" h="282">
                        <a:moveTo>
                          <a:pt x="2" y="206"/>
                        </a:moveTo>
                        <a:cubicBezTo>
                          <a:pt x="16" y="177"/>
                          <a:pt x="32" y="149"/>
                          <a:pt x="45" y="119"/>
                        </a:cubicBezTo>
                        <a:cubicBezTo>
                          <a:pt x="53" y="101"/>
                          <a:pt x="60" y="81"/>
                          <a:pt x="68" y="62"/>
                        </a:cubicBezTo>
                        <a:cubicBezTo>
                          <a:pt x="76" y="43"/>
                          <a:pt x="90" y="21"/>
                          <a:pt x="92" y="0"/>
                        </a:cubicBezTo>
                        <a:cubicBezTo>
                          <a:pt x="94" y="35"/>
                          <a:pt x="76" y="61"/>
                          <a:pt x="64" y="91"/>
                        </a:cubicBezTo>
                        <a:cubicBezTo>
                          <a:pt x="54" y="118"/>
                          <a:pt x="48" y="146"/>
                          <a:pt x="45" y="173"/>
                        </a:cubicBezTo>
                        <a:cubicBezTo>
                          <a:pt x="43" y="195"/>
                          <a:pt x="38" y="221"/>
                          <a:pt x="51" y="239"/>
                        </a:cubicBezTo>
                        <a:cubicBezTo>
                          <a:pt x="61" y="253"/>
                          <a:pt x="79" y="265"/>
                          <a:pt x="83" y="282"/>
                        </a:cubicBezTo>
                        <a:cubicBezTo>
                          <a:pt x="70" y="271"/>
                          <a:pt x="59" y="258"/>
                          <a:pt x="45" y="247"/>
                        </a:cubicBezTo>
                        <a:cubicBezTo>
                          <a:pt x="32" y="237"/>
                          <a:pt x="10" y="225"/>
                          <a:pt x="0" y="212"/>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6" name="Freeform 328">
                    <a:extLst>
                      <a:ext uri="{FF2B5EF4-FFF2-40B4-BE49-F238E27FC236}">
                        <a16:creationId xmlns:a16="http://schemas.microsoft.com/office/drawing/2014/main" id="{AAC93CDE-5326-EAF5-41F7-5AFDFD799856}"/>
                      </a:ext>
                    </a:extLst>
                  </p:cNvPr>
                  <p:cNvSpPr>
                    <a:spLocks/>
                  </p:cNvSpPr>
                  <p:nvPr/>
                </p:nvSpPr>
                <p:spPr bwMode="auto">
                  <a:xfrm>
                    <a:off x="1090612" y="8821738"/>
                    <a:ext cx="385763" cy="131763"/>
                  </a:xfrm>
                  <a:custGeom>
                    <a:avLst/>
                    <a:gdLst/>
                    <a:ahLst/>
                    <a:cxnLst>
                      <a:cxn ang="0">
                        <a:pos x="58" y="31"/>
                      </a:cxn>
                      <a:cxn ang="0">
                        <a:pos x="0" y="0"/>
                      </a:cxn>
                      <a:cxn ang="0">
                        <a:pos x="103" y="1"/>
                      </a:cxn>
                      <a:cxn ang="0">
                        <a:pos x="54" y="35"/>
                      </a:cxn>
                    </a:cxnLst>
                    <a:rect l="0" t="0" r="r" b="b"/>
                    <a:pathLst>
                      <a:path w="103" h="35">
                        <a:moveTo>
                          <a:pt x="58" y="31"/>
                        </a:moveTo>
                        <a:cubicBezTo>
                          <a:pt x="43" y="30"/>
                          <a:pt x="9" y="15"/>
                          <a:pt x="0" y="0"/>
                        </a:cubicBezTo>
                        <a:cubicBezTo>
                          <a:pt x="33" y="15"/>
                          <a:pt x="71" y="24"/>
                          <a:pt x="103" y="1"/>
                        </a:cubicBezTo>
                        <a:cubicBezTo>
                          <a:pt x="100" y="13"/>
                          <a:pt x="67" y="35"/>
                          <a:pt x="54" y="35"/>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7" name="Freeform 329">
                    <a:extLst>
                      <a:ext uri="{FF2B5EF4-FFF2-40B4-BE49-F238E27FC236}">
                        <a16:creationId xmlns:a16="http://schemas.microsoft.com/office/drawing/2014/main" id="{9DE8571E-C4AB-BFF2-7ECF-36267256A909}"/>
                      </a:ext>
                    </a:extLst>
                  </p:cNvPr>
                  <p:cNvSpPr>
                    <a:spLocks/>
                  </p:cNvSpPr>
                  <p:nvPr/>
                </p:nvSpPr>
                <p:spPr bwMode="auto">
                  <a:xfrm>
                    <a:off x="1090612" y="8821738"/>
                    <a:ext cx="385763" cy="131763"/>
                  </a:xfrm>
                  <a:custGeom>
                    <a:avLst/>
                    <a:gdLst/>
                    <a:ahLst/>
                    <a:cxnLst>
                      <a:cxn ang="0">
                        <a:pos x="58" y="31"/>
                      </a:cxn>
                      <a:cxn ang="0">
                        <a:pos x="0" y="0"/>
                      </a:cxn>
                      <a:cxn ang="0">
                        <a:pos x="103" y="1"/>
                      </a:cxn>
                      <a:cxn ang="0">
                        <a:pos x="54" y="35"/>
                      </a:cxn>
                    </a:cxnLst>
                    <a:rect l="0" t="0" r="r" b="b"/>
                    <a:pathLst>
                      <a:path w="103" h="35">
                        <a:moveTo>
                          <a:pt x="58" y="31"/>
                        </a:moveTo>
                        <a:cubicBezTo>
                          <a:pt x="43" y="30"/>
                          <a:pt x="9" y="15"/>
                          <a:pt x="0" y="0"/>
                        </a:cubicBezTo>
                        <a:cubicBezTo>
                          <a:pt x="33" y="15"/>
                          <a:pt x="71" y="24"/>
                          <a:pt x="103" y="1"/>
                        </a:cubicBezTo>
                        <a:cubicBezTo>
                          <a:pt x="100" y="13"/>
                          <a:pt x="67" y="35"/>
                          <a:pt x="54" y="35"/>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8" name="Freeform 330">
                    <a:extLst>
                      <a:ext uri="{FF2B5EF4-FFF2-40B4-BE49-F238E27FC236}">
                        <a16:creationId xmlns:a16="http://schemas.microsoft.com/office/drawing/2014/main" id="{F766F4F0-EB7A-69F3-3B14-DD34272EE2B2}"/>
                      </a:ext>
                    </a:extLst>
                  </p:cNvPr>
                  <p:cNvSpPr>
                    <a:spLocks/>
                  </p:cNvSpPr>
                  <p:nvPr/>
                </p:nvSpPr>
                <p:spPr bwMode="auto">
                  <a:xfrm>
                    <a:off x="-431800" y="6511926"/>
                    <a:ext cx="641350" cy="638175"/>
                  </a:xfrm>
                  <a:custGeom>
                    <a:avLst/>
                    <a:gdLst/>
                    <a:ahLst/>
                    <a:cxnLst>
                      <a:cxn ang="0">
                        <a:pos x="2" y="2"/>
                      </a:cxn>
                      <a:cxn ang="0">
                        <a:pos x="45" y="1"/>
                      </a:cxn>
                      <a:cxn ang="0">
                        <a:pos x="96" y="95"/>
                      </a:cxn>
                      <a:cxn ang="0">
                        <a:pos x="171" y="160"/>
                      </a:cxn>
                      <a:cxn ang="0">
                        <a:pos x="105" y="152"/>
                      </a:cxn>
                      <a:cxn ang="0">
                        <a:pos x="78" y="94"/>
                      </a:cxn>
                      <a:cxn ang="0">
                        <a:pos x="0" y="4"/>
                      </a:cxn>
                    </a:cxnLst>
                    <a:rect l="0" t="0" r="r" b="b"/>
                    <a:pathLst>
                      <a:path w="171" h="170">
                        <a:moveTo>
                          <a:pt x="2" y="2"/>
                        </a:moveTo>
                        <a:cubicBezTo>
                          <a:pt x="16" y="2"/>
                          <a:pt x="30" y="0"/>
                          <a:pt x="45" y="1"/>
                        </a:cubicBezTo>
                        <a:cubicBezTo>
                          <a:pt x="65" y="33"/>
                          <a:pt x="86" y="58"/>
                          <a:pt x="96" y="95"/>
                        </a:cubicBezTo>
                        <a:cubicBezTo>
                          <a:pt x="108" y="139"/>
                          <a:pt x="121" y="160"/>
                          <a:pt x="171" y="160"/>
                        </a:cubicBezTo>
                        <a:cubicBezTo>
                          <a:pt x="146" y="163"/>
                          <a:pt x="122" y="170"/>
                          <a:pt x="105" y="152"/>
                        </a:cubicBezTo>
                        <a:cubicBezTo>
                          <a:pt x="90" y="136"/>
                          <a:pt x="86" y="114"/>
                          <a:pt x="78" y="94"/>
                        </a:cubicBezTo>
                        <a:cubicBezTo>
                          <a:pt x="65" y="60"/>
                          <a:pt x="48" y="2"/>
                          <a:pt x="0" y="4"/>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69" name="Freeform 331">
                    <a:extLst>
                      <a:ext uri="{FF2B5EF4-FFF2-40B4-BE49-F238E27FC236}">
                        <a16:creationId xmlns:a16="http://schemas.microsoft.com/office/drawing/2014/main" id="{22ABD8CA-4EC4-FECE-A4A6-CFA4C6C598BB}"/>
                      </a:ext>
                    </a:extLst>
                  </p:cNvPr>
                  <p:cNvSpPr>
                    <a:spLocks/>
                  </p:cNvSpPr>
                  <p:nvPr/>
                </p:nvSpPr>
                <p:spPr bwMode="auto">
                  <a:xfrm>
                    <a:off x="-431800" y="6511926"/>
                    <a:ext cx="641350" cy="638175"/>
                  </a:xfrm>
                  <a:custGeom>
                    <a:avLst/>
                    <a:gdLst/>
                    <a:ahLst/>
                    <a:cxnLst>
                      <a:cxn ang="0">
                        <a:pos x="2" y="2"/>
                      </a:cxn>
                      <a:cxn ang="0">
                        <a:pos x="45" y="1"/>
                      </a:cxn>
                      <a:cxn ang="0">
                        <a:pos x="96" y="95"/>
                      </a:cxn>
                      <a:cxn ang="0">
                        <a:pos x="171" y="160"/>
                      </a:cxn>
                      <a:cxn ang="0">
                        <a:pos x="105" y="152"/>
                      </a:cxn>
                      <a:cxn ang="0">
                        <a:pos x="78" y="94"/>
                      </a:cxn>
                      <a:cxn ang="0">
                        <a:pos x="0" y="4"/>
                      </a:cxn>
                    </a:cxnLst>
                    <a:rect l="0" t="0" r="r" b="b"/>
                    <a:pathLst>
                      <a:path w="171" h="170">
                        <a:moveTo>
                          <a:pt x="2" y="2"/>
                        </a:moveTo>
                        <a:cubicBezTo>
                          <a:pt x="16" y="2"/>
                          <a:pt x="30" y="0"/>
                          <a:pt x="45" y="1"/>
                        </a:cubicBezTo>
                        <a:cubicBezTo>
                          <a:pt x="65" y="33"/>
                          <a:pt x="86" y="58"/>
                          <a:pt x="96" y="95"/>
                        </a:cubicBezTo>
                        <a:cubicBezTo>
                          <a:pt x="108" y="139"/>
                          <a:pt x="121" y="160"/>
                          <a:pt x="171" y="160"/>
                        </a:cubicBezTo>
                        <a:cubicBezTo>
                          <a:pt x="146" y="163"/>
                          <a:pt x="122" y="170"/>
                          <a:pt x="105" y="152"/>
                        </a:cubicBezTo>
                        <a:cubicBezTo>
                          <a:pt x="90" y="136"/>
                          <a:pt x="86" y="114"/>
                          <a:pt x="78" y="94"/>
                        </a:cubicBezTo>
                        <a:cubicBezTo>
                          <a:pt x="65" y="60"/>
                          <a:pt x="48" y="2"/>
                          <a:pt x="0" y="4"/>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0" name="Freeform 332">
                    <a:extLst>
                      <a:ext uri="{FF2B5EF4-FFF2-40B4-BE49-F238E27FC236}">
                        <a16:creationId xmlns:a16="http://schemas.microsoft.com/office/drawing/2014/main" id="{83570D08-F336-DB97-B673-C9EA90DCF10A}"/>
                      </a:ext>
                    </a:extLst>
                  </p:cNvPr>
                  <p:cNvSpPr>
                    <a:spLocks/>
                  </p:cNvSpPr>
                  <p:nvPr/>
                </p:nvSpPr>
                <p:spPr bwMode="auto">
                  <a:xfrm>
                    <a:off x="411162" y="7108826"/>
                    <a:ext cx="285750" cy="944563"/>
                  </a:xfrm>
                  <a:custGeom>
                    <a:avLst/>
                    <a:gdLst/>
                    <a:ahLst/>
                    <a:cxnLst>
                      <a:cxn ang="0">
                        <a:pos x="18" y="22"/>
                      </a:cxn>
                      <a:cxn ang="0">
                        <a:pos x="38" y="8"/>
                      </a:cxn>
                      <a:cxn ang="0">
                        <a:pos x="56" y="33"/>
                      </a:cxn>
                      <a:cxn ang="0">
                        <a:pos x="71" y="121"/>
                      </a:cxn>
                      <a:cxn ang="0">
                        <a:pos x="1" y="252"/>
                      </a:cxn>
                      <a:cxn ang="0">
                        <a:pos x="23" y="193"/>
                      </a:cxn>
                      <a:cxn ang="0">
                        <a:pos x="44" y="134"/>
                      </a:cxn>
                      <a:cxn ang="0">
                        <a:pos x="47" y="67"/>
                      </a:cxn>
                      <a:cxn ang="0">
                        <a:pos x="20" y="24"/>
                      </a:cxn>
                    </a:cxnLst>
                    <a:rect l="0" t="0" r="r" b="b"/>
                    <a:pathLst>
                      <a:path w="76" h="252">
                        <a:moveTo>
                          <a:pt x="18" y="22"/>
                        </a:moveTo>
                        <a:cubicBezTo>
                          <a:pt x="24" y="10"/>
                          <a:pt x="23" y="0"/>
                          <a:pt x="38" y="8"/>
                        </a:cubicBezTo>
                        <a:cubicBezTo>
                          <a:pt x="46" y="11"/>
                          <a:pt x="52" y="26"/>
                          <a:pt x="56" y="33"/>
                        </a:cubicBezTo>
                        <a:cubicBezTo>
                          <a:pt x="68" y="57"/>
                          <a:pt x="76" y="94"/>
                          <a:pt x="71" y="121"/>
                        </a:cubicBezTo>
                        <a:cubicBezTo>
                          <a:pt x="63" y="165"/>
                          <a:pt x="27" y="216"/>
                          <a:pt x="1" y="252"/>
                        </a:cubicBezTo>
                        <a:cubicBezTo>
                          <a:pt x="0" y="233"/>
                          <a:pt x="17" y="209"/>
                          <a:pt x="23" y="193"/>
                        </a:cubicBezTo>
                        <a:cubicBezTo>
                          <a:pt x="30" y="174"/>
                          <a:pt x="39" y="154"/>
                          <a:pt x="44" y="134"/>
                        </a:cubicBezTo>
                        <a:cubicBezTo>
                          <a:pt x="50" y="112"/>
                          <a:pt x="49" y="90"/>
                          <a:pt x="47" y="67"/>
                        </a:cubicBezTo>
                        <a:cubicBezTo>
                          <a:pt x="45" y="44"/>
                          <a:pt x="36" y="37"/>
                          <a:pt x="20" y="24"/>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1" name="Freeform 333">
                    <a:extLst>
                      <a:ext uri="{FF2B5EF4-FFF2-40B4-BE49-F238E27FC236}">
                        <a16:creationId xmlns:a16="http://schemas.microsoft.com/office/drawing/2014/main" id="{8AE36269-9DCE-B472-23E7-290E544F6A9E}"/>
                      </a:ext>
                    </a:extLst>
                  </p:cNvPr>
                  <p:cNvSpPr>
                    <a:spLocks/>
                  </p:cNvSpPr>
                  <p:nvPr/>
                </p:nvSpPr>
                <p:spPr bwMode="auto">
                  <a:xfrm>
                    <a:off x="411162" y="7108826"/>
                    <a:ext cx="285750" cy="944563"/>
                  </a:xfrm>
                  <a:custGeom>
                    <a:avLst/>
                    <a:gdLst/>
                    <a:ahLst/>
                    <a:cxnLst>
                      <a:cxn ang="0">
                        <a:pos x="18" y="22"/>
                      </a:cxn>
                      <a:cxn ang="0">
                        <a:pos x="38" y="8"/>
                      </a:cxn>
                      <a:cxn ang="0">
                        <a:pos x="56" y="33"/>
                      </a:cxn>
                      <a:cxn ang="0">
                        <a:pos x="71" y="121"/>
                      </a:cxn>
                      <a:cxn ang="0">
                        <a:pos x="1" y="252"/>
                      </a:cxn>
                      <a:cxn ang="0">
                        <a:pos x="23" y="193"/>
                      </a:cxn>
                      <a:cxn ang="0">
                        <a:pos x="44" y="134"/>
                      </a:cxn>
                      <a:cxn ang="0">
                        <a:pos x="47" y="67"/>
                      </a:cxn>
                      <a:cxn ang="0">
                        <a:pos x="20" y="24"/>
                      </a:cxn>
                    </a:cxnLst>
                    <a:rect l="0" t="0" r="r" b="b"/>
                    <a:pathLst>
                      <a:path w="76" h="252">
                        <a:moveTo>
                          <a:pt x="18" y="22"/>
                        </a:moveTo>
                        <a:cubicBezTo>
                          <a:pt x="24" y="10"/>
                          <a:pt x="23" y="0"/>
                          <a:pt x="38" y="8"/>
                        </a:cubicBezTo>
                        <a:cubicBezTo>
                          <a:pt x="46" y="11"/>
                          <a:pt x="52" y="26"/>
                          <a:pt x="56" y="33"/>
                        </a:cubicBezTo>
                        <a:cubicBezTo>
                          <a:pt x="68" y="57"/>
                          <a:pt x="76" y="94"/>
                          <a:pt x="71" y="121"/>
                        </a:cubicBezTo>
                        <a:cubicBezTo>
                          <a:pt x="63" y="165"/>
                          <a:pt x="27" y="216"/>
                          <a:pt x="1" y="252"/>
                        </a:cubicBezTo>
                        <a:cubicBezTo>
                          <a:pt x="0" y="233"/>
                          <a:pt x="17" y="209"/>
                          <a:pt x="23" y="193"/>
                        </a:cubicBezTo>
                        <a:cubicBezTo>
                          <a:pt x="30" y="174"/>
                          <a:pt x="39" y="154"/>
                          <a:pt x="44" y="134"/>
                        </a:cubicBezTo>
                        <a:cubicBezTo>
                          <a:pt x="50" y="112"/>
                          <a:pt x="49" y="90"/>
                          <a:pt x="47" y="67"/>
                        </a:cubicBezTo>
                        <a:cubicBezTo>
                          <a:pt x="45" y="44"/>
                          <a:pt x="36" y="37"/>
                          <a:pt x="20" y="24"/>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2" name="Freeform 334">
                    <a:extLst>
                      <a:ext uri="{FF2B5EF4-FFF2-40B4-BE49-F238E27FC236}">
                        <a16:creationId xmlns:a16="http://schemas.microsoft.com/office/drawing/2014/main" id="{A7A94824-66D4-B1B5-DA54-36629C3D42C6}"/>
                      </a:ext>
                    </a:extLst>
                  </p:cNvPr>
                  <p:cNvSpPr>
                    <a:spLocks/>
                  </p:cNvSpPr>
                  <p:nvPr/>
                </p:nvSpPr>
                <p:spPr bwMode="auto">
                  <a:xfrm>
                    <a:off x="-825500" y="5776913"/>
                    <a:ext cx="1600200" cy="690563"/>
                  </a:xfrm>
                  <a:custGeom>
                    <a:avLst/>
                    <a:gdLst/>
                    <a:ahLst/>
                    <a:cxnLst>
                      <a:cxn ang="0">
                        <a:pos x="23" y="85"/>
                      </a:cxn>
                      <a:cxn ang="0">
                        <a:pos x="77" y="64"/>
                      </a:cxn>
                      <a:cxn ang="0">
                        <a:pos x="156" y="58"/>
                      </a:cxn>
                      <a:cxn ang="0">
                        <a:pos x="269" y="119"/>
                      </a:cxn>
                      <a:cxn ang="0">
                        <a:pos x="172" y="54"/>
                      </a:cxn>
                      <a:cxn ang="0">
                        <a:pos x="208" y="50"/>
                      </a:cxn>
                      <a:cxn ang="0">
                        <a:pos x="179" y="40"/>
                      </a:cxn>
                      <a:cxn ang="0">
                        <a:pos x="241" y="27"/>
                      </a:cxn>
                      <a:cxn ang="0">
                        <a:pos x="309" y="70"/>
                      </a:cxn>
                      <a:cxn ang="0">
                        <a:pos x="349" y="126"/>
                      </a:cxn>
                      <a:cxn ang="0">
                        <a:pos x="427" y="184"/>
                      </a:cxn>
                      <a:cxn ang="0">
                        <a:pos x="366" y="112"/>
                      </a:cxn>
                      <a:cxn ang="0">
                        <a:pos x="304" y="45"/>
                      </a:cxn>
                      <a:cxn ang="0">
                        <a:pos x="215" y="11"/>
                      </a:cxn>
                      <a:cxn ang="0">
                        <a:pos x="140" y="21"/>
                      </a:cxn>
                      <a:cxn ang="0">
                        <a:pos x="142" y="40"/>
                      </a:cxn>
                      <a:cxn ang="0">
                        <a:pos x="77" y="53"/>
                      </a:cxn>
                      <a:cxn ang="0">
                        <a:pos x="4" y="104"/>
                      </a:cxn>
                      <a:cxn ang="0">
                        <a:pos x="31" y="83"/>
                      </a:cxn>
                    </a:cxnLst>
                    <a:rect l="0" t="0" r="r" b="b"/>
                    <a:pathLst>
                      <a:path w="427" h="184">
                        <a:moveTo>
                          <a:pt x="23" y="85"/>
                        </a:moveTo>
                        <a:cubicBezTo>
                          <a:pt x="37" y="68"/>
                          <a:pt x="57" y="66"/>
                          <a:pt x="77" y="64"/>
                        </a:cubicBezTo>
                        <a:cubicBezTo>
                          <a:pt x="103" y="61"/>
                          <a:pt x="130" y="55"/>
                          <a:pt x="156" y="58"/>
                        </a:cubicBezTo>
                        <a:cubicBezTo>
                          <a:pt x="198" y="62"/>
                          <a:pt x="239" y="91"/>
                          <a:pt x="269" y="119"/>
                        </a:cubicBezTo>
                        <a:cubicBezTo>
                          <a:pt x="273" y="77"/>
                          <a:pt x="194" y="71"/>
                          <a:pt x="172" y="54"/>
                        </a:cubicBezTo>
                        <a:cubicBezTo>
                          <a:pt x="185" y="53"/>
                          <a:pt x="195" y="49"/>
                          <a:pt x="208" y="50"/>
                        </a:cubicBezTo>
                        <a:cubicBezTo>
                          <a:pt x="200" y="44"/>
                          <a:pt x="191" y="39"/>
                          <a:pt x="179" y="40"/>
                        </a:cubicBezTo>
                        <a:cubicBezTo>
                          <a:pt x="188" y="23"/>
                          <a:pt x="224" y="24"/>
                          <a:pt x="241" y="27"/>
                        </a:cubicBezTo>
                        <a:cubicBezTo>
                          <a:pt x="272" y="31"/>
                          <a:pt x="292" y="46"/>
                          <a:pt x="309" y="70"/>
                        </a:cubicBezTo>
                        <a:cubicBezTo>
                          <a:pt x="323" y="87"/>
                          <a:pt x="334" y="110"/>
                          <a:pt x="349" y="126"/>
                        </a:cubicBezTo>
                        <a:cubicBezTo>
                          <a:pt x="371" y="148"/>
                          <a:pt x="404" y="162"/>
                          <a:pt x="427" y="184"/>
                        </a:cubicBezTo>
                        <a:cubicBezTo>
                          <a:pt x="418" y="150"/>
                          <a:pt x="386" y="138"/>
                          <a:pt x="366" y="112"/>
                        </a:cubicBezTo>
                        <a:cubicBezTo>
                          <a:pt x="347" y="87"/>
                          <a:pt x="331" y="64"/>
                          <a:pt x="304" y="45"/>
                        </a:cubicBezTo>
                        <a:cubicBezTo>
                          <a:pt x="277" y="26"/>
                          <a:pt x="245" y="15"/>
                          <a:pt x="215" y="11"/>
                        </a:cubicBezTo>
                        <a:cubicBezTo>
                          <a:pt x="195" y="9"/>
                          <a:pt x="152" y="0"/>
                          <a:pt x="140" y="21"/>
                        </a:cubicBezTo>
                        <a:cubicBezTo>
                          <a:pt x="155" y="31"/>
                          <a:pt x="175" y="38"/>
                          <a:pt x="142" y="40"/>
                        </a:cubicBezTo>
                        <a:cubicBezTo>
                          <a:pt x="116" y="42"/>
                          <a:pt x="101" y="45"/>
                          <a:pt x="77" y="53"/>
                        </a:cubicBezTo>
                        <a:cubicBezTo>
                          <a:pt x="57" y="59"/>
                          <a:pt x="0" y="74"/>
                          <a:pt x="4" y="104"/>
                        </a:cubicBezTo>
                        <a:cubicBezTo>
                          <a:pt x="11" y="95"/>
                          <a:pt x="20" y="87"/>
                          <a:pt x="31" y="83"/>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3" name="Freeform 335">
                    <a:extLst>
                      <a:ext uri="{FF2B5EF4-FFF2-40B4-BE49-F238E27FC236}">
                        <a16:creationId xmlns:a16="http://schemas.microsoft.com/office/drawing/2014/main" id="{70B9784E-252F-B5A6-B350-27C8B35446E1}"/>
                      </a:ext>
                    </a:extLst>
                  </p:cNvPr>
                  <p:cNvSpPr>
                    <a:spLocks/>
                  </p:cNvSpPr>
                  <p:nvPr/>
                </p:nvSpPr>
                <p:spPr bwMode="auto">
                  <a:xfrm>
                    <a:off x="-825500" y="5776913"/>
                    <a:ext cx="1600200" cy="690563"/>
                  </a:xfrm>
                  <a:custGeom>
                    <a:avLst/>
                    <a:gdLst/>
                    <a:ahLst/>
                    <a:cxnLst>
                      <a:cxn ang="0">
                        <a:pos x="23" y="85"/>
                      </a:cxn>
                      <a:cxn ang="0">
                        <a:pos x="77" y="64"/>
                      </a:cxn>
                      <a:cxn ang="0">
                        <a:pos x="156" y="58"/>
                      </a:cxn>
                      <a:cxn ang="0">
                        <a:pos x="269" y="119"/>
                      </a:cxn>
                      <a:cxn ang="0">
                        <a:pos x="172" y="54"/>
                      </a:cxn>
                      <a:cxn ang="0">
                        <a:pos x="208" y="50"/>
                      </a:cxn>
                      <a:cxn ang="0">
                        <a:pos x="179" y="40"/>
                      </a:cxn>
                      <a:cxn ang="0">
                        <a:pos x="241" y="27"/>
                      </a:cxn>
                      <a:cxn ang="0">
                        <a:pos x="309" y="70"/>
                      </a:cxn>
                      <a:cxn ang="0">
                        <a:pos x="349" y="126"/>
                      </a:cxn>
                      <a:cxn ang="0">
                        <a:pos x="427" y="184"/>
                      </a:cxn>
                      <a:cxn ang="0">
                        <a:pos x="366" y="112"/>
                      </a:cxn>
                      <a:cxn ang="0">
                        <a:pos x="304" y="45"/>
                      </a:cxn>
                      <a:cxn ang="0">
                        <a:pos x="215" y="11"/>
                      </a:cxn>
                      <a:cxn ang="0">
                        <a:pos x="140" y="21"/>
                      </a:cxn>
                      <a:cxn ang="0">
                        <a:pos x="142" y="40"/>
                      </a:cxn>
                      <a:cxn ang="0">
                        <a:pos x="77" y="53"/>
                      </a:cxn>
                      <a:cxn ang="0">
                        <a:pos x="4" y="104"/>
                      </a:cxn>
                      <a:cxn ang="0">
                        <a:pos x="31" y="83"/>
                      </a:cxn>
                    </a:cxnLst>
                    <a:rect l="0" t="0" r="r" b="b"/>
                    <a:pathLst>
                      <a:path w="427" h="184">
                        <a:moveTo>
                          <a:pt x="23" y="85"/>
                        </a:moveTo>
                        <a:cubicBezTo>
                          <a:pt x="37" y="68"/>
                          <a:pt x="57" y="66"/>
                          <a:pt x="77" y="64"/>
                        </a:cubicBezTo>
                        <a:cubicBezTo>
                          <a:pt x="103" y="61"/>
                          <a:pt x="130" y="55"/>
                          <a:pt x="156" y="58"/>
                        </a:cubicBezTo>
                        <a:cubicBezTo>
                          <a:pt x="198" y="62"/>
                          <a:pt x="239" y="91"/>
                          <a:pt x="269" y="119"/>
                        </a:cubicBezTo>
                        <a:cubicBezTo>
                          <a:pt x="273" y="77"/>
                          <a:pt x="194" y="71"/>
                          <a:pt x="172" y="54"/>
                        </a:cubicBezTo>
                        <a:cubicBezTo>
                          <a:pt x="185" y="53"/>
                          <a:pt x="195" y="49"/>
                          <a:pt x="208" y="50"/>
                        </a:cubicBezTo>
                        <a:cubicBezTo>
                          <a:pt x="200" y="44"/>
                          <a:pt x="191" y="39"/>
                          <a:pt x="179" y="40"/>
                        </a:cubicBezTo>
                        <a:cubicBezTo>
                          <a:pt x="188" y="23"/>
                          <a:pt x="224" y="24"/>
                          <a:pt x="241" y="27"/>
                        </a:cubicBezTo>
                        <a:cubicBezTo>
                          <a:pt x="272" y="31"/>
                          <a:pt x="292" y="46"/>
                          <a:pt x="309" y="70"/>
                        </a:cubicBezTo>
                        <a:cubicBezTo>
                          <a:pt x="323" y="87"/>
                          <a:pt x="334" y="110"/>
                          <a:pt x="349" y="126"/>
                        </a:cubicBezTo>
                        <a:cubicBezTo>
                          <a:pt x="371" y="148"/>
                          <a:pt x="404" y="162"/>
                          <a:pt x="427" y="184"/>
                        </a:cubicBezTo>
                        <a:cubicBezTo>
                          <a:pt x="418" y="150"/>
                          <a:pt x="386" y="138"/>
                          <a:pt x="366" y="112"/>
                        </a:cubicBezTo>
                        <a:cubicBezTo>
                          <a:pt x="347" y="87"/>
                          <a:pt x="331" y="64"/>
                          <a:pt x="304" y="45"/>
                        </a:cubicBezTo>
                        <a:cubicBezTo>
                          <a:pt x="277" y="26"/>
                          <a:pt x="245" y="15"/>
                          <a:pt x="215" y="11"/>
                        </a:cubicBezTo>
                        <a:cubicBezTo>
                          <a:pt x="195" y="9"/>
                          <a:pt x="152" y="0"/>
                          <a:pt x="140" y="21"/>
                        </a:cubicBezTo>
                        <a:cubicBezTo>
                          <a:pt x="155" y="31"/>
                          <a:pt x="175" y="38"/>
                          <a:pt x="142" y="40"/>
                        </a:cubicBezTo>
                        <a:cubicBezTo>
                          <a:pt x="116" y="42"/>
                          <a:pt x="101" y="45"/>
                          <a:pt x="77" y="53"/>
                        </a:cubicBezTo>
                        <a:cubicBezTo>
                          <a:pt x="57" y="59"/>
                          <a:pt x="0" y="74"/>
                          <a:pt x="4" y="104"/>
                        </a:cubicBezTo>
                        <a:cubicBezTo>
                          <a:pt x="11" y="95"/>
                          <a:pt x="20" y="87"/>
                          <a:pt x="31" y="83"/>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4" name="Freeform 336">
                    <a:extLst>
                      <a:ext uri="{FF2B5EF4-FFF2-40B4-BE49-F238E27FC236}">
                        <a16:creationId xmlns:a16="http://schemas.microsoft.com/office/drawing/2014/main" id="{833778B8-2A07-9F53-9F35-1BDF31EB1FDC}"/>
                      </a:ext>
                    </a:extLst>
                  </p:cNvPr>
                  <p:cNvSpPr>
                    <a:spLocks/>
                  </p:cNvSpPr>
                  <p:nvPr/>
                </p:nvSpPr>
                <p:spPr bwMode="auto">
                  <a:xfrm>
                    <a:off x="328612" y="6462713"/>
                    <a:ext cx="600075" cy="1166813"/>
                  </a:xfrm>
                  <a:custGeom>
                    <a:avLst/>
                    <a:gdLst/>
                    <a:ahLst/>
                    <a:cxnLst>
                      <a:cxn ang="0">
                        <a:pos x="54" y="48"/>
                      </a:cxn>
                      <a:cxn ang="0">
                        <a:pos x="97" y="108"/>
                      </a:cxn>
                      <a:cxn ang="0">
                        <a:pos x="119" y="190"/>
                      </a:cxn>
                      <a:cxn ang="0">
                        <a:pos x="123" y="161"/>
                      </a:cxn>
                      <a:cxn ang="0">
                        <a:pos x="150" y="311"/>
                      </a:cxn>
                      <a:cxn ang="0">
                        <a:pos x="151" y="261"/>
                      </a:cxn>
                      <a:cxn ang="0">
                        <a:pos x="146" y="206"/>
                      </a:cxn>
                      <a:cxn ang="0">
                        <a:pos x="121" y="103"/>
                      </a:cxn>
                      <a:cxn ang="0">
                        <a:pos x="142" y="128"/>
                      </a:cxn>
                      <a:cxn ang="0">
                        <a:pos x="111" y="31"/>
                      </a:cxn>
                      <a:cxn ang="0">
                        <a:pos x="101" y="81"/>
                      </a:cxn>
                      <a:cxn ang="0">
                        <a:pos x="60" y="31"/>
                      </a:cxn>
                      <a:cxn ang="0">
                        <a:pos x="0" y="1"/>
                      </a:cxn>
                    </a:cxnLst>
                    <a:rect l="0" t="0" r="r" b="b"/>
                    <a:pathLst>
                      <a:path w="160" h="311">
                        <a:moveTo>
                          <a:pt x="54" y="48"/>
                        </a:moveTo>
                        <a:cubicBezTo>
                          <a:pt x="78" y="45"/>
                          <a:pt x="88" y="91"/>
                          <a:pt x="97" y="108"/>
                        </a:cubicBezTo>
                        <a:cubicBezTo>
                          <a:pt x="109" y="133"/>
                          <a:pt x="120" y="159"/>
                          <a:pt x="119" y="190"/>
                        </a:cubicBezTo>
                        <a:cubicBezTo>
                          <a:pt x="119" y="180"/>
                          <a:pt x="124" y="171"/>
                          <a:pt x="123" y="161"/>
                        </a:cubicBezTo>
                        <a:cubicBezTo>
                          <a:pt x="148" y="198"/>
                          <a:pt x="150" y="265"/>
                          <a:pt x="150" y="311"/>
                        </a:cubicBezTo>
                        <a:cubicBezTo>
                          <a:pt x="160" y="296"/>
                          <a:pt x="155" y="276"/>
                          <a:pt x="151" y="261"/>
                        </a:cubicBezTo>
                        <a:cubicBezTo>
                          <a:pt x="147" y="243"/>
                          <a:pt x="146" y="226"/>
                          <a:pt x="146" y="206"/>
                        </a:cubicBezTo>
                        <a:cubicBezTo>
                          <a:pt x="146" y="169"/>
                          <a:pt x="140" y="133"/>
                          <a:pt x="121" y="103"/>
                        </a:cubicBezTo>
                        <a:cubicBezTo>
                          <a:pt x="132" y="110"/>
                          <a:pt x="137" y="115"/>
                          <a:pt x="142" y="128"/>
                        </a:cubicBezTo>
                        <a:cubicBezTo>
                          <a:pt x="144" y="100"/>
                          <a:pt x="126" y="55"/>
                          <a:pt x="111" y="31"/>
                        </a:cubicBezTo>
                        <a:cubicBezTo>
                          <a:pt x="111" y="52"/>
                          <a:pt x="105" y="63"/>
                          <a:pt x="101" y="81"/>
                        </a:cubicBezTo>
                        <a:cubicBezTo>
                          <a:pt x="78" y="76"/>
                          <a:pt x="73" y="47"/>
                          <a:pt x="60" y="31"/>
                        </a:cubicBezTo>
                        <a:cubicBezTo>
                          <a:pt x="47" y="15"/>
                          <a:pt x="20" y="0"/>
                          <a:pt x="0" y="1"/>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5" name="Freeform 337">
                    <a:extLst>
                      <a:ext uri="{FF2B5EF4-FFF2-40B4-BE49-F238E27FC236}">
                        <a16:creationId xmlns:a16="http://schemas.microsoft.com/office/drawing/2014/main" id="{0907ACE3-0695-459B-8D52-A5312F4C9669}"/>
                      </a:ext>
                    </a:extLst>
                  </p:cNvPr>
                  <p:cNvSpPr>
                    <a:spLocks/>
                  </p:cNvSpPr>
                  <p:nvPr/>
                </p:nvSpPr>
                <p:spPr bwMode="auto">
                  <a:xfrm>
                    <a:off x="328612" y="6462713"/>
                    <a:ext cx="600075" cy="1166813"/>
                  </a:xfrm>
                  <a:custGeom>
                    <a:avLst/>
                    <a:gdLst/>
                    <a:ahLst/>
                    <a:cxnLst>
                      <a:cxn ang="0">
                        <a:pos x="54" y="48"/>
                      </a:cxn>
                      <a:cxn ang="0">
                        <a:pos x="97" y="108"/>
                      </a:cxn>
                      <a:cxn ang="0">
                        <a:pos x="119" y="190"/>
                      </a:cxn>
                      <a:cxn ang="0">
                        <a:pos x="123" y="161"/>
                      </a:cxn>
                      <a:cxn ang="0">
                        <a:pos x="150" y="311"/>
                      </a:cxn>
                      <a:cxn ang="0">
                        <a:pos x="151" y="261"/>
                      </a:cxn>
                      <a:cxn ang="0">
                        <a:pos x="146" y="206"/>
                      </a:cxn>
                      <a:cxn ang="0">
                        <a:pos x="121" y="103"/>
                      </a:cxn>
                      <a:cxn ang="0">
                        <a:pos x="142" y="128"/>
                      </a:cxn>
                      <a:cxn ang="0">
                        <a:pos x="111" y="31"/>
                      </a:cxn>
                      <a:cxn ang="0">
                        <a:pos x="101" y="81"/>
                      </a:cxn>
                      <a:cxn ang="0">
                        <a:pos x="60" y="31"/>
                      </a:cxn>
                      <a:cxn ang="0">
                        <a:pos x="0" y="1"/>
                      </a:cxn>
                    </a:cxnLst>
                    <a:rect l="0" t="0" r="r" b="b"/>
                    <a:pathLst>
                      <a:path w="160" h="311">
                        <a:moveTo>
                          <a:pt x="54" y="48"/>
                        </a:moveTo>
                        <a:cubicBezTo>
                          <a:pt x="78" y="45"/>
                          <a:pt x="88" y="91"/>
                          <a:pt x="97" y="108"/>
                        </a:cubicBezTo>
                        <a:cubicBezTo>
                          <a:pt x="109" y="133"/>
                          <a:pt x="120" y="159"/>
                          <a:pt x="119" y="190"/>
                        </a:cubicBezTo>
                        <a:cubicBezTo>
                          <a:pt x="119" y="180"/>
                          <a:pt x="124" y="171"/>
                          <a:pt x="123" y="161"/>
                        </a:cubicBezTo>
                        <a:cubicBezTo>
                          <a:pt x="148" y="198"/>
                          <a:pt x="150" y="265"/>
                          <a:pt x="150" y="311"/>
                        </a:cubicBezTo>
                        <a:cubicBezTo>
                          <a:pt x="160" y="296"/>
                          <a:pt x="155" y="276"/>
                          <a:pt x="151" y="261"/>
                        </a:cubicBezTo>
                        <a:cubicBezTo>
                          <a:pt x="147" y="243"/>
                          <a:pt x="146" y="226"/>
                          <a:pt x="146" y="206"/>
                        </a:cubicBezTo>
                        <a:cubicBezTo>
                          <a:pt x="146" y="169"/>
                          <a:pt x="140" y="133"/>
                          <a:pt x="121" y="103"/>
                        </a:cubicBezTo>
                        <a:cubicBezTo>
                          <a:pt x="132" y="110"/>
                          <a:pt x="137" y="115"/>
                          <a:pt x="142" y="128"/>
                        </a:cubicBezTo>
                        <a:cubicBezTo>
                          <a:pt x="144" y="100"/>
                          <a:pt x="126" y="55"/>
                          <a:pt x="111" y="31"/>
                        </a:cubicBezTo>
                        <a:cubicBezTo>
                          <a:pt x="111" y="52"/>
                          <a:pt x="105" y="63"/>
                          <a:pt x="101" y="81"/>
                        </a:cubicBezTo>
                        <a:cubicBezTo>
                          <a:pt x="78" y="76"/>
                          <a:pt x="73" y="47"/>
                          <a:pt x="60" y="31"/>
                        </a:cubicBezTo>
                        <a:cubicBezTo>
                          <a:pt x="47" y="15"/>
                          <a:pt x="20" y="0"/>
                          <a:pt x="0" y="1"/>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6" name="Freeform 338">
                    <a:extLst>
                      <a:ext uri="{FF2B5EF4-FFF2-40B4-BE49-F238E27FC236}">
                        <a16:creationId xmlns:a16="http://schemas.microsoft.com/office/drawing/2014/main" id="{0850FBA3-5667-B6A9-2BF2-96ACE771ACF0}"/>
                      </a:ext>
                    </a:extLst>
                  </p:cNvPr>
                  <p:cNvSpPr>
                    <a:spLocks/>
                  </p:cNvSpPr>
                  <p:nvPr/>
                </p:nvSpPr>
                <p:spPr bwMode="auto">
                  <a:xfrm>
                    <a:off x="276225" y="7910513"/>
                    <a:ext cx="558800" cy="974725"/>
                  </a:xfrm>
                  <a:custGeom>
                    <a:avLst/>
                    <a:gdLst/>
                    <a:ahLst/>
                    <a:cxnLst>
                      <a:cxn ang="0">
                        <a:pos x="137" y="23"/>
                      </a:cxn>
                      <a:cxn ang="0">
                        <a:pos x="149" y="0"/>
                      </a:cxn>
                      <a:cxn ang="0">
                        <a:pos x="70" y="149"/>
                      </a:cxn>
                      <a:cxn ang="0">
                        <a:pos x="32" y="208"/>
                      </a:cxn>
                      <a:cxn ang="0">
                        <a:pos x="0" y="260"/>
                      </a:cxn>
                      <a:cxn ang="0">
                        <a:pos x="23" y="208"/>
                      </a:cxn>
                      <a:cxn ang="0">
                        <a:pos x="65" y="145"/>
                      </a:cxn>
                      <a:cxn ang="0">
                        <a:pos x="86" y="93"/>
                      </a:cxn>
                      <a:cxn ang="0">
                        <a:pos x="110" y="46"/>
                      </a:cxn>
                    </a:cxnLst>
                    <a:rect l="0" t="0" r="r" b="b"/>
                    <a:pathLst>
                      <a:path w="149" h="260">
                        <a:moveTo>
                          <a:pt x="137" y="23"/>
                        </a:moveTo>
                        <a:cubicBezTo>
                          <a:pt x="144" y="17"/>
                          <a:pt x="146" y="9"/>
                          <a:pt x="149" y="0"/>
                        </a:cubicBezTo>
                        <a:cubicBezTo>
                          <a:pt x="120" y="47"/>
                          <a:pt x="103" y="105"/>
                          <a:pt x="70" y="149"/>
                        </a:cubicBezTo>
                        <a:cubicBezTo>
                          <a:pt x="56" y="169"/>
                          <a:pt x="42" y="185"/>
                          <a:pt x="32" y="208"/>
                        </a:cubicBezTo>
                        <a:cubicBezTo>
                          <a:pt x="24" y="229"/>
                          <a:pt x="12" y="241"/>
                          <a:pt x="0" y="260"/>
                        </a:cubicBezTo>
                        <a:cubicBezTo>
                          <a:pt x="9" y="244"/>
                          <a:pt x="13" y="224"/>
                          <a:pt x="23" y="208"/>
                        </a:cubicBezTo>
                        <a:cubicBezTo>
                          <a:pt x="36" y="187"/>
                          <a:pt x="55" y="168"/>
                          <a:pt x="65" y="145"/>
                        </a:cubicBezTo>
                        <a:cubicBezTo>
                          <a:pt x="72" y="128"/>
                          <a:pt x="77" y="108"/>
                          <a:pt x="86" y="93"/>
                        </a:cubicBezTo>
                        <a:cubicBezTo>
                          <a:pt x="96" y="78"/>
                          <a:pt x="113" y="66"/>
                          <a:pt x="110" y="46"/>
                        </a:cubicBezTo>
                      </a:path>
                    </a:pathLst>
                  </a:custGeom>
                  <a:solidFill>
                    <a:srgbClr val="5E514A"/>
                  </a:solid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7" name="Freeform 339">
                    <a:extLst>
                      <a:ext uri="{FF2B5EF4-FFF2-40B4-BE49-F238E27FC236}">
                        <a16:creationId xmlns:a16="http://schemas.microsoft.com/office/drawing/2014/main" id="{32DCACD7-24B3-7237-3884-7A58B6695C8D}"/>
                      </a:ext>
                    </a:extLst>
                  </p:cNvPr>
                  <p:cNvSpPr>
                    <a:spLocks/>
                  </p:cNvSpPr>
                  <p:nvPr/>
                </p:nvSpPr>
                <p:spPr bwMode="auto">
                  <a:xfrm>
                    <a:off x="276225" y="7910513"/>
                    <a:ext cx="558800" cy="974725"/>
                  </a:xfrm>
                  <a:custGeom>
                    <a:avLst/>
                    <a:gdLst/>
                    <a:ahLst/>
                    <a:cxnLst>
                      <a:cxn ang="0">
                        <a:pos x="137" y="23"/>
                      </a:cxn>
                      <a:cxn ang="0">
                        <a:pos x="149" y="0"/>
                      </a:cxn>
                      <a:cxn ang="0">
                        <a:pos x="70" y="149"/>
                      </a:cxn>
                      <a:cxn ang="0">
                        <a:pos x="32" y="208"/>
                      </a:cxn>
                      <a:cxn ang="0">
                        <a:pos x="0" y="260"/>
                      </a:cxn>
                      <a:cxn ang="0">
                        <a:pos x="23" y="208"/>
                      </a:cxn>
                      <a:cxn ang="0">
                        <a:pos x="65" y="145"/>
                      </a:cxn>
                      <a:cxn ang="0">
                        <a:pos x="86" y="93"/>
                      </a:cxn>
                      <a:cxn ang="0">
                        <a:pos x="110" y="46"/>
                      </a:cxn>
                    </a:cxnLst>
                    <a:rect l="0" t="0" r="r" b="b"/>
                    <a:pathLst>
                      <a:path w="149" h="260">
                        <a:moveTo>
                          <a:pt x="137" y="23"/>
                        </a:moveTo>
                        <a:cubicBezTo>
                          <a:pt x="144" y="17"/>
                          <a:pt x="146" y="9"/>
                          <a:pt x="149" y="0"/>
                        </a:cubicBezTo>
                        <a:cubicBezTo>
                          <a:pt x="120" y="47"/>
                          <a:pt x="103" y="105"/>
                          <a:pt x="70" y="149"/>
                        </a:cubicBezTo>
                        <a:cubicBezTo>
                          <a:pt x="56" y="169"/>
                          <a:pt x="42" y="185"/>
                          <a:pt x="32" y="208"/>
                        </a:cubicBezTo>
                        <a:cubicBezTo>
                          <a:pt x="24" y="229"/>
                          <a:pt x="12" y="241"/>
                          <a:pt x="0" y="260"/>
                        </a:cubicBezTo>
                        <a:cubicBezTo>
                          <a:pt x="9" y="244"/>
                          <a:pt x="13" y="224"/>
                          <a:pt x="23" y="208"/>
                        </a:cubicBezTo>
                        <a:cubicBezTo>
                          <a:pt x="36" y="187"/>
                          <a:pt x="55" y="168"/>
                          <a:pt x="65" y="145"/>
                        </a:cubicBezTo>
                        <a:cubicBezTo>
                          <a:pt x="72" y="128"/>
                          <a:pt x="77" y="108"/>
                          <a:pt x="86" y="93"/>
                        </a:cubicBezTo>
                        <a:cubicBezTo>
                          <a:pt x="96" y="78"/>
                          <a:pt x="113" y="66"/>
                          <a:pt x="110" y="46"/>
                        </a:cubicBezTo>
                      </a:path>
                    </a:pathLst>
                  </a:custGeom>
                  <a:noFill/>
                  <a:ln w="5" cap="flat">
                    <a:noFill/>
                    <a:prstDash val="solid"/>
                    <a:miter lim="800000"/>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8" name="Freeform 340">
                    <a:extLst>
                      <a:ext uri="{FF2B5EF4-FFF2-40B4-BE49-F238E27FC236}">
                        <a16:creationId xmlns:a16="http://schemas.microsoft.com/office/drawing/2014/main" id="{91630705-C3B0-88B1-8F6A-A321BD90F127}"/>
                      </a:ext>
                    </a:extLst>
                  </p:cNvPr>
                  <p:cNvSpPr>
                    <a:spLocks/>
                  </p:cNvSpPr>
                  <p:nvPr/>
                </p:nvSpPr>
                <p:spPr bwMode="auto">
                  <a:xfrm>
                    <a:off x="-1662113" y="24028401"/>
                    <a:ext cx="319088" cy="892175"/>
                  </a:xfrm>
                  <a:custGeom>
                    <a:avLst/>
                    <a:gdLst/>
                    <a:ahLst/>
                    <a:cxnLst>
                      <a:cxn ang="0">
                        <a:pos x="72" y="9"/>
                      </a:cxn>
                      <a:cxn ang="0">
                        <a:pos x="65" y="71"/>
                      </a:cxn>
                      <a:cxn ang="0">
                        <a:pos x="66" y="137"/>
                      </a:cxn>
                      <a:cxn ang="0">
                        <a:pos x="33" y="187"/>
                      </a:cxn>
                      <a:cxn ang="0">
                        <a:pos x="0" y="238"/>
                      </a:cxn>
                      <a:cxn ang="0">
                        <a:pos x="82" y="134"/>
                      </a:cxn>
                      <a:cxn ang="0">
                        <a:pos x="84" y="61"/>
                      </a:cxn>
                      <a:cxn ang="0">
                        <a:pos x="78" y="31"/>
                      </a:cxn>
                      <a:cxn ang="0">
                        <a:pos x="69" y="0"/>
                      </a:cxn>
                    </a:cxnLst>
                    <a:rect l="0" t="0" r="r" b="b"/>
                    <a:pathLst>
                      <a:path w="85" h="238">
                        <a:moveTo>
                          <a:pt x="72" y="9"/>
                        </a:moveTo>
                        <a:cubicBezTo>
                          <a:pt x="72" y="31"/>
                          <a:pt x="66" y="50"/>
                          <a:pt x="65" y="71"/>
                        </a:cubicBezTo>
                        <a:cubicBezTo>
                          <a:pt x="64" y="93"/>
                          <a:pt x="73" y="117"/>
                          <a:pt x="66" y="137"/>
                        </a:cubicBezTo>
                        <a:cubicBezTo>
                          <a:pt x="60" y="157"/>
                          <a:pt x="42" y="170"/>
                          <a:pt x="33" y="187"/>
                        </a:cubicBezTo>
                        <a:cubicBezTo>
                          <a:pt x="23" y="206"/>
                          <a:pt x="13" y="224"/>
                          <a:pt x="0" y="238"/>
                        </a:cubicBezTo>
                        <a:cubicBezTo>
                          <a:pt x="38" y="219"/>
                          <a:pt x="77" y="177"/>
                          <a:pt x="82" y="134"/>
                        </a:cubicBezTo>
                        <a:cubicBezTo>
                          <a:pt x="85" y="111"/>
                          <a:pt x="84" y="86"/>
                          <a:pt x="84" y="61"/>
                        </a:cubicBezTo>
                        <a:cubicBezTo>
                          <a:pt x="84" y="49"/>
                          <a:pt x="83" y="41"/>
                          <a:pt x="78" y="31"/>
                        </a:cubicBezTo>
                        <a:cubicBezTo>
                          <a:pt x="73" y="21"/>
                          <a:pt x="68" y="13"/>
                          <a:pt x="69" y="0"/>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79" name="Freeform 341">
                    <a:extLst>
                      <a:ext uri="{FF2B5EF4-FFF2-40B4-BE49-F238E27FC236}">
                        <a16:creationId xmlns:a16="http://schemas.microsoft.com/office/drawing/2014/main" id="{BEA157D0-6B7E-86F0-FAE3-806ABA1E1AD8}"/>
                      </a:ext>
                    </a:extLst>
                  </p:cNvPr>
                  <p:cNvSpPr>
                    <a:spLocks/>
                  </p:cNvSpPr>
                  <p:nvPr/>
                </p:nvSpPr>
                <p:spPr bwMode="auto">
                  <a:xfrm>
                    <a:off x="-2741613" y="25190451"/>
                    <a:ext cx="911225" cy="300038"/>
                  </a:xfrm>
                  <a:custGeom>
                    <a:avLst/>
                    <a:gdLst/>
                    <a:ahLst/>
                    <a:cxnLst>
                      <a:cxn ang="0">
                        <a:pos x="0" y="4"/>
                      </a:cxn>
                      <a:cxn ang="0">
                        <a:pos x="66" y="26"/>
                      </a:cxn>
                      <a:cxn ang="0">
                        <a:pos x="129" y="42"/>
                      </a:cxn>
                      <a:cxn ang="0">
                        <a:pos x="243" y="0"/>
                      </a:cxn>
                      <a:cxn ang="0">
                        <a:pos x="208" y="61"/>
                      </a:cxn>
                      <a:cxn ang="0">
                        <a:pos x="180" y="75"/>
                      </a:cxn>
                      <a:cxn ang="0">
                        <a:pos x="145" y="66"/>
                      </a:cxn>
                      <a:cxn ang="0">
                        <a:pos x="82" y="50"/>
                      </a:cxn>
                      <a:cxn ang="0">
                        <a:pos x="19" y="27"/>
                      </a:cxn>
                      <a:cxn ang="0">
                        <a:pos x="0" y="7"/>
                      </a:cxn>
                    </a:cxnLst>
                    <a:rect l="0" t="0" r="r" b="b"/>
                    <a:pathLst>
                      <a:path w="243" h="80">
                        <a:moveTo>
                          <a:pt x="0" y="4"/>
                        </a:moveTo>
                        <a:cubicBezTo>
                          <a:pt x="17" y="19"/>
                          <a:pt x="44" y="21"/>
                          <a:pt x="66" y="26"/>
                        </a:cubicBezTo>
                        <a:cubicBezTo>
                          <a:pt x="87" y="31"/>
                          <a:pt x="108" y="40"/>
                          <a:pt x="129" y="42"/>
                        </a:cubicBezTo>
                        <a:cubicBezTo>
                          <a:pt x="173" y="46"/>
                          <a:pt x="214" y="35"/>
                          <a:pt x="243" y="0"/>
                        </a:cubicBezTo>
                        <a:cubicBezTo>
                          <a:pt x="235" y="23"/>
                          <a:pt x="222" y="41"/>
                          <a:pt x="208" y="61"/>
                        </a:cubicBezTo>
                        <a:cubicBezTo>
                          <a:pt x="198" y="75"/>
                          <a:pt x="198" y="80"/>
                          <a:pt x="180" y="75"/>
                        </a:cubicBezTo>
                        <a:cubicBezTo>
                          <a:pt x="168" y="71"/>
                          <a:pt x="157" y="69"/>
                          <a:pt x="145" y="66"/>
                        </a:cubicBezTo>
                        <a:cubicBezTo>
                          <a:pt x="125" y="61"/>
                          <a:pt x="102" y="57"/>
                          <a:pt x="82" y="50"/>
                        </a:cubicBezTo>
                        <a:cubicBezTo>
                          <a:pt x="62" y="43"/>
                          <a:pt x="38" y="38"/>
                          <a:pt x="19" y="27"/>
                        </a:cubicBezTo>
                        <a:cubicBezTo>
                          <a:pt x="12" y="23"/>
                          <a:pt x="4" y="16"/>
                          <a:pt x="0" y="7"/>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80" name="Freeform 342">
                    <a:extLst>
                      <a:ext uri="{FF2B5EF4-FFF2-40B4-BE49-F238E27FC236}">
                        <a16:creationId xmlns:a16="http://schemas.microsoft.com/office/drawing/2014/main" id="{C9889ECC-DCF4-6AD7-F53C-FBEDA6FC4B6C}"/>
                      </a:ext>
                    </a:extLst>
                  </p:cNvPr>
                  <p:cNvSpPr>
                    <a:spLocks/>
                  </p:cNvSpPr>
                  <p:nvPr/>
                </p:nvSpPr>
                <p:spPr bwMode="auto">
                  <a:xfrm>
                    <a:off x="-98425" y="24039513"/>
                    <a:ext cx="203200" cy="941388"/>
                  </a:xfrm>
                  <a:custGeom>
                    <a:avLst/>
                    <a:gdLst/>
                    <a:ahLst/>
                    <a:cxnLst>
                      <a:cxn ang="0">
                        <a:pos x="28" y="0"/>
                      </a:cxn>
                      <a:cxn ang="0">
                        <a:pos x="12" y="60"/>
                      </a:cxn>
                      <a:cxn ang="0">
                        <a:pos x="1" y="127"/>
                      </a:cxn>
                      <a:cxn ang="0">
                        <a:pos x="13" y="158"/>
                      </a:cxn>
                      <a:cxn ang="0">
                        <a:pos x="26" y="194"/>
                      </a:cxn>
                      <a:cxn ang="0">
                        <a:pos x="43" y="218"/>
                      </a:cxn>
                      <a:cxn ang="0">
                        <a:pos x="54" y="251"/>
                      </a:cxn>
                      <a:cxn ang="0">
                        <a:pos x="21" y="125"/>
                      </a:cxn>
                      <a:cxn ang="0">
                        <a:pos x="27" y="61"/>
                      </a:cxn>
                      <a:cxn ang="0">
                        <a:pos x="26" y="6"/>
                      </a:cxn>
                      <a:cxn ang="0">
                        <a:pos x="20" y="33"/>
                      </a:cxn>
                    </a:cxnLst>
                    <a:rect l="0" t="0" r="r" b="b"/>
                    <a:pathLst>
                      <a:path w="54" h="251">
                        <a:moveTo>
                          <a:pt x="28" y="0"/>
                        </a:moveTo>
                        <a:cubicBezTo>
                          <a:pt x="28" y="26"/>
                          <a:pt x="24" y="39"/>
                          <a:pt x="12" y="60"/>
                        </a:cubicBezTo>
                        <a:cubicBezTo>
                          <a:pt x="0" y="81"/>
                          <a:pt x="0" y="102"/>
                          <a:pt x="1" y="127"/>
                        </a:cubicBezTo>
                        <a:cubicBezTo>
                          <a:pt x="2" y="141"/>
                          <a:pt x="6" y="146"/>
                          <a:pt x="13" y="158"/>
                        </a:cubicBezTo>
                        <a:cubicBezTo>
                          <a:pt x="19" y="169"/>
                          <a:pt x="19" y="183"/>
                          <a:pt x="26" y="194"/>
                        </a:cubicBezTo>
                        <a:cubicBezTo>
                          <a:pt x="31" y="203"/>
                          <a:pt x="39" y="209"/>
                          <a:pt x="43" y="218"/>
                        </a:cubicBezTo>
                        <a:cubicBezTo>
                          <a:pt x="49" y="228"/>
                          <a:pt x="51" y="240"/>
                          <a:pt x="54" y="251"/>
                        </a:cubicBezTo>
                        <a:cubicBezTo>
                          <a:pt x="53" y="206"/>
                          <a:pt x="29" y="167"/>
                          <a:pt x="21" y="125"/>
                        </a:cubicBezTo>
                        <a:cubicBezTo>
                          <a:pt x="16" y="102"/>
                          <a:pt x="19" y="82"/>
                          <a:pt x="27" y="61"/>
                        </a:cubicBezTo>
                        <a:cubicBezTo>
                          <a:pt x="34" y="43"/>
                          <a:pt x="37" y="24"/>
                          <a:pt x="26" y="6"/>
                        </a:cubicBezTo>
                        <a:cubicBezTo>
                          <a:pt x="22" y="15"/>
                          <a:pt x="22" y="24"/>
                          <a:pt x="20" y="33"/>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81" name="Freeform 343">
                    <a:extLst>
                      <a:ext uri="{FF2B5EF4-FFF2-40B4-BE49-F238E27FC236}">
                        <a16:creationId xmlns:a16="http://schemas.microsoft.com/office/drawing/2014/main" id="{56FEF1A1-39EE-64E9-ADCF-9E50F3781172}"/>
                      </a:ext>
                    </a:extLst>
                  </p:cNvPr>
                  <p:cNvSpPr>
                    <a:spLocks/>
                  </p:cNvSpPr>
                  <p:nvPr/>
                </p:nvSpPr>
                <p:spPr bwMode="auto">
                  <a:xfrm>
                    <a:off x="231775" y="25336501"/>
                    <a:ext cx="655638" cy="195263"/>
                  </a:xfrm>
                  <a:custGeom>
                    <a:avLst/>
                    <a:gdLst/>
                    <a:ahLst/>
                    <a:cxnLst>
                      <a:cxn ang="0">
                        <a:pos x="159" y="0"/>
                      </a:cxn>
                      <a:cxn ang="0">
                        <a:pos x="145" y="35"/>
                      </a:cxn>
                      <a:cxn ang="0">
                        <a:pos x="93" y="45"/>
                      </a:cxn>
                      <a:cxn ang="0">
                        <a:pos x="0" y="25"/>
                      </a:cxn>
                      <a:cxn ang="0">
                        <a:pos x="35" y="45"/>
                      </a:cxn>
                      <a:cxn ang="0">
                        <a:pos x="87" y="51"/>
                      </a:cxn>
                      <a:cxn ang="0">
                        <a:pos x="134" y="50"/>
                      </a:cxn>
                      <a:cxn ang="0">
                        <a:pos x="175" y="38"/>
                      </a:cxn>
                      <a:cxn ang="0">
                        <a:pos x="168" y="26"/>
                      </a:cxn>
                    </a:cxnLst>
                    <a:rect l="0" t="0" r="r" b="b"/>
                    <a:pathLst>
                      <a:path w="175" h="52">
                        <a:moveTo>
                          <a:pt x="159" y="0"/>
                        </a:moveTo>
                        <a:cubicBezTo>
                          <a:pt x="161" y="18"/>
                          <a:pt x="162" y="27"/>
                          <a:pt x="145" y="35"/>
                        </a:cubicBezTo>
                        <a:cubicBezTo>
                          <a:pt x="130" y="43"/>
                          <a:pt x="111" y="45"/>
                          <a:pt x="93" y="45"/>
                        </a:cubicBezTo>
                        <a:cubicBezTo>
                          <a:pt x="60" y="47"/>
                          <a:pt x="28" y="37"/>
                          <a:pt x="0" y="25"/>
                        </a:cubicBezTo>
                        <a:cubicBezTo>
                          <a:pt x="13" y="32"/>
                          <a:pt x="20" y="42"/>
                          <a:pt x="35" y="45"/>
                        </a:cubicBezTo>
                        <a:cubicBezTo>
                          <a:pt x="51" y="49"/>
                          <a:pt x="70" y="50"/>
                          <a:pt x="87" y="51"/>
                        </a:cubicBezTo>
                        <a:cubicBezTo>
                          <a:pt x="102" y="52"/>
                          <a:pt x="120" y="52"/>
                          <a:pt x="134" y="50"/>
                        </a:cubicBezTo>
                        <a:cubicBezTo>
                          <a:pt x="148" y="48"/>
                          <a:pt x="161" y="41"/>
                          <a:pt x="175" y="38"/>
                        </a:cubicBezTo>
                        <a:cubicBezTo>
                          <a:pt x="174" y="33"/>
                          <a:pt x="171" y="29"/>
                          <a:pt x="168" y="26"/>
                        </a:cubicBezTo>
                      </a:path>
                    </a:pathLst>
                  </a:custGeom>
                  <a:solidFill>
                    <a:srgbClr val="CEBEB6"/>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82" name="Freeform 344">
                    <a:extLst>
                      <a:ext uri="{FF2B5EF4-FFF2-40B4-BE49-F238E27FC236}">
                        <a16:creationId xmlns:a16="http://schemas.microsoft.com/office/drawing/2014/main" id="{B615C0AB-7C27-DD77-C016-18A58AE8B3A6}"/>
                      </a:ext>
                    </a:extLst>
                  </p:cNvPr>
                  <p:cNvSpPr>
                    <a:spLocks/>
                  </p:cNvSpPr>
                  <p:nvPr/>
                </p:nvSpPr>
                <p:spPr bwMode="auto">
                  <a:xfrm>
                    <a:off x="104775" y="25633363"/>
                    <a:ext cx="430213" cy="407988"/>
                  </a:xfrm>
                  <a:custGeom>
                    <a:avLst/>
                    <a:gdLst/>
                    <a:ahLst/>
                    <a:cxnLst>
                      <a:cxn ang="0">
                        <a:pos x="15" y="15"/>
                      </a:cxn>
                      <a:cxn ang="0">
                        <a:pos x="53" y="38"/>
                      </a:cxn>
                      <a:cxn ang="0">
                        <a:pos x="114" y="60"/>
                      </a:cxn>
                      <a:cxn ang="0">
                        <a:pos x="114" y="64"/>
                      </a:cxn>
                      <a:cxn ang="0">
                        <a:pos x="67" y="69"/>
                      </a:cxn>
                      <a:cxn ang="0">
                        <a:pos x="115" y="92"/>
                      </a:cxn>
                      <a:cxn ang="0">
                        <a:pos x="35" y="65"/>
                      </a:cxn>
                      <a:cxn ang="0">
                        <a:pos x="0" y="0"/>
                      </a:cxn>
                    </a:cxnLst>
                    <a:rect l="0" t="0" r="r" b="b"/>
                    <a:pathLst>
                      <a:path w="115" h="109">
                        <a:moveTo>
                          <a:pt x="15" y="15"/>
                        </a:moveTo>
                        <a:cubicBezTo>
                          <a:pt x="28" y="21"/>
                          <a:pt x="40" y="30"/>
                          <a:pt x="53" y="38"/>
                        </a:cubicBezTo>
                        <a:cubicBezTo>
                          <a:pt x="73" y="51"/>
                          <a:pt x="91" y="53"/>
                          <a:pt x="114" y="60"/>
                        </a:cubicBezTo>
                        <a:cubicBezTo>
                          <a:pt x="114" y="61"/>
                          <a:pt x="114" y="63"/>
                          <a:pt x="114" y="64"/>
                        </a:cubicBezTo>
                        <a:cubicBezTo>
                          <a:pt x="99" y="67"/>
                          <a:pt x="82" y="69"/>
                          <a:pt x="67" y="69"/>
                        </a:cubicBezTo>
                        <a:cubicBezTo>
                          <a:pt x="78" y="79"/>
                          <a:pt x="103" y="81"/>
                          <a:pt x="115" y="92"/>
                        </a:cubicBezTo>
                        <a:cubicBezTo>
                          <a:pt x="88" y="109"/>
                          <a:pt x="56" y="78"/>
                          <a:pt x="35" y="65"/>
                        </a:cubicBezTo>
                        <a:cubicBezTo>
                          <a:pt x="9" y="50"/>
                          <a:pt x="16" y="20"/>
                          <a:pt x="0" y="0"/>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sp>
                <p:nvSpPr>
                  <p:cNvPr id="883" name="Freeform 345">
                    <a:extLst>
                      <a:ext uri="{FF2B5EF4-FFF2-40B4-BE49-F238E27FC236}">
                        <a16:creationId xmlns:a16="http://schemas.microsoft.com/office/drawing/2014/main" id="{4FFE1EE9-96DF-C272-B7E6-AAF1BA1335F8}"/>
                      </a:ext>
                    </a:extLst>
                  </p:cNvPr>
                  <p:cNvSpPr>
                    <a:spLocks/>
                  </p:cNvSpPr>
                  <p:nvPr/>
                </p:nvSpPr>
                <p:spPr bwMode="auto">
                  <a:xfrm>
                    <a:off x="-3090863" y="25314276"/>
                    <a:ext cx="468313" cy="600075"/>
                  </a:xfrm>
                  <a:custGeom>
                    <a:avLst/>
                    <a:gdLst/>
                    <a:ahLst/>
                    <a:cxnLst>
                      <a:cxn ang="0">
                        <a:pos x="85" y="0"/>
                      </a:cxn>
                      <a:cxn ang="0">
                        <a:pos x="42" y="76"/>
                      </a:cxn>
                      <a:cxn ang="0">
                        <a:pos x="0" y="160"/>
                      </a:cxn>
                      <a:cxn ang="0">
                        <a:pos x="62" y="88"/>
                      </a:cxn>
                      <a:cxn ang="0">
                        <a:pos x="85" y="73"/>
                      </a:cxn>
                      <a:cxn ang="0">
                        <a:pos x="87" y="47"/>
                      </a:cxn>
                      <a:cxn ang="0">
                        <a:pos x="125" y="29"/>
                      </a:cxn>
                      <a:cxn ang="0">
                        <a:pos x="125" y="21"/>
                      </a:cxn>
                      <a:cxn ang="0">
                        <a:pos x="91" y="12"/>
                      </a:cxn>
                    </a:cxnLst>
                    <a:rect l="0" t="0" r="r" b="b"/>
                    <a:pathLst>
                      <a:path w="125" h="160">
                        <a:moveTo>
                          <a:pt x="85" y="0"/>
                        </a:moveTo>
                        <a:cubicBezTo>
                          <a:pt x="55" y="15"/>
                          <a:pt x="56" y="50"/>
                          <a:pt x="42" y="76"/>
                        </a:cubicBezTo>
                        <a:cubicBezTo>
                          <a:pt x="28" y="101"/>
                          <a:pt x="1" y="133"/>
                          <a:pt x="0" y="160"/>
                        </a:cubicBezTo>
                        <a:cubicBezTo>
                          <a:pt x="17" y="132"/>
                          <a:pt x="36" y="108"/>
                          <a:pt x="62" y="88"/>
                        </a:cubicBezTo>
                        <a:cubicBezTo>
                          <a:pt x="70" y="81"/>
                          <a:pt x="79" y="83"/>
                          <a:pt x="85" y="73"/>
                        </a:cubicBezTo>
                        <a:cubicBezTo>
                          <a:pt x="90" y="66"/>
                          <a:pt x="83" y="54"/>
                          <a:pt x="87" y="47"/>
                        </a:cubicBezTo>
                        <a:cubicBezTo>
                          <a:pt x="96" y="33"/>
                          <a:pt x="108" y="27"/>
                          <a:pt x="125" y="29"/>
                        </a:cubicBezTo>
                        <a:cubicBezTo>
                          <a:pt x="125" y="28"/>
                          <a:pt x="125" y="22"/>
                          <a:pt x="125" y="21"/>
                        </a:cubicBezTo>
                        <a:cubicBezTo>
                          <a:pt x="114" y="16"/>
                          <a:pt x="103" y="11"/>
                          <a:pt x="91" y="12"/>
                        </a:cubicBezTo>
                      </a:path>
                    </a:pathLst>
                  </a:custGeom>
                  <a:solidFill>
                    <a:srgbClr val="4D4D4D"/>
                  </a:solidFill>
                  <a:ln w="9525">
                    <a:noFill/>
                    <a:round/>
                    <a:headEnd/>
                    <a:tailEnd/>
                  </a:ln>
                </p:spPr>
                <p:txBody>
                  <a:bodyPr vert="horz" wrap="square" lIns="58293" tIns="29147" rIns="58293" bIns="29147" numCol="1" anchor="t" anchorCtr="0" compatLnSpc="1">
                    <a:prstTxWarp prst="textNoShape">
                      <a:avLst/>
                    </a:prstTxWarp>
                  </a:bodyPr>
                  <a:lstStyle/>
                  <a:p>
                    <a:pPr marL="0" marR="0" lvl="0" indent="0" algn="l" defTabSz="685800" rtl="0" eaLnBrk="1" fontAlgn="base" latinLnBrk="0" hangingPunct="1">
                      <a:lnSpc>
                        <a:spcPct val="100000"/>
                      </a:lnSpc>
                      <a:spcBef>
                        <a:spcPct val="0"/>
                      </a:spcBef>
                      <a:spcAft>
                        <a:spcPct val="0"/>
                      </a:spcAft>
                      <a:buClrTx/>
                      <a:buSzTx/>
                      <a:buFontTx/>
                      <a:buNone/>
                      <a:tabLst/>
                      <a:defRPr/>
                    </a:pPr>
                    <a:endParaRPr kumimoji="0" lang="en-GB" sz="1050" b="0" i="0" u="none" strike="noStrike" kern="1200" cap="none" spc="0" normalizeH="0" baseline="0" noProof="0">
                      <a:ln>
                        <a:noFill/>
                      </a:ln>
                      <a:solidFill>
                        <a:prstClr val="black"/>
                      </a:solidFill>
                      <a:effectLst/>
                      <a:uLnTx/>
                      <a:uFillTx/>
                      <a:latin typeface="Ubuntu"/>
                      <a:ea typeface="+mn-ea"/>
                      <a:cs typeface="Arial" charset="0"/>
                    </a:endParaRPr>
                  </a:p>
                </p:txBody>
              </p:sp>
            </p:grpSp>
          </p:grpSp>
        </p:grpSp>
        <p:sp>
          <p:nvSpPr>
            <p:cNvPr id="950" name="Gleichschenkliges Dreieck 2">
              <a:extLst>
                <a:ext uri="{FF2B5EF4-FFF2-40B4-BE49-F238E27FC236}">
                  <a16:creationId xmlns:a16="http://schemas.microsoft.com/office/drawing/2014/main" id="{BA3CCE2C-65BC-80CB-E363-3357C0D456B2}"/>
                </a:ext>
              </a:extLst>
            </p:cNvPr>
            <p:cNvSpPr/>
            <p:nvPr/>
          </p:nvSpPr>
          <p:spPr bwMode="auto">
            <a:xfrm>
              <a:off x="3652177" y="4963318"/>
              <a:ext cx="2769949" cy="252000"/>
            </a:xfrm>
            <a:prstGeom prst="roundRect">
              <a:avLst/>
            </a:prstGeom>
            <a:solidFill>
              <a:schemeClr val="bg1"/>
            </a:solidFill>
            <a:ln w="12700">
              <a:solidFill>
                <a:schemeClr val="accent1"/>
              </a:solid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0070AD"/>
                  </a:solidFill>
                  <a:effectLst/>
                  <a:uLnTx/>
                  <a:uFillTx/>
                  <a:latin typeface="Ubuntu"/>
                  <a:ea typeface="+mn-ea"/>
                  <a:cs typeface="Arial" panose="020B0604020202020204" pitchFamily="34" charset="0"/>
                </a:rPr>
                <a:t>LEADERSHIP ENABLEMENT</a:t>
              </a:r>
              <a:endParaRPr kumimoji="0" lang="en-GB" sz="1400" b="1" i="0" u="none" strike="noStrike" kern="1200" cap="none" spc="0" normalizeH="0" baseline="0" noProof="0">
                <a:ln>
                  <a:noFill/>
                </a:ln>
                <a:solidFill>
                  <a:srgbClr val="0070AD"/>
                </a:solidFill>
                <a:effectLst/>
                <a:uLnTx/>
                <a:uFillTx/>
                <a:latin typeface="Ubuntu"/>
                <a:ea typeface="+mn-ea"/>
                <a:cs typeface="Arial" panose="020B0604020202020204" pitchFamily="34" charset="0"/>
              </a:endParaRPr>
            </a:p>
          </p:txBody>
        </p:sp>
        <p:grpSp>
          <p:nvGrpSpPr>
            <p:cNvPr id="951" name="Group 950">
              <a:extLst>
                <a:ext uri="{FF2B5EF4-FFF2-40B4-BE49-F238E27FC236}">
                  <a16:creationId xmlns:a16="http://schemas.microsoft.com/office/drawing/2014/main" id="{0F948393-73F8-FA66-A2C8-DACDA4A2C713}"/>
                </a:ext>
              </a:extLst>
            </p:cNvPr>
            <p:cNvGrpSpPr/>
            <p:nvPr/>
          </p:nvGrpSpPr>
          <p:grpSpPr>
            <a:xfrm>
              <a:off x="3549709" y="4900318"/>
              <a:ext cx="378000" cy="378000"/>
              <a:chOff x="3560219" y="4902730"/>
              <a:chExt cx="378000" cy="378000"/>
            </a:xfrm>
          </p:grpSpPr>
          <p:sp>
            <p:nvSpPr>
              <p:cNvPr id="952" name="Oval 93">
                <a:extLst>
                  <a:ext uri="{FF2B5EF4-FFF2-40B4-BE49-F238E27FC236}">
                    <a16:creationId xmlns:a16="http://schemas.microsoft.com/office/drawing/2014/main" id="{42173864-1B71-7B03-A7AE-880FDFD60E08}"/>
                  </a:ext>
                </a:extLst>
              </p:cNvPr>
              <p:cNvSpPr/>
              <p:nvPr/>
            </p:nvSpPr>
            <p:spPr>
              <a:xfrm>
                <a:off x="3560219" y="4902730"/>
                <a:ext cx="378000" cy="378000"/>
              </a:xfrm>
              <a:prstGeom prst="ellipse">
                <a:avLst/>
              </a:prstGeom>
              <a:solidFill>
                <a:schemeClr val="accent4"/>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endParaRPr>
              </a:p>
            </p:txBody>
          </p:sp>
          <p:grpSp>
            <p:nvGrpSpPr>
              <p:cNvPr id="953" name="Groupe 303">
                <a:extLst>
                  <a:ext uri="{FF2B5EF4-FFF2-40B4-BE49-F238E27FC236}">
                    <a16:creationId xmlns:a16="http://schemas.microsoft.com/office/drawing/2014/main" id="{A2FA1F71-1C5F-F9E5-5B50-55CEE3E2F513}"/>
                  </a:ext>
                </a:extLst>
              </p:cNvPr>
              <p:cNvGrpSpPr>
                <a:grpSpLocks noChangeAspect="1"/>
              </p:cNvGrpSpPr>
              <p:nvPr/>
            </p:nvGrpSpPr>
            <p:grpSpPr>
              <a:xfrm>
                <a:off x="3625626" y="4987895"/>
                <a:ext cx="229623" cy="179308"/>
                <a:chOff x="5053013" y="5526088"/>
                <a:chExt cx="420688" cy="384176"/>
              </a:xfrm>
              <a:solidFill>
                <a:schemeClr val="bg1"/>
              </a:solidFill>
            </p:grpSpPr>
            <p:sp>
              <p:nvSpPr>
                <p:cNvPr id="954" name="Freeform 149">
                  <a:extLst>
                    <a:ext uri="{FF2B5EF4-FFF2-40B4-BE49-F238E27FC236}">
                      <a16:creationId xmlns:a16="http://schemas.microsoft.com/office/drawing/2014/main" id="{24BC610F-4B50-A008-EE9A-6C0626B992E7}"/>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55" name="Freeform 150">
                  <a:extLst>
                    <a:ext uri="{FF2B5EF4-FFF2-40B4-BE49-F238E27FC236}">
                      <a16:creationId xmlns:a16="http://schemas.microsoft.com/office/drawing/2014/main" id="{F77AE33E-17D2-FEAD-ABA8-14F449DD8AD3}"/>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56" name="Freeform 151">
                  <a:extLst>
                    <a:ext uri="{FF2B5EF4-FFF2-40B4-BE49-F238E27FC236}">
                      <a16:creationId xmlns:a16="http://schemas.microsoft.com/office/drawing/2014/main" id="{35993DAA-F7E1-B501-811D-A0FBEE6CFA96}"/>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57" name="Freeform 152">
                  <a:extLst>
                    <a:ext uri="{FF2B5EF4-FFF2-40B4-BE49-F238E27FC236}">
                      <a16:creationId xmlns:a16="http://schemas.microsoft.com/office/drawing/2014/main" id="{738B3B74-EA65-566E-9E09-9EF21D84844D}"/>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58" name="Freeform 153">
                  <a:extLst>
                    <a:ext uri="{FF2B5EF4-FFF2-40B4-BE49-F238E27FC236}">
                      <a16:creationId xmlns:a16="http://schemas.microsoft.com/office/drawing/2014/main" id="{1388FA86-A318-D57C-DBE5-30382552807A}"/>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59" name="Freeform 154">
                  <a:extLst>
                    <a:ext uri="{FF2B5EF4-FFF2-40B4-BE49-F238E27FC236}">
                      <a16:creationId xmlns:a16="http://schemas.microsoft.com/office/drawing/2014/main" id="{464DEF86-A0B1-08D2-0069-B7E5CDF56E14}"/>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60" name="Freeform 155">
                  <a:extLst>
                    <a:ext uri="{FF2B5EF4-FFF2-40B4-BE49-F238E27FC236}">
                      <a16:creationId xmlns:a16="http://schemas.microsoft.com/office/drawing/2014/main" id="{E95C4A5D-1C4E-2151-F494-171BD062B313}"/>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61" name="Freeform 156">
                  <a:extLst>
                    <a:ext uri="{FF2B5EF4-FFF2-40B4-BE49-F238E27FC236}">
                      <a16:creationId xmlns:a16="http://schemas.microsoft.com/office/drawing/2014/main" id="{AA13245A-49BB-F341-1971-2CA575F2B2B8}"/>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62" name="Freeform 157">
                  <a:extLst>
                    <a:ext uri="{FF2B5EF4-FFF2-40B4-BE49-F238E27FC236}">
                      <a16:creationId xmlns:a16="http://schemas.microsoft.com/office/drawing/2014/main" id="{8C3E662D-268E-5C24-58EF-F9D08407F068}"/>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grpSp>
        </p:grpSp>
        <p:sp>
          <p:nvSpPr>
            <p:cNvPr id="963" name="Rectangle: Rounded Corners 604">
              <a:extLst>
                <a:ext uri="{FF2B5EF4-FFF2-40B4-BE49-F238E27FC236}">
                  <a16:creationId xmlns:a16="http://schemas.microsoft.com/office/drawing/2014/main" id="{0AFF58EE-3AB7-7809-F532-468FC617C205}"/>
                </a:ext>
              </a:extLst>
            </p:cNvPr>
            <p:cNvSpPr/>
            <p:nvPr/>
          </p:nvSpPr>
          <p:spPr>
            <a:xfrm>
              <a:off x="6506345" y="5179422"/>
              <a:ext cx="2791737" cy="1262271"/>
            </a:xfrm>
            <a:prstGeom prst="rect">
              <a:avLst/>
            </a:prstGeom>
            <a:solidFill>
              <a:schemeClr val="bg1">
                <a:lumMod val="9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Ubuntu"/>
                <a:ea typeface="+mn-ea"/>
                <a:cs typeface="+mn-cs"/>
              </a:endParaRPr>
            </a:p>
          </p:txBody>
        </p:sp>
        <p:sp>
          <p:nvSpPr>
            <p:cNvPr id="964" name="Gleichschenkliges Dreieck 2">
              <a:extLst>
                <a:ext uri="{FF2B5EF4-FFF2-40B4-BE49-F238E27FC236}">
                  <a16:creationId xmlns:a16="http://schemas.microsoft.com/office/drawing/2014/main" id="{2E5E5D2C-8B5A-891C-7BB1-93C3D30F1CCD}"/>
                </a:ext>
              </a:extLst>
            </p:cNvPr>
            <p:cNvSpPr/>
            <p:nvPr/>
          </p:nvSpPr>
          <p:spPr bwMode="auto">
            <a:xfrm>
              <a:off x="6446764" y="4963318"/>
              <a:ext cx="2823635" cy="252000"/>
            </a:xfrm>
            <a:prstGeom prst="roundRect">
              <a:avLst/>
            </a:prstGeom>
            <a:solidFill>
              <a:schemeClr val="bg1"/>
            </a:solidFill>
            <a:ln w="12700">
              <a:solidFill>
                <a:schemeClr val="accent1"/>
              </a:solid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70AD"/>
                  </a:solidFill>
                  <a:effectLst/>
                  <a:uLnTx/>
                  <a:uFillTx/>
                  <a:latin typeface="Ubuntu"/>
                  <a:ea typeface="+mn-ea"/>
                  <a:cs typeface="Arial" panose="020B0604020202020204" pitchFamily="34" charset="0"/>
                </a:rPr>
                <a:t>ORGANISATIONAL ALIGNMENT</a:t>
              </a:r>
            </a:p>
          </p:txBody>
        </p:sp>
        <p:sp>
          <p:nvSpPr>
            <p:cNvPr id="965" name="TextBox 255">
              <a:extLst>
                <a:ext uri="{FF2B5EF4-FFF2-40B4-BE49-F238E27FC236}">
                  <a16:creationId xmlns:a16="http://schemas.microsoft.com/office/drawing/2014/main" id="{A96CBE22-73C9-A287-6E14-9C7F0AA015B1}"/>
                </a:ext>
              </a:extLst>
            </p:cNvPr>
            <p:cNvSpPr txBox="1"/>
            <p:nvPr/>
          </p:nvSpPr>
          <p:spPr>
            <a:xfrm>
              <a:off x="7726957" y="5253161"/>
              <a:ext cx="1354988" cy="324000"/>
            </a:xfrm>
            <a:prstGeom prst="rect">
              <a:avLst/>
            </a:prstGeom>
            <a:noFill/>
          </p:spPr>
          <p:txBody>
            <a:bodyPr wrap="square" tIns="36000" bIns="36000" rtlCol="0" anchor="t"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Align new collaboration model</a:t>
              </a:r>
            </a:p>
          </p:txBody>
        </p:sp>
        <p:sp>
          <p:nvSpPr>
            <p:cNvPr id="966" name="TextBox 256">
              <a:extLst>
                <a:ext uri="{FF2B5EF4-FFF2-40B4-BE49-F238E27FC236}">
                  <a16:creationId xmlns:a16="http://schemas.microsoft.com/office/drawing/2014/main" id="{E36408CA-9A85-B69A-B412-131A1A0421F7}"/>
                </a:ext>
              </a:extLst>
            </p:cNvPr>
            <p:cNvSpPr txBox="1"/>
            <p:nvPr/>
          </p:nvSpPr>
          <p:spPr>
            <a:xfrm>
              <a:off x="6417643" y="6006542"/>
              <a:ext cx="2828571" cy="205629"/>
            </a:xfrm>
            <a:prstGeom prst="rect">
              <a:avLst/>
            </a:prstGeom>
            <a:noFill/>
          </p:spPr>
          <p:txBody>
            <a:bodyPr wrap="square" t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Set up role handover and Knowledge Transfer database</a:t>
              </a:r>
            </a:p>
          </p:txBody>
        </p:sp>
        <p:sp>
          <p:nvSpPr>
            <p:cNvPr id="967" name="TextBox 238">
              <a:extLst>
                <a:ext uri="{FF2B5EF4-FFF2-40B4-BE49-F238E27FC236}">
                  <a16:creationId xmlns:a16="http://schemas.microsoft.com/office/drawing/2014/main" id="{97AC211F-661B-2FE7-C9B4-1FE01C8FB289}"/>
                </a:ext>
              </a:extLst>
            </p:cNvPr>
            <p:cNvSpPr txBox="1"/>
            <p:nvPr/>
          </p:nvSpPr>
          <p:spPr>
            <a:xfrm>
              <a:off x="6502054" y="5253161"/>
              <a:ext cx="1372388"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Ubuntu"/>
                  <a:ea typeface="+mn-ea"/>
                  <a:cs typeface="Arial" panose="020B0604020202020204" pitchFamily="34" charset="0"/>
                </a:rPr>
                <a:t>Org and Role Collaboration model</a:t>
              </a:r>
            </a:p>
          </p:txBody>
        </p:sp>
        <p:pic>
          <p:nvPicPr>
            <p:cNvPr id="968" name="Picture 327">
              <a:extLst>
                <a:ext uri="{FF2B5EF4-FFF2-40B4-BE49-F238E27FC236}">
                  <a16:creationId xmlns:a16="http://schemas.microsoft.com/office/drawing/2014/main" id="{5121E368-FA17-9098-CEDB-01F0EAA08E2B}"/>
                </a:ext>
              </a:extLst>
            </p:cNvPr>
            <p:cNvPicPr>
              <a:picLocks noChangeAspect="1"/>
            </p:cNvPicPr>
            <p:nvPr/>
          </p:nvPicPr>
          <p:blipFill>
            <a:blip r:embed="rId17"/>
            <a:stretch>
              <a:fillRect/>
            </a:stretch>
          </p:blipFill>
          <p:spPr>
            <a:xfrm>
              <a:off x="6561189" y="5582636"/>
              <a:ext cx="660078" cy="377594"/>
            </a:xfrm>
            <a:prstGeom prst="rect">
              <a:avLst/>
            </a:prstGeom>
            <a:ln>
              <a:noFill/>
            </a:ln>
            <a:effectLst/>
          </p:spPr>
        </p:pic>
        <p:pic>
          <p:nvPicPr>
            <p:cNvPr id="969" name="Picture 968" descr="A person drawing a diagram&#10;&#10;Description automatically generated with low confidence">
              <a:extLst>
                <a:ext uri="{FF2B5EF4-FFF2-40B4-BE49-F238E27FC236}">
                  <a16:creationId xmlns:a16="http://schemas.microsoft.com/office/drawing/2014/main" id="{2F4AE251-FB0D-74CC-5557-06FD3A0ACA28}"/>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135648" y="5692737"/>
              <a:ext cx="535569" cy="356941"/>
            </a:xfrm>
            <a:prstGeom prst="rect">
              <a:avLst/>
            </a:prstGeom>
          </p:spPr>
        </p:pic>
        <p:pic>
          <p:nvPicPr>
            <p:cNvPr id="970" name="Picture 969" descr="A group of people in a meeting&#10;&#10;Description automatically generated with medium confidence">
              <a:extLst>
                <a:ext uri="{FF2B5EF4-FFF2-40B4-BE49-F238E27FC236}">
                  <a16:creationId xmlns:a16="http://schemas.microsoft.com/office/drawing/2014/main" id="{079A5AC7-F7F8-AA05-49B7-A423CA8F5967}"/>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7756628" y="5598603"/>
              <a:ext cx="660078" cy="440137"/>
            </a:xfrm>
            <a:prstGeom prst="rect">
              <a:avLst/>
            </a:prstGeom>
          </p:spPr>
        </p:pic>
        <p:pic>
          <p:nvPicPr>
            <p:cNvPr id="971" name="Picture 970">
              <a:extLst>
                <a:ext uri="{FF2B5EF4-FFF2-40B4-BE49-F238E27FC236}">
                  <a16:creationId xmlns:a16="http://schemas.microsoft.com/office/drawing/2014/main" id="{47A1E43F-6D38-0DF8-B851-F9FA59D6015C}"/>
                </a:ext>
              </a:extLst>
            </p:cNvPr>
            <p:cNvPicPr>
              <a:picLocks noChangeAspect="1"/>
            </p:cNvPicPr>
            <p:nvPr/>
          </p:nvPicPr>
          <p:blipFill>
            <a:blip r:embed="rId20"/>
            <a:stretch>
              <a:fillRect/>
            </a:stretch>
          </p:blipFill>
          <p:spPr>
            <a:xfrm>
              <a:off x="8377532" y="5569436"/>
              <a:ext cx="871873" cy="385864"/>
            </a:xfrm>
            <a:prstGeom prst="rect">
              <a:avLst/>
            </a:prstGeom>
          </p:spPr>
        </p:pic>
        <p:sp>
          <p:nvSpPr>
            <p:cNvPr id="973" name="Rectangle 65">
              <a:extLst>
                <a:ext uri="{FF2B5EF4-FFF2-40B4-BE49-F238E27FC236}">
                  <a16:creationId xmlns:a16="http://schemas.microsoft.com/office/drawing/2014/main" id="{FA9F2853-27D2-0892-984A-E0CF7C2BE667}"/>
                </a:ext>
              </a:extLst>
            </p:cNvPr>
            <p:cNvSpPr>
              <a:spLocks noChangeArrowheads="1"/>
            </p:cNvSpPr>
            <p:nvPr>
              <p:custDataLst>
                <p:tags r:id="rId1"/>
              </p:custDataLst>
            </p:nvPr>
          </p:nvSpPr>
          <p:spPr bwMode="auto">
            <a:xfrm rot="5400000" flipH="1">
              <a:off x="52705" y="2497240"/>
              <a:ext cx="683200" cy="338554"/>
            </a:xfrm>
            <a:prstGeom prst="rect">
              <a:avLst/>
            </a:prstGeom>
            <a:noFill/>
            <a:ln w="9525">
              <a:noFill/>
              <a:prstDash val="dash"/>
              <a:miter lim="800000"/>
              <a:headEnd/>
              <a:tailEnd/>
            </a:ln>
            <a:effectLst/>
          </p:spPr>
          <p:txBody>
            <a:bodyPr rot="10800000" wrap="non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Transition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phase</a:t>
              </a:r>
            </a:p>
          </p:txBody>
        </p:sp>
        <p:sp>
          <p:nvSpPr>
            <p:cNvPr id="974" name="Rectangle 65">
              <a:extLst>
                <a:ext uri="{FF2B5EF4-FFF2-40B4-BE49-F238E27FC236}">
                  <a16:creationId xmlns:a16="http://schemas.microsoft.com/office/drawing/2014/main" id="{391FC256-988C-A79B-56E7-9B4AA8D282CD}"/>
                </a:ext>
              </a:extLst>
            </p:cNvPr>
            <p:cNvSpPr>
              <a:spLocks noChangeArrowheads="1"/>
            </p:cNvSpPr>
            <p:nvPr>
              <p:custDataLst>
                <p:tags r:id="rId2"/>
              </p:custDataLst>
            </p:nvPr>
          </p:nvSpPr>
          <p:spPr bwMode="auto">
            <a:xfrm rot="5400000">
              <a:off x="-341210" y="3766709"/>
              <a:ext cx="1537488" cy="338554"/>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Organisational </a:t>
              </a:r>
              <a:b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b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impact</a:t>
              </a:r>
            </a:p>
          </p:txBody>
        </p:sp>
        <p:sp>
          <p:nvSpPr>
            <p:cNvPr id="975" name="Rectangle 66">
              <a:extLst>
                <a:ext uri="{FF2B5EF4-FFF2-40B4-BE49-F238E27FC236}">
                  <a16:creationId xmlns:a16="http://schemas.microsoft.com/office/drawing/2014/main" id="{68ABAED3-04C5-6E94-94BA-DDDF2E5F839F}"/>
                </a:ext>
              </a:extLst>
            </p:cNvPr>
            <p:cNvSpPr>
              <a:spLocks noChangeArrowheads="1"/>
            </p:cNvSpPr>
            <p:nvPr>
              <p:custDataLst>
                <p:tags r:id="rId3"/>
              </p:custDataLst>
            </p:nvPr>
          </p:nvSpPr>
          <p:spPr bwMode="auto">
            <a:xfrm rot="5400000">
              <a:off x="-450839" y="5464737"/>
              <a:ext cx="1777650" cy="338554"/>
            </a:xfrm>
            <a:prstGeom prst="rect">
              <a:avLst/>
            </a:prstGeom>
            <a:noFill/>
            <a:ln w="9525">
              <a:noFill/>
              <a:prstDash val="dash"/>
              <a:miter lim="800000"/>
              <a:headEnd/>
              <a:tailEnd/>
            </a:ln>
            <a:effectLst/>
          </p:spPr>
          <p:txBody>
            <a:bodyPr rot="10800000" wrap="square" anchor="ctr" anchorCtr="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Change Management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FFFFFF"/>
                  </a:solidFill>
                  <a:effectLst/>
                  <a:uLnTx/>
                  <a:uFillTx/>
                  <a:latin typeface="Ubuntu"/>
                  <a:ea typeface="+mn-ea"/>
                  <a:cs typeface="Calibri" pitchFamily="34" charset="0"/>
                </a:rPr>
                <a:t>Activities</a:t>
              </a:r>
            </a:p>
          </p:txBody>
        </p:sp>
        <p:grpSp>
          <p:nvGrpSpPr>
            <p:cNvPr id="976" name="Group 975">
              <a:extLst>
                <a:ext uri="{FF2B5EF4-FFF2-40B4-BE49-F238E27FC236}">
                  <a16:creationId xmlns:a16="http://schemas.microsoft.com/office/drawing/2014/main" id="{CD1A9F7F-9E86-C1B0-679C-CD455D78112D}"/>
                </a:ext>
              </a:extLst>
            </p:cNvPr>
            <p:cNvGrpSpPr/>
            <p:nvPr/>
          </p:nvGrpSpPr>
          <p:grpSpPr>
            <a:xfrm>
              <a:off x="6426288" y="2269082"/>
              <a:ext cx="2556000" cy="2367856"/>
              <a:chOff x="6246952" y="2192998"/>
              <a:chExt cx="2556000" cy="2367856"/>
            </a:xfrm>
          </p:grpSpPr>
          <p:sp>
            <p:nvSpPr>
              <p:cNvPr id="977" name="TextBox 976">
                <a:extLst>
                  <a:ext uri="{FF2B5EF4-FFF2-40B4-BE49-F238E27FC236}">
                    <a16:creationId xmlns:a16="http://schemas.microsoft.com/office/drawing/2014/main" id="{BEEF3464-E133-1D19-8BEC-01081055CB4C}"/>
                  </a:ext>
                </a:extLst>
              </p:cNvPr>
              <p:cNvSpPr txBox="1"/>
              <p:nvPr/>
            </p:nvSpPr>
            <p:spPr>
              <a:xfrm>
                <a:off x="6246952" y="3158343"/>
                <a:ext cx="2556000" cy="1402511"/>
              </a:xfrm>
              <a:prstGeom prst="rect">
                <a:avLst/>
              </a:prstGeom>
              <a:noFill/>
            </p:spPr>
            <p:txBody>
              <a:bodyPr wrap="square" lIns="108000" tIns="72000" rIns="108000" rtlCol="0">
                <a:noAutofit/>
              </a:bodyPr>
              <a:lstStyle/>
              <a:p>
                <a:pPr marL="0" marR="0" lvl="0" indent="0" algn="l" defTabSz="914400" rtl="0" eaLnBrk="1" fontAlgn="auto" latinLnBrk="0" hangingPunct="1">
                  <a:lnSpc>
                    <a:spcPct val="100000"/>
                  </a:lnSpc>
                  <a:spcBef>
                    <a:spcPts val="0"/>
                  </a:spcBef>
                  <a:spcAft>
                    <a:spcPts val="0"/>
                  </a:spcAft>
                  <a:buClr>
                    <a:srgbClr val="0070AD"/>
                  </a:buClr>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Targeted and holistic stakeholder management </a:t>
                </a:r>
                <a:r>
                  <a:rPr kumimoji="0" lang="en-GB" sz="1200" b="0" i="0" u="none" strike="noStrike" kern="0" cap="none" spc="0" normalizeH="0" baseline="0" noProof="0">
                    <a:ln>
                      <a:noFill/>
                    </a:ln>
                    <a:solidFill>
                      <a:srgbClr val="FFFFFF"/>
                    </a:solidFill>
                    <a:effectLst/>
                    <a:uLnTx/>
                    <a:uFillTx/>
                    <a:latin typeface="Ubuntu"/>
                    <a:ea typeface="+mn-ea"/>
                    <a:cs typeface="+mn-cs"/>
                  </a:rPr>
                  <a:t>between client and multi-partner MAE ecosystem, with a focus on onboarding, team building and knowledge retention.</a:t>
                </a:r>
              </a:p>
            </p:txBody>
          </p:sp>
          <p:sp>
            <p:nvSpPr>
              <p:cNvPr id="978" name="Arrow: Pentagon 19">
                <a:extLst>
                  <a:ext uri="{FF2B5EF4-FFF2-40B4-BE49-F238E27FC236}">
                    <a16:creationId xmlns:a16="http://schemas.microsoft.com/office/drawing/2014/main" id="{622E89E6-4A21-3770-B560-4FC766D7D661}"/>
                  </a:ext>
                </a:extLst>
              </p:cNvPr>
              <p:cNvSpPr/>
              <p:nvPr/>
            </p:nvSpPr>
            <p:spPr>
              <a:xfrm>
                <a:off x="6246952" y="2192998"/>
                <a:ext cx="2556000" cy="720000"/>
              </a:xfrm>
              <a:prstGeom prst="rect">
                <a:avLst/>
              </a:prstGeom>
              <a:solidFill>
                <a:schemeClr val="accent2"/>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latin typeface="Ubuntu"/>
                    <a:ea typeface="+mn-ea"/>
                    <a:cs typeface="Calibri" pitchFamily="34" charset="0"/>
                  </a:rPr>
                  <a:t>ENABLE</a:t>
                </a:r>
              </a:p>
            </p:txBody>
          </p:sp>
        </p:grpSp>
        <p:sp>
          <p:nvSpPr>
            <p:cNvPr id="979" name="Rectangle: Rounded Corners 588">
              <a:extLst>
                <a:ext uri="{FF2B5EF4-FFF2-40B4-BE49-F238E27FC236}">
                  <a16:creationId xmlns:a16="http://schemas.microsoft.com/office/drawing/2014/main" id="{778C2469-FD5D-8EAC-3AA7-51C63797B9D5}"/>
                </a:ext>
              </a:extLst>
            </p:cNvPr>
            <p:cNvSpPr/>
            <p:nvPr/>
          </p:nvSpPr>
          <p:spPr>
            <a:xfrm>
              <a:off x="9314293" y="5179422"/>
              <a:ext cx="2755600" cy="1262271"/>
            </a:xfrm>
            <a:prstGeom prst="rect">
              <a:avLst/>
            </a:prstGeom>
            <a:solidFill>
              <a:schemeClr val="bg1">
                <a:lumMod val="95000"/>
              </a:schemeClr>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0000" tIns="46800" rIns="90000" bIns="4680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Ubuntu"/>
                <a:ea typeface="+mn-ea"/>
                <a:cs typeface="+mn-cs"/>
              </a:endParaRPr>
            </a:p>
          </p:txBody>
        </p:sp>
        <p:sp>
          <p:nvSpPr>
            <p:cNvPr id="980" name="TextBox 979">
              <a:extLst>
                <a:ext uri="{FF2B5EF4-FFF2-40B4-BE49-F238E27FC236}">
                  <a16:creationId xmlns:a16="http://schemas.microsoft.com/office/drawing/2014/main" id="{5E1E1651-FB68-2CDE-C690-12F0EDA70C75}"/>
                </a:ext>
              </a:extLst>
            </p:cNvPr>
            <p:cNvSpPr txBox="1"/>
            <p:nvPr/>
          </p:nvSpPr>
          <p:spPr>
            <a:xfrm>
              <a:off x="9425394" y="4963318"/>
              <a:ext cx="2644499" cy="252000"/>
            </a:xfrm>
            <a:prstGeom prst="rect">
              <a:avLst/>
            </a:prstGeom>
            <a:solidFill>
              <a:schemeClr val="bg1"/>
            </a:solidFill>
            <a:ln>
              <a:solidFill>
                <a:schemeClr val="accent1"/>
              </a:solidFill>
            </a:ln>
          </p:spPr>
          <p:txBody>
            <a:bodyPr wrap="square" lIns="90000" tIns="46800" rIns="90000" bIns="4680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srgbClr val="0070AD"/>
                  </a:solidFill>
                  <a:effectLst/>
                  <a:uLnTx/>
                  <a:uFillTx/>
                  <a:latin typeface="Ubuntu"/>
                  <a:ea typeface="+mn-ea"/>
                  <a:cs typeface="Arial" panose="020B0604020202020204" pitchFamily="34" charset="0"/>
                </a:rPr>
                <a:t>CHANGE &amp; PEOPLE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a:ln>
                  <a:noFill/>
                </a:ln>
                <a:solidFill>
                  <a:srgbClr val="0070AD"/>
                </a:solidFill>
                <a:effectLst/>
                <a:uLnTx/>
                <a:uFillTx/>
                <a:latin typeface="Ubuntu"/>
                <a:ea typeface="+mn-ea"/>
                <a:cs typeface="+mn-cs"/>
              </a:endParaRPr>
            </a:p>
          </p:txBody>
        </p:sp>
        <p:sp>
          <p:nvSpPr>
            <p:cNvPr id="981" name="TextBox 234">
              <a:extLst>
                <a:ext uri="{FF2B5EF4-FFF2-40B4-BE49-F238E27FC236}">
                  <a16:creationId xmlns:a16="http://schemas.microsoft.com/office/drawing/2014/main" id="{6F58CA57-FE04-42D4-A7AC-503889BB4E88}"/>
                </a:ext>
              </a:extLst>
            </p:cNvPr>
            <p:cNvSpPr txBox="1"/>
            <p:nvPr/>
          </p:nvSpPr>
          <p:spPr>
            <a:xfrm>
              <a:off x="10556479" y="5253160"/>
              <a:ext cx="1611524"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Change Ambassador Network</a:t>
              </a:r>
            </a:p>
          </p:txBody>
        </p:sp>
        <p:sp>
          <p:nvSpPr>
            <p:cNvPr id="982" name="TextBox 254">
              <a:extLst>
                <a:ext uri="{FF2B5EF4-FFF2-40B4-BE49-F238E27FC236}">
                  <a16:creationId xmlns:a16="http://schemas.microsoft.com/office/drawing/2014/main" id="{DB513638-B5A3-DE21-0598-5DD91B01E52E}"/>
                </a:ext>
              </a:extLst>
            </p:cNvPr>
            <p:cNvSpPr txBox="1"/>
            <p:nvPr/>
          </p:nvSpPr>
          <p:spPr>
            <a:xfrm>
              <a:off x="10857545" y="6006542"/>
              <a:ext cx="1237379" cy="328739"/>
            </a:xfrm>
            <a:prstGeom prst="rect">
              <a:avLst/>
            </a:prstGeom>
            <a:noFill/>
          </p:spPr>
          <p:txBody>
            <a:bodyPr wrap="square" t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Change Cockpit and quick surveys</a:t>
              </a:r>
            </a:p>
          </p:txBody>
        </p:sp>
        <p:sp>
          <p:nvSpPr>
            <p:cNvPr id="983" name="TextBox 254">
              <a:extLst>
                <a:ext uri="{FF2B5EF4-FFF2-40B4-BE49-F238E27FC236}">
                  <a16:creationId xmlns:a16="http://schemas.microsoft.com/office/drawing/2014/main" id="{BEEA150E-B935-DDC3-19C9-055E118B0623}"/>
                </a:ext>
              </a:extLst>
            </p:cNvPr>
            <p:cNvSpPr txBox="1"/>
            <p:nvPr/>
          </p:nvSpPr>
          <p:spPr>
            <a:xfrm>
              <a:off x="9200111" y="6006542"/>
              <a:ext cx="1696755" cy="328739"/>
            </a:xfrm>
            <a:prstGeom prst="rect">
              <a:avLst/>
            </a:prstGeom>
            <a:noFill/>
          </p:spPr>
          <p:txBody>
            <a:bodyPr wrap="square" tIns="3600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New Team constellation and building</a:t>
              </a:r>
            </a:p>
          </p:txBody>
        </p:sp>
        <p:sp>
          <p:nvSpPr>
            <p:cNvPr id="984" name="TextBox 234">
              <a:extLst>
                <a:ext uri="{FF2B5EF4-FFF2-40B4-BE49-F238E27FC236}">
                  <a16:creationId xmlns:a16="http://schemas.microsoft.com/office/drawing/2014/main" id="{3E51CF8E-E64F-A06C-689E-D4EDD4D9A632}"/>
                </a:ext>
              </a:extLst>
            </p:cNvPr>
            <p:cNvSpPr txBox="1"/>
            <p:nvPr/>
          </p:nvSpPr>
          <p:spPr>
            <a:xfrm>
              <a:off x="9257849" y="5253161"/>
              <a:ext cx="1396563" cy="324000"/>
            </a:xfrm>
            <a:prstGeom prst="rect">
              <a:avLst/>
            </a:prstGeom>
            <a:noFill/>
          </p:spPr>
          <p:txBody>
            <a:bodyPr wrap="square" tIns="36000" bIns="36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Arial" panose="020B0604020202020204" pitchFamily="34" charset="0"/>
                </a:rPr>
                <a:t>Change &amp; Maturity Check</a:t>
              </a:r>
            </a:p>
          </p:txBody>
        </p:sp>
        <p:pic>
          <p:nvPicPr>
            <p:cNvPr id="985" name="Picture 98">
              <a:extLst>
                <a:ext uri="{FF2B5EF4-FFF2-40B4-BE49-F238E27FC236}">
                  <a16:creationId xmlns:a16="http://schemas.microsoft.com/office/drawing/2014/main" id="{530CEF3B-4AD3-1389-C2D6-E47CBEBA2ED3}"/>
                </a:ext>
              </a:extLst>
            </p:cNvPr>
            <p:cNvPicPr>
              <a:picLocks noChangeAspect="1"/>
            </p:cNvPicPr>
            <p:nvPr/>
          </p:nvPicPr>
          <p:blipFill rotWithShape="1">
            <a:blip r:embed="rId21"/>
            <a:srcRect l="29901" t="62271" r="53008" b="2179"/>
            <a:stretch/>
          </p:blipFill>
          <p:spPr>
            <a:xfrm>
              <a:off x="10041258" y="5525461"/>
              <a:ext cx="550092" cy="461934"/>
            </a:xfrm>
            <a:prstGeom prst="rect">
              <a:avLst/>
            </a:prstGeom>
            <a:ln>
              <a:solidFill>
                <a:schemeClr val="bg2"/>
              </a:solidFill>
            </a:ln>
            <a:effectLst/>
          </p:spPr>
        </p:pic>
        <p:pic>
          <p:nvPicPr>
            <p:cNvPr id="986" name="Picture 4">
              <a:extLst>
                <a:ext uri="{FF2B5EF4-FFF2-40B4-BE49-F238E27FC236}">
                  <a16:creationId xmlns:a16="http://schemas.microsoft.com/office/drawing/2014/main" id="{40C1C7D9-2EE7-B4DE-34D0-1C5EE980C7BB}"/>
                </a:ext>
              </a:extLst>
            </p:cNvPr>
            <p:cNvPicPr>
              <a:picLocks noChangeAspect="1" noChangeArrowheads="1"/>
            </p:cNvPicPr>
            <p:nvPr/>
          </p:nvPicPr>
          <p:blipFill>
            <a:blip r:embed="rId22" cstate="email"/>
            <a:srcRect/>
            <a:stretch>
              <a:fillRect/>
            </a:stretch>
          </p:blipFill>
          <p:spPr bwMode="auto">
            <a:xfrm>
              <a:off x="11444656" y="5540889"/>
              <a:ext cx="601101" cy="375967"/>
            </a:xfrm>
            <a:prstGeom prst="rect">
              <a:avLst/>
            </a:prstGeom>
            <a:noFill/>
            <a:ln w="3175">
              <a:solidFill>
                <a:srgbClr val="85888B"/>
              </a:solidFill>
              <a:miter lim="800000"/>
              <a:headEnd/>
              <a:tailEnd/>
            </a:ln>
            <a:effectLst/>
          </p:spPr>
        </p:pic>
        <p:pic>
          <p:nvPicPr>
            <p:cNvPr id="987" name="Picture 986" descr="A group of people in a circle&#10;&#10;Description automatically generated with low confidence">
              <a:extLst>
                <a:ext uri="{FF2B5EF4-FFF2-40B4-BE49-F238E27FC236}">
                  <a16:creationId xmlns:a16="http://schemas.microsoft.com/office/drawing/2014/main" id="{C001A334-1E3A-EF41-F940-34665882FA73}"/>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0692093" y="5535668"/>
              <a:ext cx="636688" cy="369955"/>
            </a:xfrm>
            <a:prstGeom prst="rect">
              <a:avLst/>
            </a:prstGeom>
          </p:spPr>
        </p:pic>
        <p:pic>
          <p:nvPicPr>
            <p:cNvPr id="988" name="Picture 987" descr="A picture containing toy&#10;&#10;Description automatically generated">
              <a:extLst>
                <a:ext uri="{FF2B5EF4-FFF2-40B4-BE49-F238E27FC236}">
                  <a16:creationId xmlns:a16="http://schemas.microsoft.com/office/drawing/2014/main" id="{2352C212-3BD9-D2D5-C246-8A61AE454235}"/>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387444" y="5535668"/>
              <a:ext cx="550091" cy="410328"/>
            </a:xfrm>
            <a:prstGeom prst="rect">
              <a:avLst/>
            </a:prstGeom>
          </p:spPr>
        </p:pic>
        <p:grpSp>
          <p:nvGrpSpPr>
            <p:cNvPr id="989" name="Group 988">
              <a:extLst>
                <a:ext uri="{FF2B5EF4-FFF2-40B4-BE49-F238E27FC236}">
                  <a16:creationId xmlns:a16="http://schemas.microsoft.com/office/drawing/2014/main" id="{8C6B6612-26C7-514C-6B53-4CC670F05EFC}"/>
                </a:ext>
              </a:extLst>
            </p:cNvPr>
            <p:cNvGrpSpPr/>
            <p:nvPr/>
          </p:nvGrpSpPr>
          <p:grpSpPr>
            <a:xfrm>
              <a:off x="6351490" y="4900318"/>
              <a:ext cx="378000" cy="378000"/>
              <a:chOff x="6362000" y="4910822"/>
              <a:chExt cx="378000" cy="378000"/>
            </a:xfrm>
          </p:grpSpPr>
          <p:sp>
            <p:nvSpPr>
              <p:cNvPr id="990" name="Oval 93">
                <a:extLst>
                  <a:ext uri="{FF2B5EF4-FFF2-40B4-BE49-F238E27FC236}">
                    <a16:creationId xmlns:a16="http://schemas.microsoft.com/office/drawing/2014/main" id="{211F009E-0FA6-F9D0-8729-EB95320A2F1A}"/>
                  </a:ext>
                </a:extLst>
              </p:cNvPr>
              <p:cNvSpPr/>
              <p:nvPr/>
            </p:nvSpPr>
            <p:spPr>
              <a:xfrm>
                <a:off x="6362000" y="4910822"/>
                <a:ext cx="378000" cy="378000"/>
              </a:xfrm>
              <a:prstGeom prst="ellipse">
                <a:avLst/>
              </a:prstGeom>
              <a:solidFill>
                <a:schemeClr val="accent4"/>
              </a:solidFill>
              <a:ln w="127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endParaRPr>
              </a:p>
            </p:txBody>
          </p:sp>
          <p:grpSp>
            <p:nvGrpSpPr>
              <p:cNvPr id="991" name="Groupe 303">
                <a:extLst>
                  <a:ext uri="{FF2B5EF4-FFF2-40B4-BE49-F238E27FC236}">
                    <a16:creationId xmlns:a16="http://schemas.microsoft.com/office/drawing/2014/main" id="{A29D120D-55BB-7340-B5BF-8871371FDB83}"/>
                  </a:ext>
                </a:extLst>
              </p:cNvPr>
              <p:cNvGrpSpPr>
                <a:grpSpLocks noChangeAspect="1"/>
              </p:cNvGrpSpPr>
              <p:nvPr/>
            </p:nvGrpSpPr>
            <p:grpSpPr>
              <a:xfrm>
                <a:off x="6435499" y="4995741"/>
                <a:ext cx="229623" cy="195827"/>
                <a:chOff x="5053013" y="5526088"/>
                <a:chExt cx="420688" cy="384176"/>
              </a:xfrm>
              <a:solidFill>
                <a:schemeClr val="bg1"/>
              </a:solidFill>
            </p:grpSpPr>
            <p:sp>
              <p:nvSpPr>
                <p:cNvPr id="992" name="Freeform 149">
                  <a:extLst>
                    <a:ext uri="{FF2B5EF4-FFF2-40B4-BE49-F238E27FC236}">
                      <a16:creationId xmlns:a16="http://schemas.microsoft.com/office/drawing/2014/main" id="{61547B64-9E19-CF45-303D-66113796607C}"/>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3" name="Freeform 150">
                  <a:extLst>
                    <a:ext uri="{FF2B5EF4-FFF2-40B4-BE49-F238E27FC236}">
                      <a16:creationId xmlns:a16="http://schemas.microsoft.com/office/drawing/2014/main" id="{79829183-4E4E-EFF4-2282-5D76AA5172AC}"/>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4" name="Freeform 151">
                  <a:extLst>
                    <a:ext uri="{FF2B5EF4-FFF2-40B4-BE49-F238E27FC236}">
                      <a16:creationId xmlns:a16="http://schemas.microsoft.com/office/drawing/2014/main" id="{51A700FC-A8E7-7240-027E-B633218FFD9C}"/>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5" name="Freeform 152">
                  <a:extLst>
                    <a:ext uri="{FF2B5EF4-FFF2-40B4-BE49-F238E27FC236}">
                      <a16:creationId xmlns:a16="http://schemas.microsoft.com/office/drawing/2014/main" id="{43EB4E7E-C1B5-23D3-1ECA-29251B37EBCE}"/>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6" name="Freeform 153">
                  <a:extLst>
                    <a:ext uri="{FF2B5EF4-FFF2-40B4-BE49-F238E27FC236}">
                      <a16:creationId xmlns:a16="http://schemas.microsoft.com/office/drawing/2014/main" id="{433B8F5B-C534-2E1C-BE6F-86D8C238F891}"/>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7" name="Freeform 154">
                  <a:extLst>
                    <a:ext uri="{FF2B5EF4-FFF2-40B4-BE49-F238E27FC236}">
                      <a16:creationId xmlns:a16="http://schemas.microsoft.com/office/drawing/2014/main" id="{011626F6-72F8-D8E7-73F3-02AE3DC8A6FE}"/>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8" name="Freeform 155">
                  <a:extLst>
                    <a:ext uri="{FF2B5EF4-FFF2-40B4-BE49-F238E27FC236}">
                      <a16:creationId xmlns:a16="http://schemas.microsoft.com/office/drawing/2014/main" id="{DDA33E90-F742-7C30-58B8-2417BF166E56}"/>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999" name="Freeform 156">
                  <a:extLst>
                    <a:ext uri="{FF2B5EF4-FFF2-40B4-BE49-F238E27FC236}">
                      <a16:creationId xmlns:a16="http://schemas.microsoft.com/office/drawing/2014/main" id="{4F264E17-71DF-D455-DEFA-16263F91730D}"/>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sp>
              <p:nvSpPr>
                <p:cNvPr id="1000" name="Freeform 157">
                  <a:extLst>
                    <a:ext uri="{FF2B5EF4-FFF2-40B4-BE49-F238E27FC236}">
                      <a16:creationId xmlns:a16="http://schemas.microsoft.com/office/drawing/2014/main" id="{091BAEFF-95C7-1E9F-50B0-25193A3B65D1}"/>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Ubuntu"/>
                    <a:ea typeface="+mn-ea"/>
                    <a:cs typeface="+mn-cs"/>
                    <a:sym typeface="Helvetica Light"/>
                  </a:endParaRPr>
                </a:p>
              </p:txBody>
            </p:sp>
          </p:grpSp>
        </p:grpSp>
        <p:grpSp>
          <p:nvGrpSpPr>
            <p:cNvPr id="1001" name="Group 1000">
              <a:extLst>
                <a:ext uri="{FF2B5EF4-FFF2-40B4-BE49-F238E27FC236}">
                  <a16:creationId xmlns:a16="http://schemas.microsoft.com/office/drawing/2014/main" id="{F98E1F6F-1421-F956-0B32-6F36866101A7}"/>
                </a:ext>
              </a:extLst>
            </p:cNvPr>
            <p:cNvGrpSpPr/>
            <p:nvPr/>
          </p:nvGrpSpPr>
          <p:grpSpPr>
            <a:xfrm>
              <a:off x="843858" y="2269082"/>
              <a:ext cx="2556000" cy="2367856"/>
              <a:chOff x="854368" y="2192998"/>
              <a:chExt cx="2556000" cy="2367856"/>
            </a:xfrm>
          </p:grpSpPr>
          <p:sp>
            <p:nvSpPr>
              <p:cNvPr id="1002" name="TextBox 1001">
                <a:extLst>
                  <a:ext uri="{FF2B5EF4-FFF2-40B4-BE49-F238E27FC236}">
                    <a16:creationId xmlns:a16="http://schemas.microsoft.com/office/drawing/2014/main" id="{BFA32154-1255-4889-F7FC-784E2549ECD8}"/>
                  </a:ext>
                </a:extLst>
              </p:cNvPr>
              <p:cNvSpPr txBox="1"/>
              <p:nvPr/>
            </p:nvSpPr>
            <p:spPr>
              <a:xfrm>
                <a:off x="854368" y="3158343"/>
                <a:ext cx="2556000" cy="1402511"/>
              </a:xfrm>
              <a:prstGeom prst="rect">
                <a:avLst/>
              </a:prstGeom>
              <a:noFill/>
            </p:spPr>
            <p:txBody>
              <a:bodyPr wrap="square" lIns="108000" tIns="72000" rIns="108000" rtlCol="0">
                <a:noAutofit/>
              </a:bodyPr>
              <a:lstStyle/>
              <a:p>
                <a:pPr marL="0" marR="0" lvl="0" indent="0" algn="l" defTabSz="914400" rtl="0" eaLnBrk="1" fontAlgn="auto" latinLnBrk="0" hangingPunct="1">
                  <a:lnSpc>
                    <a:spcPct val="100000"/>
                  </a:lnSpc>
                  <a:spcBef>
                    <a:spcPts val="0"/>
                  </a:spcBef>
                  <a:spcAft>
                    <a:spcPts val="0"/>
                  </a:spcAft>
                  <a:buClr>
                    <a:srgbClr val="0070AD"/>
                  </a:buClr>
                  <a:buSzTx/>
                  <a:buFontTx/>
                  <a:buNone/>
                  <a:tabLst>
                    <a:tab pos="363538" algn="l"/>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Support client </a:t>
                </a:r>
                <a:r>
                  <a:rPr kumimoji="0" lang="en-GB" sz="1200" b="1" i="0" u="none" strike="noStrike" kern="1200" cap="none" spc="0" normalizeH="0" baseline="0" noProof="0">
                    <a:ln>
                      <a:noFill/>
                    </a:ln>
                    <a:solidFill>
                      <a:srgbClr val="FFFFFF"/>
                    </a:solidFill>
                    <a:effectLst/>
                    <a:uLnTx/>
                    <a:uFillTx/>
                    <a:latin typeface="Ubuntu"/>
                    <a:ea typeface="+mn-ea"/>
                    <a:cs typeface="+mn-cs"/>
                  </a:rPr>
                  <a:t>overall strategy </a:t>
                </a:r>
                <a:r>
                  <a:rPr kumimoji="0" lang="en-GB" sz="1200" b="0" i="0" u="none" strike="noStrike" kern="1200" cap="none" spc="0" normalizeH="0" baseline="0" noProof="0">
                    <a:ln>
                      <a:noFill/>
                    </a:ln>
                    <a:solidFill>
                      <a:srgbClr val="FFFFFF"/>
                    </a:solidFill>
                    <a:effectLst/>
                    <a:uLnTx/>
                    <a:uFillTx/>
                    <a:latin typeface="Ubuntu"/>
                    <a:ea typeface="+mn-ea"/>
                    <a:cs typeface="+mn-cs"/>
                  </a:rPr>
                  <a:t>via crafting a compelling change vision, providing a clear understanding of future employee experience and </a:t>
                </a:r>
                <a:r>
                  <a:rPr kumimoji="0" lang="en-GB" sz="1200" b="0" i="0" u="none" strike="noStrike" kern="0" cap="none" spc="0" normalizeH="0" baseline="0" noProof="0">
                    <a:ln>
                      <a:noFill/>
                    </a:ln>
                    <a:solidFill>
                      <a:srgbClr val="FFFFFF"/>
                    </a:solidFill>
                    <a:effectLst/>
                    <a:uLnTx/>
                    <a:uFillTx/>
                    <a:latin typeface="Ubuntu"/>
                    <a:ea typeface="+mn-ea"/>
                    <a:cs typeface="+mn-cs"/>
                  </a:rPr>
                  <a:t>underlying business outcomes.</a:t>
                </a:r>
              </a:p>
            </p:txBody>
          </p:sp>
          <p:sp>
            <p:nvSpPr>
              <p:cNvPr id="1003" name="Arrow: Pentagon 161">
                <a:extLst>
                  <a:ext uri="{FF2B5EF4-FFF2-40B4-BE49-F238E27FC236}">
                    <a16:creationId xmlns:a16="http://schemas.microsoft.com/office/drawing/2014/main" id="{9883C55D-C872-1F94-F48B-EC7EFF810CFE}"/>
                  </a:ext>
                </a:extLst>
              </p:cNvPr>
              <p:cNvSpPr/>
              <p:nvPr/>
            </p:nvSpPr>
            <p:spPr>
              <a:xfrm>
                <a:off x="854368" y="2192998"/>
                <a:ext cx="2556000" cy="720000"/>
              </a:xfrm>
              <a:prstGeom prst="rect">
                <a:avLst/>
              </a:prstGeom>
              <a:solidFill>
                <a:schemeClr val="accent1">
                  <a:lumMod val="50000"/>
                </a:schemeClr>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latin typeface="Ubuntu"/>
                    <a:ea typeface="+mn-ea"/>
                    <a:cs typeface="Calibri" pitchFamily="34" charset="0"/>
                  </a:rPr>
                  <a:t>ENGAGE</a:t>
                </a:r>
              </a:p>
            </p:txBody>
          </p:sp>
        </p:grpSp>
        <p:grpSp>
          <p:nvGrpSpPr>
            <p:cNvPr id="1004" name="Group 1003">
              <a:extLst>
                <a:ext uri="{FF2B5EF4-FFF2-40B4-BE49-F238E27FC236}">
                  <a16:creationId xmlns:a16="http://schemas.microsoft.com/office/drawing/2014/main" id="{E71A7C5D-446A-C5AA-828E-AD792C3CB406}"/>
                </a:ext>
              </a:extLst>
            </p:cNvPr>
            <p:cNvGrpSpPr/>
            <p:nvPr/>
          </p:nvGrpSpPr>
          <p:grpSpPr>
            <a:xfrm>
              <a:off x="3635073" y="2269082"/>
              <a:ext cx="2556000" cy="2367856"/>
              <a:chOff x="3618249" y="2192998"/>
              <a:chExt cx="2556000" cy="2367856"/>
            </a:xfrm>
          </p:grpSpPr>
          <p:sp>
            <p:nvSpPr>
              <p:cNvPr id="1005" name="TextBox 1004">
                <a:extLst>
                  <a:ext uri="{FF2B5EF4-FFF2-40B4-BE49-F238E27FC236}">
                    <a16:creationId xmlns:a16="http://schemas.microsoft.com/office/drawing/2014/main" id="{0AF85FBD-AC22-718E-3199-7DB8A5EF274C}"/>
                  </a:ext>
                </a:extLst>
              </p:cNvPr>
              <p:cNvSpPr txBox="1"/>
              <p:nvPr/>
            </p:nvSpPr>
            <p:spPr>
              <a:xfrm>
                <a:off x="3618249" y="3158343"/>
                <a:ext cx="2556000" cy="1402511"/>
              </a:xfrm>
              <a:prstGeom prst="rect">
                <a:avLst/>
              </a:prstGeom>
              <a:noFill/>
            </p:spPr>
            <p:txBody>
              <a:bodyPr wrap="square" lIns="108000" tIns="72000" rIns="108000" rtlCol="0">
                <a:noAutofit/>
              </a:bodyPr>
              <a:lstStyle/>
              <a:p>
                <a:pPr marL="0" marR="0" lvl="0" indent="0" algn="l" defTabSz="914400" rtl="0" eaLnBrk="1" fontAlgn="auto" latinLnBrk="0" hangingPunct="1">
                  <a:lnSpc>
                    <a:spcPct val="100000"/>
                  </a:lnSpc>
                  <a:spcBef>
                    <a:spcPts val="0"/>
                  </a:spcBef>
                  <a:spcAft>
                    <a:spcPts val="0"/>
                  </a:spcAft>
                  <a:buClr>
                    <a:srgbClr val="0070AD"/>
                  </a:buClr>
                  <a:buSzTx/>
                  <a:buFontTx/>
                  <a:buNone/>
                  <a:tabLst/>
                  <a:defRPr/>
                </a:pPr>
                <a:r>
                  <a:rPr kumimoji="0" lang="en-GB" sz="1200" b="0" i="0" u="none" strike="noStrike" kern="0" cap="none" spc="0" normalizeH="0" baseline="0" noProof="0">
                    <a:ln>
                      <a:noFill/>
                    </a:ln>
                    <a:solidFill>
                      <a:srgbClr val="FFFFFF"/>
                    </a:solidFill>
                    <a:effectLst/>
                    <a:uLnTx/>
                    <a:uFillTx/>
                    <a:latin typeface="Ubuntu"/>
                    <a:ea typeface="+mn-ea"/>
                    <a:cs typeface="+mn-cs"/>
                  </a:rPr>
                  <a:t>Align with all client organisational activities and leadership </a:t>
                </a:r>
                <a:r>
                  <a:rPr kumimoji="0" lang="en-GB" sz="1200" b="0" i="0" u="none" strike="noStrike" kern="1200" cap="none" spc="0" normalizeH="0" baseline="0" noProof="0">
                    <a:ln>
                      <a:noFill/>
                    </a:ln>
                    <a:solidFill>
                      <a:srgbClr val="FFFFFF"/>
                    </a:solidFill>
                    <a:effectLst/>
                    <a:uLnTx/>
                    <a:uFillTx/>
                    <a:latin typeface="Ubuntu"/>
                    <a:ea typeface="+mn-ea"/>
                    <a:cs typeface="Calibri" pitchFamily="34" charset="0"/>
                  </a:rPr>
                  <a:t>for a </a:t>
                </a:r>
                <a:r>
                  <a:rPr kumimoji="0" lang="en-GB" sz="1200" b="1" i="0" u="none" strike="noStrike" kern="1200" cap="none" spc="0" normalizeH="0" baseline="0" noProof="0">
                    <a:ln>
                      <a:noFill/>
                    </a:ln>
                    <a:solidFill>
                      <a:srgbClr val="FFFFFF"/>
                    </a:solidFill>
                    <a:effectLst/>
                    <a:uLnTx/>
                    <a:uFillTx/>
                    <a:latin typeface="Ubuntu"/>
                    <a:ea typeface="+mn-ea"/>
                    <a:cs typeface="Calibri" pitchFamily="34" charset="0"/>
                  </a:rPr>
                  <a:t>seamless collaboration, </a:t>
                </a:r>
                <a:r>
                  <a:rPr kumimoji="0" lang="en-GB" sz="1200" b="0" i="0" u="none" strike="noStrike" kern="1200" cap="none" spc="0" normalizeH="0" baseline="0" noProof="0">
                    <a:ln>
                      <a:noFill/>
                    </a:ln>
                    <a:solidFill>
                      <a:srgbClr val="FFFFFF"/>
                    </a:solidFill>
                    <a:effectLst/>
                    <a:uLnTx/>
                    <a:uFillTx/>
                    <a:latin typeface="Ubuntu"/>
                    <a:ea typeface="+mn-ea"/>
                    <a:cs typeface="Calibri" pitchFamily="34" charset="0"/>
                  </a:rPr>
                  <a:t>actively communicating and supporting the change using Team Interaction Optimisation (TIO).</a:t>
                </a:r>
              </a:p>
            </p:txBody>
          </p:sp>
          <p:sp>
            <p:nvSpPr>
              <p:cNvPr id="1006" name="Arrow: Pentagon 16">
                <a:extLst>
                  <a:ext uri="{FF2B5EF4-FFF2-40B4-BE49-F238E27FC236}">
                    <a16:creationId xmlns:a16="http://schemas.microsoft.com/office/drawing/2014/main" id="{137F2D17-B2F0-DA29-752E-AD3DA2E05826}"/>
                  </a:ext>
                </a:extLst>
              </p:cNvPr>
              <p:cNvSpPr/>
              <p:nvPr/>
            </p:nvSpPr>
            <p:spPr>
              <a:xfrm>
                <a:off x="3618249" y="2192998"/>
                <a:ext cx="2556000" cy="720000"/>
              </a:xfrm>
              <a:prstGeom prst="rect">
                <a:avLst/>
              </a:prstGeom>
              <a:solidFill>
                <a:schemeClr val="accent1"/>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latin typeface="Ubuntu"/>
                    <a:ea typeface="+mn-ea"/>
                    <a:cs typeface="Calibri" pitchFamily="34" charset="0"/>
                  </a:rPr>
                  <a:t>ENERGISE</a:t>
                </a:r>
              </a:p>
            </p:txBody>
          </p:sp>
        </p:grpSp>
        <p:grpSp>
          <p:nvGrpSpPr>
            <p:cNvPr id="1007" name="Group 1006">
              <a:extLst>
                <a:ext uri="{FF2B5EF4-FFF2-40B4-BE49-F238E27FC236}">
                  <a16:creationId xmlns:a16="http://schemas.microsoft.com/office/drawing/2014/main" id="{1CE22494-06BB-9788-B511-1F349AF3D6FC}"/>
                </a:ext>
              </a:extLst>
            </p:cNvPr>
            <p:cNvGrpSpPr/>
            <p:nvPr/>
          </p:nvGrpSpPr>
          <p:grpSpPr>
            <a:xfrm>
              <a:off x="9217503" y="2269082"/>
              <a:ext cx="2556000" cy="2367856"/>
              <a:chOff x="9059931" y="2192998"/>
              <a:chExt cx="2556000" cy="2367856"/>
            </a:xfrm>
          </p:grpSpPr>
          <p:sp>
            <p:nvSpPr>
              <p:cNvPr id="1008" name="TextBox 1007">
                <a:extLst>
                  <a:ext uri="{FF2B5EF4-FFF2-40B4-BE49-F238E27FC236}">
                    <a16:creationId xmlns:a16="http://schemas.microsoft.com/office/drawing/2014/main" id="{AC8B8775-6465-5E13-3139-94B16668096F}"/>
                  </a:ext>
                </a:extLst>
              </p:cNvPr>
              <p:cNvSpPr txBox="1"/>
              <p:nvPr/>
            </p:nvSpPr>
            <p:spPr>
              <a:xfrm>
                <a:off x="9059931" y="3158343"/>
                <a:ext cx="2556000" cy="1402511"/>
              </a:xfrm>
              <a:prstGeom prst="rect">
                <a:avLst/>
              </a:prstGeom>
              <a:noFill/>
            </p:spPr>
            <p:txBody>
              <a:bodyPr wrap="square" lIns="108000" tIns="72000" rIns="108000" rtlCol="0">
                <a:noAutofit/>
              </a:bodyPr>
              <a:lstStyle/>
              <a:p>
                <a:pPr marL="0" marR="0" lvl="0" indent="0" algn="l" defTabSz="914400" rtl="0" eaLnBrk="1" fontAlgn="auto" latinLnBrk="0" hangingPunct="1">
                  <a:lnSpc>
                    <a:spcPct val="100000"/>
                  </a:lnSpc>
                  <a:spcBef>
                    <a:spcPts val="0"/>
                  </a:spcBef>
                  <a:spcAft>
                    <a:spcPts val="0"/>
                  </a:spcAft>
                  <a:buClr>
                    <a:srgbClr val="0070AD"/>
                  </a:buClr>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Stabilisation of ways of working between client and partners with </a:t>
                </a:r>
                <a:r>
                  <a:rPr kumimoji="0" lang="en-GB" sz="1200" b="0" i="0" u="none" strike="noStrike" kern="0" cap="none" spc="0" normalizeH="0" baseline="0" noProof="0">
                    <a:ln>
                      <a:noFill/>
                    </a:ln>
                    <a:solidFill>
                      <a:srgbClr val="FFFFFF"/>
                    </a:solidFill>
                    <a:effectLst/>
                    <a:uLnTx/>
                    <a:uFillTx/>
                    <a:latin typeface="Ubuntu"/>
                    <a:ea typeface="+mn-ea"/>
                    <a:cs typeface="+mn-cs"/>
                  </a:rPr>
                  <a:t>seamless  collaboration. Exploration of further innovation with agility and business outcomes in mind.</a:t>
                </a:r>
              </a:p>
            </p:txBody>
          </p:sp>
          <p:sp>
            <p:nvSpPr>
              <p:cNvPr id="1009" name="Arrow: Pentagon 452">
                <a:extLst>
                  <a:ext uri="{FF2B5EF4-FFF2-40B4-BE49-F238E27FC236}">
                    <a16:creationId xmlns:a16="http://schemas.microsoft.com/office/drawing/2014/main" id="{8463DD0E-DCB6-8B7A-4BB8-FC01D6917E31}"/>
                  </a:ext>
                </a:extLst>
              </p:cNvPr>
              <p:cNvSpPr/>
              <p:nvPr/>
            </p:nvSpPr>
            <p:spPr>
              <a:xfrm>
                <a:off x="9059931" y="2192998"/>
                <a:ext cx="2556000" cy="720000"/>
              </a:xfrm>
              <a:prstGeom prst="rect">
                <a:avLst/>
              </a:prstGeom>
              <a:solidFill>
                <a:schemeClr val="accent4">
                  <a:lumMod val="50000"/>
                  <a:lumOff val="50000"/>
                </a:schemeClr>
              </a:solidFill>
              <a:ln w="9525" algn="ctr">
                <a:noFill/>
                <a:round/>
                <a:headEnd/>
                <a:tailEnd/>
              </a:ln>
              <a:effectLst/>
            </p:spPr>
            <p:txBody>
              <a:bodyPr lIns="0" tIns="46800" rIns="0" bIns="46800" anchor="ctr" anchorCtr="1"/>
              <a:lstStyle/>
              <a:p>
                <a:pPr marL="0" marR="0" lvl="0" indent="0" algn="ctr" defTabSz="914400" rtl="0" eaLnBrk="0" fontAlgn="auto" latinLnBrk="0" hangingPunct="0">
                  <a:lnSpc>
                    <a:spcPct val="90000"/>
                  </a:lnSpc>
                  <a:spcBef>
                    <a:spcPts val="0"/>
                  </a:spcBef>
                  <a:spcAft>
                    <a:spcPts val="0"/>
                  </a:spcAft>
                  <a:buClrTx/>
                  <a:buSzTx/>
                  <a:buFontTx/>
                  <a:buNone/>
                  <a:tabLst>
                    <a:tab pos="6464300" algn="r"/>
                  </a:tabLst>
                  <a:defRPr/>
                </a:pPr>
                <a:r>
                  <a:rPr kumimoji="0" lang="en-GB" sz="1600" b="0" i="0" u="none" strike="noStrike" kern="0" cap="none" spc="0" normalizeH="0" baseline="0" noProof="0">
                    <a:ln>
                      <a:noFill/>
                    </a:ln>
                    <a:solidFill>
                      <a:srgbClr val="FFFFFF"/>
                    </a:solidFill>
                    <a:effectLst/>
                    <a:uLnTx/>
                    <a:uFillTx/>
                    <a:latin typeface="Ubuntu"/>
                    <a:ea typeface="+mn-ea"/>
                    <a:cs typeface="Calibri" pitchFamily="34" charset="0"/>
                  </a:rPr>
                  <a:t>THRIVE</a:t>
                </a:r>
              </a:p>
            </p:txBody>
          </p:sp>
        </p:grpSp>
        <p:cxnSp>
          <p:nvCxnSpPr>
            <p:cNvPr id="1010" name="Straight Connector 1009">
              <a:extLst>
                <a:ext uri="{FF2B5EF4-FFF2-40B4-BE49-F238E27FC236}">
                  <a16:creationId xmlns:a16="http://schemas.microsoft.com/office/drawing/2014/main" id="{1A1A35A9-1C78-BC99-2748-BDD8837FCA91}"/>
                </a:ext>
              </a:extLst>
            </p:cNvPr>
            <p:cNvCxnSpPr/>
            <p:nvPr/>
          </p:nvCxnSpPr>
          <p:spPr>
            <a:xfrm>
              <a:off x="-10510" y="3102506"/>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1011" name="Straight Connector 1010">
              <a:extLst>
                <a:ext uri="{FF2B5EF4-FFF2-40B4-BE49-F238E27FC236}">
                  <a16:creationId xmlns:a16="http://schemas.microsoft.com/office/drawing/2014/main" id="{7FC0E05E-A9DC-476A-FFF4-E17A8B9FF25E}"/>
                </a:ext>
              </a:extLst>
            </p:cNvPr>
            <p:cNvCxnSpPr/>
            <p:nvPr/>
          </p:nvCxnSpPr>
          <p:spPr>
            <a:xfrm>
              <a:off x="-10510" y="4704124"/>
              <a:ext cx="12192000" cy="0"/>
            </a:xfrm>
            <a:prstGeom prst="line">
              <a:avLst/>
            </a:prstGeom>
            <a:ln>
              <a:solidFill>
                <a:schemeClr val="accent4">
                  <a:lumMod val="25000"/>
                  <a:lumOff val="75000"/>
                </a:schemeClr>
              </a:solidFill>
            </a:ln>
          </p:spPr>
          <p:style>
            <a:lnRef idx="1">
              <a:schemeClr val="accent1"/>
            </a:lnRef>
            <a:fillRef idx="0">
              <a:schemeClr val="accent1"/>
            </a:fillRef>
            <a:effectRef idx="0">
              <a:schemeClr val="accent1"/>
            </a:effectRef>
            <a:fontRef idx="minor">
              <a:schemeClr val="tx1"/>
            </a:fontRef>
          </p:style>
        </p:cxnSp>
        <p:grpSp>
          <p:nvGrpSpPr>
            <p:cNvPr id="1012" name="Group 1011">
              <a:extLst>
                <a:ext uri="{FF2B5EF4-FFF2-40B4-BE49-F238E27FC236}">
                  <a16:creationId xmlns:a16="http://schemas.microsoft.com/office/drawing/2014/main" id="{AA1570FD-063F-E6F2-4213-4241A9A2BADD}"/>
                </a:ext>
              </a:extLst>
            </p:cNvPr>
            <p:cNvGrpSpPr/>
            <p:nvPr/>
          </p:nvGrpSpPr>
          <p:grpSpPr>
            <a:xfrm>
              <a:off x="9168784" y="4912129"/>
              <a:ext cx="373727" cy="384798"/>
              <a:chOff x="9179294" y="4933149"/>
              <a:chExt cx="373727" cy="384798"/>
            </a:xfrm>
          </p:grpSpPr>
          <p:sp>
            <p:nvSpPr>
              <p:cNvPr id="1013" name="Oval 94">
                <a:extLst>
                  <a:ext uri="{FF2B5EF4-FFF2-40B4-BE49-F238E27FC236}">
                    <a16:creationId xmlns:a16="http://schemas.microsoft.com/office/drawing/2014/main" id="{27DB8C96-FCB3-56F8-1B2B-CD65979650AC}"/>
                  </a:ext>
                </a:extLst>
              </p:cNvPr>
              <p:cNvSpPr/>
              <p:nvPr/>
            </p:nvSpPr>
            <p:spPr>
              <a:xfrm>
                <a:off x="9179294" y="4933149"/>
                <a:ext cx="373727" cy="384798"/>
              </a:xfrm>
              <a:prstGeom prst="ellipse">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a:ea typeface="+mn-ea"/>
                  <a:cs typeface="+mn-cs"/>
                </a:endParaRPr>
              </a:p>
            </p:txBody>
          </p:sp>
          <p:grpSp>
            <p:nvGrpSpPr>
              <p:cNvPr id="1014" name="Group 1013">
                <a:extLst>
                  <a:ext uri="{FF2B5EF4-FFF2-40B4-BE49-F238E27FC236}">
                    <a16:creationId xmlns:a16="http://schemas.microsoft.com/office/drawing/2014/main" id="{2625CB57-A1E1-74CA-AB3B-F70783B0C52F}"/>
                  </a:ext>
                </a:extLst>
              </p:cNvPr>
              <p:cNvGrpSpPr/>
              <p:nvPr/>
            </p:nvGrpSpPr>
            <p:grpSpPr>
              <a:xfrm>
                <a:off x="9272734" y="4994569"/>
                <a:ext cx="216741" cy="265258"/>
                <a:chOff x="2646622" y="1158941"/>
                <a:chExt cx="341529" cy="417976"/>
              </a:xfrm>
              <a:solidFill>
                <a:schemeClr val="bg1"/>
              </a:solidFill>
            </p:grpSpPr>
            <p:grpSp>
              <p:nvGrpSpPr>
                <p:cNvPr id="1015" name="Graphic 384">
                  <a:extLst>
                    <a:ext uri="{FF2B5EF4-FFF2-40B4-BE49-F238E27FC236}">
                      <a16:creationId xmlns:a16="http://schemas.microsoft.com/office/drawing/2014/main" id="{5612E834-FF7B-1EA3-5EDE-A6F14410194E}"/>
                    </a:ext>
                  </a:extLst>
                </p:cNvPr>
                <p:cNvGrpSpPr>
                  <a:grpSpLocks noChangeAspect="1"/>
                </p:cNvGrpSpPr>
                <p:nvPr/>
              </p:nvGrpSpPr>
              <p:grpSpPr>
                <a:xfrm>
                  <a:off x="2646622" y="1158941"/>
                  <a:ext cx="270073" cy="334480"/>
                  <a:chOff x="3632068" y="1414045"/>
                  <a:chExt cx="299035" cy="370349"/>
                </a:xfrm>
                <a:grpFill/>
              </p:grpSpPr>
              <p:sp>
                <p:nvSpPr>
                  <p:cNvPr id="1017" name="Graphic 384">
                    <a:extLst>
                      <a:ext uri="{FF2B5EF4-FFF2-40B4-BE49-F238E27FC236}">
                        <a16:creationId xmlns:a16="http://schemas.microsoft.com/office/drawing/2014/main" id="{3BFF093F-B86F-116A-692A-87967D16CA6F}"/>
                      </a:ext>
                    </a:extLst>
                  </p:cNvPr>
                  <p:cNvSpPr/>
                  <p:nvPr/>
                </p:nvSpPr>
                <p:spPr>
                  <a:xfrm>
                    <a:off x="3704735" y="1414045"/>
                    <a:ext cx="162280" cy="171313"/>
                  </a:xfrm>
                  <a:custGeom>
                    <a:avLst/>
                    <a:gdLst>
                      <a:gd name="connsiteX0" fmla="*/ 86624 w 162280"/>
                      <a:gd name="connsiteY0" fmla="*/ 171195 h 171313"/>
                      <a:gd name="connsiteX1" fmla="*/ 162252 w 162280"/>
                      <a:gd name="connsiteY1" fmla="*/ 80221 h 171313"/>
                      <a:gd name="connsiteX2" fmla="*/ 82239 w 162280"/>
                      <a:gd name="connsiteY2" fmla="*/ 208 h 171313"/>
                      <a:gd name="connsiteX3" fmla="*/ 34 w 162280"/>
                      <a:gd name="connsiteY3" fmla="*/ 91182 h 171313"/>
                      <a:gd name="connsiteX4" fmla="*/ 84287 w 162280"/>
                      <a:gd name="connsiteY4" fmla="*/ 171287 h 171313"/>
                      <a:gd name="connsiteX5" fmla="*/ 86624 w 162280"/>
                      <a:gd name="connsiteY5" fmla="*/ 171195 h 171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2280" h="171313">
                        <a:moveTo>
                          <a:pt x="86624" y="171195"/>
                        </a:moveTo>
                        <a:cubicBezTo>
                          <a:pt x="132658" y="167907"/>
                          <a:pt x="163348" y="127352"/>
                          <a:pt x="162252" y="80221"/>
                        </a:cubicBezTo>
                        <a:cubicBezTo>
                          <a:pt x="161156" y="33090"/>
                          <a:pt x="128274" y="-3081"/>
                          <a:pt x="82239" y="208"/>
                        </a:cubicBezTo>
                        <a:cubicBezTo>
                          <a:pt x="34935" y="3703"/>
                          <a:pt x="-1266" y="43766"/>
                          <a:pt x="34" y="91182"/>
                        </a:cubicBezTo>
                        <a:cubicBezTo>
                          <a:pt x="1179" y="136568"/>
                          <a:pt x="38901" y="172432"/>
                          <a:pt x="84287" y="171287"/>
                        </a:cubicBezTo>
                        <a:cubicBezTo>
                          <a:pt x="85066" y="171267"/>
                          <a:pt x="85845" y="171237"/>
                          <a:pt x="86624" y="171195"/>
                        </a:cubicBezTo>
                      </a:path>
                    </a:pathLst>
                  </a:custGeom>
                  <a:grpFill/>
                  <a:ln w="109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018" name="Graphic 384">
                    <a:extLst>
                      <a:ext uri="{FF2B5EF4-FFF2-40B4-BE49-F238E27FC236}">
                        <a16:creationId xmlns:a16="http://schemas.microsoft.com/office/drawing/2014/main" id="{EB3CF4F9-EE87-5214-C675-9C9853A3A50D}"/>
                      </a:ext>
                    </a:extLst>
                  </p:cNvPr>
                  <p:cNvSpPr/>
                  <p:nvPr/>
                </p:nvSpPr>
                <p:spPr>
                  <a:xfrm>
                    <a:off x="3632068" y="1612491"/>
                    <a:ext cx="299035" cy="171903"/>
                  </a:xfrm>
                  <a:custGeom>
                    <a:avLst/>
                    <a:gdLst>
                      <a:gd name="connsiteX0" fmla="*/ 360 w 299035"/>
                      <a:gd name="connsiteY0" fmla="*/ 155694 h 171903"/>
                      <a:gd name="connsiteX1" fmla="*/ 2553 w 299035"/>
                      <a:gd name="connsiteY1" fmla="*/ 118427 h 171903"/>
                      <a:gd name="connsiteX2" fmla="*/ 113256 w 299035"/>
                      <a:gd name="connsiteY2" fmla="*/ 5532 h 171903"/>
                      <a:gd name="connsiteX3" fmla="*/ 296299 w 299035"/>
                      <a:gd name="connsiteY3" fmla="*/ 93218 h 171903"/>
                      <a:gd name="connsiteX4" fmla="*/ 260346 w 299035"/>
                      <a:gd name="connsiteY4" fmla="*/ 163623 h 171903"/>
                      <a:gd name="connsiteX5" fmla="*/ 252457 w 299035"/>
                      <a:gd name="connsiteY5" fmla="*/ 165558 h 171903"/>
                      <a:gd name="connsiteX6" fmla="*/ 360 w 299035"/>
                      <a:gd name="connsiteY6" fmla="*/ 155694 h 171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035" h="171903">
                        <a:moveTo>
                          <a:pt x="360" y="155694"/>
                        </a:moveTo>
                        <a:cubicBezTo>
                          <a:pt x="-521" y="143229"/>
                          <a:pt x="216" y="130702"/>
                          <a:pt x="2553" y="118427"/>
                        </a:cubicBezTo>
                        <a:cubicBezTo>
                          <a:pt x="15509" y="63094"/>
                          <a:pt x="58187" y="19571"/>
                          <a:pt x="113256" y="5532"/>
                        </a:cubicBezTo>
                        <a:cubicBezTo>
                          <a:pt x="216286" y="-17486"/>
                          <a:pt x="277666" y="35126"/>
                          <a:pt x="296299" y="93218"/>
                        </a:cubicBezTo>
                        <a:cubicBezTo>
                          <a:pt x="305813" y="122588"/>
                          <a:pt x="289716" y="154109"/>
                          <a:pt x="260346" y="163623"/>
                        </a:cubicBezTo>
                        <a:cubicBezTo>
                          <a:pt x="257767" y="164459"/>
                          <a:pt x="255130" y="165106"/>
                          <a:pt x="252457" y="165558"/>
                        </a:cubicBezTo>
                        <a:cubicBezTo>
                          <a:pt x="136273" y="185288"/>
                          <a:pt x="69413" y="152405"/>
                          <a:pt x="360" y="155694"/>
                        </a:cubicBezTo>
                      </a:path>
                    </a:pathLst>
                  </a:custGeom>
                  <a:grpFill/>
                  <a:ln w="109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1016" name="Freeform 144">
                  <a:extLst>
                    <a:ext uri="{FF2B5EF4-FFF2-40B4-BE49-F238E27FC236}">
                      <a16:creationId xmlns:a16="http://schemas.microsoft.com/office/drawing/2014/main" id="{684075A9-5469-A59C-6247-66E6161BE825}"/>
                    </a:ext>
                  </a:extLst>
                </p:cNvPr>
                <p:cNvSpPr>
                  <a:spLocks noChangeAspect="1" noEditPoints="1"/>
                </p:cNvSpPr>
                <p:nvPr/>
              </p:nvSpPr>
              <p:spPr bwMode="auto">
                <a:xfrm>
                  <a:off x="2727221" y="1314415"/>
                  <a:ext cx="260930" cy="262502"/>
                </a:xfrm>
                <a:custGeom>
                  <a:avLst/>
                  <a:gdLst>
                    <a:gd name="T0" fmla="*/ 36 w 91"/>
                    <a:gd name="T1" fmla="*/ 9 h 91"/>
                    <a:gd name="T2" fmla="*/ 27 w 91"/>
                    <a:gd name="T3" fmla="*/ 13 h 91"/>
                    <a:gd name="T4" fmla="*/ 24 w 91"/>
                    <a:gd name="T5" fmla="*/ 10 h 91"/>
                    <a:gd name="T6" fmla="*/ 16 w 91"/>
                    <a:gd name="T7" fmla="*/ 11 h 91"/>
                    <a:gd name="T8" fmla="*/ 11 w 91"/>
                    <a:gd name="T9" fmla="*/ 15 h 91"/>
                    <a:gd name="T10" fmla="*/ 11 w 91"/>
                    <a:gd name="T11" fmla="*/ 23 h 91"/>
                    <a:gd name="T12" fmla="*/ 13 w 91"/>
                    <a:gd name="T13" fmla="*/ 27 h 91"/>
                    <a:gd name="T14" fmla="*/ 10 w 91"/>
                    <a:gd name="T15" fmla="*/ 35 h 91"/>
                    <a:gd name="T16" fmla="*/ 5 w 91"/>
                    <a:gd name="T17" fmla="*/ 36 h 91"/>
                    <a:gd name="T18" fmla="*/ 0 w 91"/>
                    <a:gd name="T19" fmla="*/ 42 h 91"/>
                    <a:gd name="T20" fmla="*/ 0 w 91"/>
                    <a:gd name="T21" fmla="*/ 48 h 91"/>
                    <a:gd name="T22" fmla="*/ 5 w 91"/>
                    <a:gd name="T23" fmla="*/ 54 h 91"/>
                    <a:gd name="T24" fmla="*/ 10 w 91"/>
                    <a:gd name="T25" fmla="*/ 55 h 91"/>
                    <a:gd name="T26" fmla="*/ 13 w 91"/>
                    <a:gd name="T27" fmla="*/ 63 h 91"/>
                    <a:gd name="T28" fmla="*/ 10 w 91"/>
                    <a:gd name="T29" fmla="*/ 67 h 91"/>
                    <a:gd name="T30" fmla="*/ 10 w 91"/>
                    <a:gd name="T31" fmla="*/ 75 h 91"/>
                    <a:gd name="T32" fmla="*/ 15 w 91"/>
                    <a:gd name="T33" fmla="*/ 79 h 91"/>
                    <a:gd name="T34" fmla="*/ 23 w 91"/>
                    <a:gd name="T35" fmla="*/ 80 h 91"/>
                    <a:gd name="T36" fmla="*/ 27 w 91"/>
                    <a:gd name="T37" fmla="*/ 77 h 91"/>
                    <a:gd name="T38" fmla="*/ 35 w 91"/>
                    <a:gd name="T39" fmla="*/ 81 h 91"/>
                    <a:gd name="T40" fmla="*/ 36 w 91"/>
                    <a:gd name="T41" fmla="*/ 86 h 91"/>
                    <a:gd name="T42" fmla="*/ 42 w 91"/>
                    <a:gd name="T43" fmla="*/ 91 h 91"/>
                    <a:gd name="T44" fmla="*/ 48 w 91"/>
                    <a:gd name="T45" fmla="*/ 91 h 91"/>
                    <a:gd name="T46" fmla="*/ 54 w 91"/>
                    <a:gd name="T47" fmla="*/ 86 h 91"/>
                    <a:gd name="T48" fmla="*/ 55 w 91"/>
                    <a:gd name="T49" fmla="*/ 81 h 91"/>
                    <a:gd name="T50" fmla="*/ 64 w 91"/>
                    <a:gd name="T51" fmla="*/ 78 h 91"/>
                    <a:gd name="T52" fmla="*/ 67 w 91"/>
                    <a:gd name="T53" fmla="*/ 81 h 91"/>
                    <a:gd name="T54" fmla="*/ 75 w 91"/>
                    <a:gd name="T55" fmla="*/ 80 h 91"/>
                    <a:gd name="T56" fmla="*/ 80 w 91"/>
                    <a:gd name="T57" fmla="*/ 76 h 91"/>
                    <a:gd name="T58" fmla="*/ 80 w 91"/>
                    <a:gd name="T59" fmla="*/ 68 h 91"/>
                    <a:gd name="T60" fmla="*/ 78 w 91"/>
                    <a:gd name="T61" fmla="*/ 64 h 91"/>
                    <a:gd name="T62" fmla="*/ 82 w 91"/>
                    <a:gd name="T63" fmla="*/ 55 h 91"/>
                    <a:gd name="T64" fmla="*/ 86 w 91"/>
                    <a:gd name="T65" fmla="*/ 55 h 91"/>
                    <a:gd name="T66" fmla="*/ 91 w 91"/>
                    <a:gd name="T67" fmla="*/ 49 h 91"/>
                    <a:gd name="T68" fmla="*/ 91 w 91"/>
                    <a:gd name="T69" fmla="*/ 43 h 91"/>
                    <a:gd name="T70" fmla="*/ 86 w 91"/>
                    <a:gd name="T71" fmla="*/ 36 h 91"/>
                    <a:gd name="T72" fmla="*/ 82 w 91"/>
                    <a:gd name="T73" fmla="*/ 36 h 91"/>
                    <a:gd name="T74" fmla="*/ 78 w 91"/>
                    <a:gd name="T75" fmla="*/ 27 h 91"/>
                    <a:gd name="T76" fmla="*/ 81 w 91"/>
                    <a:gd name="T77" fmla="*/ 24 h 91"/>
                    <a:gd name="T78" fmla="*/ 81 w 91"/>
                    <a:gd name="T79" fmla="*/ 16 h 91"/>
                    <a:gd name="T80" fmla="*/ 76 w 91"/>
                    <a:gd name="T81" fmla="*/ 11 h 91"/>
                    <a:gd name="T82" fmla="*/ 68 w 91"/>
                    <a:gd name="T83" fmla="*/ 11 h 91"/>
                    <a:gd name="T84" fmla="*/ 65 w 91"/>
                    <a:gd name="T85" fmla="*/ 13 h 91"/>
                    <a:gd name="T86" fmla="*/ 56 w 91"/>
                    <a:gd name="T87" fmla="*/ 9 h 91"/>
                    <a:gd name="T88" fmla="*/ 56 w 91"/>
                    <a:gd name="T89" fmla="*/ 5 h 91"/>
                    <a:gd name="T90" fmla="*/ 49 w 91"/>
                    <a:gd name="T91" fmla="*/ 0 h 91"/>
                    <a:gd name="T92" fmla="*/ 43 w 91"/>
                    <a:gd name="T93" fmla="*/ 0 h 91"/>
                    <a:gd name="T94" fmla="*/ 37 w 91"/>
                    <a:gd name="T95" fmla="*/ 0 h 91"/>
                    <a:gd name="T96" fmla="*/ 46 w 91"/>
                    <a:gd name="T97" fmla="*/ 29 h 91"/>
                    <a:gd name="T98" fmla="*/ 62 w 91"/>
                    <a:gd name="T99" fmla="*/ 48 h 91"/>
                    <a:gd name="T100" fmla="*/ 49 w 91"/>
                    <a:gd name="T101" fmla="*/ 61 h 91"/>
                    <a:gd name="T102" fmla="*/ 29 w 91"/>
                    <a:gd name="T103" fmla="*/ 45 h 91"/>
                    <a:gd name="T104" fmla="*/ 46 w 91"/>
                    <a:gd name="T105" fmla="*/ 29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91" h="91">
                      <a:moveTo>
                        <a:pt x="36" y="9"/>
                      </a:moveTo>
                      <a:cubicBezTo>
                        <a:pt x="33" y="10"/>
                        <a:pt x="30" y="11"/>
                        <a:pt x="27" y="13"/>
                      </a:cubicBezTo>
                      <a:cubicBezTo>
                        <a:pt x="24" y="10"/>
                        <a:pt x="24" y="10"/>
                        <a:pt x="24" y="10"/>
                      </a:cubicBezTo>
                      <a:cubicBezTo>
                        <a:pt x="21" y="8"/>
                        <a:pt x="18" y="8"/>
                        <a:pt x="16" y="11"/>
                      </a:cubicBezTo>
                      <a:cubicBezTo>
                        <a:pt x="11" y="15"/>
                        <a:pt x="11" y="15"/>
                        <a:pt x="11" y="15"/>
                      </a:cubicBezTo>
                      <a:cubicBezTo>
                        <a:pt x="9" y="17"/>
                        <a:pt x="9" y="21"/>
                        <a:pt x="11" y="23"/>
                      </a:cubicBezTo>
                      <a:cubicBezTo>
                        <a:pt x="13" y="27"/>
                        <a:pt x="13" y="27"/>
                        <a:pt x="13" y="27"/>
                      </a:cubicBezTo>
                      <a:cubicBezTo>
                        <a:pt x="12" y="29"/>
                        <a:pt x="11" y="32"/>
                        <a:pt x="10" y="35"/>
                      </a:cubicBezTo>
                      <a:cubicBezTo>
                        <a:pt x="5" y="36"/>
                        <a:pt x="5" y="36"/>
                        <a:pt x="5" y="36"/>
                      </a:cubicBezTo>
                      <a:cubicBezTo>
                        <a:pt x="2" y="36"/>
                        <a:pt x="0" y="39"/>
                        <a:pt x="0" y="42"/>
                      </a:cubicBezTo>
                      <a:cubicBezTo>
                        <a:pt x="0" y="48"/>
                        <a:pt x="0" y="48"/>
                        <a:pt x="0" y="48"/>
                      </a:cubicBezTo>
                      <a:cubicBezTo>
                        <a:pt x="0" y="51"/>
                        <a:pt x="2" y="54"/>
                        <a:pt x="5" y="54"/>
                      </a:cubicBezTo>
                      <a:cubicBezTo>
                        <a:pt x="10" y="55"/>
                        <a:pt x="10" y="55"/>
                        <a:pt x="10" y="55"/>
                      </a:cubicBezTo>
                      <a:cubicBezTo>
                        <a:pt x="11" y="58"/>
                        <a:pt x="12" y="60"/>
                        <a:pt x="13" y="63"/>
                      </a:cubicBezTo>
                      <a:cubicBezTo>
                        <a:pt x="10" y="67"/>
                        <a:pt x="10" y="67"/>
                        <a:pt x="10" y="67"/>
                      </a:cubicBezTo>
                      <a:cubicBezTo>
                        <a:pt x="8" y="69"/>
                        <a:pt x="8" y="73"/>
                        <a:pt x="10" y="75"/>
                      </a:cubicBezTo>
                      <a:cubicBezTo>
                        <a:pt x="15" y="79"/>
                        <a:pt x="15" y="79"/>
                        <a:pt x="15" y="79"/>
                      </a:cubicBezTo>
                      <a:cubicBezTo>
                        <a:pt x="17" y="82"/>
                        <a:pt x="21" y="82"/>
                        <a:pt x="23" y="80"/>
                      </a:cubicBezTo>
                      <a:cubicBezTo>
                        <a:pt x="27" y="77"/>
                        <a:pt x="27" y="77"/>
                        <a:pt x="27" y="77"/>
                      </a:cubicBezTo>
                      <a:cubicBezTo>
                        <a:pt x="29" y="79"/>
                        <a:pt x="32" y="80"/>
                        <a:pt x="35" y="81"/>
                      </a:cubicBezTo>
                      <a:cubicBezTo>
                        <a:pt x="36" y="86"/>
                        <a:pt x="36" y="86"/>
                        <a:pt x="36" y="86"/>
                      </a:cubicBezTo>
                      <a:cubicBezTo>
                        <a:pt x="36" y="89"/>
                        <a:pt x="38" y="91"/>
                        <a:pt x="42" y="91"/>
                      </a:cubicBezTo>
                      <a:cubicBezTo>
                        <a:pt x="48" y="91"/>
                        <a:pt x="48" y="91"/>
                        <a:pt x="48" y="91"/>
                      </a:cubicBezTo>
                      <a:cubicBezTo>
                        <a:pt x="51" y="91"/>
                        <a:pt x="54" y="89"/>
                        <a:pt x="54" y="86"/>
                      </a:cubicBezTo>
                      <a:cubicBezTo>
                        <a:pt x="55" y="81"/>
                        <a:pt x="55" y="81"/>
                        <a:pt x="55" y="81"/>
                      </a:cubicBezTo>
                      <a:cubicBezTo>
                        <a:pt x="58" y="80"/>
                        <a:pt x="61" y="79"/>
                        <a:pt x="64" y="78"/>
                      </a:cubicBezTo>
                      <a:cubicBezTo>
                        <a:pt x="67" y="81"/>
                        <a:pt x="67" y="81"/>
                        <a:pt x="67" y="81"/>
                      </a:cubicBezTo>
                      <a:cubicBezTo>
                        <a:pt x="70" y="83"/>
                        <a:pt x="73" y="82"/>
                        <a:pt x="75" y="80"/>
                      </a:cubicBezTo>
                      <a:cubicBezTo>
                        <a:pt x="80" y="76"/>
                        <a:pt x="80" y="76"/>
                        <a:pt x="80" y="76"/>
                      </a:cubicBezTo>
                      <a:cubicBezTo>
                        <a:pt x="82" y="74"/>
                        <a:pt x="82" y="70"/>
                        <a:pt x="80" y="68"/>
                      </a:cubicBezTo>
                      <a:cubicBezTo>
                        <a:pt x="78" y="64"/>
                        <a:pt x="78" y="64"/>
                        <a:pt x="78" y="64"/>
                      </a:cubicBezTo>
                      <a:cubicBezTo>
                        <a:pt x="79" y="61"/>
                        <a:pt x="81" y="58"/>
                        <a:pt x="82" y="55"/>
                      </a:cubicBezTo>
                      <a:cubicBezTo>
                        <a:pt x="86" y="55"/>
                        <a:pt x="86" y="55"/>
                        <a:pt x="86" y="55"/>
                      </a:cubicBezTo>
                      <a:cubicBezTo>
                        <a:pt x="89" y="55"/>
                        <a:pt x="91" y="52"/>
                        <a:pt x="91" y="49"/>
                      </a:cubicBezTo>
                      <a:cubicBezTo>
                        <a:pt x="91" y="43"/>
                        <a:pt x="91" y="43"/>
                        <a:pt x="91" y="43"/>
                      </a:cubicBezTo>
                      <a:cubicBezTo>
                        <a:pt x="91" y="39"/>
                        <a:pt x="89" y="37"/>
                        <a:pt x="86" y="36"/>
                      </a:cubicBezTo>
                      <a:cubicBezTo>
                        <a:pt x="82" y="36"/>
                        <a:pt x="82" y="36"/>
                        <a:pt x="82" y="36"/>
                      </a:cubicBezTo>
                      <a:cubicBezTo>
                        <a:pt x="81" y="33"/>
                        <a:pt x="80" y="30"/>
                        <a:pt x="78" y="27"/>
                      </a:cubicBezTo>
                      <a:cubicBezTo>
                        <a:pt x="81" y="24"/>
                        <a:pt x="81" y="24"/>
                        <a:pt x="81" y="24"/>
                      </a:cubicBezTo>
                      <a:cubicBezTo>
                        <a:pt x="83" y="22"/>
                        <a:pt x="83" y="18"/>
                        <a:pt x="81" y="16"/>
                      </a:cubicBezTo>
                      <a:cubicBezTo>
                        <a:pt x="76" y="11"/>
                        <a:pt x="76" y="11"/>
                        <a:pt x="76" y="11"/>
                      </a:cubicBezTo>
                      <a:cubicBezTo>
                        <a:pt x="74" y="9"/>
                        <a:pt x="71" y="9"/>
                        <a:pt x="68" y="11"/>
                      </a:cubicBezTo>
                      <a:cubicBezTo>
                        <a:pt x="65" y="13"/>
                        <a:pt x="65" y="13"/>
                        <a:pt x="65" y="13"/>
                      </a:cubicBezTo>
                      <a:cubicBezTo>
                        <a:pt x="62" y="11"/>
                        <a:pt x="59" y="10"/>
                        <a:pt x="56" y="9"/>
                      </a:cubicBezTo>
                      <a:cubicBezTo>
                        <a:pt x="56" y="5"/>
                        <a:pt x="56" y="5"/>
                        <a:pt x="56" y="5"/>
                      </a:cubicBezTo>
                      <a:cubicBezTo>
                        <a:pt x="55" y="2"/>
                        <a:pt x="53" y="0"/>
                        <a:pt x="49" y="0"/>
                      </a:cubicBezTo>
                      <a:cubicBezTo>
                        <a:pt x="43" y="0"/>
                        <a:pt x="43" y="0"/>
                        <a:pt x="43" y="0"/>
                      </a:cubicBezTo>
                      <a:cubicBezTo>
                        <a:pt x="37" y="0"/>
                        <a:pt x="37" y="0"/>
                        <a:pt x="37" y="0"/>
                      </a:cubicBezTo>
                      <a:moveTo>
                        <a:pt x="46" y="29"/>
                      </a:moveTo>
                      <a:cubicBezTo>
                        <a:pt x="56" y="29"/>
                        <a:pt x="64" y="38"/>
                        <a:pt x="62" y="48"/>
                      </a:cubicBezTo>
                      <a:cubicBezTo>
                        <a:pt x="60" y="55"/>
                        <a:pt x="55" y="60"/>
                        <a:pt x="49" y="61"/>
                      </a:cubicBezTo>
                      <a:cubicBezTo>
                        <a:pt x="38" y="63"/>
                        <a:pt x="29" y="55"/>
                        <a:pt x="29" y="45"/>
                      </a:cubicBezTo>
                      <a:cubicBezTo>
                        <a:pt x="29" y="36"/>
                        <a:pt x="37" y="29"/>
                        <a:pt x="46" y="29"/>
                      </a:cubicBezTo>
                    </a:path>
                  </a:pathLst>
                </a:custGeom>
                <a:grpFill/>
                <a:ln>
                  <a:solidFill>
                    <a:schemeClr val="accent4"/>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grpSp>
        </p:grpSp>
      </p:grpSp>
    </p:spTree>
    <p:extLst>
      <p:ext uri="{BB962C8B-B14F-4D97-AF65-F5344CB8AC3E}">
        <p14:creationId xmlns:p14="http://schemas.microsoft.com/office/powerpoint/2010/main" val="726905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49" name="Group 48">
            <a:extLst>
              <a:ext uri="{FF2B5EF4-FFF2-40B4-BE49-F238E27FC236}">
                <a16:creationId xmlns:a16="http://schemas.microsoft.com/office/drawing/2014/main" id="{54F1FFB2-75E2-E3B9-8672-69A024D6F587}"/>
              </a:ext>
            </a:extLst>
          </p:cNvPr>
          <p:cNvGrpSpPr>
            <a:grpSpLocks noChangeAspect="1"/>
          </p:cNvGrpSpPr>
          <p:nvPr/>
        </p:nvGrpSpPr>
        <p:grpSpPr>
          <a:xfrm>
            <a:off x="9534104" y="6466315"/>
            <a:ext cx="2112899" cy="360000"/>
            <a:chOff x="7143692" y="548857"/>
            <a:chExt cx="4437087" cy="756000"/>
          </a:xfrm>
        </p:grpSpPr>
        <p:pic>
          <p:nvPicPr>
            <p:cNvPr id="40" name="Graphic 39">
              <a:extLst>
                <a:ext uri="{FF2B5EF4-FFF2-40B4-BE49-F238E27FC236}">
                  <a16:creationId xmlns:a16="http://schemas.microsoft.com/office/drawing/2014/main" id="{35F0C59F-2A9A-983C-3B93-E55B10DE0F4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143692" y="548857"/>
              <a:ext cx="1596000" cy="756000"/>
            </a:xfrm>
            <a:prstGeom prst="rect">
              <a:avLst/>
            </a:prstGeom>
          </p:spPr>
        </p:pic>
        <p:grpSp>
          <p:nvGrpSpPr>
            <p:cNvPr id="41" name="Group 40">
              <a:extLst>
                <a:ext uri="{FF2B5EF4-FFF2-40B4-BE49-F238E27FC236}">
                  <a16:creationId xmlns:a16="http://schemas.microsoft.com/office/drawing/2014/main" id="{2DBD3041-96C7-82DA-FCBF-6AABD8FE710D}"/>
                </a:ext>
              </a:extLst>
            </p:cNvPr>
            <p:cNvGrpSpPr/>
            <p:nvPr/>
          </p:nvGrpSpPr>
          <p:grpSpPr>
            <a:xfrm>
              <a:off x="8952988" y="656857"/>
              <a:ext cx="2627791" cy="540000"/>
              <a:chOff x="9238103" y="198077"/>
              <a:chExt cx="2627791" cy="540000"/>
            </a:xfrm>
          </p:grpSpPr>
          <p:grpSp>
            <p:nvGrpSpPr>
              <p:cNvPr id="42" name="Group 41">
                <a:extLst>
                  <a:ext uri="{FF2B5EF4-FFF2-40B4-BE49-F238E27FC236}">
                    <a16:creationId xmlns:a16="http://schemas.microsoft.com/office/drawing/2014/main" id="{715879BB-AB84-ADA9-228B-649C6C8FFADE}"/>
                  </a:ext>
                </a:extLst>
              </p:cNvPr>
              <p:cNvGrpSpPr/>
              <p:nvPr/>
            </p:nvGrpSpPr>
            <p:grpSpPr>
              <a:xfrm>
                <a:off x="9238103" y="204894"/>
                <a:ext cx="2131029" cy="533183"/>
                <a:chOff x="9238103" y="204894"/>
                <a:chExt cx="2131029" cy="533183"/>
              </a:xfrm>
            </p:grpSpPr>
            <p:sp>
              <p:nvSpPr>
                <p:cNvPr id="46" name="Freeform: Shape 45">
                  <a:extLst>
                    <a:ext uri="{FF2B5EF4-FFF2-40B4-BE49-F238E27FC236}">
                      <a16:creationId xmlns:a16="http://schemas.microsoft.com/office/drawing/2014/main" id="{EF718BBB-BDCD-DA84-B18C-ADBCFA44372A}"/>
                    </a:ext>
                  </a:extLst>
                </p:cNvPr>
                <p:cNvSpPr/>
                <p:nvPr/>
              </p:nvSpPr>
              <p:spPr>
                <a:xfrm>
                  <a:off x="9238103" y="204894"/>
                  <a:ext cx="2131029" cy="533183"/>
                </a:xfrm>
                <a:custGeom>
                  <a:avLst/>
                  <a:gdLst>
                    <a:gd name="connsiteX0" fmla="*/ 1750790 w 1795630"/>
                    <a:gd name="connsiteY0" fmla="*/ 159782 h 486486"/>
                    <a:gd name="connsiteX1" fmla="*/ 1732399 w 1795630"/>
                    <a:gd name="connsiteY1" fmla="*/ 116835 h 486486"/>
                    <a:gd name="connsiteX2" fmla="*/ 1714225 w 1795630"/>
                    <a:gd name="connsiteY2" fmla="*/ 120567 h 486486"/>
                    <a:gd name="connsiteX3" fmla="*/ 1676524 w 1795630"/>
                    <a:gd name="connsiteY3" fmla="*/ 284244 h 486486"/>
                    <a:gd name="connsiteX4" fmla="*/ 1594091 w 1795630"/>
                    <a:gd name="connsiteY4" fmla="*/ 97741 h 486486"/>
                    <a:gd name="connsiteX5" fmla="*/ 1516796 w 1795630"/>
                    <a:gd name="connsiteY5" fmla="*/ 246597 h 486486"/>
                    <a:gd name="connsiteX6" fmla="*/ 1511549 w 1795630"/>
                    <a:gd name="connsiteY6" fmla="*/ 177686 h 486486"/>
                    <a:gd name="connsiteX7" fmla="*/ 1515498 w 1795630"/>
                    <a:gd name="connsiteY7" fmla="*/ 140797 h 486486"/>
                    <a:gd name="connsiteX8" fmla="*/ 1478392 w 1795630"/>
                    <a:gd name="connsiteY8" fmla="*/ 114941 h 486486"/>
                    <a:gd name="connsiteX9" fmla="*/ 1434200 w 1795630"/>
                    <a:gd name="connsiteY9" fmla="*/ 285758 h 486486"/>
                    <a:gd name="connsiteX10" fmla="*/ 1398609 w 1795630"/>
                    <a:gd name="connsiteY10" fmla="*/ 162595 h 486486"/>
                    <a:gd name="connsiteX11" fmla="*/ 1361882 w 1795630"/>
                    <a:gd name="connsiteY11" fmla="*/ 114238 h 486486"/>
                    <a:gd name="connsiteX12" fmla="*/ 1316446 w 1795630"/>
                    <a:gd name="connsiteY12" fmla="*/ 277212 h 486486"/>
                    <a:gd name="connsiteX13" fmla="*/ 1248671 w 1795630"/>
                    <a:gd name="connsiteY13" fmla="*/ 116781 h 486486"/>
                    <a:gd name="connsiteX14" fmla="*/ 1181221 w 1795630"/>
                    <a:gd name="connsiteY14" fmla="*/ 268720 h 486486"/>
                    <a:gd name="connsiteX15" fmla="*/ 1122154 w 1795630"/>
                    <a:gd name="connsiteY15" fmla="*/ 97633 h 486486"/>
                    <a:gd name="connsiteX16" fmla="*/ 1061898 w 1795630"/>
                    <a:gd name="connsiteY16" fmla="*/ 218686 h 486486"/>
                    <a:gd name="connsiteX17" fmla="*/ 1056218 w 1795630"/>
                    <a:gd name="connsiteY17" fmla="*/ 217496 h 486486"/>
                    <a:gd name="connsiteX18" fmla="*/ 1055894 w 1795630"/>
                    <a:gd name="connsiteY18" fmla="*/ 181689 h 486486"/>
                    <a:gd name="connsiteX19" fmla="*/ 1022574 w 1795630"/>
                    <a:gd name="connsiteY19" fmla="*/ 110831 h 486486"/>
                    <a:gd name="connsiteX20" fmla="*/ 935976 w 1795630"/>
                    <a:gd name="connsiteY20" fmla="*/ 287381 h 486486"/>
                    <a:gd name="connsiteX21" fmla="*/ 900168 w 1795630"/>
                    <a:gd name="connsiteY21" fmla="*/ 270829 h 486486"/>
                    <a:gd name="connsiteX22" fmla="*/ 972487 w 1795630"/>
                    <a:gd name="connsiteY22" fmla="*/ 170492 h 486486"/>
                    <a:gd name="connsiteX23" fmla="*/ 915476 w 1795630"/>
                    <a:gd name="connsiteY23" fmla="*/ 111642 h 486486"/>
                    <a:gd name="connsiteX24" fmla="*/ 838019 w 1795630"/>
                    <a:gd name="connsiteY24" fmla="*/ 206246 h 486486"/>
                    <a:gd name="connsiteX25" fmla="*/ 849594 w 1795630"/>
                    <a:gd name="connsiteY25" fmla="*/ 265907 h 486486"/>
                    <a:gd name="connsiteX26" fmla="*/ 801454 w 1795630"/>
                    <a:gd name="connsiteY26" fmla="*/ 287922 h 486486"/>
                    <a:gd name="connsiteX27" fmla="*/ 791231 w 1795630"/>
                    <a:gd name="connsiteY27" fmla="*/ 152859 h 486486"/>
                    <a:gd name="connsiteX28" fmla="*/ 755044 w 1795630"/>
                    <a:gd name="connsiteY28" fmla="*/ 181851 h 486486"/>
                    <a:gd name="connsiteX29" fmla="*/ 712854 w 1795630"/>
                    <a:gd name="connsiteY29" fmla="*/ 268882 h 486486"/>
                    <a:gd name="connsiteX30" fmla="*/ 690569 w 1795630"/>
                    <a:gd name="connsiteY30" fmla="*/ 235617 h 486486"/>
                    <a:gd name="connsiteX31" fmla="*/ 792096 w 1795630"/>
                    <a:gd name="connsiteY31" fmla="*/ 138038 h 486486"/>
                    <a:gd name="connsiteX32" fmla="*/ 758398 w 1795630"/>
                    <a:gd name="connsiteY32" fmla="*/ 105422 h 486486"/>
                    <a:gd name="connsiteX33" fmla="*/ 666607 w 1795630"/>
                    <a:gd name="connsiteY33" fmla="*/ 160864 h 486486"/>
                    <a:gd name="connsiteX34" fmla="*/ 612625 w 1795630"/>
                    <a:gd name="connsiteY34" fmla="*/ 214251 h 486486"/>
                    <a:gd name="connsiteX35" fmla="*/ 613491 w 1795630"/>
                    <a:gd name="connsiteY35" fmla="*/ 198943 h 486486"/>
                    <a:gd name="connsiteX36" fmla="*/ 549231 w 1795630"/>
                    <a:gd name="connsiteY36" fmla="*/ 111588 h 486486"/>
                    <a:gd name="connsiteX37" fmla="*/ 497413 w 1795630"/>
                    <a:gd name="connsiteY37" fmla="*/ 151074 h 486486"/>
                    <a:gd name="connsiteX38" fmla="*/ 476372 w 1795630"/>
                    <a:gd name="connsiteY38" fmla="*/ 116781 h 486486"/>
                    <a:gd name="connsiteX39" fmla="*/ 453221 w 1795630"/>
                    <a:gd name="connsiteY39" fmla="*/ 122785 h 486486"/>
                    <a:gd name="connsiteX40" fmla="*/ 458901 w 1795630"/>
                    <a:gd name="connsiteY40" fmla="*/ 185367 h 486486"/>
                    <a:gd name="connsiteX41" fmla="*/ 417846 w 1795630"/>
                    <a:gd name="connsiteY41" fmla="*/ 291059 h 486486"/>
                    <a:gd name="connsiteX42" fmla="*/ 389287 w 1795630"/>
                    <a:gd name="connsiteY42" fmla="*/ 170762 h 486486"/>
                    <a:gd name="connsiteX43" fmla="*/ 378036 w 1795630"/>
                    <a:gd name="connsiteY43" fmla="*/ 168707 h 486486"/>
                    <a:gd name="connsiteX44" fmla="*/ 349368 w 1795630"/>
                    <a:gd name="connsiteY44" fmla="*/ 222364 h 486486"/>
                    <a:gd name="connsiteX45" fmla="*/ 303013 w 1795630"/>
                    <a:gd name="connsiteY45" fmla="*/ 286624 h 486486"/>
                    <a:gd name="connsiteX46" fmla="*/ 278023 w 1795630"/>
                    <a:gd name="connsiteY46" fmla="*/ 247030 h 486486"/>
                    <a:gd name="connsiteX47" fmla="*/ 385771 w 1795630"/>
                    <a:gd name="connsiteY47" fmla="*/ 153291 h 486486"/>
                    <a:gd name="connsiteX48" fmla="*/ 352884 w 1795630"/>
                    <a:gd name="connsiteY48" fmla="*/ 117105 h 486486"/>
                    <a:gd name="connsiteX49" fmla="*/ 245461 w 1795630"/>
                    <a:gd name="connsiteY49" fmla="*/ 197375 h 486486"/>
                    <a:gd name="connsiteX50" fmla="*/ 131980 w 1795630"/>
                    <a:gd name="connsiteY50" fmla="*/ 295819 h 486486"/>
                    <a:gd name="connsiteX51" fmla="*/ 52197 w 1795630"/>
                    <a:gd name="connsiteY51" fmla="*/ 173683 h 486486"/>
                    <a:gd name="connsiteX52" fmla="*/ 145124 w 1795630"/>
                    <a:gd name="connsiteY52" fmla="*/ 34618 h 486486"/>
                    <a:gd name="connsiteX53" fmla="*/ 183474 w 1795630"/>
                    <a:gd name="connsiteY53" fmla="*/ 98606 h 486486"/>
                    <a:gd name="connsiteX54" fmla="*/ 229342 w 1795630"/>
                    <a:gd name="connsiteY54" fmla="*/ 64746 h 486486"/>
                    <a:gd name="connsiteX55" fmla="*/ 146855 w 1795630"/>
                    <a:gd name="connsiteY55" fmla="*/ 0 h 486486"/>
                    <a:gd name="connsiteX56" fmla="*/ 0 w 1795630"/>
                    <a:gd name="connsiteY56" fmla="*/ 179904 h 486486"/>
                    <a:gd name="connsiteX57" fmla="*/ 121216 w 1795630"/>
                    <a:gd name="connsiteY57" fmla="*/ 337252 h 486486"/>
                    <a:gd name="connsiteX58" fmla="*/ 237564 w 1795630"/>
                    <a:gd name="connsiteY58" fmla="*/ 264447 h 486486"/>
                    <a:gd name="connsiteX59" fmla="*/ 294142 w 1795630"/>
                    <a:gd name="connsiteY59" fmla="*/ 323134 h 486486"/>
                    <a:gd name="connsiteX60" fmla="*/ 362783 w 1795630"/>
                    <a:gd name="connsiteY60" fmla="*/ 271100 h 486486"/>
                    <a:gd name="connsiteX61" fmla="*/ 413087 w 1795630"/>
                    <a:gd name="connsiteY61" fmla="*/ 323243 h 486486"/>
                    <a:gd name="connsiteX62" fmla="*/ 457549 w 1795630"/>
                    <a:gd name="connsiteY62" fmla="*/ 298469 h 486486"/>
                    <a:gd name="connsiteX63" fmla="*/ 509259 w 1795630"/>
                    <a:gd name="connsiteY63" fmla="*/ 456034 h 486486"/>
                    <a:gd name="connsiteX64" fmla="*/ 496710 w 1795630"/>
                    <a:gd name="connsiteY64" fmla="*/ 324054 h 486486"/>
                    <a:gd name="connsiteX65" fmla="*/ 545986 w 1795630"/>
                    <a:gd name="connsiteY65" fmla="*/ 147936 h 486486"/>
                    <a:gd name="connsiteX66" fmla="*/ 572274 w 1795630"/>
                    <a:gd name="connsiteY66" fmla="*/ 200242 h 486486"/>
                    <a:gd name="connsiteX67" fmla="*/ 567243 w 1795630"/>
                    <a:gd name="connsiteY67" fmla="*/ 246326 h 486486"/>
                    <a:gd name="connsiteX68" fmla="*/ 506662 w 1795630"/>
                    <a:gd name="connsiteY68" fmla="*/ 305609 h 486486"/>
                    <a:gd name="connsiteX69" fmla="*/ 529975 w 1795630"/>
                    <a:gd name="connsiteY69" fmla="*/ 324000 h 486486"/>
                    <a:gd name="connsiteX70" fmla="*/ 604133 w 1795630"/>
                    <a:gd name="connsiteY70" fmla="*/ 250762 h 486486"/>
                    <a:gd name="connsiteX71" fmla="*/ 648649 w 1795630"/>
                    <a:gd name="connsiteY71" fmla="*/ 217064 h 486486"/>
                    <a:gd name="connsiteX72" fmla="*/ 647892 w 1795630"/>
                    <a:gd name="connsiteY72" fmla="*/ 231776 h 486486"/>
                    <a:gd name="connsiteX73" fmla="*/ 701928 w 1795630"/>
                    <a:gd name="connsiteY73" fmla="*/ 307989 h 486486"/>
                    <a:gd name="connsiteX74" fmla="*/ 761211 w 1795630"/>
                    <a:gd name="connsiteY74" fmla="*/ 261904 h 486486"/>
                    <a:gd name="connsiteX75" fmla="*/ 762833 w 1795630"/>
                    <a:gd name="connsiteY75" fmla="*/ 305988 h 486486"/>
                    <a:gd name="connsiteX76" fmla="*/ 651678 w 1795630"/>
                    <a:gd name="connsiteY76" fmla="*/ 424012 h 486486"/>
                    <a:gd name="connsiteX77" fmla="*/ 710907 w 1795630"/>
                    <a:gd name="connsiteY77" fmla="*/ 486486 h 486486"/>
                    <a:gd name="connsiteX78" fmla="*/ 801887 w 1795630"/>
                    <a:gd name="connsiteY78" fmla="*/ 318753 h 486486"/>
                    <a:gd name="connsiteX79" fmla="*/ 864198 w 1795630"/>
                    <a:gd name="connsiteY79" fmla="*/ 290193 h 486486"/>
                    <a:gd name="connsiteX80" fmla="*/ 927646 w 1795630"/>
                    <a:gd name="connsiteY80" fmla="*/ 323243 h 486486"/>
                    <a:gd name="connsiteX81" fmla="*/ 1025333 w 1795630"/>
                    <a:gd name="connsiteY81" fmla="*/ 256658 h 486486"/>
                    <a:gd name="connsiteX82" fmla="*/ 1056597 w 1795630"/>
                    <a:gd name="connsiteY82" fmla="*/ 323243 h 486486"/>
                    <a:gd name="connsiteX83" fmla="*/ 1120586 w 1795630"/>
                    <a:gd name="connsiteY83" fmla="*/ 151290 h 486486"/>
                    <a:gd name="connsiteX84" fmla="*/ 1173378 w 1795630"/>
                    <a:gd name="connsiteY84" fmla="*/ 337360 h 486486"/>
                    <a:gd name="connsiteX85" fmla="*/ 1244290 w 1795630"/>
                    <a:gd name="connsiteY85" fmla="*/ 173629 h 486486"/>
                    <a:gd name="connsiteX86" fmla="*/ 1306115 w 1795630"/>
                    <a:gd name="connsiteY86" fmla="*/ 323297 h 486486"/>
                    <a:gd name="connsiteX87" fmla="*/ 1365722 w 1795630"/>
                    <a:gd name="connsiteY87" fmla="*/ 238916 h 486486"/>
                    <a:gd name="connsiteX88" fmla="*/ 1428142 w 1795630"/>
                    <a:gd name="connsiteY88" fmla="*/ 323297 h 486486"/>
                    <a:gd name="connsiteX89" fmla="*/ 1483314 w 1795630"/>
                    <a:gd name="connsiteY89" fmla="*/ 271803 h 486486"/>
                    <a:gd name="connsiteX90" fmla="*/ 1512415 w 1795630"/>
                    <a:gd name="connsiteY90" fmla="*/ 323297 h 486486"/>
                    <a:gd name="connsiteX91" fmla="*/ 1588141 w 1795630"/>
                    <a:gd name="connsiteY91" fmla="*/ 151669 h 486486"/>
                    <a:gd name="connsiteX92" fmla="*/ 1669817 w 1795630"/>
                    <a:gd name="connsiteY92" fmla="*/ 323297 h 486486"/>
                    <a:gd name="connsiteX93" fmla="*/ 1722717 w 1795630"/>
                    <a:gd name="connsiteY93" fmla="*/ 265366 h 486486"/>
                    <a:gd name="connsiteX94" fmla="*/ 1768694 w 1795630"/>
                    <a:gd name="connsiteY94" fmla="*/ 323297 h 486486"/>
                    <a:gd name="connsiteX95" fmla="*/ 1795631 w 1795630"/>
                    <a:gd name="connsiteY95" fmla="*/ 308260 h 486486"/>
                    <a:gd name="connsiteX96" fmla="*/ 1750790 w 1795630"/>
                    <a:gd name="connsiteY96" fmla="*/ 159782 h 486486"/>
                    <a:gd name="connsiteX97" fmla="*/ 713882 w 1795630"/>
                    <a:gd name="connsiteY97" fmla="*/ 454411 h 486486"/>
                    <a:gd name="connsiteX98" fmla="*/ 690623 w 1795630"/>
                    <a:gd name="connsiteY98" fmla="*/ 423634 h 486486"/>
                    <a:gd name="connsiteX99" fmla="*/ 762779 w 1795630"/>
                    <a:gd name="connsiteY99" fmla="*/ 336224 h 486486"/>
                    <a:gd name="connsiteX100" fmla="*/ 713882 w 1795630"/>
                    <a:gd name="connsiteY100" fmla="*/ 454411 h 486486"/>
                    <a:gd name="connsiteX101" fmla="*/ 911690 w 1795630"/>
                    <a:gd name="connsiteY101" fmla="*/ 142582 h 486486"/>
                    <a:gd name="connsiteX102" fmla="*/ 933488 w 1795630"/>
                    <a:gd name="connsiteY102" fmla="*/ 175739 h 486486"/>
                    <a:gd name="connsiteX103" fmla="*/ 885997 w 1795630"/>
                    <a:gd name="connsiteY103" fmla="*/ 245677 h 486486"/>
                    <a:gd name="connsiteX104" fmla="*/ 911690 w 1795630"/>
                    <a:gd name="connsiteY104" fmla="*/ 142582 h 486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795630" h="486486">
                      <a:moveTo>
                        <a:pt x="1750790" y="159782"/>
                      </a:moveTo>
                      <a:cubicBezTo>
                        <a:pt x="1750790" y="134035"/>
                        <a:pt x="1749275" y="116835"/>
                        <a:pt x="1732399" y="116835"/>
                      </a:cubicBezTo>
                      <a:cubicBezTo>
                        <a:pt x="1724719" y="116835"/>
                        <a:pt x="1720986" y="118349"/>
                        <a:pt x="1714225" y="120567"/>
                      </a:cubicBezTo>
                      <a:cubicBezTo>
                        <a:pt x="1720175" y="207598"/>
                        <a:pt x="1700540" y="284244"/>
                        <a:pt x="1676524" y="284244"/>
                      </a:cubicBezTo>
                      <a:cubicBezTo>
                        <a:pt x="1645044" y="284244"/>
                        <a:pt x="1660784" y="97741"/>
                        <a:pt x="1594091" y="97741"/>
                      </a:cubicBezTo>
                      <a:cubicBezTo>
                        <a:pt x="1532645" y="97741"/>
                        <a:pt x="1523774" y="246597"/>
                        <a:pt x="1516796" y="246597"/>
                      </a:cubicBezTo>
                      <a:cubicBezTo>
                        <a:pt x="1512036" y="246597"/>
                        <a:pt x="1511279" y="207490"/>
                        <a:pt x="1511549" y="177686"/>
                      </a:cubicBezTo>
                      <a:cubicBezTo>
                        <a:pt x="1514146" y="163406"/>
                        <a:pt x="1515498" y="150587"/>
                        <a:pt x="1515498" y="140797"/>
                      </a:cubicBezTo>
                      <a:cubicBezTo>
                        <a:pt x="1515498" y="126949"/>
                        <a:pt x="1509873" y="102933"/>
                        <a:pt x="1478392" y="114941"/>
                      </a:cubicBezTo>
                      <a:cubicBezTo>
                        <a:pt x="1479528" y="221391"/>
                        <a:pt x="1458162" y="285758"/>
                        <a:pt x="1434200" y="285758"/>
                      </a:cubicBezTo>
                      <a:cubicBezTo>
                        <a:pt x="1398988" y="285758"/>
                        <a:pt x="1398609" y="189207"/>
                        <a:pt x="1398609" y="162595"/>
                      </a:cubicBezTo>
                      <a:cubicBezTo>
                        <a:pt x="1398609" y="135983"/>
                        <a:pt x="1400502" y="101906"/>
                        <a:pt x="1361882" y="114238"/>
                      </a:cubicBezTo>
                      <a:cubicBezTo>
                        <a:pt x="1356094" y="207111"/>
                        <a:pt x="1331808" y="277212"/>
                        <a:pt x="1316446" y="277212"/>
                      </a:cubicBezTo>
                      <a:cubicBezTo>
                        <a:pt x="1293566" y="277212"/>
                        <a:pt x="1298164" y="116781"/>
                        <a:pt x="1248671" y="116781"/>
                      </a:cubicBezTo>
                      <a:cubicBezTo>
                        <a:pt x="1204209" y="116781"/>
                        <a:pt x="1190470" y="268720"/>
                        <a:pt x="1181221" y="268720"/>
                      </a:cubicBezTo>
                      <a:cubicBezTo>
                        <a:pt x="1164615" y="268720"/>
                        <a:pt x="1186413" y="97633"/>
                        <a:pt x="1122154" y="97633"/>
                      </a:cubicBezTo>
                      <a:cubicBezTo>
                        <a:pt x="1088456" y="97633"/>
                        <a:pt x="1075096" y="154752"/>
                        <a:pt x="1061898" y="218686"/>
                      </a:cubicBezTo>
                      <a:cubicBezTo>
                        <a:pt x="1059356" y="231073"/>
                        <a:pt x="1056651" y="231452"/>
                        <a:pt x="1056218" y="217496"/>
                      </a:cubicBezTo>
                      <a:cubicBezTo>
                        <a:pt x="1055894" y="206029"/>
                        <a:pt x="1055786" y="193318"/>
                        <a:pt x="1055894" y="181689"/>
                      </a:cubicBezTo>
                      <a:cubicBezTo>
                        <a:pt x="1072121" y="117430"/>
                        <a:pt x="1052324" y="93684"/>
                        <a:pt x="1022574" y="110831"/>
                      </a:cubicBezTo>
                      <a:cubicBezTo>
                        <a:pt x="1032202" y="229396"/>
                        <a:pt x="977788" y="287381"/>
                        <a:pt x="935976" y="287381"/>
                      </a:cubicBezTo>
                      <a:cubicBezTo>
                        <a:pt x="920885" y="287381"/>
                        <a:pt x="909039" y="280944"/>
                        <a:pt x="900168" y="270829"/>
                      </a:cubicBezTo>
                      <a:cubicBezTo>
                        <a:pt x="950256" y="240160"/>
                        <a:pt x="972487" y="204893"/>
                        <a:pt x="972487" y="170492"/>
                      </a:cubicBezTo>
                      <a:cubicBezTo>
                        <a:pt x="972487" y="133170"/>
                        <a:pt x="951067" y="111642"/>
                        <a:pt x="915476" y="111642"/>
                      </a:cubicBezTo>
                      <a:cubicBezTo>
                        <a:pt x="865821" y="111642"/>
                        <a:pt x="838019" y="162811"/>
                        <a:pt x="838019" y="206246"/>
                      </a:cubicBezTo>
                      <a:cubicBezTo>
                        <a:pt x="838019" y="229667"/>
                        <a:pt x="842400" y="249518"/>
                        <a:pt x="849594" y="265907"/>
                      </a:cubicBezTo>
                      <a:cubicBezTo>
                        <a:pt x="832502" y="274075"/>
                        <a:pt x="816437" y="281106"/>
                        <a:pt x="801454" y="287922"/>
                      </a:cubicBezTo>
                      <a:cubicBezTo>
                        <a:pt x="800156" y="243189"/>
                        <a:pt x="795125" y="196185"/>
                        <a:pt x="791231" y="152859"/>
                      </a:cubicBezTo>
                      <a:cubicBezTo>
                        <a:pt x="764781" y="145611"/>
                        <a:pt x="757100" y="158322"/>
                        <a:pt x="755044" y="181851"/>
                      </a:cubicBezTo>
                      <a:cubicBezTo>
                        <a:pt x="750339" y="235562"/>
                        <a:pt x="730488" y="268882"/>
                        <a:pt x="712854" y="268882"/>
                      </a:cubicBezTo>
                      <a:cubicBezTo>
                        <a:pt x="699602" y="268882"/>
                        <a:pt x="691543" y="252763"/>
                        <a:pt x="690569" y="235617"/>
                      </a:cubicBezTo>
                      <a:cubicBezTo>
                        <a:pt x="685647" y="149559"/>
                        <a:pt x="755531" y="125597"/>
                        <a:pt x="792096" y="138038"/>
                      </a:cubicBezTo>
                      <a:cubicBezTo>
                        <a:pt x="799669" y="119106"/>
                        <a:pt x="791339" y="105422"/>
                        <a:pt x="758398" y="105422"/>
                      </a:cubicBezTo>
                      <a:cubicBezTo>
                        <a:pt x="718425" y="105422"/>
                        <a:pt x="688514" y="129708"/>
                        <a:pt x="666607" y="160864"/>
                      </a:cubicBezTo>
                      <a:cubicBezTo>
                        <a:pt x="652003" y="181689"/>
                        <a:pt x="635073" y="196401"/>
                        <a:pt x="612625" y="214251"/>
                      </a:cubicBezTo>
                      <a:cubicBezTo>
                        <a:pt x="613220" y="209112"/>
                        <a:pt x="613491" y="203974"/>
                        <a:pt x="613491" y="198943"/>
                      </a:cubicBezTo>
                      <a:cubicBezTo>
                        <a:pt x="613491" y="138200"/>
                        <a:pt x="580604" y="111588"/>
                        <a:pt x="549231" y="111588"/>
                      </a:cubicBezTo>
                      <a:cubicBezTo>
                        <a:pt x="523214" y="111588"/>
                        <a:pt x="506879" y="127220"/>
                        <a:pt x="497413" y="151074"/>
                      </a:cubicBezTo>
                      <a:cubicBezTo>
                        <a:pt x="495087" y="127112"/>
                        <a:pt x="490327" y="116781"/>
                        <a:pt x="476372" y="116781"/>
                      </a:cubicBezTo>
                      <a:cubicBezTo>
                        <a:pt x="470368" y="116781"/>
                        <a:pt x="462146" y="118457"/>
                        <a:pt x="453221" y="122785"/>
                      </a:cubicBezTo>
                      <a:cubicBezTo>
                        <a:pt x="457278" y="136199"/>
                        <a:pt x="458901" y="165840"/>
                        <a:pt x="458901" y="185367"/>
                      </a:cubicBezTo>
                      <a:cubicBezTo>
                        <a:pt x="458901" y="258388"/>
                        <a:pt x="437968" y="291059"/>
                        <a:pt x="417846" y="291059"/>
                      </a:cubicBezTo>
                      <a:cubicBezTo>
                        <a:pt x="394858" y="291059"/>
                        <a:pt x="391180" y="204461"/>
                        <a:pt x="389287" y="170762"/>
                      </a:cubicBezTo>
                      <a:cubicBezTo>
                        <a:pt x="386312" y="169735"/>
                        <a:pt x="383066" y="168707"/>
                        <a:pt x="378036" y="168707"/>
                      </a:cubicBezTo>
                      <a:cubicBezTo>
                        <a:pt x="357211" y="168707"/>
                        <a:pt x="354507" y="196672"/>
                        <a:pt x="349368" y="222364"/>
                      </a:cubicBezTo>
                      <a:cubicBezTo>
                        <a:pt x="343689" y="250816"/>
                        <a:pt x="327245" y="286624"/>
                        <a:pt x="303013" y="286624"/>
                      </a:cubicBezTo>
                      <a:cubicBezTo>
                        <a:pt x="288355" y="286624"/>
                        <a:pt x="279159" y="272452"/>
                        <a:pt x="278023" y="247030"/>
                      </a:cubicBezTo>
                      <a:cubicBezTo>
                        <a:pt x="275643" y="195428"/>
                        <a:pt x="318591" y="134252"/>
                        <a:pt x="385771" y="153291"/>
                      </a:cubicBezTo>
                      <a:cubicBezTo>
                        <a:pt x="394588" y="132737"/>
                        <a:pt x="380741" y="117105"/>
                        <a:pt x="352884" y="117105"/>
                      </a:cubicBezTo>
                      <a:cubicBezTo>
                        <a:pt x="303770" y="117105"/>
                        <a:pt x="263203" y="153886"/>
                        <a:pt x="245461" y="197375"/>
                      </a:cubicBezTo>
                      <a:cubicBezTo>
                        <a:pt x="227449" y="237239"/>
                        <a:pt x="196023" y="295819"/>
                        <a:pt x="131980" y="295819"/>
                      </a:cubicBezTo>
                      <a:cubicBezTo>
                        <a:pt x="86761" y="295819"/>
                        <a:pt x="52197" y="256441"/>
                        <a:pt x="52197" y="173683"/>
                      </a:cubicBezTo>
                      <a:cubicBezTo>
                        <a:pt x="52197" y="102393"/>
                        <a:pt x="97146" y="34618"/>
                        <a:pt x="145124" y="34618"/>
                      </a:cubicBezTo>
                      <a:cubicBezTo>
                        <a:pt x="178660" y="34618"/>
                        <a:pt x="186449" y="67613"/>
                        <a:pt x="183474" y="98606"/>
                      </a:cubicBezTo>
                      <a:cubicBezTo>
                        <a:pt x="200837" y="112562"/>
                        <a:pt x="229342" y="99634"/>
                        <a:pt x="229342" y="64746"/>
                      </a:cubicBezTo>
                      <a:cubicBezTo>
                        <a:pt x="229342" y="40730"/>
                        <a:pt x="209816" y="0"/>
                        <a:pt x="146855" y="0"/>
                      </a:cubicBezTo>
                      <a:cubicBezTo>
                        <a:pt x="68857" y="54"/>
                        <a:pt x="0" y="77727"/>
                        <a:pt x="0" y="179904"/>
                      </a:cubicBezTo>
                      <a:cubicBezTo>
                        <a:pt x="0" y="282080"/>
                        <a:pt x="50196" y="337252"/>
                        <a:pt x="121216" y="337252"/>
                      </a:cubicBezTo>
                      <a:cubicBezTo>
                        <a:pt x="166057" y="337252"/>
                        <a:pt x="208355" y="311667"/>
                        <a:pt x="237564" y="264447"/>
                      </a:cubicBezTo>
                      <a:cubicBezTo>
                        <a:pt x="244866" y="305771"/>
                        <a:pt x="273047" y="323134"/>
                        <a:pt x="294142" y="323134"/>
                      </a:cubicBezTo>
                      <a:cubicBezTo>
                        <a:pt x="328327" y="323134"/>
                        <a:pt x="350612" y="301011"/>
                        <a:pt x="362783" y="271100"/>
                      </a:cubicBezTo>
                      <a:cubicBezTo>
                        <a:pt x="370409" y="301120"/>
                        <a:pt x="386420" y="323243"/>
                        <a:pt x="413087" y="323243"/>
                      </a:cubicBezTo>
                      <a:cubicBezTo>
                        <a:pt x="431856" y="323243"/>
                        <a:pt x="446514" y="313777"/>
                        <a:pt x="457549" y="298469"/>
                      </a:cubicBezTo>
                      <a:cubicBezTo>
                        <a:pt x="453167" y="402701"/>
                        <a:pt x="447650" y="469124"/>
                        <a:pt x="509259" y="456034"/>
                      </a:cubicBezTo>
                      <a:cubicBezTo>
                        <a:pt x="499739" y="426446"/>
                        <a:pt x="496710" y="372464"/>
                        <a:pt x="496710" y="324054"/>
                      </a:cubicBezTo>
                      <a:cubicBezTo>
                        <a:pt x="496710" y="191533"/>
                        <a:pt x="518562" y="147936"/>
                        <a:pt x="545986" y="147936"/>
                      </a:cubicBezTo>
                      <a:cubicBezTo>
                        <a:pt x="565837" y="147936"/>
                        <a:pt x="572274" y="173251"/>
                        <a:pt x="572274" y="200242"/>
                      </a:cubicBezTo>
                      <a:cubicBezTo>
                        <a:pt x="572274" y="214684"/>
                        <a:pt x="570922" y="231289"/>
                        <a:pt x="567243" y="246326"/>
                      </a:cubicBezTo>
                      <a:cubicBezTo>
                        <a:pt x="533545" y="267530"/>
                        <a:pt x="506662" y="284298"/>
                        <a:pt x="506662" y="305609"/>
                      </a:cubicBezTo>
                      <a:cubicBezTo>
                        <a:pt x="506662" y="322431"/>
                        <a:pt x="519157" y="324000"/>
                        <a:pt x="529975" y="324000"/>
                      </a:cubicBezTo>
                      <a:cubicBezTo>
                        <a:pt x="555830" y="324000"/>
                        <a:pt x="586932" y="298632"/>
                        <a:pt x="604133" y="250762"/>
                      </a:cubicBezTo>
                      <a:cubicBezTo>
                        <a:pt x="619170" y="241675"/>
                        <a:pt x="634261" y="231235"/>
                        <a:pt x="648649" y="217064"/>
                      </a:cubicBezTo>
                      <a:cubicBezTo>
                        <a:pt x="648162" y="221932"/>
                        <a:pt x="647892" y="226800"/>
                        <a:pt x="647892" y="231776"/>
                      </a:cubicBezTo>
                      <a:cubicBezTo>
                        <a:pt x="647892" y="279321"/>
                        <a:pt x="668717" y="307989"/>
                        <a:pt x="701928" y="307989"/>
                      </a:cubicBezTo>
                      <a:cubicBezTo>
                        <a:pt x="727945" y="307989"/>
                        <a:pt x="747472" y="289544"/>
                        <a:pt x="761211" y="261904"/>
                      </a:cubicBezTo>
                      <a:cubicBezTo>
                        <a:pt x="762076" y="277807"/>
                        <a:pt x="762617" y="292465"/>
                        <a:pt x="762833" y="305988"/>
                      </a:cubicBezTo>
                      <a:cubicBezTo>
                        <a:pt x="710096" y="330382"/>
                        <a:pt x="651678" y="355156"/>
                        <a:pt x="651678" y="424012"/>
                      </a:cubicBezTo>
                      <a:cubicBezTo>
                        <a:pt x="651678" y="459658"/>
                        <a:pt x="677371" y="486486"/>
                        <a:pt x="710907" y="486486"/>
                      </a:cubicBezTo>
                      <a:cubicBezTo>
                        <a:pt x="784415" y="486486"/>
                        <a:pt x="801183" y="408867"/>
                        <a:pt x="801887" y="318753"/>
                      </a:cubicBezTo>
                      <a:cubicBezTo>
                        <a:pt x="825848" y="308368"/>
                        <a:pt x="843644" y="300362"/>
                        <a:pt x="864198" y="290193"/>
                      </a:cubicBezTo>
                      <a:cubicBezTo>
                        <a:pt x="881778" y="312208"/>
                        <a:pt x="905686" y="323243"/>
                        <a:pt x="927646" y="323243"/>
                      </a:cubicBezTo>
                      <a:cubicBezTo>
                        <a:pt x="969133" y="323243"/>
                        <a:pt x="1000289" y="301282"/>
                        <a:pt x="1025333" y="256658"/>
                      </a:cubicBezTo>
                      <a:cubicBezTo>
                        <a:pt x="1029768" y="290572"/>
                        <a:pt x="1038585" y="323243"/>
                        <a:pt x="1056597" y="323243"/>
                      </a:cubicBezTo>
                      <a:cubicBezTo>
                        <a:pt x="1089484" y="323243"/>
                        <a:pt x="1096137" y="151290"/>
                        <a:pt x="1120586" y="151290"/>
                      </a:cubicBezTo>
                      <a:cubicBezTo>
                        <a:pt x="1139301" y="151290"/>
                        <a:pt x="1123939" y="337360"/>
                        <a:pt x="1173378" y="337360"/>
                      </a:cubicBezTo>
                      <a:cubicBezTo>
                        <a:pt x="1215730" y="337360"/>
                        <a:pt x="1223682" y="173629"/>
                        <a:pt x="1244290" y="173629"/>
                      </a:cubicBezTo>
                      <a:cubicBezTo>
                        <a:pt x="1258894" y="173629"/>
                        <a:pt x="1260030" y="323297"/>
                        <a:pt x="1306115" y="323297"/>
                      </a:cubicBezTo>
                      <a:cubicBezTo>
                        <a:pt x="1328779" y="323297"/>
                        <a:pt x="1353390" y="296035"/>
                        <a:pt x="1365722" y="238916"/>
                      </a:cubicBezTo>
                      <a:cubicBezTo>
                        <a:pt x="1371510" y="276887"/>
                        <a:pt x="1390712" y="323297"/>
                        <a:pt x="1428142" y="323297"/>
                      </a:cubicBezTo>
                      <a:cubicBezTo>
                        <a:pt x="1449995" y="323297"/>
                        <a:pt x="1468818" y="301174"/>
                        <a:pt x="1483314" y="271803"/>
                      </a:cubicBezTo>
                      <a:cubicBezTo>
                        <a:pt x="1487317" y="302039"/>
                        <a:pt x="1495863" y="323297"/>
                        <a:pt x="1512415" y="323297"/>
                      </a:cubicBezTo>
                      <a:cubicBezTo>
                        <a:pt x="1555525" y="323297"/>
                        <a:pt x="1554064" y="151669"/>
                        <a:pt x="1588141" y="151669"/>
                      </a:cubicBezTo>
                      <a:cubicBezTo>
                        <a:pt x="1614753" y="151669"/>
                        <a:pt x="1606478" y="323297"/>
                        <a:pt x="1669817" y="323297"/>
                      </a:cubicBezTo>
                      <a:cubicBezTo>
                        <a:pt x="1699999" y="323297"/>
                        <a:pt x="1714225" y="297604"/>
                        <a:pt x="1722717" y="265366"/>
                      </a:cubicBezTo>
                      <a:cubicBezTo>
                        <a:pt x="1734401" y="312749"/>
                        <a:pt x="1753224" y="323297"/>
                        <a:pt x="1768694" y="323297"/>
                      </a:cubicBezTo>
                      <a:cubicBezTo>
                        <a:pt x="1778484" y="323297"/>
                        <a:pt x="1785895" y="319835"/>
                        <a:pt x="1795631" y="308260"/>
                      </a:cubicBezTo>
                      <a:cubicBezTo>
                        <a:pt x="1746679" y="287002"/>
                        <a:pt x="1750790" y="209707"/>
                        <a:pt x="1750790" y="159782"/>
                      </a:cubicBezTo>
                      <a:close/>
                      <a:moveTo>
                        <a:pt x="713882" y="454411"/>
                      </a:moveTo>
                      <a:cubicBezTo>
                        <a:pt x="698682" y="454411"/>
                        <a:pt x="690623" y="439969"/>
                        <a:pt x="690623" y="423634"/>
                      </a:cubicBezTo>
                      <a:cubicBezTo>
                        <a:pt x="690623" y="379604"/>
                        <a:pt x="722915" y="356292"/>
                        <a:pt x="762779" y="336224"/>
                      </a:cubicBezTo>
                      <a:cubicBezTo>
                        <a:pt x="760940" y="432450"/>
                        <a:pt x="738601" y="454411"/>
                        <a:pt x="713882" y="454411"/>
                      </a:cubicBezTo>
                      <a:close/>
                      <a:moveTo>
                        <a:pt x="911690" y="142582"/>
                      </a:moveTo>
                      <a:cubicBezTo>
                        <a:pt x="926510" y="142582"/>
                        <a:pt x="934948" y="156158"/>
                        <a:pt x="933488" y="175739"/>
                      </a:cubicBezTo>
                      <a:cubicBezTo>
                        <a:pt x="931757" y="198727"/>
                        <a:pt x="915043" y="224961"/>
                        <a:pt x="885997" y="245677"/>
                      </a:cubicBezTo>
                      <a:cubicBezTo>
                        <a:pt x="870797" y="202513"/>
                        <a:pt x="882102" y="142582"/>
                        <a:pt x="911690" y="142582"/>
                      </a:cubicBezTo>
                      <a:close/>
                    </a:path>
                  </a:pathLst>
                </a:custGeom>
                <a:solidFill>
                  <a:srgbClr val="FFFFFF"/>
                </a:solidFill>
                <a:ln w="0" cap="flat">
                  <a:noFill/>
                  <a:prstDash val="solid"/>
                  <a:miter/>
                </a:ln>
              </p:spPr>
              <p:txBody>
                <a:bodyPr rtlCol="0" anchor="ctr"/>
                <a:lstStyle/>
                <a:p>
                  <a:endParaRPr lang="en-GB"/>
                </a:p>
              </p:txBody>
            </p:sp>
            <p:sp>
              <p:nvSpPr>
                <p:cNvPr id="47" name="Freeform: Shape 46">
                  <a:extLst>
                    <a:ext uri="{FF2B5EF4-FFF2-40B4-BE49-F238E27FC236}">
                      <a16:creationId xmlns:a16="http://schemas.microsoft.com/office/drawing/2014/main" id="{6BF816A1-2D9F-8232-9061-09AB9E4B6567}"/>
                    </a:ext>
                  </a:extLst>
                </p:cNvPr>
                <p:cNvSpPr/>
                <p:nvPr/>
              </p:nvSpPr>
              <p:spPr>
                <a:xfrm>
                  <a:off x="10854834" y="232561"/>
                  <a:ext cx="54243" cy="57298"/>
                </a:xfrm>
                <a:custGeom>
                  <a:avLst/>
                  <a:gdLst>
                    <a:gd name="connsiteX0" fmla="*/ 25477 w 49492"/>
                    <a:gd name="connsiteY0" fmla="*/ 52266 h 52281"/>
                    <a:gd name="connsiteX1" fmla="*/ 49493 w 49492"/>
                    <a:gd name="connsiteY1" fmla="*/ 25275 h 52281"/>
                    <a:gd name="connsiteX2" fmla="*/ 25693 w 49492"/>
                    <a:gd name="connsiteY2" fmla="*/ 15 h 52281"/>
                    <a:gd name="connsiteX3" fmla="*/ 0 w 49492"/>
                    <a:gd name="connsiteY3" fmla="*/ 27006 h 52281"/>
                    <a:gd name="connsiteX4" fmla="*/ 25477 w 49492"/>
                    <a:gd name="connsiteY4" fmla="*/ 52266 h 522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92" h="52281">
                      <a:moveTo>
                        <a:pt x="25477" y="52266"/>
                      </a:moveTo>
                      <a:cubicBezTo>
                        <a:pt x="39594" y="51779"/>
                        <a:pt x="49439" y="39663"/>
                        <a:pt x="49493" y="25275"/>
                      </a:cubicBezTo>
                      <a:cubicBezTo>
                        <a:pt x="49547" y="10833"/>
                        <a:pt x="39811" y="-472"/>
                        <a:pt x="25693" y="15"/>
                      </a:cubicBezTo>
                      <a:cubicBezTo>
                        <a:pt x="11575" y="502"/>
                        <a:pt x="54" y="12618"/>
                        <a:pt x="0" y="27006"/>
                      </a:cubicBezTo>
                      <a:cubicBezTo>
                        <a:pt x="-54" y="41448"/>
                        <a:pt x="11359" y="52753"/>
                        <a:pt x="25477" y="52266"/>
                      </a:cubicBezTo>
                      <a:close/>
                    </a:path>
                  </a:pathLst>
                </a:custGeom>
                <a:solidFill>
                  <a:srgbClr val="FFFFFF"/>
                </a:solidFill>
                <a:ln w="0" cap="flat">
                  <a:noFill/>
                  <a:prstDash val="solid"/>
                  <a:miter/>
                </a:ln>
              </p:spPr>
              <p:txBody>
                <a:bodyPr rtlCol="0" anchor="ctr"/>
                <a:lstStyle/>
                <a:p>
                  <a:endParaRPr lang="en-GB"/>
                </a:p>
              </p:txBody>
            </p:sp>
            <p:sp>
              <p:nvSpPr>
                <p:cNvPr id="48" name="Freeform: Shape 47">
                  <a:extLst>
                    <a:ext uri="{FF2B5EF4-FFF2-40B4-BE49-F238E27FC236}">
                      <a16:creationId xmlns:a16="http://schemas.microsoft.com/office/drawing/2014/main" id="{28B1216F-E280-9257-B5DA-560916591AF2}"/>
                    </a:ext>
                  </a:extLst>
                </p:cNvPr>
                <p:cNvSpPr/>
                <p:nvPr/>
              </p:nvSpPr>
              <p:spPr>
                <a:xfrm>
                  <a:off x="11265350" y="243351"/>
                  <a:ext cx="51040" cy="54629"/>
                </a:xfrm>
                <a:custGeom>
                  <a:avLst/>
                  <a:gdLst>
                    <a:gd name="connsiteX0" fmla="*/ 23205 w 46571"/>
                    <a:gd name="connsiteY0" fmla="*/ 49779 h 49845"/>
                    <a:gd name="connsiteX1" fmla="*/ 46572 w 46571"/>
                    <a:gd name="connsiteY1" fmla="*/ 24032 h 49845"/>
                    <a:gd name="connsiteX2" fmla="*/ 23367 w 46571"/>
                    <a:gd name="connsiteY2" fmla="*/ 16 h 49845"/>
                    <a:gd name="connsiteX3" fmla="*/ 0 w 46571"/>
                    <a:gd name="connsiteY3" fmla="*/ 25763 h 49845"/>
                    <a:gd name="connsiteX4" fmla="*/ 23205 w 46571"/>
                    <a:gd name="connsiteY4" fmla="*/ 49833 h 49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71" h="49845">
                      <a:moveTo>
                        <a:pt x="23205" y="49779"/>
                      </a:moveTo>
                      <a:cubicBezTo>
                        <a:pt x="36078" y="49292"/>
                        <a:pt x="46517" y="37771"/>
                        <a:pt x="46572" y="24032"/>
                      </a:cubicBezTo>
                      <a:cubicBezTo>
                        <a:pt x="46626" y="10293"/>
                        <a:pt x="36240" y="-471"/>
                        <a:pt x="23367" y="16"/>
                      </a:cubicBezTo>
                      <a:cubicBezTo>
                        <a:pt x="10493" y="503"/>
                        <a:pt x="54" y="12024"/>
                        <a:pt x="0" y="25763"/>
                      </a:cubicBezTo>
                      <a:cubicBezTo>
                        <a:pt x="0" y="39502"/>
                        <a:pt x="10331" y="50266"/>
                        <a:pt x="23205" y="49833"/>
                      </a:cubicBezTo>
                      <a:close/>
                    </a:path>
                  </a:pathLst>
                </a:custGeom>
                <a:solidFill>
                  <a:srgbClr val="FFFFFF"/>
                </a:solidFill>
                <a:ln w="0" cap="flat">
                  <a:noFill/>
                  <a:prstDash val="solid"/>
                  <a:miter/>
                </a:ln>
              </p:spPr>
              <p:txBody>
                <a:bodyPr rtlCol="0" anchor="ctr"/>
                <a:lstStyle/>
                <a:p>
                  <a:endParaRPr lang="en-GB"/>
                </a:p>
              </p:txBody>
            </p:sp>
          </p:grpSp>
          <p:grpSp>
            <p:nvGrpSpPr>
              <p:cNvPr id="43" name="Group 42">
                <a:extLst>
                  <a:ext uri="{FF2B5EF4-FFF2-40B4-BE49-F238E27FC236}">
                    <a16:creationId xmlns:a16="http://schemas.microsoft.com/office/drawing/2014/main" id="{EBC85268-ACD3-E492-2DE6-7091C2BC688E}"/>
                  </a:ext>
                </a:extLst>
              </p:cNvPr>
              <p:cNvGrpSpPr/>
              <p:nvPr/>
            </p:nvGrpSpPr>
            <p:grpSpPr>
              <a:xfrm>
                <a:off x="11449379" y="198077"/>
                <a:ext cx="416515" cy="392295"/>
                <a:chOff x="11449379" y="198077"/>
                <a:chExt cx="416515" cy="392295"/>
              </a:xfrm>
            </p:grpSpPr>
            <p:sp>
              <p:nvSpPr>
                <p:cNvPr id="44" name="Freeform: Shape 43">
                  <a:extLst>
                    <a:ext uri="{FF2B5EF4-FFF2-40B4-BE49-F238E27FC236}">
                      <a16:creationId xmlns:a16="http://schemas.microsoft.com/office/drawing/2014/main" id="{BEA28CCE-CA83-DABA-026C-D38DF21FDB5B}"/>
                    </a:ext>
                  </a:extLst>
                </p:cNvPr>
                <p:cNvSpPr/>
                <p:nvPr/>
              </p:nvSpPr>
              <p:spPr>
                <a:xfrm>
                  <a:off x="11449379" y="198077"/>
                  <a:ext cx="416515" cy="355908"/>
                </a:xfrm>
                <a:custGeom>
                  <a:avLst/>
                  <a:gdLst>
                    <a:gd name="connsiteX0" fmla="*/ 310045 w 380037"/>
                    <a:gd name="connsiteY0" fmla="*/ 140742 h 324737"/>
                    <a:gd name="connsiteX1" fmla="*/ 251790 w 380037"/>
                    <a:gd name="connsiteY1" fmla="*/ 190559 h 324737"/>
                    <a:gd name="connsiteX2" fmla="*/ 208950 w 380037"/>
                    <a:gd name="connsiteY2" fmla="*/ 262391 h 324737"/>
                    <a:gd name="connsiteX3" fmla="*/ 151020 w 380037"/>
                    <a:gd name="connsiteY3" fmla="*/ 314913 h 324737"/>
                    <a:gd name="connsiteX4" fmla="*/ 71129 w 380037"/>
                    <a:gd name="connsiteY4" fmla="*/ 319186 h 324737"/>
                    <a:gd name="connsiteX5" fmla="*/ 0 w 380037"/>
                    <a:gd name="connsiteY5" fmla="*/ 213818 h 324737"/>
                    <a:gd name="connsiteX6" fmla="*/ 207274 w 380037"/>
                    <a:gd name="connsiteY6" fmla="*/ 0 h 324737"/>
                    <a:gd name="connsiteX7" fmla="*/ 207274 w 380037"/>
                    <a:gd name="connsiteY7" fmla="*/ 0 h 324737"/>
                    <a:gd name="connsiteX8" fmla="*/ 207274 w 380037"/>
                    <a:gd name="connsiteY8" fmla="*/ 0 h 324737"/>
                    <a:gd name="connsiteX9" fmla="*/ 216415 w 380037"/>
                    <a:gd name="connsiteY9" fmla="*/ 3732 h 324737"/>
                    <a:gd name="connsiteX10" fmla="*/ 320430 w 380037"/>
                    <a:gd name="connsiteY10" fmla="*/ 68208 h 324737"/>
                    <a:gd name="connsiteX11" fmla="*/ 380037 w 380037"/>
                    <a:gd name="connsiteY11" fmla="*/ 159025 h 324737"/>
                    <a:gd name="connsiteX12" fmla="*/ 310099 w 380037"/>
                    <a:gd name="connsiteY12" fmla="*/ 140797 h 324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0037" h="324737">
                      <a:moveTo>
                        <a:pt x="310045" y="140742"/>
                      </a:moveTo>
                      <a:cubicBezTo>
                        <a:pt x="283595" y="146909"/>
                        <a:pt x="265745" y="168707"/>
                        <a:pt x="251790" y="190559"/>
                      </a:cubicBezTo>
                      <a:cubicBezTo>
                        <a:pt x="236753" y="214089"/>
                        <a:pt x="224745" y="239349"/>
                        <a:pt x="208950" y="262391"/>
                      </a:cubicBezTo>
                      <a:cubicBezTo>
                        <a:pt x="193967" y="284189"/>
                        <a:pt x="175414" y="303770"/>
                        <a:pt x="151020" y="314913"/>
                      </a:cubicBezTo>
                      <a:cubicBezTo>
                        <a:pt x="126625" y="326055"/>
                        <a:pt x="97416" y="328057"/>
                        <a:pt x="71129" y="319186"/>
                      </a:cubicBezTo>
                      <a:cubicBezTo>
                        <a:pt x="28830" y="302093"/>
                        <a:pt x="0" y="259470"/>
                        <a:pt x="0" y="213818"/>
                      </a:cubicBezTo>
                      <a:cubicBezTo>
                        <a:pt x="0" y="97200"/>
                        <a:pt x="160864" y="55659"/>
                        <a:pt x="207274" y="0"/>
                      </a:cubicBezTo>
                      <a:cubicBezTo>
                        <a:pt x="207274" y="0"/>
                        <a:pt x="207274" y="0"/>
                        <a:pt x="207274" y="0"/>
                      </a:cubicBezTo>
                      <a:lnTo>
                        <a:pt x="207274" y="0"/>
                      </a:lnTo>
                      <a:cubicBezTo>
                        <a:pt x="210357" y="1190"/>
                        <a:pt x="213386" y="2434"/>
                        <a:pt x="216415" y="3732"/>
                      </a:cubicBezTo>
                      <a:cubicBezTo>
                        <a:pt x="254116" y="19581"/>
                        <a:pt x="290140" y="40513"/>
                        <a:pt x="320430" y="68208"/>
                      </a:cubicBezTo>
                      <a:cubicBezTo>
                        <a:pt x="348449" y="93955"/>
                        <a:pt x="369598" y="124353"/>
                        <a:pt x="380037" y="159025"/>
                      </a:cubicBezTo>
                      <a:cubicBezTo>
                        <a:pt x="362458" y="141446"/>
                        <a:pt x="334061" y="135225"/>
                        <a:pt x="310099" y="140797"/>
                      </a:cubicBezTo>
                      <a:close/>
                    </a:path>
                  </a:pathLst>
                </a:custGeom>
                <a:solidFill>
                  <a:srgbClr val="FFFFFF"/>
                </a:solidFill>
                <a:ln w="0" cap="flat">
                  <a:noFill/>
                  <a:prstDash val="solid"/>
                  <a:miter/>
                </a:ln>
              </p:spPr>
              <p:txBody>
                <a:bodyPr rtlCol="0" anchor="ctr"/>
                <a:lstStyle/>
                <a:p>
                  <a:endParaRPr lang="en-GB"/>
                </a:p>
              </p:txBody>
            </p:sp>
            <p:sp>
              <p:nvSpPr>
                <p:cNvPr id="45" name="Freeform: Shape 44">
                  <a:extLst>
                    <a:ext uri="{FF2B5EF4-FFF2-40B4-BE49-F238E27FC236}">
                      <a16:creationId xmlns:a16="http://schemas.microsoft.com/office/drawing/2014/main" id="{715A826B-0729-14AD-2272-717C8C3B9B90}"/>
                    </a:ext>
                  </a:extLst>
                </p:cNvPr>
                <p:cNvSpPr/>
                <p:nvPr/>
              </p:nvSpPr>
              <p:spPr>
                <a:xfrm>
                  <a:off x="11586442" y="365928"/>
                  <a:ext cx="275283" cy="224444"/>
                </a:xfrm>
                <a:custGeom>
                  <a:avLst/>
                  <a:gdLst>
                    <a:gd name="connsiteX0" fmla="*/ 246976 w 251173"/>
                    <a:gd name="connsiteY0" fmla="*/ 81653 h 204786"/>
                    <a:gd name="connsiteX1" fmla="*/ 188720 w 251173"/>
                    <a:gd name="connsiteY1" fmla="*/ 138069 h 204786"/>
                    <a:gd name="connsiteX2" fmla="*/ 105584 w 251173"/>
                    <a:gd name="connsiteY2" fmla="*/ 112323 h 204786"/>
                    <a:gd name="connsiteX3" fmla="*/ 165840 w 251173"/>
                    <a:gd name="connsiteY3" fmla="*/ 166034 h 204786"/>
                    <a:gd name="connsiteX4" fmla="*/ 87410 w 251173"/>
                    <a:gd name="connsiteY4" fmla="*/ 201084 h 204786"/>
                    <a:gd name="connsiteX5" fmla="*/ 41054 w 251173"/>
                    <a:gd name="connsiteY5" fmla="*/ 204654 h 204786"/>
                    <a:gd name="connsiteX6" fmla="*/ 0 w 251173"/>
                    <a:gd name="connsiteY6" fmla="*/ 193999 h 204786"/>
                    <a:gd name="connsiteX7" fmla="*/ 64421 w 251173"/>
                    <a:gd name="connsiteY7" fmla="*/ 153323 h 204786"/>
                    <a:gd name="connsiteX8" fmla="*/ 103096 w 251173"/>
                    <a:gd name="connsiteY8" fmla="*/ 95879 h 204786"/>
                    <a:gd name="connsiteX9" fmla="*/ 138309 w 251173"/>
                    <a:gd name="connsiteY9" fmla="*/ 32648 h 204786"/>
                    <a:gd name="connsiteX10" fmla="*/ 189045 w 251173"/>
                    <a:gd name="connsiteY10" fmla="*/ 86 h 204786"/>
                    <a:gd name="connsiteX11" fmla="*/ 245082 w 251173"/>
                    <a:gd name="connsiteY11" fmla="*/ 29457 h 204786"/>
                    <a:gd name="connsiteX12" fmla="*/ 246976 w 251173"/>
                    <a:gd name="connsiteY12" fmla="*/ 81653 h 204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173" h="204786">
                      <a:moveTo>
                        <a:pt x="246976" y="81653"/>
                      </a:moveTo>
                      <a:cubicBezTo>
                        <a:pt x="238105" y="108644"/>
                        <a:pt x="216090" y="130280"/>
                        <a:pt x="188720" y="138069"/>
                      </a:cubicBezTo>
                      <a:cubicBezTo>
                        <a:pt x="157456" y="146994"/>
                        <a:pt x="126246" y="137312"/>
                        <a:pt x="105584" y="112323"/>
                      </a:cubicBezTo>
                      <a:cubicBezTo>
                        <a:pt x="107910" y="144885"/>
                        <a:pt x="133765" y="166467"/>
                        <a:pt x="165840" y="166034"/>
                      </a:cubicBezTo>
                      <a:cubicBezTo>
                        <a:pt x="145286" y="186318"/>
                        <a:pt x="115212" y="196108"/>
                        <a:pt x="87410" y="201084"/>
                      </a:cubicBezTo>
                      <a:cubicBezTo>
                        <a:pt x="72156" y="203789"/>
                        <a:pt x="56524" y="205249"/>
                        <a:pt x="41054" y="204654"/>
                      </a:cubicBezTo>
                      <a:cubicBezTo>
                        <a:pt x="27370" y="204113"/>
                        <a:pt x="11467" y="202274"/>
                        <a:pt x="0" y="193999"/>
                      </a:cubicBezTo>
                      <a:cubicBezTo>
                        <a:pt x="24773" y="186480"/>
                        <a:pt x="46842" y="172254"/>
                        <a:pt x="64421" y="153323"/>
                      </a:cubicBezTo>
                      <a:cubicBezTo>
                        <a:pt x="80270" y="136230"/>
                        <a:pt x="92116" y="116271"/>
                        <a:pt x="103096" y="95879"/>
                      </a:cubicBezTo>
                      <a:cubicBezTo>
                        <a:pt x="114076" y="75487"/>
                        <a:pt x="124299" y="52283"/>
                        <a:pt x="138309" y="32648"/>
                      </a:cubicBezTo>
                      <a:cubicBezTo>
                        <a:pt x="150641" y="15285"/>
                        <a:pt x="166868" y="1167"/>
                        <a:pt x="189045" y="86"/>
                      </a:cubicBezTo>
                      <a:cubicBezTo>
                        <a:pt x="212033" y="-996"/>
                        <a:pt x="234427" y="8145"/>
                        <a:pt x="245082" y="29457"/>
                      </a:cubicBezTo>
                      <a:cubicBezTo>
                        <a:pt x="253142" y="45954"/>
                        <a:pt x="252601" y="64561"/>
                        <a:pt x="246976" y="81653"/>
                      </a:cubicBezTo>
                      <a:close/>
                    </a:path>
                  </a:pathLst>
                </a:custGeom>
                <a:solidFill>
                  <a:srgbClr val="FFFFFF"/>
                </a:solidFill>
                <a:ln w="0" cap="flat">
                  <a:noFill/>
                  <a:prstDash val="solid"/>
                  <a:miter/>
                </a:ln>
              </p:spPr>
              <p:txBody>
                <a:bodyPr rtlCol="0" anchor="ctr"/>
                <a:lstStyle/>
                <a:p>
                  <a:endParaRPr lang="en-GB"/>
                </a:p>
              </p:txBody>
            </p:sp>
          </p:grpSp>
        </p:grpSp>
      </p:grpSp>
      <p:sp>
        <p:nvSpPr>
          <p:cNvPr id="3" name="Rectangle 27">
            <a:extLst>
              <a:ext uri="{FF2B5EF4-FFF2-40B4-BE49-F238E27FC236}">
                <a16:creationId xmlns:a16="http://schemas.microsoft.com/office/drawing/2014/main" id="{A15AE989-0790-0CB7-3F7A-51CA00491C35}"/>
              </a:ext>
            </a:extLst>
          </p:cNvPr>
          <p:cNvSpPr/>
          <p:nvPr/>
        </p:nvSpPr>
        <p:spPr>
          <a:xfrm>
            <a:off x="404813" y="6517871"/>
            <a:ext cx="3410847" cy="219456"/>
          </a:xfrm>
          <a:prstGeom prst="rect">
            <a:avLst/>
          </a:prstGeom>
        </p:spPr>
        <p:txBody>
          <a:bodyPr wrap="square" lIns="0" tIns="0" rIns="0" bIns="0" anchor="ctr" anchorCtr="0">
            <a:noAutofit/>
          </a:bodyPr>
          <a:lstStyle/>
          <a:p>
            <a:r>
              <a:rPr lang="it-IT" sz="700" kern="0">
                <a:solidFill>
                  <a:srgbClr val="A6A6A6"/>
                </a:solidFill>
                <a:latin typeface="Ubuntu" panose="020B0504030602030204" pitchFamily="34" charset="0"/>
                <a:cs typeface="Arial" panose="020B0604020202020204" pitchFamily="34" charset="0"/>
              </a:rPr>
              <a:t>CAPGEMINI PROPOSAL FOR VIRGIN MEDIA O2    |    V1</a:t>
            </a:r>
          </a:p>
        </p:txBody>
      </p:sp>
      <p:grpSp>
        <p:nvGrpSpPr>
          <p:cNvPr id="7" name="Group 6">
            <a:extLst>
              <a:ext uri="{FF2B5EF4-FFF2-40B4-BE49-F238E27FC236}">
                <a16:creationId xmlns:a16="http://schemas.microsoft.com/office/drawing/2014/main" id="{547EE5F6-6193-F772-0C07-8B8909EC2C02}"/>
              </a:ext>
            </a:extLst>
          </p:cNvPr>
          <p:cNvGrpSpPr/>
          <p:nvPr/>
        </p:nvGrpSpPr>
        <p:grpSpPr>
          <a:xfrm>
            <a:off x="7227070" y="6517658"/>
            <a:ext cx="4746321" cy="219669"/>
            <a:chOff x="7227070" y="6517658"/>
            <a:chExt cx="4746321" cy="219669"/>
          </a:xfrm>
        </p:grpSpPr>
        <p:sp>
          <p:nvSpPr>
            <p:cNvPr id="8" name="Rectangle 27">
              <a:extLst>
                <a:ext uri="{FF2B5EF4-FFF2-40B4-BE49-F238E27FC236}">
                  <a16:creationId xmlns:a16="http://schemas.microsoft.com/office/drawing/2014/main" id="{BB45B5C8-8E24-CBD8-CAE1-153F8453126D}"/>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a:t>
              </a:r>
            </a:p>
          </p:txBody>
        </p:sp>
        <p:sp>
          <p:nvSpPr>
            <p:cNvPr id="9" name="Rectangle 43">
              <a:extLst>
                <a:ext uri="{FF2B5EF4-FFF2-40B4-BE49-F238E27FC236}">
                  <a16:creationId xmlns:a16="http://schemas.microsoft.com/office/drawing/2014/main" id="{1613A654-96C1-CB28-3113-AE49A84924D9}"/>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23</a:t>
              </a:fld>
              <a:endParaRPr lang="en-US"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A13DFB69-8FE0-118F-3F2A-30C727774313}"/>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620" marR="2540">
              <a:lnSpc>
                <a:spcPct val="120000"/>
              </a:lnSpc>
              <a:spcBef>
                <a:spcPts val="0"/>
              </a:spcBef>
            </a:pPr>
            <a:r>
              <a:rPr lang="en-GB" sz="4800" spc="-6">
                <a:solidFill>
                  <a:schemeClr val="accent1"/>
                </a:solidFill>
                <a:latin typeface="Ubuntu"/>
              </a:rPr>
              <a:t>6.</a:t>
            </a:r>
            <a:endParaRPr lang="en-US">
              <a:solidFill>
                <a:schemeClr val="accent1"/>
              </a:solidFill>
              <a:latin typeface="Ubuntu"/>
            </a:endParaRPr>
          </a:p>
          <a:p>
            <a:pPr marL="7620" marR="2540">
              <a:lnSpc>
                <a:spcPct val="120000"/>
              </a:lnSpc>
              <a:spcBef>
                <a:spcPts val="0"/>
              </a:spcBef>
            </a:pPr>
            <a:r>
              <a:rPr lang="en-GB" sz="2800" b="1" spc="-6">
                <a:latin typeface="Ubuntu"/>
              </a:rPr>
              <a:t>Measurement</a:t>
            </a:r>
          </a:p>
          <a:p>
            <a:pPr marL="7620" marR="2540">
              <a:lnSpc>
                <a:spcPct val="120000"/>
              </a:lnSpc>
              <a:spcBef>
                <a:spcPts val="0"/>
              </a:spcBef>
            </a:pPr>
            <a:r>
              <a:rPr lang="en-GB" sz="2800" b="1" spc="-6">
                <a:latin typeface="Ubuntu"/>
              </a:rPr>
              <a:t>and Reporting</a:t>
            </a:r>
          </a:p>
        </p:txBody>
      </p:sp>
      <p:sp>
        <p:nvSpPr>
          <p:cNvPr id="11" name="TextBox 10">
            <a:extLst>
              <a:ext uri="{FF2B5EF4-FFF2-40B4-BE49-F238E27FC236}">
                <a16:creationId xmlns:a16="http://schemas.microsoft.com/office/drawing/2014/main" id="{19FF0D0A-0FEB-AC4C-6B21-FDF78A1F256F}"/>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2.5</a:t>
            </a:r>
          </a:p>
          <a:p>
            <a:pPr marL="0" lvl="1" algn="ctr">
              <a:lnSpc>
                <a:spcPct val="115000"/>
              </a:lnSpc>
              <a:buClr>
                <a:srgbClr val="4472C4"/>
              </a:buClr>
            </a:pPr>
            <a:r>
              <a:rPr lang="en-GB" sz="1100" b="1">
                <a:solidFill>
                  <a:schemeClr val="bg1"/>
                </a:solidFill>
                <a:effectLst/>
                <a:ea typeface="Times New Roman" panose="02020603050405020304" pitchFamily="18" charset="0"/>
              </a:rPr>
              <a:t>Measurement and Reporting: </a:t>
            </a:r>
            <a:r>
              <a:rPr lang="en-GB" sz="1100" b="0">
                <a:solidFill>
                  <a:schemeClr val="bg1"/>
                </a:solidFill>
                <a:effectLst/>
                <a:ea typeface="Times New Roman" panose="02020603050405020304" pitchFamily="18" charset="0"/>
              </a:rPr>
              <a:t>Outline the metrics and reporting processes that will be used to track savings and performance.</a:t>
            </a:r>
          </a:p>
        </p:txBody>
      </p:sp>
    </p:spTree>
    <p:extLst>
      <p:ext uri="{BB962C8B-B14F-4D97-AF65-F5344CB8AC3E}">
        <p14:creationId xmlns:p14="http://schemas.microsoft.com/office/powerpoint/2010/main" val="1525462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vert="horz" lIns="0" tIns="0" rIns="0" bIns="0" rtlCol="0" anchor="b">
            <a:noAutofit/>
          </a:bodyPr>
          <a:lstStyle/>
          <a:p>
            <a:r>
              <a:rPr lang="en-US" sz="2700"/>
              <a:t>Cost Transformation Measurement and Reporting</a:t>
            </a:r>
            <a:br>
              <a:rPr lang="en-US" sz="2700"/>
            </a:br>
            <a:endParaRPr lang="en-GB" sz="2700"/>
          </a:p>
        </p:txBody>
      </p:sp>
      <p:sp>
        <p:nvSpPr>
          <p:cNvPr id="28" name="Rectangle 27">
            <a:extLst>
              <a:ext uri="{FF2B5EF4-FFF2-40B4-BE49-F238E27FC236}">
                <a16:creationId xmlns:a16="http://schemas.microsoft.com/office/drawing/2014/main" id="{62ABE971-430F-4A9E-6EC9-0695A44072A3}"/>
              </a:ext>
            </a:extLst>
          </p:cNvPr>
          <p:cNvSpPr/>
          <p:nvPr/>
        </p:nvSpPr>
        <p:spPr>
          <a:xfrm>
            <a:off x="11352585" y="0"/>
            <a:ext cx="839415" cy="720000"/>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Rectangle 5">
            <a:extLst>
              <a:ext uri="{FF2B5EF4-FFF2-40B4-BE49-F238E27FC236}">
                <a16:creationId xmlns:a16="http://schemas.microsoft.com/office/drawing/2014/main" id="{CCC6ACC6-0E9E-43CE-8C9D-0B6903F01548}"/>
              </a:ext>
            </a:extLst>
          </p:cNvPr>
          <p:cNvSpPr/>
          <p:nvPr/>
        </p:nvSpPr>
        <p:spPr>
          <a:xfrm>
            <a:off x="379124" y="3717827"/>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Network Optimization</a:t>
            </a:r>
          </a:p>
        </p:txBody>
      </p:sp>
      <p:sp>
        <p:nvSpPr>
          <p:cNvPr id="15" name="Rectangle 14">
            <a:extLst>
              <a:ext uri="{FF2B5EF4-FFF2-40B4-BE49-F238E27FC236}">
                <a16:creationId xmlns:a16="http://schemas.microsoft.com/office/drawing/2014/main" id="{B548C115-F8B0-A8D6-BCFC-854E7BAD117E}"/>
              </a:ext>
            </a:extLst>
          </p:cNvPr>
          <p:cNvSpPr/>
          <p:nvPr/>
        </p:nvSpPr>
        <p:spPr>
          <a:xfrm>
            <a:off x="379124" y="4144322"/>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Network Deployment</a:t>
            </a:r>
          </a:p>
        </p:txBody>
      </p:sp>
      <p:sp>
        <p:nvSpPr>
          <p:cNvPr id="29" name="Rectangle 28">
            <a:extLst>
              <a:ext uri="{FF2B5EF4-FFF2-40B4-BE49-F238E27FC236}">
                <a16:creationId xmlns:a16="http://schemas.microsoft.com/office/drawing/2014/main" id="{78BF5EE7-549A-8476-C001-0412DBF374B2}"/>
              </a:ext>
            </a:extLst>
          </p:cNvPr>
          <p:cNvSpPr/>
          <p:nvPr/>
        </p:nvSpPr>
        <p:spPr>
          <a:xfrm>
            <a:off x="379124" y="4570817"/>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Care/Support Optimization</a:t>
            </a:r>
          </a:p>
        </p:txBody>
      </p:sp>
      <p:sp>
        <p:nvSpPr>
          <p:cNvPr id="31" name="Rectangle 30">
            <a:extLst>
              <a:ext uri="{FF2B5EF4-FFF2-40B4-BE49-F238E27FC236}">
                <a16:creationId xmlns:a16="http://schemas.microsoft.com/office/drawing/2014/main" id="{2B194DEB-EAA5-BE53-196E-A35E8DD95FB6}"/>
              </a:ext>
            </a:extLst>
          </p:cNvPr>
          <p:cNvSpPr/>
          <p:nvPr/>
        </p:nvSpPr>
        <p:spPr>
          <a:xfrm>
            <a:off x="379124" y="4997312"/>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Operational Excellence</a:t>
            </a:r>
          </a:p>
        </p:txBody>
      </p:sp>
      <p:sp>
        <p:nvSpPr>
          <p:cNvPr id="32" name="Rectangle 31">
            <a:extLst>
              <a:ext uri="{FF2B5EF4-FFF2-40B4-BE49-F238E27FC236}">
                <a16:creationId xmlns:a16="http://schemas.microsoft.com/office/drawing/2014/main" id="{624DBEC9-6BB1-66F1-D7A8-9E92B55E4176}"/>
              </a:ext>
            </a:extLst>
          </p:cNvPr>
          <p:cNvSpPr/>
          <p:nvPr/>
        </p:nvSpPr>
        <p:spPr>
          <a:xfrm>
            <a:off x="379124" y="5423807"/>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Automation</a:t>
            </a:r>
          </a:p>
        </p:txBody>
      </p:sp>
      <p:sp>
        <p:nvSpPr>
          <p:cNvPr id="34" name="Rectangle 33">
            <a:extLst>
              <a:ext uri="{FF2B5EF4-FFF2-40B4-BE49-F238E27FC236}">
                <a16:creationId xmlns:a16="http://schemas.microsoft.com/office/drawing/2014/main" id="{6DD43F45-1258-749F-894C-CAE20CDEFFBE}"/>
              </a:ext>
            </a:extLst>
          </p:cNvPr>
          <p:cNvSpPr/>
          <p:nvPr/>
        </p:nvSpPr>
        <p:spPr>
          <a:xfrm>
            <a:off x="379124" y="5850300"/>
            <a:ext cx="1854200" cy="345358"/>
          </a:xfrm>
          <a:prstGeom prst="rect">
            <a:avLst/>
          </a:prstGeom>
          <a:solidFill>
            <a:schemeClr val="accent2">
              <a:lumMod val="50000"/>
            </a:scheme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t>Partner/Vendor Optimization</a:t>
            </a:r>
            <a:endParaRPr lang="en-US" sz="1000"/>
          </a:p>
        </p:txBody>
      </p:sp>
      <p:sp>
        <p:nvSpPr>
          <p:cNvPr id="35" name="TextBox 34">
            <a:extLst>
              <a:ext uri="{FF2B5EF4-FFF2-40B4-BE49-F238E27FC236}">
                <a16:creationId xmlns:a16="http://schemas.microsoft.com/office/drawing/2014/main" id="{347B2529-4BF0-1EAF-68D4-1B389211D17C}"/>
              </a:ext>
            </a:extLst>
          </p:cNvPr>
          <p:cNvSpPr txBox="1"/>
          <p:nvPr/>
        </p:nvSpPr>
        <p:spPr>
          <a:xfrm>
            <a:off x="515783" y="3360155"/>
            <a:ext cx="1580882" cy="369332"/>
          </a:xfrm>
          <a:prstGeom prst="rect">
            <a:avLst/>
          </a:prstGeom>
          <a:noFill/>
        </p:spPr>
        <p:txBody>
          <a:bodyPr wrap="none" rtlCol="0">
            <a:spAutoFit/>
          </a:bodyPr>
          <a:lstStyle/>
          <a:p>
            <a:r>
              <a:rPr lang="en-IN">
                <a:solidFill>
                  <a:schemeClr val="bg1"/>
                </a:solidFill>
              </a:rPr>
              <a:t>Workstreams</a:t>
            </a:r>
            <a:endParaRPr lang="en-US">
              <a:solidFill>
                <a:schemeClr val="bg1"/>
              </a:solidFill>
            </a:endParaRPr>
          </a:p>
        </p:txBody>
      </p:sp>
      <p:sp>
        <p:nvSpPr>
          <p:cNvPr id="51" name="Arrow: Pentagon 50">
            <a:extLst>
              <a:ext uri="{FF2B5EF4-FFF2-40B4-BE49-F238E27FC236}">
                <a16:creationId xmlns:a16="http://schemas.microsoft.com/office/drawing/2014/main" id="{EDE0492A-31F6-C452-297E-EDB82170FC0E}"/>
              </a:ext>
            </a:extLst>
          </p:cNvPr>
          <p:cNvSpPr/>
          <p:nvPr/>
        </p:nvSpPr>
        <p:spPr>
          <a:xfrm>
            <a:off x="2360324" y="3717827"/>
            <a:ext cx="381000" cy="2477831"/>
          </a:xfrm>
          <a:prstGeom prst="homePlate">
            <a:avLst>
              <a:gd name="adj" fmla="val 100000"/>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0" name="TextBox 59">
            <a:extLst>
              <a:ext uri="{FF2B5EF4-FFF2-40B4-BE49-F238E27FC236}">
                <a16:creationId xmlns:a16="http://schemas.microsoft.com/office/drawing/2014/main" id="{FFAFE5E5-379F-4262-7072-54AB8031B557}"/>
              </a:ext>
            </a:extLst>
          </p:cNvPr>
          <p:cNvSpPr txBox="1"/>
          <p:nvPr/>
        </p:nvSpPr>
        <p:spPr>
          <a:xfrm>
            <a:off x="5175603" y="3418502"/>
            <a:ext cx="2138727" cy="369332"/>
          </a:xfrm>
          <a:prstGeom prst="rect">
            <a:avLst/>
          </a:prstGeom>
          <a:noFill/>
        </p:spPr>
        <p:txBody>
          <a:bodyPr wrap="none" rtlCol="0">
            <a:spAutoFit/>
          </a:bodyPr>
          <a:lstStyle/>
          <a:p>
            <a:r>
              <a:rPr lang="en-IN">
                <a:solidFill>
                  <a:schemeClr val="bg1"/>
                </a:solidFill>
              </a:rPr>
              <a:t>Indicative Metrics*</a:t>
            </a:r>
            <a:endParaRPr lang="en-US">
              <a:solidFill>
                <a:schemeClr val="bg1"/>
              </a:solidFill>
            </a:endParaRPr>
          </a:p>
        </p:txBody>
      </p:sp>
      <p:grpSp>
        <p:nvGrpSpPr>
          <p:cNvPr id="88" name="Group 87">
            <a:extLst>
              <a:ext uri="{FF2B5EF4-FFF2-40B4-BE49-F238E27FC236}">
                <a16:creationId xmlns:a16="http://schemas.microsoft.com/office/drawing/2014/main" id="{899E178D-C5A5-EB82-7E27-AC0D16713AA2}"/>
              </a:ext>
            </a:extLst>
          </p:cNvPr>
          <p:cNvGrpSpPr/>
          <p:nvPr/>
        </p:nvGrpSpPr>
        <p:grpSpPr>
          <a:xfrm>
            <a:off x="2868324" y="3890506"/>
            <a:ext cx="6388055" cy="2051338"/>
            <a:chOff x="2883536" y="1944659"/>
            <a:chExt cx="5090160" cy="2473182"/>
          </a:xfrm>
        </p:grpSpPr>
        <p:sp>
          <p:nvSpPr>
            <p:cNvPr id="53" name="Rectangle 52">
              <a:extLst>
                <a:ext uri="{FF2B5EF4-FFF2-40B4-BE49-F238E27FC236}">
                  <a16:creationId xmlns:a16="http://schemas.microsoft.com/office/drawing/2014/main" id="{42F874CE-B042-5A03-49B2-BF2EB5108892}"/>
                </a:ext>
              </a:extLst>
            </p:cNvPr>
            <p:cNvSpPr/>
            <p:nvPr/>
          </p:nvSpPr>
          <p:spPr>
            <a:xfrm>
              <a:off x="2883536" y="1944659"/>
              <a:ext cx="5090160" cy="1198348"/>
            </a:xfrm>
            <a:prstGeom prst="rect">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54" name="Rectangle 53">
              <a:extLst>
                <a:ext uri="{FF2B5EF4-FFF2-40B4-BE49-F238E27FC236}">
                  <a16:creationId xmlns:a16="http://schemas.microsoft.com/office/drawing/2014/main" id="{E73E50EA-03D4-1F4C-5DB0-6A44528057F2}"/>
                </a:ext>
              </a:extLst>
            </p:cNvPr>
            <p:cNvSpPr/>
            <p:nvPr/>
          </p:nvSpPr>
          <p:spPr>
            <a:xfrm>
              <a:off x="2883536" y="3219493"/>
              <a:ext cx="5090160" cy="1198348"/>
            </a:xfrm>
            <a:prstGeom prst="rect">
              <a:avLst/>
            </a:prstGeom>
            <a:noFill/>
            <a:ln w="6350">
              <a:solidFill>
                <a:schemeClr val="bg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61" name="Arrow: Pentagon 60">
              <a:extLst>
                <a:ext uri="{FF2B5EF4-FFF2-40B4-BE49-F238E27FC236}">
                  <a16:creationId xmlns:a16="http://schemas.microsoft.com/office/drawing/2014/main" id="{33788A67-015E-B8ED-9F3F-2D2A60264DF8}"/>
                </a:ext>
              </a:extLst>
            </p:cNvPr>
            <p:cNvSpPr/>
            <p:nvPr/>
          </p:nvSpPr>
          <p:spPr>
            <a:xfrm>
              <a:off x="3536316" y="2049962"/>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Operational Cost Savings</a:t>
              </a:r>
            </a:p>
          </p:txBody>
        </p:sp>
        <p:sp>
          <p:nvSpPr>
            <p:cNvPr id="64" name="Arrow: Pentagon 63">
              <a:extLst>
                <a:ext uri="{FF2B5EF4-FFF2-40B4-BE49-F238E27FC236}">
                  <a16:creationId xmlns:a16="http://schemas.microsoft.com/office/drawing/2014/main" id="{2B7CC6A4-43E8-F545-7F2C-E6BA89A37BC0}"/>
                </a:ext>
              </a:extLst>
            </p:cNvPr>
            <p:cNvSpPr/>
            <p:nvPr/>
          </p:nvSpPr>
          <p:spPr>
            <a:xfrm>
              <a:off x="4643651" y="2049962"/>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Vendor Contract Savings</a:t>
              </a:r>
            </a:p>
          </p:txBody>
        </p:sp>
        <p:sp>
          <p:nvSpPr>
            <p:cNvPr id="74" name="Arrow: Pentagon 73">
              <a:extLst>
                <a:ext uri="{FF2B5EF4-FFF2-40B4-BE49-F238E27FC236}">
                  <a16:creationId xmlns:a16="http://schemas.microsoft.com/office/drawing/2014/main" id="{A8F9023F-F1A6-F792-A2D7-EAED2A2860CB}"/>
                </a:ext>
              </a:extLst>
            </p:cNvPr>
            <p:cNvSpPr/>
            <p:nvPr/>
          </p:nvSpPr>
          <p:spPr>
            <a:xfrm>
              <a:off x="5750986" y="2049962"/>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Maintenance Cost Reduction</a:t>
              </a:r>
            </a:p>
          </p:txBody>
        </p:sp>
        <p:sp>
          <p:nvSpPr>
            <p:cNvPr id="76" name="Arrow: Pentagon 75">
              <a:extLst>
                <a:ext uri="{FF2B5EF4-FFF2-40B4-BE49-F238E27FC236}">
                  <a16:creationId xmlns:a16="http://schemas.microsoft.com/office/drawing/2014/main" id="{5BA7CEA1-67C7-AE0E-8541-83A89A97D843}"/>
                </a:ext>
              </a:extLst>
            </p:cNvPr>
            <p:cNvSpPr/>
            <p:nvPr/>
          </p:nvSpPr>
          <p:spPr>
            <a:xfrm>
              <a:off x="6858321" y="2049962"/>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t>Cost savings due to workforce optimization</a:t>
              </a:r>
              <a:endParaRPr lang="en-US" sz="1000" err="1"/>
            </a:p>
          </p:txBody>
        </p:sp>
        <p:sp>
          <p:nvSpPr>
            <p:cNvPr id="82" name="Arrow: Pentagon 81">
              <a:extLst>
                <a:ext uri="{FF2B5EF4-FFF2-40B4-BE49-F238E27FC236}">
                  <a16:creationId xmlns:a16="http://schemas.microsoft.com/office/drawing/2014/main" id="{907BD80D-8387-4419-F833-817E38FEDBC6}"/>
                </a:ext>
              </a:extLst>
            </p:cNvPr>
            <p:cNvSpPr/>
            <p:nvPr/>
          </p:nvSpPr>
          <p:spPr>
            <a:xfrm>
              <a:off x="3536316" y="3296168"/>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Infrastructure Consolidation Savings:</a:t>
              </a:r>
            </a:p>
          </p:txBody>
        </p:sp>
        <p:sp>
          <p:nvSpPr>
            <p:cNvPr id="83" name="Arrow: Pentagon 82">
              <a:extLst>
                <a:ext uri="{FF2B5EF4-FFF2-40B4-BE49-F238E27FC236}">
                  <a16:creationId xmlns:a16="http://schemas.microsoft.com/office/drawing/2014/main" id="{152D9DAF-4B9F-47EB-18FA-44C6031A0DC2}"/>
                </a:ext>
              </a:extLst>
            </p:cNvPr>
            <p:cNvSpPr/>
            <p:nvPr/>
          </p:nvSpPr>
          <p:spPr>
            <a:xfrm>
              <a:off x="4643651" y="3296168"/>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Network Expansion Optimization  Cost Savings</a:t>
              </a:r>
            </a:p>
          </p:txBody>
        </p:sp>
        <p:sp>
          <p:nvSpPr>
            <p:cNvPr id="84" name="Arrow: Pentagon 83">
              <a:extLst>
                <a:ext uri="{FF2B5EF4-FFF2-40B4-BE49-F238E27FC236}">
                  <a16:creationId xmlns:a16="http://schemas.microsoft.com/office/drawing/2014/main" id="{7F8F1EE3-3238-9D5D-B342-FD822132209E}"/>
                </a:ext>
              </a:extLst>
            </p:cNvPr>
            <p:cNvSpPr/>
            <p:nvPr/>
          </p:nvSpPr>
          <p:spPr>
            <a:xfrm>
              <a:off x="5750986" y="3296168"/>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t>Equipment and Hardware Cost Reduction</a:t>
              </a:r>
              <a:endParaRPr lang="en-US" sz="1000" err="1"/>
            </a:p>
          </p:txBody>
        </p:sp>
        <p:sp>
          <p:nvSpPr>
            <p:cNvPr id="85" name="Arrow: Pentagon 84">
              <a:extLst>
                <a:ext uri="{FF2B5EF4-FFF2-40B4-BE49-F238E27FC236}">
                  <a16:creationId xmlns:a16="http://schemas.microsoft.com/office/drawing/2014/main" id="{63A67EF3-281C-7E74-6EF2-6ADB50D51BEE}"/>
                </a:ext>
              </a:extLst>
            </p:cNvPr>
            <p:cNvSpPr/>
            <p:nvPr/>
          </p:nvSpPr>
          <p:spPr>
            <a:xfrm>
              <a:off x="6858321" y="3296168"/>
              <a:ext cx="1036320" cy="987742"/>
            </a:xfrm>
            <a:prstGeom prst="homePlate">
              <a:avLst/>
            </a:prstGeom>
            <a:solidFill>
              <a:srgbClr val="12ABDB">
                <a:alpha val="38824"/>
              </a:srgbClr>
            </a:solidFill>
            <a:ln>
              <a:solidFill>
                <a:srgbClr val="12ABDB">
                  <a:alpha val="3882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t>Depreciation Savings</a:t>
              </a:r>
            </a:p>
          </p:txBody>
        </p:sp>
        <p:sp>
          <p:nvSpPr>
            <p:cNvPr id="86" name="TextBox 85">
              <a:extLst>
                <a:ext uri="{FF2B5EF4-FFF2-40B4-BE49-F238E27FC236}">
                  <a16:creationId xmlns:a16="http://schemas.microsoft.com/office/drawing/2014/main" id="{74A4C7C7-28D7-3135-42A6-E92FBB2E1FDA}"/>
                </a:ext>
              </a:extLst>
            </p:cNvPr>
            <p:cNvSpPr txBox="1"/>
            <p:nvPr/>
          </p:nvSpPr>
          <p:spPr>
            <a:xfrm>
              <a:off x="2979094" y="2212833"/>
              <a:ext cx="461665" cy="690254"/>
            </a:xfrm>
            <a:prstGeom prst="rect">
              <a:avLst/>
            </a:prstGeom>
            <a:noFill/>
          </p:spPr>
          <p:txBody>
            <a:bodyPr vert="vert270" wrap="none" rtlCol="0">
              <a:spAutoFit/>
            </a:bodyPr>
            <a:lstStyle/>
            <a:p>
              <a:r>
                <a:rPr lang="en-IN">
                  <a:solidFill>
                    <a:schemeClr val="bg1"/>
                  </a:solidFill>
                </a:rPr>
                <a:t>OPEX</a:t>
              </a:r>
              <a:endParaRPr lang="en-US">
                <a:solidFill>
                  <a:schemeClr val="bg1"/>
                </a:solidFill>
              </a:endParaRPr>
            </a:p>
          </p:txBody>
        </p:sp>
        <p:sp>
          <p:nvSpPr>
            <p:cNvPr id="87" name="TextBox 86">
              <a:extLst>
                <a:ext uri="{FF2B5EF4-FFF2-40B4-BE49-F238E27FC236}">
                  <a16:creationId xmlns:a16="http://schemas.microsoft.com/office/drawing/2014/main" id="{C0C61CB3-B680-3132-B757-7103AB352CC6}"/>
                </a:ext>
              </a:extLst>
            </p:cNvPr>
            <p:cNvSpPr txBox="1"/>
            <p:nvPr/>
          </p:nvSpPr>
          <p:spPr>
            <a:xfrm>
              <a:off x="2984316" y="3415831"/>
              <a:ext cx="461665" cy="805670"/>
            </a:xfrm>
            <a:prstGeom prst="rect">
              <a:avLst/>
            </a:prstGeom>
            <a:noFill/>
          </p:spPr>
          <p:txBody>
            <a:bodyPr vert="vert270" wrap="none" rtlCol="0">
              <a:spAutoFit/>
            </a:bodyPr>
            <a:lstStyle/>
            <a:p>
              <a:r>
                <a:rPr lang="en-IN">
                  <a:solidFill>
                    <a:schemeClr val="bg1"/>
                  </a:solidFill>
                </a:rPr>
                <a:t>CAPEX</a:t>
              </a:r>
              <a:endParaRPr lang="en-US">
                <a:solidFill>
                  <a:schemeClr val="bg1"/>
                </a:solidFill>
              </a:endParaRPr>
            </a:p>
          </p:txBody>
        </p:sp>
      </p:grpSp>
      <p:sp>
        <p:nvSpPr>
          <p:cNvPr id="89" name="Right Brace 88">
            <a:extLst>
              <a:ext uri="{FF2B5EF4-FFF2-40B4-BE49-F238E27FC236}">
                <a16:creationId xmlns:a16="http://schemas.microsoft.com/office/drawing/2014/main" id="{E45390E2-CC13-7AF5-713E-80EC113C41C4}"/>
              </a:ext>
            </a:extLst>
          </p:cNvPr>
          <p:cNvSpPr/>
          <p:nvPr/>
        </p:nvSpPr>
        <p:spPr>
          <a:xfrm>
            <a:off x="9336064" y="3635587"/>
            <a:ext cx="381000" cy="2477831"/>
          </a:xfrm>
          <a:prstGeom prst="rightBrace">
            <a:avLst>
              <a:gd name="adj1" fmla="val 30659"/>
              <a:gd name="adj2" fmla="val 21545"/>
            </a:avLst>
          </a:prstGeom>
          <a:ln w="28575">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0" name="Rectangle 89">
            <a:extLst>
              <a:ext uri="{FF2B5EF4-FFF2-40B4-BE49-F238E27FC236}">
                <a16:creationId xmlns:a16="http://schemas.microsoft.com/office/drawing/2014/main" id="{B31F2478-AB2E-16AB-6A0A-19FA8E7F864A}"/>
              </a:ext>
            </a:extLst>
          </p:cNvPr>
          <p:cNvSpPr/>
          <p:nvPr/>
        </p:nvSpPr>
        <p:spPr>
          <a:xfrm>
            <a:off x="9896580" y="3706257"/>
            <a:ext cx="1854200" cy="849194"/>
          </a:xfrm>
          <a:prstGeom prst="rect">
            <a:avLst/>
          </a:prstGeom>
          <a:solidFill>
            <a:srgbClr val="0070AD">
              <a:alpha val="5607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50" b="1"/>
              <a:t>Total Cost Reduction</a:t>
            </a:r>
            <a:endParaRPr lang="en-US" sz="1050" b="1"/>
          </a:p>
        </p:txBody>
      </p:sp>
      <p:sp>
        <p:nvSpPr>
          <p:cNvPr id="91" name="Arrow: Pentagon 90">
            <a:extLst>
              <a:ext uri="{FF2B5EF4-FFF2-40B4-BE49-F238E27FC236}">
                <a16:creationId xmlns:a16="http://schemas.microsoft.com/office/drawing/2014/main" id="{AD70F60D-C453-9C4F-5D2B-F43AA186139A}"/>
              </a:ext>
            </a:extLst>
          </p:cNvPr>
          <p:cNvSpPr/>
          <p:nvPr/>
        </p:nvSpPr>
        <p:spPr>
          <a:xfrm>
            <a:off x="379124" y="1879975"/>
            <a:ext cx="1982412" cy="770282"/>
          </a:xfrm>
          <a:prstGeom prst="homePlate">
            <a:avLst/>
          </a:prstGeom>
          <a:solidFill>
            <a:srgbClr val="0070AD">
              <a:alpha val="20000"/>
            </a:srgbClr>
          </a:solidFill>
          <a:ln w="3175">
            <a:solidFill>
              <a:srgbClr val="0070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Objective and Metrics definition</a:t>
            </a:r>
            <a:endParaRPr lang="en-US" sz="1100" err="1">
              <a:solidFill>
                <a:schemeClr val="bg1"/>
              </a:solidFill>
            </a:endParaRPr>
          </a:p>
        </p:txBody>
      </p:sp>
      <p:sp>
        <p:nvSpPr>
          <p:cNvPr id="92" name="Arrow: Chevron 91">
            <a:extLst>
              <a:ext uri="{FF2B5EF4-FFF2-40B4-BE49-F238E27FC236}">
                <a16:creationId xmlns:a16="http://schemas.microsoft.com/office/drawing/2014/main" id="{06784ABA-BCE4-F1C0-54D9-1809C355669E}"/>
              </a:ext>
            </a:extLst>
          </p:cNvPr>
          <p:cNvSpPr/>
          <p:nvPr/>
        </p:nvSpPr>
        <p:spPr>
          <a:xfrm>
            <a:off x="2310207" y="1871063"/>
            <a:ext cx="1982412" cy="770282"/>
          </a:xfrm>
          <a:prstGeom prst="chevron">
            <a:avLst/>
          </a:prstGeom>
          <a:solidFill>
            <a:srgbClr val="0070AD">
              <a:alpha val="20000"/>
            </a:srgbClr>
          </a:solidFill>
          <a:ln w="3175">
            <a:solidFill>
              <a:srgbClr val="0070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Establish Baselines</a:t>
            </a:r>
            <a:endParaRPr lang="en-US" sz="1100" err="1">
              <a:solidFill>
                <a:schemeClr val="bg1"/>
              </a:solidFill>
            </a:endParaRPr>
          </a:p>
        </p:txBody>
      </p:sp>
      <p:sp>
        <p:nvSpPr>
          <p:cNvPr id="93" name="Arrow: Chevron 92">
            <a:extLst>
              <a:ext uri="{FF2B5EF4-FFF2-40B4-BE49-F238E27FC236}">
                <a16:creationId xmlns:a16="http://schemas.microsoft.com/office/drawing/2014/main" id="{0DFC7593-97B2-CEC8-6247-0D865A469BCD}"/>
              </a:ext>
            </a:extLst>
          </p:cNvPr>
          <p:cNvSpPr/>
          <p:nvPr/>
        </p:nvSpPr>
        <p:spPr>
          <a:xfrm>
            <a:off x="4271241" y="1871063"/>
            <a:ext cx="1982412" cy="770282"/>
          </a:xfrm>
          <a:prstGeom prst="chevron">
            <a:avLst/>
          </a:prstGeom>
          <a:solidFill>
            <a:srgbClr val="0070AD">
              <a:alpha val="20000"/>
            </a:srgbClr>
          </a:solidFill>
          <a:ln w="3175">
            <a:solidFill>
              <a:srgbClr val="0070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Continuous Data Collection</a:t>
            </a:r>
            <a:endParaRPr lang="en-US" sz="1100" err="1">
              <a:solidFill>
                <a:schemeClr val="bg1"/>
              </a:solidFill>
            </a:endParaRPr>
          </a:p>
        </p:txBody>
      </p:sp>
      <p:sp>
        <p:nvSpPr>
          <p:cNvPr id="94" name="Arrow: Chevron 93">
            <a:extLst>
              <a:ext uri="{FF2B5EF4-FFF2-40B4-BE49-F238E27FC236}">
                <a16:creationId xmlns:a16="http://schemas.microsoft.com/office/drawing/2014/main" id="{C577383D-C1D9-54E8-68D2-4D0976C71A78}"/>
              </a:ext>
            </a:extLst>
          </p:cNvPr>
          <p:cNvSpPr/>
          <p:nvPr/>
        </p:nvSpPr>
        <p:spPr>
          <a:xfrm>
            <a:off x="6202324" y="1857676"/>
            <a:ext cx="1982412" cy="770282"/>
          </a:xfrm>
          <a:prstGeom prst="chevron">
            <a:avLst/>
          </a:prstGeom>
          <a:solidFill>
            <a:srgbClr val="0070AD">
              <a:alpha val="20000"/>
            </a:srgbClr>
          </a:solidFill>
          <a:ln w="3175">
            <a:solidFill>
              <a:srgbClr val="0070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Data Validation &amp; Normalization</a:t>
            </a:r>
            <a:endParaRPr lang="en-US" sz="1100" err="1">
              <a:solidFill>
                <a:schemeClr val="bg1"/>
              </a:solidFill>
            </a:endParaRPr>
          </a:p>
        </p:txBody>
      </p:sp>
      <p:sp>
        <p:nvSpPr>
          <p:cNvPr id="95" name="Arrow: Chevron 94">
            <a:extLst>
              <a:ext uri="{FF2B5EF4-FFF2-40B4-BE49-F238E27FC236}">
                <a16:creationId xmlns:a16="http://schemas.microsoft.com/office/drawing/2014/main" id="{5EF31A57-FB27-80A4-B968-555E5385DBB3}"/>
              </a:ext>
            </a:extLst>
          </p:cNvPr>
          <p:cNvSpPr/>
          <p:nvPr/>
        </p:nvSpPr>
        <p:spPr>
          <a:xfrm>
            <a:off x="8112029" y="1829646"/>
            <a:ext cx="1982412" cy="770282"/>
          </a:xfrm>
          <a:prstGeom prst="chevron">
            <a:avLst/>
          </a:prstGeom>
          <a:solidFill>
            <a:srgbClr val="0070AD">
              <a:alpha val="20000"/>
            </a:srgbClr>
          </a:solidFill>
          <a:ln w="3175">
            <a:solidFill>
              <a:srgbClr val="0070AD"/>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Report creation</a:t>
            </a:r>
            <a:endParaRPr lang="en-US" sz="1100" err="1">
              <a:solidFill>
                <a:schemeClr val="bg1"/>
              </a:solidFill>
            </a:endParaRPr>
          </a:p>
        </p:txBody>
      </p:sp>
      <p:sp>
        <p:nvSpPr>
          <p:cNvPr id="96" name="Arrow: Chevron 95">
            <a:extLst>
              <a:ext uri="{FF2B5EF4-FFF2-40B4-BE49-F238E27FC236}">
                <a16:creationId xmlns:a16="http://schemas.microsoft.com/office/drawing/2014/main" id="{DE594A4C-9C7B-85D3-0995-C37387C0BFD7}"/>
              </a:ext>
            </a:extLst>
          </p:cNvPr>
          <p:cNvSpPr/>
          <p:nvPr/>
        </p:nvSpPr>
        <p:spPr>
          <a:xfrm>
            <a:off x="10026333" y="1829646"/>
            <a:ext cx="1982412" cy="770282"/>
          </a:xfrm>
          <a:prstGeom prst="chevron">
            <a:avLst/>
          </a:prstGeom>
          <a:solidFill>
            <a:srgbClr val="0070AD">
              <a:alpha val="20000"/>
            </a:srgbClr>
          </a:solidFill>
          <a:ln w="3175">
            <a:solidFill>
              <a:schemeClr val="accent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Review, Adjust Refine</a:t>
            </a:r>
            <a:endParaRPr lang="en-US" sz="1100" err="1">
              <a:solidFill>
                <a:schemeClr val="bg1"/>
              </a:solidFill>
            </a:endParaRPr>
          </a:p>
        </p:txBody>
      </p:sp>
      <p:pic>
        <p:nvPicPr>
          <p:cNvPr id="1026" name="Picture 2" descr="Continuous improvement - Free business and finance icons">
            <a:extLst>
              <a:ext uri="{FF2B5EF4-FFF2-40B4-BE49-F238E27FC236}">
                <a16:creationId xmlns:a16="http://schemas.microsoft.com/office/drawing/2014/main" id="{DBD17687-38EF-9D05-8250-1F4E4AFBFEFD}"/>
              </a:ext>
            </a:extLst>
          </p:cNvPr>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0675573" y="2414955"/>
            <a:ext cx="617761" cy="617761"/>
          </a:xfrm>
          <a:prstGeom prst="rect">
            <a:avLst/>
          </a:prstGeom>
          <a:noFill/>
          <a:extLst>
            <a:ext uri="{909E8E84-426E-40DD-AFC4-6F175D3DCCD1}">
              <a14:hiddenFill xmlns:a14="http://schemas.microsoft.com/office/drawing/2010/main">
                <a:solidFill>
                  <a:srgbClr val="FFFFFF"/>
                </a:solidFill>
              </a14:hiddenFill>
            </a:ext>
          </a:extLst>
        </p:spPr>
      </p:pic>
      <p:sp>
        <p:nvSpPr>
          <p:cNvPr id="99" name="TextBox 98">
            <a:extLst>
              <a:ext uri="{FF2B5EF4-FFF2-40B4-BE49-F238E27FC236}">
                <a16:creationId xmlns:a16="http://schemas.microsoft.com/office/drawing/2014/main" id="{09BD4FD9-CE55-550F-0D82-4982CC2CA637}"/>
              </a:ext>
            </a:extLst>
          </p:cNvPr>
          <p:cNvSpPr txBox="1"/>
          <p:nvPr/>
        </p:nvSpPr>
        <p:spPr>
          <a:xfrm>
            <a:off x="10107216" y="3032716"/>
            <a:ext cx="1670650" cy="246221"/>
          </a:xfrm>
          <a:prstGeom prst="rect">
            <a:avLst/>
          </a:prstGeom>
          <a:noFill/>
        </p:spPr>
        <p:txBody>
          <a:bodyPr wrap="none" rtlCol="0">
            <a:spAutoFit/>
          </a:bodyPr>
          <a:lstStyle/>
          <a:p>
            <a:r>
              <a:rPr lang="en-IN" sz="1000">
                <a:solidFill>
                  <a:schemeClr val="bg1"/>
                </a:solidFill>
              </a:rPr>
              <a:t>Continuous Improvement</a:t>
            </a:r>
            <a:endParaRPr lang="en-US" sz="1000">
              <a:solidFill>
                <a:schemeClr val="bg1"/>
              </a:solidFill>
            </a:endParaRPr>
          </a:p>
        </p:txBody>
      </p:sp>
      <p:pic>
        <p:nvPicPr>
          <p:cNvPr id="1028" name="Picture 4" descr="Objective - Free marketing icons">
            <a:extLst>
              <a:ext uri="{FF2B5EF4-FFF2-40B4-BE49-F238E27FC236}">
                <a16:creationId xmlns:a16="http://schemas.microsoft.com/office/drawing/2014/main" id="{22C48C94-3949-CDC2-B4AD-0AF0CFDE89C4}"/>
              </a:ext>
            </a:extLst>
          </p:cNvPr>
          <p:cNvPicPr>
            <a:picLocks noChangeAspect="1" noChangeArrowheads="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22381" y="2324156"/>
            <a:ext cx="814618" cy="81461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Center align - Free interface icons">
            <a:extLst>
              <a:ext uri="{FF2B5EF4-FFF2-40B4-BE49-F238E27FC236}">
                <a16:creationId xmlns:a16="http://schemas.microsoft.com/office/drawing/2014/main" id="{D37345EA-D677-B93E-863A-5106BA4CF9FF}"/>
              </a:ext>
            </a:extLst>
          </p:cNvPr>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V="1">
            <a:off x="2994800" y="2491424"/>
            <a:ext cx="592903" cy="59290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ata validation - Free computer icons">
            <a:extLst>
              <a:ext uri="{FF2B5EF4-FFF2-40B4-BE49-F238E27FC236}">
                <a16:creationId xmlns:a16="http://schemas.microsoft.com/office/drawing/2014/main" id="{98A09500-CA6C-1F85-7CAD-B7573E02DAA2}"/>
              </a:ext>
            </a:extLst>
          </p:cNvPr>
          <p:cNvPicPr>
            <a:picLocks noChangeAspect="1" noChangeArrowheads="1"/>
          </p:cNvPicPr>
          <p:nvPr/>
        </p:nvPicPr>
        <p:blipFill>
          <a:blip r:embed="rId6">
            <a:duotone>
              <a:schemeClr val="bg2">
                <a:shade val="45000"/>
                <a:satMod val="135000"/>
              </a:schemeClr>
              <a:prstClr val="white"/>
            </a:duotone>
            <a:extLst>
              <a:ext uri="{BEBA8EAE-BF5A-486C-A8C5-ECC9F3942E4B}">
                <a14:imgProps xmlns:a14="http://schemas.microsoft.com/office/drawing/2010/main">
                  <a14:imgLayer r:embed="rId7">
                    <a14:imgEffect>
                      <a14:colorTemperature colorTemp="11200"/>
                    </a14:imgEffect>
                  </a14:imgLayer>
                </a14:imgProps>
              </a:ext>
              <a:ext uri="{28A0092B-C50C-407E-A947-70E740481C1C}">
                <a14:useLocalDpi xmlns:a14="http://schemas.microsoft.com/office/drawing/2010/main" val="0"/>
              </a:ext>
            </a:extLst>
          </a:blip>
          <a:srcRect/>
          <a:stretch>
            <a:fillRect/>
          </a:stretch>
        </p:blipFill>
        <p:spPr bwMode="auto">
          <a:xfrm>
            <a:off x="6945903" y="2463443"/>
            <a:ext cx="584994" cy="58499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Data collection - Free computer icons">
            <a:extLst>
              <a:ext uri="{FF2B5EF4-FFF2-40B4-BE49-F238E27FC236}">
                <a16:creationId xmlns:a16="http://schemas.microsoft.com/office/drawing/2014/main" id="{D84F1585-F41A-D046-4D99-6A02D575DD95}"/>
              </a:ext>
            </a:extLst>
          </p:cNvPr>
          <p:cNvPicPr>
            <a:picLocks noChangeAspect="1" noChangeArrowheads="1"/>
          </p:cNvPicPr>
          <p:nvPr/>
        </p:nvPicPr>
        <p:blipFill>
          <a:blip r:embed="rId8">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988113" y="2511384"/>
            <a:ext cx="546546" cy="546546"/>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report Icon - Free PNG &amp; SVG 25089 - Noun Project">
            <a:extLst>
              <a:ext uri="{FF2B5EF4-FFF2-40B4-BE49-F238E27FC236}">
                <a16:creationId xmlns:a16="http://schemas.microsoft.com/office/drawing/2014/main" id="{DAE2B5CF-A0C7-E423-AFCA-DB51BC81A078}"/>
              </a:ext>
            </a:extLst>
          </p:cNvPr>
          <p:cNvPicPr>
            <a:picLocks noChangeAspect="1" noChangeArrowheads="1"/>
          </p:cNvPicPr>
          <p:nvPr/>
        </p:nvPicPr>
        <p:blipFill>
          <a:blip r:embed="rId9">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792276" y="2499675"/>
            <a:ext cx="533041" cy="533041"/>
          </a:xfrm>
          <a:prstGeom prst="rect">
            <a:avLst/>
          </a:prstGeom>
          <a:noFill/>
          <a:extLst>
            <a:ext uri="{909E8E84-426E-40DD-AFC4-6F175D3DCCD1}">
              <a14:hiddenFill xmlns:a14="http://schemas.microsoft.com/office/drawing/2010/main">
                <a:solidFill>
                  <a:srgbClr val="FFFFFF"/>
                </a:solidFill>
              </a14:hiddenFill>
            </a:ext>
          </a:extLst>
        </p:spPr>
      </p:pic>
      <p:sp>
        <p:nvSpPr>
          <p:cNvPr id="102" name="Rectangle 101">
            <a:extLst>
              <a:ext uri="{FF2B5EF4-FFF2-40B4-BE49-F238E27FC236}">
                <a16:creationId xmlns:a16="http://schemas.microsoft.com/office/drawing/2014/main" id="{DD6B1349-09B3-2950-08A1-309412E2274D}"/>
              </a:ext>
            </a:extLst>
          </p:cNvPr>
          <p:cNvSpPr/>
          <p:nvPr/>
        </p:nvSpPr>
        <p:spPr>
          <a:xfrm>
            <a:off x="81280" y="1392978"/>
            <a:ext cx="12029440" cy="1947096"/>
          </a:xfrm>
          <a:prstGeom prst="rect">
            <a:avLst/>
          </a:prstGeom>
          <a:noFill/>
          <a:ln w="31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03" name="Rectangle 102">
            <a:extLst>
              <a:ext uri="{FF2B5EF4-FFF2-40B4-BE49-F238E27FC236}">
                <a16:creationId xmlns:a16="http://schemas.microsoft.com/office/drawing/2014/main" id="{8123D7D0-EFC5-089D-78E0-F3FF25917217}"/>
              </a:ext>
            </a:extLst>
          </p:cNvPr>
          <p:cNvSpPr/>
          <p:nvPr/>
        </p:nvSpPr>
        <p:spPr>
          <a:xfrm>
            <a:off x="81280" y="3399437"/>
            <a:ext cx="12029440" cy="2839766"/>
          </a:xfrm>
          <a:prstGeom prst="rect">
            <a:avLst/>
          </a:prstGeom>
          <a:noFill/>
          <a:ln w="3175">
            <a:solidFill>
              <a:schemeClr val="bg2"/>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104" name="TextBox 103">
            <a:extLst>
              <a:ext uri="{FF2B5EF4-FFF2-40B4-BE49-F238E27FC236}">
                <a16:creationId xmlns:a16="http://schemas.microsoft.com/office/drawing/2014/main" id="{07533E04-62E0-8680-B540-C009713BAAA3}"/>
              </a:ext>
            </a:extLst>
          </p:cNvPr>
          <p:cNvSpPr txBox="1"/>
          <p:nvPr/>
        </p:nvSpPr>
        <p:spPr>
          <a:xfrm>
            <a:off x="5566061" y="1381923"/>
            <a:ext cx="992579" cy="369332"/>
          </a:xfrm>
          <a:prstGeom prst="rect">
            <a:avLst/>
          </a:prstGeom>
          <a:noFill/>
        </p:spPr>
        <p:txBody>
          <a:bodyPr wrap="none" rtlCol="0">
            <a:spAutoFit/>
          </a:bodyPr>
          <a:lstStyle/>
          <a:p>
            <a:r>
              <a:rPr lang="en-IN">
                <a:solidFill>
                  <a:schemeClr val="bg1"/>
                </a:solidFill>
              </a:rPr>
              <a:t>Process</a:t>
            </a:r>
            <a:endParaRPr lang="en-US">
              <a:solidFill>
                <a:schemeClr val="bg1"/>
              </a:solidFill>
            </a:endParaRPr>
          </a:p>
        </p:txBody>
      </p:sp>
      <p:sp>
        <p:nvSpPr>
          <p:cNvPr id="7" name="TextBox 6">
            <a:extLst>
              <a:ext uri="{FF2B5EF4-FFF2-40B4-BE49-F238E27FC236}">
                <a16:creationId xmlns:a16="http://schemas.microsoft.com/office/drawing/2014/main" id="{F8A137F2-11E3-113A-9159-1A2E14683DE9}"/>
              </a:ext>
            </a:extLst>
          </p:cNvPr>
          <p:cNvSpPr txBox="1"/>
          <p:nvPr/>
        </p:nvSpPr>
        <p:spPr>
          <a:xfrm>
            <a:off x="76201" y="6282305"/>
            <a:ext cx="12029440" cy="231743"/>
          </a:xfrm>
          <a:prstGeom prst="rect">
            <a:avLst/>
          </a:prstGeom>
          <a:noFill/>
          <a:ln w="31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PT"/>
            </a:defPPr>
            <a:lvl1pPr algn="ctr">
              <a:defRPr sz="1600">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en-US" sz="1000"/>
              <a:t>(*) Metrics listed here are illustrative and will be finalized during the project execution phase </a:t>
            </a:r>
            <a:endParaRPr lang="en-IN" sz="1000"/>
          </a:p>
        </p:txBody>
      </p:sp>
      <p:sp>
        <p:nvSpPr>
          <p:cNvPr id="21" name="Rectangle 20">
            <a:extLst>
              <a:ext uri="{FF2B5EF4-FFF2-40B4-BE49-F238E27FC236}">
                <a16:creationId xmlns:a16="http://schemas.microsoft.com/office/drawing/2014/main" id="{228C760E-83D6-ADED-DE5C-013578EEA38A}"/>
              </a:ext>
            </a:extLst>
          </p:cNvPr>
          <p:cNvSpPr/>
          <p:nvPr/>
        </p:nvSpPr>
        <p:spPr>
          <a:xfrm>
            <a:off x="9635680" y="5146997"/>
            <a:ext cx="2376000" cy="828000"/>
          </a:xfrm>
          <a:prstGeom prst="rect">
            <a:avLst/>
          </a:prstGeom>
          <a:solidFill>
            <a:srgbClr val="0070AD">
              <a:alpha val="56078"/>
            </a:srgb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36000" rIns="72000" bIns="36000" rtlCol="0" anchor="ctr"/>
          <a:lstStyle/>
          <a:p>
            <a:pPr algn="ctr"/>
            <a:r>
              <a:rPr lang="en-US" sz="1050" b="1"/>
              <a:t>Change Metrics:</a:t>
            </a:r>
          </a:p>
          <a:p>
            <a:pPr marL="88900" indent="-88900">
              <a:buFont typeface="Arial" panose="020B0604020202020204" pitchFamily="34" charset="0"/>
              <a:buChar char="•"/>
            </a:pPr>
            <a:r>
              <a:rPr lang="en-US" sz="1000"/>
              <a:t>Employee adoption rate</a:t>
            </a:r>
          </a:p>
          <a:p>
            <a:pPr marL="88900" indent="-88900">
              <a:buFont typeface="Arial" panose="020B0604020202020204" pitchFamily="34" charset="0"/>
              <a:buChar char="•"/>
            </a:pPr>
            <a:r>
              <a:rPr lang="en-US" sz="1000"/>
              <a:t>Employee engagement and morale </a:t>
            </a:r>
          </a:p>
          <a:p>
            <a:pPr marL="88900" indent="-88900">
              <a:buFont typeface="Arial" panose="020B0604020202020204" pitchFamily="34" charset="0"/>
              <a:buChar char="•"/>
            </a:pPr>
            <a:r>
              <a:rPr lang="en-US" sz="1000"/>
              <a:t>Change readiness evolution</a:t>
            </a:r>
          </a:p>
        </p:txBody>
      </p:sp>
      <p:sp>
        <p:nvSpPr>
          <p:cNvPr id="22" name="Plus Sign 21">
            <a:extLst>
              <a:ext uri="{FF2B5EF4-FFF2-40B4-BE49-F238E27FC236}">
                <a16:creationId xmlns:a16="http://schemas.microsoft.com/office/drawing/2014/main" id="{48258766-CB22-F6F5-BCAC-C9E73A5CC4F9}"/>
              </a:ext>
            </a:extLst>
          </p:cNvPr>
          <p:cNvSpPr/>
          <p:nvPr/>
        </p:nvSpPr>
        <p:spPr>
          <a:xfrm>
            <a:off x="10607680" y="4635224"/>
            <a:ext cx="432000" cy="432000"/>
          </a:xfrm>
          <a:prstGeom prst="mathPlus">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 name="TextBox 1">
            <a:extLst>
              <a:ext uri="{FF2B5EF4-FFF2-40B4-BE49-F238E27FC236}">
                <a16:creationId xmlns:a16="http://schemas.microsoft.com/office/drawing/2014/main" id="{4E49E266-458A-66CA-1215-D706E98B604D}"/>
              </a:ext>
            </a:extLst>
          </p:cNvPr>
          <p:cNvSpPr txBox="1"/>
          <p:nvPr/>
        </p:nvSpPr>
        <p:spPr>
          <a:xfrm>
            <a:off x="385102" y="828960"/>
            <a:ext cx="11240205" cy="523220"/>
          </a:xfrm>
          <a:prstGeom prst="rect">
            <a:avLst/>
          </a:prstGeom>
          <a:noFill/>
        </p:spPr>
        <p:txBody>
          <a:bodyPr wrap="square" rtlCol="0">
            <a:spAutoFit/>
          </a:bodyPr>
          <a:lstStyle/>
          <a:p>
            <a:r>
              <a:rPr lang="en-US" sz="1400">
                <a:solidFill>
                  <a:srgbClr val="FFFFFF"/>
                </a:solidFill>
                <a:latin typeface="Ubuntu"/>
              </a:rPr>
              <a:t>Despite the strong focus on cost reduction, we will work with the relevant data owners to refine additional success measures sources, to ensure a single source of truth is being accurately and timely reported by the transformation PMO. </a:t>
            </a:r>
          </a:p>
        </p:txBody>
      </p:sp>
    </p:spTree>
    <p:extLst>
      <p:ext uri="{BB962C8B-B14F-4D97-AF65-F5344CB8AC3E}">
        <p14:creationId xmlns:p14="http://schemas.microsoft.com/office/powerpoint/2010/main" val="3680665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ECBA6824-441A-C4D6-B17A-7E501F68BB33}"/>
              </a:ext>
            </a:extLst>
          </p:cNvPr>
          <p:cNvPicPr>
            <a:picLocks noChangeAspect="1"/>
          </p:cNvPicPr>
          <p:nvPr/>
        </p:nvPicPr>
        <p:blipFill>
          <a:blip r:embed="rId3"/>
          <a:srcRect r="6694"/>
          <a:stretch/>
        </p:blipFill>
        <p:spPr>
          <a:xfrm>
            <a:off x="0" y="0"/>
            <a:ext cx="12212053" cy="6858000"/>
          </a:xfrm>
          <a:prstGeom prst="rect">
            <a:avLst/>
          </a:prstGeom>
        </p:spPr>
      </p:pic>
      <p:sp>
        <p:nvSpPr>
          <p:cNvPr id="18" name="Rectangle 17">
            <a:extLst>
              <a:ext uri="{FF2B5EF4-FFF2-40B4-BE49-F238E27FC236}">
                <a16:creationId xmlns:a16="http://schemas.microsoft.com/office/drawing/2014/main" id="{4624EA0E-51BB-BF4E-62AE-942E5732E7FF}"/>
              </a:ext>
              <a:ext uri="{C183D7F6-B498-43B3-948B-1728B52AA6E4}">
                <adec:decorative xmlns:adec="http://schemas.microsoft.com/office/drawing/2017/decorative" val="1"/>
              </a:ext>
            </a:extLst>
          </p:cNvPr>
          <p:cNvSpPr/>
          <p:nvPr/>
        </p:nvSpPr>
        <p:spPr bwMode="white">
          <a:xfrm>
            <a:off x="1624995" y="0"/>
            <a:ext cx="4563421" cy="6859720"/>
          </a:xfrm>
          <a:prstGeom prst="rect">
            <a:avLst/>
          </a:prstGeom>
          <a:solidFill>
            <a:srgbClr val="272936">
              <a:alpha val="7813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7" name="Group 6">
            <a:extLst>
              <a:ext uri="{FF2B5EF4-FFF2-40B4-BE49-F238E27FC236}">
                <a16:creationId xmlns:a16="http://schemas.microsoft.com/office/drawing/2014/main" id="{C721C6FE-4AAD-04CA-C6CF-FA463678D89A}"/>
              </a:ext>
            </a:extLst>
          </p:cNvPr>
          <p:cNvGrpSpPr/>
          <p:nvPr/>
        </p:nvGrpSpPr>
        <p:grpSpPr>
          <a:xfrm>
            <a:off x="7227070" y="6517658"/>
            <a:ext cx="4746321" cy="219669"/>
            <a:chOff x="7227070" y="6517658"/>
            <a:chExt cx="4746321" cy="219669"/>
          </a:xfrm>
        </p:grpSpPr>
        <p:sp>
          <p:nvSpPr>
            <p:cNvPr id="8" name="Rectangle 27">
              <a:extLst>
                <a:ext uri="{FF2B5EF4-FFF2-40B4-BE49-F238E27FC236}">
                  <a16:creationId xmlns:a16="http://schemas.microsoft.com/office/drawing/2014/main" id="{BE6B03E1-6D53-511B-8547-A3B616672186}"/>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a:t>
              </a:r>
            </a:p>
          </p:txBody>
        </p:sp>
        <p:sp>
          <p:nvSpPr>
            <p:cNvPr id="9" name="Rectangle 43">
              <a:extLst>
                <a:ext uri="{FF2B5EF4-FFF2-40B4-BE49-F238E27FC236}">
                  <a16:creationId xmlns:a16="http://schemas.microsoft.com/office/drawing/2014/main" id="{F156B950-EDC1-C13A-CC3C-B5B8F13879B7}"/>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25</a:t>
              </a:fld>
              <a:endParaRPr lang="en-US" sz="800">
                <a:solidFill>
                  <a:srgbClr val="A6A6A6"/>
                </a:solidFill>
                <a:latin typeface="Ubuntu" panose="020B0504030602030204" pitchFamily="34" charset="0"/>
                <a:cs typeface="Arial" panose="020B0604020202020204" pitchFamily="34" charset="0"/>
              </a:endParaRPr>
            </a:p>
          </p:txBody>
        </p:sp>
      </p:grpSp>
      <p:sp>
        <p:nvSpPr>
          <p:cNvPr id="2" name="object 5">
            <a:extLst>
              <a:ext uri="{FF2B5EF4-FFF2-40B4-BE49-F238E27FC236}">
                <a16:creationId xmlns:a16="http://schemas.microsoft.com/office/drawing/2014/main" id="{66855060-7E63-A79B-3FF6-B1E078937A20}"/>
              </a:ext>
            </a:extLst>
          </p:cNvPr>
          <p:cNvSpPr txBox="1">
            <a:spLocks/>
          </p:cNvSpPr>
          <p:nvPr/>
        </p:nvSpPr>
        <p:spPr>
          <a:xfrm>
            <a:off x="1926705" y="1963565"/>
            <a:ext cx="3960000" cy="216000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lvl1pPr marL="0" marR="0" indent="0" algn="l" defTabSz="1507846" rtl="0" eaLnBrk="1" fontAlgn="auto" latinLnBrk="0" hangingPunct="1">
              <a:lnSpc>
                <a:spcPct val="90000"/>
              </a:lnSpc>
              <a:spcBef>
                <a:spcPct val="0"/>
              </a:spcBef>
              <a:spcAft>
                <a:spcPts val="0"/>
              </a:spcAft>
              <a:buClrTx/>
              <a:buSzTx/>
              <a:buFontTx/>
              <a:buNone/>
              <a:tabLst/>
              <a:defRPr kumimoji="0" lang="en-US" sz="2950" b="0" i="0" u="none" strike="noStrike" kern="1200" cap="all" spc="0" normalizeH="0" baseline="0" noProof="0">
                <a:ln>
                  <a:noFill/>
                </a:ln>
                <a:solidFill>
                  <a:schemeClr val="bg1"/>
                </a:solidFill>
                <a:effectLst/>
                <a:uLnTx/>
                <a:uFillTx/>
                <a:latin typeface="Ubuntu Light"/>
                <a:ea typeface="+mj-ea"/>
                <a:cs typeface="Ubuntu Light"/>
              </a:defRPr>
            </a:lvl1pPr>
          </a:lstStyle>
          <a:p>
            <a:pPr marL="7620" marR="2540">
              <a:lnSpc>
                <a:spcPct val="120000"/>
              </a:lnSpc>
              <a:spcBef>
                <a:spcPts val="0"/>
              </a:spcBef>
            </a:pPr>
            <a:r>
              <a:rPr lang="en-GB" sz="4800" spc="-6">
                <a:solidFill>
                  <a:schemeClr val="accent1"/>
                </a:solidFill>
                <a:latin typeface="Ubuntu"/>
              </a:rPr>
              <a:t>7.</a:t>
            </a:r>
            <a:endParaRPr lang="en-US">
              <a:solidFill>
                <a:schemeClr val="accent1"/>
              </a:solidFill>
              <a:latin typeface="Ubuntu"/>
            </a:endParaRPr>
          </a:p>
          <a:p>
            <a:pPr marL="7620" marR="2540">
              <a:lnSpc>
                <a:spcPct val="120000"/>
              </a:lnSpc>
              <a:spcBef>
                <a:spcPts val="0"/>
              </a:spcBef>
            </a:pPr>
            <a:r>
              <a:rPr lang="en-GB" sz="2800" b="1" spc="-6">
                <a:latin typeface="Ubuntu"/>
              </a:rPr>
              <a:t>References</a:t>
            </a:r>
          </a:p>
        </p:txBody>
      </p:sp>
      <p:sp>
        <p:nvSpPr>
          <p:cNvPr id="6" name="TextBox 5">
            <a:extLst>
              <a:ext uri="{FF2B5EF4-FFF2-40B4-BE49-F238E27FC236}">
                <a16:creationId xmlns:a16="http://schemas.microsoft.com/office/drawing/2014/main" id="{3D22B688-0C46-CD29-AFB5-EC1270DC5F95}"/>
              </a:ext>
            </a:extLst>
          </p:cNvPr>
          <p:cNvSpPr txBox="1"/>
          <p:nvPr/>
        </p:nvSpPr>
        <p:spPr>
          <a:xfrm>
            <a:off x="1807249" y="4957198"/>
            <a:ext cx="4140000" cy="1440000"/>
          </a:xfrm>
          <a:prstGeom prst="rect">
            <a:avLst/>
          </a:prstGeom>
          <a:noFill/>
          <a:ln>
            <a:solidFill>
              <a:schemeClr val="bg1"/>
            </a:solidFill>
          </a:ln>
        </p:spPr>
        <p:txBody>
          <a:bodyPr wrap="square" lIns="72000" tIns="36000" rIns="72000" bIns="36000" anchor="ctr" anchorCtr="0">
            <a:noAutofit/>
          </a:bodyPr>
          <a:lstStyle/>
          <a:p>
            <a:pPr marL="0" lvl="1" algn="ctr">
              <a:lnSpc>
                <a:spcPct val="115000"/>
              </a:lnSpc>
              <a:spcAft>
                <a:spcPts val="600"/>
              </a:spcAft>
              <a:buClr>
                <a:srgbClr val="4472C4"/>
              </a:buClr>
            </a:pPr>
            <a:r>
              <a:rPr lang="en-GB" sz="1100" b="1">
                <a:solidFill>
                  <a:schemeClr val="bg1"/>
                </a:solidFill>
                <a:ea typeface="Times New Roman" panose="02020603050405020304" pitchFamily="18" charset="0"/>
              </a:rPr>
              <a:t>RFI</a:t>
            </a:r>
            <a:r>
              <a:rPr lang="en-GB" sz="1100" b="1">
                <a:solidFill>
                  <a:schemeClr val="bg1"/>
                </a:solidFill>
                <a:effectLst/>
                <a:ea typeface="Times New Roman" panose="02020603050405020304" pitchFamily="18" charset="0"/>
              </a:rPr>
              <a:t> Question 2.7</a:t>
            </a:r>
          </a:p>
          <a:p>
            <a:pPr marL="0" lvl="1" algn="ctr">
              <a:lnSpc>
                <a:spcPct val="115000"/>
              </a:lnSpc>
              <a:buClr>
                <a:srgbClr val="4472C4"/>
              </a:buClr>
            </a:pPr>
            <a:r>
              <a:rPr lang="en-GB" sz="1100" b="1">
                <a:solidFill>
                  <a:schemeClr val="bg1"/>
                </a:solidFill>
                <a:effectLst/>
                <a:ea typeface="Times New Roman" panose="02020603050405020304" pitchFamily="18" charset="0"/>
              </a:rPr>
              <a:t>References: </a:t>
            </a:r>
            <a:r>
              <a:rPr lang="en-GB" sz="1100" b="0">
                <a:solidFill>
                  <a:schemeClr val="bg1"/>
                </a:solidFill>
                <a:effectLst/>
                <a:ea typeface="Times New Roman" panose="02020603050405020304" pitchFamily="18" charset="0"/>
              </a:rPr>
              <a:t>Provide references from previous clients where similar cost transformation initiatives were successfully executed.</a:t>
            </a:r>
            <a:endParaRPr lang="en-GB" sz="1100" b="1">
              <a:solidFill>
                <a:schemeClr val="bg1"/>
              </a:solidFill>
              <a:effectLst/>
            </a:endParaRPr>
          </a:p>
        </p:txBody>
      </p:sp>
    </p:spTree>
    <p:extLst>
      <p:ext uri="{BB962C8B-B14F-4D97-AF65-F5344CB8AC3E}">
        <p14:creationId xmlns:p14="http://schemas.microsoft.com/office/powerpoint/2010/main" val="25459431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6D4BCB0-8C42-265A-FB6B-6704A2A323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514" r="25464"/>
          <a:stretch/>
        </p:blipFill>
        <p:spPr bwMode="auto">
          <a:xfrm>
            <a:off x="7146811" y="0"/>
            <a:ext cx="5045189"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46811" y="0"/>
            <a:ext cx="5045189"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12000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a:ln>
                  <a:noFill/>
                </a:ln>
                <a:solidFill>
                  <a:srgbClr val="12ABDB"/>
                </a:solidFill>
                <a:effectLst/>
                <a:uLnTx/>
                <a:uFillTx/>
                <a:latin typeface="Ubuntu" panose="020B0504030602030204" pitchFamily="34" charset="0"/>
                <a:ea typeface="+mn-ea"/>
                <a:cs typeface="Arial"/>
              </a:rPr>
              <a:t>TMO TRANSFORMATION FOR MEDIA AND ENTERTAINMENT CLIENT</a:t>
            </a:r>
            <a:endParaRPr kumimoji="0" lang="en-GB" sz="2500" b="1" i="0" u="none" strike="noStrike" kern="1200" cap="none" spc="0" normalizeH="0" baseline="0" noProof="0">
              <a:ln>
                <a:noFill/>
              </a:ln>
              <a:solidFill>
                <a:srgbClr val="FFFFFF"/>
              </a:solidFill>
              <a:effectLst/>
              <a:uLnTx/>
              <a:uFillTx/>
              <a:latin typeface="Ubuntu" panose="020B0504030602030204" pitchFamily="34" charset="0"/>
              <a:ea typeface="+mn-ea"/>
              <a:cs typeface="Arial"/>
            </a:endParaRPr>
          </a:p>
        </p:txBody>
      </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This renowned American Media and Entertainment conglomerate was looking to launch its new Over the Top (OTT) streaming service globally, while simultaneously managing a wider dynamic transformational journey.</a:t>
              </a: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1" y="1779711"/>
                  <a:ext cx="252000" cy="252000"/>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2681557"/>
            <a:ext cx="6300000" cy="1801155"/>
            <a:chOff x="547144" y="3213000"/>
            <a:chExt cx="6300000" cy="1801155"/>
          </a:xfrm>
        </p:grpSpPr>
        <p:sp>
          <p:nvSpPr>
            <p:cNvPr id="46" name="Rectangle 45">
              <a:extLst>
                <a:ext uri="{FF2B5EF4-FFF2-40B4-BE49-F238E27FC236}">
                  <a16:creationId xmlns:a16="http://schemas.microsoft.com/office/drawing/2014/main" id="{1E3EBE79-B8EA-1F86-F74D-9A7E96BFA533}"/>
                </a:ext>
              </a:extLst>
            </p:cNvPr>
            <p:cNvSpPr/>
            <p:nvPr/>
          </p:nvSpPr>
          <p:spPr>
            <a:xfrm>
              <a:off x="547144" y="3754155"/>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To effectively streamline and guarantee the success of this launch, Capgemini worked with the business to implement a rich </a:t>
              </a:r>
              <a:r>
                <a:rPr kumimoji="0" lang="en-US" sz="1100" b="0" i="0" u="none" strike="noStrike" kern="0" cap="none" spc="0" normalizeH="0" baseline="0" noProof="0" err="1">
                  <a:ln>
                    <a:noFill/>
                  </a:ln>
                  <a:solidFill>
                    <a:srgbClr val="FFFFFF"/>
                  </a:solidFill>
                  <a:effectLst/>
                  <a:uLnTx/>
                  <a:uFillTx/>
                  <a:latin typeface="Ubuntu" panose="020B0504030602030204" pitchFamily="34" charset="0"/>
                  <a:ea typeface="+mn-ea"/>
                  <a:cs typeface="+mn-cs"/>
                </a:rPr>
                <a:t>programme</a:t>
              </a: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of transformation, automation, DevOps adoption, and portfolio modernization.</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 used its TMO capability to enable and accelerate value by ensuring the focus was on investments that streamline processes, fuel innovation, and ensure the success of the overall transformation journey.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Capgemini’s TMO framework and tools were used to </a:t>
              </a:r>
              <a:r>
                <a:rPr kumimoji="0" lang="en-US" sz="1100" b="0" i="0" u="none" strike="noStrike" kern="0" cap="none" spc="0" normalizeH="0" baseline="0" noProof="0" err="1">
                  <a:ln>
                    <a:noFill/>
                  </a:ln>
                  <a:solidFill>
                    <a:srgbClr val="FFFFFF"/>
                  </a:solidFill>
                  <a:effectLst/>
                  <a:uLnTx/>
                  <a:uFillTx/>
                  <a:latin typeface="Ubuntu" panose="020B0504030602030204" pitchFamily="34" charset="0"/>
                  <a:ea typeface="+mn-ea"/>
                  <a:cs typeface="+mn-cs"/>
                </a:rPr>
                <a:t>prioritise</a:t>
              </a: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activities, govern the Innovation Fund, and to manage complex change initiatives (including process automation, DevOps tooling roll-out and training the workforce in new ways of working).</a:t>
              </a:r>
              <a:endPar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1" y="3006194"/>
                <a:ext cx="215999"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4897907"/>
            <a:ext cx="6300000" cy="1344699"/>
            <a:chOff x="547144" y="5019477"/>
            <a:chExt cx="6300000" cy="1344699"/>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300000" cy="900000"/>
            </a:xfrm>
            <a:prstGeom prst="rect">
              <a:avLst/>
            </a:prstGeom>
            <a:noFill/>
            <a:ln w="9525" cap="flat" cmpd="sng" algn="ctr">
              <a:noFill/>
              <a:prstDash val="solid"/>
              <a:miter lim="800000"/>
            </a:ln>
            <a:effectLst/>
          </p:spPr>
          <p:txBody>
            <a:bodyPr lIns="72000" tIns="36000" rIns="72000" bIns="36000" rtlCol="0" anchor="t" anchorCtr="0"/>
            <a:lstStyle/>
            <a:p>
              <a:pPr marL="171450" indent="-171450">
                <a:buClr>
                  <a:srgbClr val="0070AD"/>
                </a:buClr>
                <a:buFont typeface="Wingdings" panose="05000000000000000000" pitchFamily="2" charset="2"/>
                <a:buChar char="§"/>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20% overall delivery savings.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Transformation of more than 400 core applications (155 applications transitioned in three months).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More than 150 ideas generated for more than $1.5 million in savings.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err="1">
                  <a:ln>
                    <a:noFill/>
                  </a:ln>
                  <a:solidFill>
                    <a:srgbClr val="FFFFFF"/>
                  </a:solidFill>
                  <a:effectLst/>
                  <a:uLnTx/>
                  <a:uFillTx/>
                  <a:latin typeface="Ubuntu" panose="020B0504030602030204" pitchFamily="34" charset="0"/>
                  <a:ea typeface="+mn-ea"/>
                  <a:cs typeface="+mn-cs"/>
                </a:rPr>
                <a:t>Industrialised</a:t>
              </a: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automation efforts implemented across 18.5% of the conglomerate’s overall landscape.</a:t>
              </a:r>
              <a:endPar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rgbClr val="12ABDB"/>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grpSp>
    </p:spTree>
    <p:extLst>
      <p:ext uri="{BB962C8B-B14F-4D97-AF65-F5344CB8AC3E}">
        <p14:creationId xmlns:p14="http://schemas.microsoft.com/office/powerpoint/2010/main" val="1649703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6" name="Picture 2">
            <a:extLst>
              <a:ext uri="{FF2B5EF4-FFF2-40B4-BE49-F238E27FC236}">
                <a16:creationId xmlns:a16="http://schemas.microsoft.com/office/drawing/2014/main" id="{17B109D7-11DF-8CFF-6335-57F16ED4FFF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553" r="37476"/>
          <a:stretch/>
        </p:blipFill>
        <p:spPr bwMode="auto">
          <a:xfrm>
            <a:off x="7152000" y="0"/>
            <a:ext cx="5040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1200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all" spc="0" normalizeH="0" noProof="0">
                <a:ln>
                  <a:noFill/>
                </a:ln>
                <a:solidFill>
                  <a:srgbClr val="12ABDB"/>
                </a:solidFill>
                <a:effectLst/>
                <a:uLnTx/>
                <a:uFillTx/>
                <a:latin typeface="Ubuntu" panose="020B0504030602030204" pitchFamily="34" charset="0"/>
                <a:ea typeface="+mn-ea"/>
                <a:cs typeface="Arial"/>
              </a:rPr>
              <a:t>Centralised TMO for Network Transformation</a:t>
            </a:r>
            <a:endParaRPr kumimoji="0" lang="en-GB" sz="2700" b="1" i="0" u="none" strike="noStrike" kern="1200" cap="all" spc="0" normalizeH="0" noProof="0">
              <a:ln>
                <a:noFill/>
              </a:ln>
              <a:solidFill>
                <a:srgbClr val="FFFFFF"/>
              </a:solidFill>
              <a:effectLst/>
              <a:uLnTx/>
              <a:uFillTx/>
              <a:latin typeface="Ubuntu" panose="020B0504030602030204" pitchFamily="34" charset="0"/>
              <a:ea typeface="+mn-ea"/>
              <a:cs typeface="Arial"/>
            </a:endParaRPr>
          </a:p>
        </p:txBody>
      </p:sp>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52000" y="0"/>
            <a:ext cx="5040000"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849">
              <a:solidFill>
                <a:schemeClr val="tx1"/>
              </a:solidFill>
              <a:latin typeface="+mj-lt"/>
            </a:endParaRPr>
          </a:p>
        </p:txBody>
      </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27</a:t>
              </a:fld>
              <a:endParaRPr lang="en-US" sz="800">
                <a:solidFill>
                  <a:srgbClr val="A6A6A6"/>
                </a:solidFill>
                <a:latin typeface="Ubuntu" panose="020B0504030602030204" pitchFamily="34" charset="0"/>
                <a:cs typeface="Arial" panose="020B0604020202020204" pitchFamily="34" charset="0"/>
              </a:endParaRPr>
            </a:p>
          </p:txBody>
        </p:sp>
      </p:gr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Our client is a global leader in networking for the internet. </a:t>
              </a:r>
            </a:p>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Productivity and efficiency needed to improve.</a:t>
              </a:r>
            </a:p>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Client had too many different tools and processes, which led to inefficiency and a fragmented operation.</a:t>
              </a:r>
            </a:p>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The digital transformation objectives for Client were to move capabilities and investment from the back of the shop (Operational IT) to the front of the shop (to the business and the users).</a:t>
              </a: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defTabSz="121917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chemeClr val="accent2"/>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1" y="1779711"/>
                  <a:ext cx="252000" cy="252000"/>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algn="ctr" defTabSz="1219170">
                    <a:lnSpc>
                      <a:spcPct val="90000"/>
                    </a:lnSpc>
                  </a:pPr>
                  <a:endParaRPr lang="en-GB" sz="1867" kern="0">
                    <a:solidFill>
                      <a:srgbClr val="000000"/>
                    </a:solidFill>
                    <a:latin typeface="Verdana"/>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3146730"/>
            <a:ext cx="6300000" cy="1706206"/>
            <a:chOff x="547144" y="3213000"/>
            <a:chExt cx="6300000" cy="1706206"/>
          </a:xfrm>
        </p:grpSpPr>
        <p:sp>
          <p:nvSpPr>
            <p:cNvPr id="46" name="Rectangle 45">
              <a:extLst>
                <a:ext uri="{FF2B5EF4-FFF2-40B4-BE49-F238E27FC236}">
                  <a16:creationId xmlns:a16="http://schemas.microsoft.com/office/drawing/2014/main" id="{1E3EBE79-B8EA-1F86-F74D-9A7E96BFA533}"/>
                </a:ext>
              </a:extLst>
            </p:cNvPr>
            <p:cNvSpPr/>
            <p:nvPr/>
          </p:nvSpPr>
          <p:spPr>
            <a:xfrm>
              <a:off x="547144" y="3659206"/>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Establishing the Transformation Management Office involved governance, processes and reporting capabilities including data collection. We applied three accelerators to launch the TMO / Centralized PMO at Client:</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Design of the TMO and phasing of the implementation of its capability scope,</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Portfolio management and reporting standards and templates,</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Stakeholder alignment, mobilization and communication via regular meeting structures and ad-hoc support.</a:t>
              </a: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defTabSz="121917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chemeClr val="accent2"/>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algn="ctr" defTabSz="1219170">
                  <a:lnSpc>
                    <a:spcPct val="90000"/>
                  </a:lnSpc>
                </a:pPr>
                <a:endParaRPr lang="en-GB" sz="1867" kern="0">
                  <a:solidFill>
                    <a:srgbClr val="000000"/>
                  </a:solidFill>
                  <a:latin typeface="Verdana"/>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2" y="3006194"/>
                <a:ext cx="216000"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5029987"/>
            <a:ext cx="6300000" cy="1344699"/>
            <a:chOff x="547144" y="5019477"/>
            <a:chExt cx="6300000" cy="1344699"/>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300000" cy="900000"/>
            </a:xfrm>
            <a:prstGeom prst="rect">
              <a:avLst/>
            </a:prstGeom>
            <a:noFill/>
            <a:ln w="9525" cap="flat" cmpd="sng" algn="ctr">
              <a:noFill/>
              <a:prstDash val="solid"/>
              <a:miter lim="800000"/>
            </a:ln>
            <a:effectLst/>
          </p:spPr>
          <p:txBody>
            <a:bodyPr lIns="72000" tIns="36000" rIns="72000" bIns="36000" rtlCol="0" anchor="t" anchorCtr="0"/>
            <a:lstStyle/>
            <a:p>
              <a:pPr marL="1714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Centralized Transformation Management Office enabling the client to:</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Rapidly launch new strategic programs, and consistent portfolio monitoring,</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Redistribution and saving of valuable resources for improved portfolio ROI,</a:t>
              </a:r>
            </a:p>
            <a:p>
              <a:pPr marL="539750" indent="-171450">
                <a:buClr>
                  <a:schemeClr val="accent1"/>
                </a:buClr>
                <a:buFont typeface="Wingdings" panose="05000000000000000000" pitchFamily="2" charset="2"/>
                <a:buChar char="§"/>
              </a:pPr>
              <a:r>
                <a:rPr lang="en-US" sz="1100" kern="0">
                  <a:solidFill>
                    <a:schemeClr val="bg1"/>
                  </a:solidFill>
                  <a:latin typeface="Ubuntu" panose="020B0504030602030204" pitchFamily="34" charset="0"/>
                </a:rPr>
                <a:t>Alignment with changing enterprise priorities.</a:t>
              </a: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defTabSz="121917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chemeClr val="accent2"/>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algn="ctr" defTabSz="1219170">
                  <a:lnSpc>
                    <a:spcPct val="90000"/>
                  </a:lnSpc>
                </a:pPr>
                <a:endParaRPr lang="en-GB" sz="1867" kern="0">
                  <a:solidFill>
                    <a:srgbClr val="000000"/>
                  </a:solidFill>
                  <a:latin typeface="Verdana"/>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endParaRPr>
                </a:p>
              </p:txBody>
            </p:sp>
          </p:grpSp>
        </p:grpSp>
      </p:grpSp>
    </p:spTree>
    <p:extLst>
      <p:ext uri="{BB962C8B-B14F-4D97-AF65-F5344CB8AC3E}">
        <p14:creationId xmlns:p14="http://schemas.microsoft.com/office/powerpoint/2010/main" val="4627572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6E0D10DB-B9B0-AACC-E661-0A85923F1AF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279" r="33018"/>
          <a:stretch/>
        </p:blipFill>
        <p:spPr bwMode="auto">
          <a:xfrm>
            <a:off x="7146810" y="0"/>
            <a:ext cx="504519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52000" y="0"/>
            <a:ext cx="5040000"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480000" cy="8617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a:ln>
                  <a:noFill/>
                </a:ln>
                <a:solidFill>
                  <a:srgbClr val="12ABDB"/>
                </a:solidFill>
                <a:effectLst/>
                <a:uLnTx/>
                <a:uFillTx/>
                <a:latin typeface="Ubuntu" panose="020B0504030602030204" pitchFamily="34" charset="0"/>
                <a:ea typeface="+mn-ea"/>
                <a:cs typeface="Arial"/>
              </a:rPr>
              <a:t>TIER 1 TELCO NETWORK COST OPTIMISATION</a:t>
            </a:r>
            <a:endParaRPr kumimoji="0" lang="en-GB" sz="2500" b="1" i="0" u="none" strike="noStrike" kern="1200" cap="none" spc="0" normalizeH="0" baseline="0" noProof="0">
              <a:ln>
                <a:noFill/>
              </a:ln>
              <a:solidFill>
                <a:srgbClr val="FFFFFF"/>
              </a:solidFill>
              <a:effectLst/>
              <a:uLnTx/>
              <a:uFillTx/>
              <a:latin typeface="Ubuntu" panose="020B0504030602030204" pitchFamily="34" charset="0"/>
              <a:ea typeface="+mn-ea"/>
              <a:cs typeface="Arial"/>
            </a:endParaRPr>
          </a:p>
        </p:txBody>
      </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Frequently overspend on 5G </a:t>
              </a:r>
              <a:r>
                <a:rPr kumimoji="0" lang="en-US" sz="1100" b="0" i="0" u="none" strike="noStrike" kern="0" cap="none" spc="0" normalizeH="0" baseline="0" noProof="0" err="1">
                  <a:ln>
                    <a:noFill/>
                  </a:ln>
                  <a:solidFill>
                    <a:srgbClr val="FFFFFF"/>
                  </a:solidFill>
                  <a:effectLst/>
                  <a:uLnTx/>
                  <a:uFillTx/>
                  <a:latin typeface="Ubuntu" panose="020B0504030602030204" pitchFamily="34" charset="0"/>
                  <a:ea typeface="+mn-ea"/>
                  <a:cs typeface="+mn-cs"/>
                </a:rPr>
                <a:t>programmes</a:t>
              </a: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 risks are not highlighted/flagged and there are no controls to mitigate this currently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There are unplanned budget changes through the  processes – this causes cost risks and large additional unexpected overheads.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There is currently no single source of truth for defining and managing unit cost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POs are raised in “fire and forget” fashion without consideration of the overall unit costs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No financial reconciliation milestones for a unit</a:t>
              </a: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2" y="1779724"/>
                  <a:ext cx="252001" cy="252001"/>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3146730"/>
            <a:ext cx="6300000" cy="1706206"/>
            <a:chOff x="547144" y="3213000"/>
            <a:chExt cx="6300000" cy="1706206"/>
          </a:xfrm>
        </p:grpSpPr>
        <p:sp>
          <p:nvSpPr>
            <p:cNvPr id="46" name="Rectangle 45">
              <a:extLst>
                <a:ext uri="{FF2B5EF4-FFF2-40B4-BE49-F238E27FC236}">
                  <a16:creationId xmlns:a16="http://schemas.microsoft.com/office/drawing/2014/main" id="{1E3EBE79-B8EA-1F86-F74D-9A7E96BFA533}"/>
                </a:ext>
              </a:extLst>
            </p:cNvPr>
            <p:cNvSpPr/>
            <p:nvPr/>
          </p:nvSpPr>
          <p:spPr>
            <a:xfrm>
              <a:off x="547144" y="3659206"/>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Develop Business Case unit cost repository into PEGA to compare the cost when quote or POR is raised</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Enable automated validations into PEGA for POR routing and approvals to avoid the overspend cost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Enable automated validations into PEGA change control process so that the WBS codes/Programme names are correct in the first instance</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Enable ability in PEGA for QS queue &amp; feedback loop with vendors to discuss/amend quotes &amp; PORs</a:t>
              </a: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1" y="3006194"/>
                <a:ext cx="215999"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5029987"/>
            <a:ext cx="6480000" cy="1344699"/>
            <a:chOff x="547144" y="5019477"/>
            <a:chExt cx="6480000" cy="1344699"/>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480000" cy="90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Reduction in site-level overspend and improved cash flow (more accurate PO’s and less PO cancellations)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Quicker turnaround time vs PO SLAs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Greater data insights on unit cost, covering all levels of detail</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Ability to scrutinize quotes/actual costs at detail against unit costs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4million savings annually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endPar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endPar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rgbClr val="12ABDB"/>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grpSp>
    </p:spTree>
    <p:extLst>
      <p:ext uri="{BB962C8B-B14F-4D97-AF65-F5344CB8AC3E}">
        <p14:creationId xmlns:p14="http://schemas.microsoft.com/office/powerpoint/2010/main" val="3409413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CB533BC-16DB-6E19-474B-E63A85BAD9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430" r="25430"/>
          <a:stretch/>
        </p:blipFill>
        <p:spPr bwMode="auto">
          <a:xfrm>
            <a:off x="7141622" y="0"/>
            <a:ext cx="505037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41622" y="0"/>
            <a:ext cx="5050378"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1200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700" b="1" i="0" u="none" strike="noStrike" kern="1200" cap="none" spc="0" normalizeH="0" baseline="0" noProof="0">
                <a:ln>
                  <a:noFill/>
                </a:ln>
                <a:solidFill>
                  <a:srgbClr val="12ABDB"/>
                </a:solidFill>
                <a:effectLst/>
                <a:uLnTx/>
                <a:uFillTx/>
                <a:latin typeface="Ubuntu" panose="020B0504030602030204" pitchFamily="34" charset="0"/>
                <a:ea typeface="+mn-ea"/>
                <a:cs typeface="Arial"/>
              </a:rPr>
              <a:t>LTE PMO SERVICES FOR A LARGE NORTH AMERICAN TELCO</a:t>
            </a:r>
            <a:endParaRPr kumimoji="0" lang="en-GB" sz="2700" b="1" i="0" u="none" strike="noStrike" kern="1200" cap="none" spc="0" normalizeH="0" baseline="0" noProof="0">
              <a:ln>
                <a:noFill/>
              </a:ln>
              <a:solidFill>
                <a:srgbClr val="FFFFFF"/>
              </a:solidFill>
              <a:effectLst/>
              <a:uLnTx/>
              <a:uFillTx/>
              <a:latin typeface="Ubuntu" panose="020B0504030602030204" pitchFamily="34" charset="0"/>
              <a:ea typeface="+mn-ea"/>
              <a:cs typeface="Arial"/>
            </a:endParaRPr>
          </a:p>
        </p:txBody>
      </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IN" sz="1100" kern="0">
                  <a:solidFill>
                    <a:srgbClr val="FFFFFF"/>
                  </a:solidFill>
                  <a:latin typeface="Ubuntu" panose="020B0504030602030204" pitchFamily="34" charset="0"/>
                </a:rPr>
                <a:t>Leading NA telco launched an ambitious </a:t>
              </a: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LTE program with complex interdependencies between various organizations and projects.</a:t>
              </a:r>
            </a:p>
            <a:p>
              <a:pPr marL="171450" indent="-171450">
                <a:buClr>
                  <a:srgbClr val="0070AD"/>
                </a:buClr>
                <a:buFont typeface="Wingdings" panose="05000000000000000000" pitchFamily="2" charset="2"/>
                <a:buChar char="§"/>
                <a:defRPr/>
              </a:pPr>
              <a:r>
                <a:rPr lang="en-IN" sz="1100" kern="0">
                  <a:solidFill>
                    <a:srgbClr val="FFFFFF"/>
                  </a:solidFill>
                  <a:latin typeface="Ubuntu" panose="020B0504030602030204" pitchFamily="34" charset="0"/>
                </a:rPr>
                <a:t>Limited technical and functional knowledge of the scope of work being performed.</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Defining End-to-end IT high-level ‘roadmap’ view with respect to overall LTE program.</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Maintain adequate communication between IT, Labs, Product, and Business organizations.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Deploy a new highly complex network requiring integration across the entire organization in an accelerated timeframe.</a:t>
              </a:r>
            </a:p>
            <a:p>
              <a:pPr marL="5397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endPar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endParaRP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2" y="1779724"/>
                  <a:ext cx="252001" cy="252001"/>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3146730"/>
            <a:ext cx="6300000" cy="1801155"/>
            <a:chOff x="547144" y="3213000"/>
            <a:chExt cx="6300000" cy="1801155"/>
          </a:xfrm>
        </p:grpSpPr>
        <p:sp>
          <p:nvSpPr>
            <p:cNvPr id="46" name="Rectangle 45">
              <a:extLst>
                <a:ext uri="{FF2B5EF4-FFF2-40B4-BE49-F238E27FC236}">
                  <a16:creationId xmlns:a16="http://schemas.microsoft.com/office/drawing/2014/main" id="{1E3EBE79-B8EA-1F86-F74D-9A7E96BFA533}"/>
                </a:ext>
              </a:extLst>
            </p:cNvPr>
            <p:cNvSpPr/>
            <p:nvPr/>
          </p:nvSpPr>
          <p:spPr>
            <a:xfrm>
              <a:off x="547144" y="3754155"/>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Team onsite at key client locations with a leverage model including very senior resources and experienced junior resources.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Provide IT scope management, resource alignment, risk assessment, effort estimation review, roadmap support, design reviews, CR management, and technical oversight.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Quick onboarding and knowledge development within the LTE space requiring rapid integration into IT and LTE processes.</a:t>
              </a: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1" y="3006194"/>
                <a:ext cx="215999"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4872506"/>
            <a:ext cx="6300000" cy="1832045"/>
            <a:chOff x="547144" y="5019477"/>
            <a:chExt cx="6300000" cy="1832045"/>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300000" cy="1387346"/>
            </a:xfrm>
            <a:prstGeom prst="rect">
              <a:avLst/>
            </a:prstGeom>
            <a:solidFill>
              <a:srgbClr val="272936"/>
            </a:solid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Creation of comprehensive LTE IT Release view for next 3 years.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Support of technical understanding in the PMO organization to better manage project timeline, technical and solution issues, and risk management.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Enhanced communication procedures between IT, labs, and client representatives.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On-time and cost project delivery resulting from technical/functional risk identification and mitigation.</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IN"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Management of releases to control IT Scope and socialize release content; reduce ambiguity to client and IT application teams.</a:t>
              </a: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rgbClr val="12ABDB"/>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grpSp>
    </p:spTree>
    <p:extLst>
      <p:ext uri="{BB962C8B-B14F-4D97-AF65-F5344CB8AC3E}">
        <p14:creationId xmlns:p14="http://schemas.microsoft.com/office/powerpoint/2010/main" val="3197409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3" name="Picture Placeholder 9">
            <a:extLst>
              <a:ext uri="{FF2B5EF4-FFF2-40B4-BE49-F238E27FC236}">
                <a16:creationId xmlns:a16="http://schemas.microsoft.com/office/drawing/2014/main" id="{91BCC355-C350-C77C-A291-E717EDA4856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9" t="7748" b="13257"/>
          <a:stretch/>
        </p:blipFill>
        <p:spPr>
          <a:xfrm>
            <a:off x="7152001" y="0"/>
            <a:ext cx="5030228" cy="6858000"/>
          </a:xfrm>
          <a:prstGeom prst="rect">
            <a:avLst/>
          </a:prstGeom>
        </p:spPr>
      </p:pic>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52000" y="0"/>
            <a:ext cx="5040000"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120000" cy="923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700" b="1">
                <a:solidFill>
                  <a:srgbClr val="12ABDB"/>
                </a:solidFill>
                <a:latin typeface="Ubuntu" panose="020B0504030602030204" pitchFamily="34" charset="0"/>
                <a:cs typeface="Arial"/>
              </a:rPr>
              <a:t>T</a:t>
            </a:r>
            <a:r>
              <a:rPr kumimoji="0" lang="en-US" sz="2700" b="1" i="0" u="none" strike="noStrike" kern="1200" cap="none" spc="0" normalizeH="0" baseline="0" noProof="0">
                <a:ln>
                  <a:noFill/>
                </a:ln>
                <a:solidFill>
                  <a:srgbClr val="12ABDB"/>
                </a:solidFill>
                <a:effectLst/>
                <a:uLnTx/>
                <a:uFillTx/>
                <a:latin typeface="Ubuntu" panose="020B0504030602030204" pitchFamily="34" charset="0"/>
                <a:ea typeface="+mn-ea"/>
                <a:cs typeface="Arial"/>
              </a:rPr>
              <a:t>MO FOR RAN SHARING &amp; 5G DEPLOYMENT</a:t>
            </a:r>
            <a:endParaRPr kumimoji="0" lang="en-GB" sz="2700" b="1" i="0" u="none" strike="noStrike" kern="1200" cap="none" spc="0" normalizeH="0" baseline="0" noProof="0">
              <a:ln>
                <a:noFill/>
              </a:ln>
              <a:solidFill>
                <a:srgbClr val="FFFFFF"/>
              </a:solidFill>
              <a:effectLst/>
              <a:uLnTx/>
              <a:uFillTx/>
              <a:latin typeface="Ubuntu" panose="020B0504030602030204" pitchFamily="34" charset="0"/>
              <a:ea typeface="+mn-ea"/>
              <a:cs typeface="Arial"/>
            </a:endParaRPr>
          </a:p>
        </p:txBody>
      </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gr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Our client has network sharing agreement with another MNO (active, passive and transmission equipment sharing), and will embark in a major new Technology/Network implementation/roll-out project, that will last until 2024, taking place simultaneously with the 5G program.</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 based on its experience with similar programs and complex project management activities, proposed a dedicated  group of specialized Project Managers to support our client in the coordination, management and reporting of the different streams and stakeholders involved.</a:t>
              </a: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1" y="1779711"/>
                  <a:ext cx="252000" cy="252000"/>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3146730"/>
            <a:ext cx="6300000" cy="1706206"/>
            <a:chOff x="547144" y="3213000"/>
            <a:chExt cx="6300000" cy="1706206"/>
          </a:xfrm>
        </p:grpSpPr>
        <p:sp>
          <p:nvSpPr>
            <p:cNvPr id="46" name="Rectangle 45">
              <a:extLst>
                <a:ext uri="{FF2B5EF4-FFF2-40B4-BE49-F238E27FC236}">
                  <a16:creationId xmlns:a16="http://schemas.microsoft.com/office/drawing/2014/main" id="{1E3EBE79-B8EA-1F86-F74D-9A7E96BFA533}"/>
                </a:ext>
              </a:extLst>
            </p:cNvPr>
            <p:cNvSpPr/>
            <p:nvPr/>
          </p:nvSpPr>
          <p:spPr>
            <a:xfrm>
              <a:off x="547144" y="3659206"/>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indent="-171450">
                <a:buClr>
                  <a:srgbClr val="0070AD"/>
                </a:buClr>
                <a:buFont typeface="Wingdings" panose="05000000000000000000" pitchFamily="2" charset="2"/>
                <a:buChar cha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Monitor progress of the service, assist in managing and mitigating risks, approve decisions taken within the Management, and approve changes in scope.</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Knowledge of milestones and activities of greatest relevance.</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Manage and deliver the </a:t>
              </a:r>
              <a:r>
                <a:rPr kumimoji="0" lang="en-US" sz="1100" b="0" i="0" u="none" strike="noStrike" kern="0" cap="none" spc="0" normalizeH="0" baseline="0" noProof="0" err="1">
                  <a:ln>
                    <a:noFill/>
                  </a:ln>
                  <a:solidFill>
                    <a:srgbClr val="FFFFFF"/>
                  </a:solidFill>
                  <a:effectLst/>
                  <a:uLnTx/>
                  <a:uFillTx/>
                  <a:latin typeface="Ubuntu" panose="020B0504030602030204" pitchFamily="34" charset="0"/>
                  <a:ea typeface="+mn-ea"/>
                  <a:cs typeface="+mn-cs"/>
                </a:rPr>
                <a:t>programme</a:t>
              </a: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 , as well as quality of delivery.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Manage resources taking into consideration the duration and the phases of the service.</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Ensure communication between the various actors and periodically communicate service progress to senior management.</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Operational implementation of all activities related to the project.</a:t>
              </a: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2" y="3006194"/>
                <a:ext cx="216000"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5029987"/>
            <a:ext cx="6300000" cy="1344699"/>
            <a:chOff x="547144" y="5019477"/>
            <a:chExt cx="6300000" cy="1344699"/>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300000" cy="90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Visibility for all stakeholders.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Alignment between MNO’s.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Follow-up and monitoring of critical points and management decisions.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Unlocked situations with dubious interpretation or omissions in the contract.</a:t>
              </a: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rgbClr val="12ABDB"/>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spTree>
    <p:extLst>
      <p:ext uri="{BB962C8B-B14F-4D97-AF65-F5344CB8AC3E}">
        <p14:creationId xmlns:p14="http://schemas.microsoft.com/office/powerpoint/2010/main" val="40728061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4098" name="Picture 2" descr="GettyImages-1203932674.mov">
            <a:extLst>
              <a:ext uri="{FF2B5EF4-FFF2-40B4-BE49-F238E27FC236}">
                <a16:creationId xmlns:a16="http://schemas.microsoft.com/office/drawing/2014/main" id="{064ED16A-A478-4D6E-2BB0-7930271C00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744"/>
          <a:stretch/>
        </p:blipFill>
        <p:spPr bwMode="auto">
          <a:xfrm>
            <a:off x="7157512" y="0"/>
            <a:ext cx="5034488"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B3273A77-83D6-9484-14D3-88AC0168C381}"/>
              </a:ext>
              <a:ext uri="{C183D7F6-B498-43B3-948B-1728B52AA6E4}">
                <adec:decorative xmlns:adec="http://schemas.microsoft.com/office/drawing/2017/decorative" val="1"/>
              </a:ext>
            </a:extLst>
          </p:cNvPr>
          <p:cNvSpPr/>
          <p:nvPr/>
        </p:nvSpPr>
        <p:spPr bwMode="white">
          <a:xfrm>
            <a:off x="7152000" y="0"/>
            <a:ext cx="5040000" cy="6859720"/>
          </a:xfrm>
          <a:prstGeom prst="rect">
            <a:avLst/>
          </a:prstGeom>
          <a:solidFill>
            <a:srgbClr val="272936">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49"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extBox 9">
            <a:extLst>
              <a:ext uri="{FF2B5EF4-FFF2-40B4-BE49-F238E27FC236}">
                <a16:creationId xmlns:a16="http://schemas.microsoft.com/office/drawing/2014/main" id="{3F55E11C-2EFB-4996-9C19-4F036F5AC7BC}"/>
              </a:ext>
            </a:extLst>
          </p:cNvPr>
          <p:cNvSpPr txBox="1"/>
          <p:nvPr/>
        </p:nvSpPr>
        <p:spPr>
          <a:xfrm>
            <a:off x="450782" y="331898"/>
            <a:ext cx="6480000" cy="12464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a:ln>
                  <a:noFill/>
                </a:ln>
                <a:solidFill>
                  <a:srgbClr val="12ABDB"/>
                </a:solidFill>
                <a:effectLst/>
                <a:uLnTx/>
                <a:uFillTx/>
                <a:latin typeface="Ubuntu" panose="020B0504030602030204" pitchFamily="34" charset="0"/>
                <a:ea typeface="+mn-ea"/>
                <a:cs typeface="Arial"/>
              </a:rPr>
              <a:t>COST REDUCTION IN HIGHLY COMPLEX VENDOR CONSOLIDATION PROGRAMME</a:t>
            </a:r>
            <a:endParaRPr kumimoji="0" lang="en-GB" sz="2500" b="1" i="0" u="none" strike="noStrike" kern="1200" cap="none" spc="0" normalizeH="0" baseline="0" noProof="0">
              <a:ln>
                <a:noFill/>
              </a:ln>
              <a:solidFill>
                <a:srgbClr val="FFFFFF"/>
              </a:solidFill>
              <a:effectLst/>
              <a:uLnTx/>
              <a:uFillTx/>
              <a:latin typeface="Ubuntu" panose="020B0504030602030204" pitchFamily="34" charset="0"/>
              <a:ea typeface="+mn-ea"/>
              <a:cs typeface="Arial"/>
            </a:endParaRPr>
          </a:p>
        </p:txBody>
      </p:sp>
      <p:grpSp>
        <p:nvGrpSpPr>
          <p:cNvPr id="96" name="Group 95">
            <a:extLst>
              <a:ext uri="{FF2B5EF4-FFF2-40B4-BE49-F238E27FC236}">
                <a16:creationId xmlns:a16="http://schemas.microsoft.com/office/drawing/2014/main" id="{D08F192C-2B51-0400-8242-9AFBBA9764B4}"/>
              </a:ext>
            </a:extLst>
          </p:cNvPr>
          <p:cNvGrpSpPr/>
          <p:nvPr/>
        </p:nvGrpSpPr>
        <p:grpSpPr>
          <a:xfrm>
            <a:off x="450782" y="1444979"/>
            <a:ext cx="6300000" cy="1524700"/>
            <a:chOff x="547144" y="1447903"/>
            <a:chExt cx="6300000" cy="1524700"/>
          </a:xfrm>
        </p:grpSpPr>
        <p:sp>
          <p:nvSpPr>
            <p:cNvPr id="43" name="Rectangle 42">
              <a:extLst>
                <a:ext uri="{FF2B5EF4-FFF2-40B4-BE49-F238E27FC236}">
                  <a16:creationId xmlns:a16="http://schemas.microsoft.com/office/drawing/2014/main" id="{3BE81889-13C8-73AA-0097-CB885AA6951E}"/>
                </a:ext>
              </a:extLst>
            </p:cNvPr>
            <p:cNvSpPr/>
            <p:nvPr/>
          </p:nvSpPr>
          <p:spPr>
            <a:xfrm>
              <a:off x="547144" y="1892603"/>
              <a:ext cx="6300000" cy="108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This global chemical giant was looking to consolidate its application landscape, which was managed by different providers and from different geographies, under one trusted partner.</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This client engaged Capgemini to manage and streamline more than 50 critical applications for heightened operational excellence and increased cost efficiency.</a:t>
              </a:r>
            </a:p>
          </p:txBody>
        </p:sp>
        <p:grpSp>
          <p:nvGrpSpPr>
            <p:cNvPr id="73" name="Group 72">
              <a:extLst>
                <a:ext uri="{FF2B5EF4-FFF2-40B4-BE49-F238E27FC236}">
                  <a16:creationId xmlns:a16="http://schemas.microsoft.com/office/drawing/2014/main" id="{DF3918F3-1AC5-E5DF-6525-295B0B7C04A6}"/>
                </a:ext>
              </a:extLst>
            </p:cNvPr>
            <p:cNvGrpSpPr/>
            <p:nvPr/>
          </p:nvGrpSpPr>
          <p:grpSpPr>
            <a:xfrm>
              <a:off x="547144" y="1447903"/>
              <a:ext cx="3717945" cy="432000"/>
              <a:chOff x="508987" y="1689711"/>
              <a:chExt cx="3717945" cy="432000"/>
            </a:xfrm>
          </p:grpSpPr>
          <p:sp>
            <p:nvSpPr>
              <p:cNvPr id="59" name="Rectangle 58">
                <a:extLst>
                  <a:ext uri="{FF2B5EF4-FFF2-40B4-BE49-F238E27FC236}">
                    <a16:creationId xmlns:a16="http://schemas.microsoft.com/office/drawing/2014/main" id="{940AC676-0415-6EC8-B531-6D68C9703334}"/>
                  </a:ext>
                </a:extLst>
              </p:cNvPr>
              <p:cNvSpPr/>
              <p:nvPr/>
            </p:nvSpPr>
            <p:spPr>
              <a:xfrm>
                <a:off x="735717" y="1761711"/>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Challenge</a:t>
                </a:r>
              </a:p>
            </p:txBody>
          </p:sp>
          <p:cxnSp>
            <p:nvCxnSpPr>
              <p:cNvPr id="60" name="Straight Connector 59">
                <a:extLst>
                  <a:ext uri="{FF2B5EF4-FFF2-40B4-BE49-F238E27FC236}">
                    <a16:creationId xmlns:a16="http://schemas.microsoft.com/office/drawing/2014/main" id="{BE19DFFE-F689-1959-2691-F47D55D54AED}"/>
                  </a:ext>
                </a:extLst>
              </p:cNvPr>
              <p:cNvCxnSpPr>
                <a:cxnSpLocks/>
              </p:cNvCxnSpPr>
              <p:nvPr/>
            </p:nvCxnSpPr>
            <p:spPr>
              <a:xfrm>
                <a:off x="719193" y="2121711"/>
                <a:ext cx="2880000" cy="0"/>
              </a:xfrm>
              <a:prstGeom prst="line">
                <a:avLst/>
              </a:prstGeom>
              <a:noFill/>
              <a:ln w="19050" cap="flat" cmpd="sng" algn="ctr">
                <a:solidFill>
                  <a:schemeClr val="accent2"/>
                </a:solidFill>
                <a:prstDash val="solid"/>
                <a:miter lim="800000"/>
              </a:ln>
              <a:effectLst/>
            </p:spPr>
          </p:cxnSp>
          <p:grpSp>
            <p:nvGrpSpPr>
              <p:cNvPr id="66" name="Group 65">
                <a:extLst>
                  <a:ext uri="{FF2B5EF4-FFF2-40B4-BE49-F238E27FC236}">
                    <a16:creationId xmlns:a16="http://schemas.microsoft.com/office/drawing/2014/main" id="{60191718-5036-D0BF-BDB5-31002CF2B516}"/>
                  </a:ext>
                </a:extLst>
              </p:cNvPr>
              <p:cNvGrpSpPr/>
              <p:nvPr/>
            </p:nvGrpSpPr>
            <p:grpSpPr>
              <a:xfrm>
                <a:off x="508987" y="1689711"/>
                <a:ext cx="432000" cy="432000"/>
                <a:chOff x="505811" y="1689711"/>
                <a:chExt cx="432000" cy="432000"/>
              </a:xfrm>
            </p:grpSpPr>
            <p:grpSp>
              <p:nvGrpSpPr>
                <p:cNvPr id="69" name="Groupe 394">
                  <a:extLst>
                    <a:ext uri="{FF2B5EF4-FFF2-40B4-BE49-F238E27FC236}">
                      <a16:creationId xmlns:a16="http://schemas.microsoft.com/office/drawing/2014/main" id="{16E96553-6354-F5BA-DA57-B1E26AB9C6FF}"/>
                    </a:ext>
                  </a:extLst>
                </p:cNvPr>
                <p:cNvGrpSpPr/>
                <p:nvPr/>
              </p:nvGrpSpPr>
              <p:grpSpPr>
                <a:xfrm>
                  <a:off x="595812" y="1779724"/>
                  <a:ext cx="252001" cy="252001"/>
                  <a:chOff x="431801" y="5376863"/>
                  <a:chExt cx="427037" cy="430212"/>
                </a:xfrm>
                <a:noFill/>
              </p:grpSpPr>
              <p:sp>
                <p:nvSpPr>
                  <p:cNvPr id="71" name="Freeform 147">
                    <a:extLst>
                      <a:ext uri="{FF2B5EF4-FFF2-40B4-BE49-F238E27FC236}">
                        <a16:creationId xmlns:a16="http://schemas.microsoft.com/office/drawing/2014/main" id="{9A737587-2054-BF78-9CC9-B3B678DD4C6B}"/>
                      </a:ext>
                    </a:extLst>
                  </p:cNvPr>
                  <p:cNvSpPr>
                    <a:spLocks/>
                  </p:cNvSpPr>
                  <p:nvPr/>
                </p:nvSpPr>
                <p:spPr bwMode="auto">
                  <a:xfrm>
                    <a:off x="630238" y="5376863"/>
                    <a:ext cx="228600" cy="217487"/>
                  </a:xfrm>
                  <a:custGeom>
                    <a:avLst/>
                    <a:gdLst/>
                    <a:ahLst/>
                    <a:cxnLst>
                      <a:cxn ang="0">
                        <a:pos x="89" y="72"/>
                      </a:cxn>
                      <a:cxn ang="0">
                        <a:pos x="103" y="72"/>
                      </a:cxn>
                      <a:cxn ang="0">
                        <a:pos x="144" y="30"/>
                      </a:cxn>
                      <a:cxn ang="0">
                        <a:pos x="116" y="30"/>
                      </a:cxn>
                      <a:cxn ang="0">
                        <a:pos x="116" y="0"/>
                      </a:cxn>
                      <a:cxn ang="0">
                        <a:pos x="73" y="43"/>
                      </a:cxn>
                      <a:cxn ang="0">
                        <a:pos x="73" y="64"/>
                      </a:cxn>
                      <a:cxn ang="0">
                        <a:pos x="0" y="137"/>
                      </a:cxn>
                    </a:cxnLst>
                    <a:rect l="0" t="0" r="r" b="b"/>
                    <a:pathLst>
                      <a:path w="144" h="137">
                        <a:moveTo>
                          <a:pt x="89" y="72"/>
                        </a:moveTo>
                        <a:lnTo>
                          <a:pt x="103" y="72"/>
                        </a:lnTo>
                        <a:lnTo>
                          <a:pt x="144" y="30"/>
                        </a:lnTo>
                        <a:lnTo>
                          <a:pt x="116" y="30"/>
                        </a:lnTo>
                        <a:lnTo>
                          <a:pt x="116" y="0"/>
                        </a:lnTo>
                        <a:lnTo>
                          <a:pt x="73" y="43"/>
                        </a:lnTo>
                        <a:lnTo>
                          <a:pt x="73" y="64"/>
                        </a:lnTo>
                        <a:lnTo>
                          <a:pt x="0" y="137"/>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2" name="Freeform 148">
                    <a:extLst>
                      <a:ext uri="{FF2B5EF4-FFF2-40B4-BE49-F238E27FC236}">
                        <a16:creationId xmlns:a16="http://schemas.microsoft.com/office/drawing/2014/main" id="{AFB40856-2627-B51D-3FBA-B06285E97E35}"/>
                      </a:ext>
                    </a:extLst>
                  </p:cNvPr>
                  <p:cNvSpPr>
                    <a:spLocks/>
                  </p:cNvSpPr>
                  <p:nvPr/>
                </p:nvSpPr>
                <p:spPr bwMode="auto">
                  <a:xfrm>
                    <a:off x="762001" y="5521325"/>
                    <a:ext cx="1588" cy="1587"/>
                  </a:xfrm>
                  <a:custGeom>
                    <a:avLst/>
                    <a:gdLst/>
                    <a:ahLst/>
                    <a:cxnLst>
                      <a:cxn ang="0">
                        <a:pos x="0" y="0"/>
                      </a:cxn>
                      <a:cxn ang="0">
                        <a:pos x="0" y="0"/>
                      </a:cxn>
                    </a:cxnLst>
                    <a:rect l="0" t="0" r="r" b="b"/>
                    <a:pathLst>
                      <a:path>
                        <a:moveTo>
                          <a:pt x="0" y="0"/>
                        </a:moveTo>
                        <a:cubicBezTo>
                          <a:pt x="0" y="0"/>
                          <a:pt x="0" y="0"/>
                          <a:pt x="0" y="0"/>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4" name="Freeform 149">
                    <a:extLst>
                      <a:ext uri="{FF2B5EF4-FFF2-40B4-BE49-F238E27FC236}">
                        <a16:creationId xmlns:a16="http://schemas.microsoft.com/office/drawing/2014/main" id="{93342D57-5634-8A53-5A37-094E9598DEE1}"/>
                      </a:ext>
                    </a:extLst>
                  </p:cNvPr>
                  <p:cNvSpPr>
                    <a:spLocks/>
                  </p:cNvSpPr>
                  <p:nvPr/>
                </p:nvSpPr>
                <p:spPr bwMode="auto">
                  <a:xfrm>
                    <a:off x="585788" y="5594350"/>
                    <a:ext cx="57150" cy="58737"/>
                  </a:xfrm>
                  <a:custGeom>
                    <a:avLst/>
                    <a:gdLst/>
                    <a:ahLst/>
                    <a:cxnLst>
                      <a:cxn ang="0">
                        <a:pos x="16" y="1"/>
                      </a:cxn>
                      <a:cxn ang="0">
                        <a:pos x="12" y="0"/>
                      </a:cxn>
                      <a:cxn ang="0">
                        <a:pos x="0" y="11"/>
                      </a:cxn>
                      <a:cxn ang="0">
                        <a:pos x="12" y="23"/>
                      </a:cxn>
                      <a:cxn ang="0">
                        <a:pos x="23" y="11"/>
                      </a:cxn>
                      <a:cxn ang="0">
                        <a:pos x="22" y="7"/>
                      </a:cxn>
                    </a:cxnLst>
                    <a:rect l="0" t="0" r="r" b="b"/>
                    <a:pathLst>
                      <a:path w="23" h="23">
                        <a:moveTo>
                          <a:pt x="16" y="1"/>
                        </a:moveTo>
                        <a:cubicBezTo>
                          <a:pt x="15" y="0"/>
                          <a:pt x="13" y="0"/>
                          <a:pt x="12" y="0"/>
                        </a:cubicBezTo>
                        <a:cubicBezTo>
                          <a:pt x="5" y="0"/>
                          <a:pt x="0" y="5"/>
                          <a:pt x="0" y="11"/>
                        </a:cubicBezTo>
                        <a:cubicBezTo>
                          <a:pt x="0" y="18"/>
                          <a:pt x="5" y="23"/>
                          <a:pt x="12" y="23"/>
                        </a:cubicBezTo>
                        <a:cubicBezTo>
                          <a:pt x="18" y="23"/>
                          <a:pt x="23" y="18"/>
                          <a:pt x="23" y="11"/>
                        </a:cubicBezTo>
                        <a:cubicBezTo>
                          <a:pt x="23" y="10"/>
                          <a:pt x="23" y="8"/>
                          <a:pt x="22" y="7"/>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75" name="Freeform 150">
                    <a:extLst>
                      <a:ext uri="{FF2B5EF4-FFF2-40B4-BE49-F238E27FC236}">
                        <a16:creationId xmlns:a16="http://schemas.microsoft.com/office/drawing/2014/main" id="{8624E5EE-813D-2A41-3909-C184E6D1050D}"/>
                      </a:ext>
                    </a:extLst>
                  </p:cNvPr>
                  <p:cNvSpPr>
                    <a:spLocks/>
                  </p:cNvSpPr>
                  <p:nvPr/>
                </p:nvSpPr>
                <p:spPr bwMode="auto">
                  <a:xfrm>
                    <a:off x="431801" y="5441950"/>
                    <a:ext cx="361950" cy="365125"/>
                  </a:xfrm>
                  <a:custGeom>
                    <a:avLst/>
                    <a:gdLst/>
                    <a:ahLst/>
                    <a:cxnLst>
                      <a:cxn ang="0">
                        <a:pos x="89" y="38"/>
                      </a:cxn>
                      <a:cxn ang="0">
                        <a:pos x="72" y="34"/>
                      </a:cxn>
                      <a:cxn ang="0">
                        <a:pos x="35" y="71"/>
                      </a:cxn>
                      <a:cxn ang="0">
                        <a:pos x="72" y="109"/>
                      </a:cxn>
                      <a:cxn ang="0">
                        <a:pos x="109" y="71"/>
                      </a:cxn>
                      <a:cxn ang="0">
                        <a:pos x="106" y="56"/>
                      </a:cxn>
                      <a:cxn ang="0">
                        <a:pos x="131" y="31"/>
                      </a:cxn>
                      <a:cxn ang="0">
                        <a:pos x="144" y="72"/>
                      </a:cxn>
                      <a:cxn ang="0">
                        <a:pos x="72" y="144"/>
                      </a:cxn>
                      <a:cxn ang="0">
                        <a:pos x="0" y="72"/>
                      </a:cxn>
                      <a:cxn ang="0">
                        <a:pos x="72" y="0"/>
                      </a:cxn>
                      <a:cxn ang="0">
                        <a:pos x="120" y="18"/>
                      </a:cxn>
                    </a:cxnLst>
                    <a:rect l="0" t="0" r="r" b="b"/>
                    <a:pathLst>
                      <a:path w="144" h="144">
                        <a:moveTo>
                          <a:pt x="89" y="38"/>
                        </a:moveTo>
                        <a:cubicBezTo>
                          <a:pt x="84" y="36"/>
                          <a:pt x="78" y="34"/>
                          <a:pt x="72" y="34"/>
                        </a:cubicBezTo>
                        <a:cubicBezTo>
                          <a:pt x="51" y="34"/>
                          <a:pt x="35" y="51"/>
                          <a:pt x="35" y="71"/>
                        </a:cubicBezTo>
                        <a:cubicBezTo>
                          <a:pt x="35" y="92"/>
                          <a:pt x="51" y="109"/>
                          <a:pt x="72" y="109"/>
                        </a:cubicBezTo>
                        <a:cubicBezTo>
                          <a:pt x="92" y="109"/>
                          <a:pt x="109" y="92"/>
                          <a:pt x="109" y="71"/>
                        </a:cubicBezTo>
                        <a:cubicBezTo>
                          <a:pt x="109" y="66"/>
                          <a:pt x="108" y="61"/>
                          <a:pt x="106" y="56"/>
                        </a:cubicBezTo>
                        <a:cubicBezTo>
                          <a:pt x="131" y="31"/>
                          <a:pt x="131" y="31"/>
                          <a:pt x="131" y="31"/>
                        </a:cubicBezTo>
                        <a:cubicBezTo>
                          <a:pt x="139" y="43"/>
                          <a:pt x="144" y="57"/>
                          <a:pt x="144" y="72"/>
                        </a:cubicBezTo>
                        <a:cubicBezTo>
                          <a:pt x="144" y="112"/>
                          <a:pt x="112" y="144"/>
                          <a:pt x="72" y="144"/>
                        </a:cubicBezTo>
                        <a:cubicBezTo>
                          <a:pt x="32" y="144"/>
                          <a:pt x="0" y="112"/>
                          <a:pt x="0" y="72"/>
                        </a:cubicBezTo>
                        <a:cubicBezTo>
                          <a:pt x="0" y="32"/>
                          <a:pt x="32" y="0"/>
                          <a:pt x="72" y="0"/>
                        </a:cubicBezTo>
                        <a:cubicBezTo>
                          <a:pt x="91" y="0"/>
                          <a:pt x="107" y="7"/>
                          <a:pt x="120" y="18"/>
                        </a:cubicBezTo>
                      </a:path>
                    </a:pathLst>
                  </a:custGeom>
                  <a:grpFill/>
                  <a:ln w="12700" cap="rnd">
                    <a:solidFill>
                      <a:sysClr val="window" lastClr="FFFFFF"/>
                    </a:solidFill>
                    <a:prstDash val="solid"/>
                    <a:bevel/>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sp>
              <p:nvSpPr>
                <p:cNvPr id="70" name="Arc 69">
                  <a:extLst>
                    <a:ext uri="{FF2B5EF4-FFF2-40B4-BE49-F238E27FC236}">
                      <a16:creationId xmlns:a16="http://schemas.microsoft.com/office/drawing/2014/main" id="{61EE84FB-CC6C-38D4-F8FB-9A799EEAB59F}"/>
                    </a:ext>
                  </a:extLst>
                </p:cNvPr>
                <p:cNvSpPr/>
                <p:nvPr/>
              </p:nvSpPr>
              <p:spPr>
                <a:xfrm>
                  <a:off x="505811" y="1689711"/>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grpSp>
      </p:grpSp>
      <p:grpSp>
        <p:nvGrpSpPr>
          <p:cNvPr id="97" name="Group 96">
            <a:extLst>
              <a:ext uri="{FF2B5EF4-FFF2-40B4-BE49-F238E27FC236}">
                <a16:creationId xmlns:a16="http://schemas.microsoft.com/office/drawing/2014/main" id="{5D245241-8129-017D-7398-245DBBB04A05}"/>
              </a:ext>
            </a:extLst>
          </p:cNvPr>
          <p:cNvGrpSpPr/>
          <p:nvPr/>
        </p:nvGrpSpPr>
        <p:grpSpPr>
          <a:xfrm>
            <a:off x="450782" y="3007883"/>
            <a:ext cx="6300000" cy="1706206"/>
            <a:chOff x="547144" y="3213000"/>
            <a:chExt cx="6300000" cy="1706206"/>
          </a:xfrm>
        </p:grpSpPr>
        <p:sp>
          <p:nvSpPr>
            <p:cNvPr id="46" name="Rectangle 45">
              <a:extLst>
                <a:ext uri="{FF2B5EF4-FFF2-40B4-BE49-F238E27FC236}">
                  <a16:creationId xmlns:a16="http://schemas.microsoft.com/office/drawing/2014/main" id="{1E3EBE79-B8EA-1F86-F74D-9A7E96BFA533}"/>
                </a:ext>
              </a:extLst>
            </p:cNvPr>
            <p:cNvSpPr/>
            <p:nvPr/>
          </p:nvSpPr>
          <p:spPr>
            <a:xfrm>
              <a:off x="547144" y="3659206"/>
              <a:ext cx="6300000" cy="126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 used a multi-wave transition approach, which was deployed across more than 100 transitions every year around the world.</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This transition framework included key pillars for governance, service level agreements, due diligence, scope assessment, and staffing and ramp-up plans that helped them stay on track.</a:t>
              </a:r>
              <a:endParaRPr lang="en-US" sz="1100" kern="0">
                <a:solidFill>
                  <a:srgbClr val="FFFFFF"/>
                </a:solidFill>
                <a:latin typeface="Ubuntu" panose="020B0504030602030204" pitchFamily="34" charset="0"/>
              </a:endParaRP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A successful One Team approach helped transition production support and perform application productivity and functionality enhancements smoothly.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 deployed as many as 310 SMEs who brought in-depth experience as well as fresh perspective to the project across several areas of the client’s operation.</a:t>
              </a:r>
            </a:p>
          </p:txBody>
        </p:sp>
        <p:grpSp>
          <p:nvGrpSpPr>
            <p:cNvPr id="76" name="Group 75">
              <a:extLst>
                <a:ext uri="{FF2B5EF4-FFF2-40B4-BE49-F238E27FC236}">
                  <a16:creationId xmlns:a16="http://schemas.microsoft.com/office/drawing/2014/main" id="{D7E973C1-815B-4ED6-FAF6-BD7D9F7B66F8}"/>
                </a:ext>
              </a:extLst>
            </p:cNvPr>
            <p:cNvGrpSpPr/>
            <p:nvPr/>
          </p:nvGrpSpPr>
          <p:grpSpPr>
            <a:xfrm>
              <a:off x="547144" y="3213000"/>
              <a:ext cx="3717945" cy="432000"/>
              <a:chOff x="496852" y="2916194"/>
              <a:chExt cx="3717945" cy="432000"/>
            </a:xfrm>
          </p:grpSpPr>
          <p:sp>
            <p:nvSpPr>
              <p:cNvPr id="77" name="Rectangle 76">
                <a:extLst>
                  <a:ext uri="{FF2B5EF4-FFF2-40B4-BE49-F238E27FC236}">
                    <a16:creationId xmlns:a16="http://schemas.microsoft.com/office/drawing/2014/main" id="{50387D04-4D92-E7B5-D50E-3C2E45C09191}"/>
                  </a:ext>
                </a:extLst>
              </p:cNvPr>
              <p:cNvSpPr/>
              <p:nvPr/>
            </p:nvSpPr>
            <p:spPr>
              <a:xfrm>
                <a:off x="723582" y="2988194"/>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600" b="1" i="0" u="none" strike="noStrike" kern="0" cap="none" spc="0" normalizeH="0" baseline="0" noProof="0">
                    <a:ln>
                      <a:noFill/>
                    </a:ln>
                    <a:solidFill>
                      <a:srgbClr val="12ABDB"/>
                    </a:solidFill>
                    <a:effectLst/>
                    <a:uLnTx/>
                    <a:uFillTx/>
                    <a:latin typeface="Calibri" panose="020F0502020204030204" pitchFamily="34" charset="0"/>
                    <a:ea typeface="+mn-ea"/>
                    <a:cs typeface="+mn-cs"/>
                  </a:rPr>
                  <a:t>Solution</a:t>
                </a:r>
              </a:p>
            </p:txBody>
          </p:sp>
          <p:cxnSp>
            <p:nvCxnSpPr>
              <p:cNvPr id="78" name="Straight Connector 77">
                <a:extLst>
                  <a:ext uri="{FF2B5EF4-FFF2-40B4-BE49-F238E27FC236}">
                    <a16:creationId xmlns:a16="http://schemas.microsoft.com/office/drawing/2014/main" id="{D6E6BB3E-6718-0CC2-DF06-105D1040C3B6}"/>
                  </a:ext>
                </a:extLst>
              </p:cNvPr>
              <p:cNvCxnSpPr>
                <a:cxnSpLocks/>
              </p:cNvCxnSpPr>
              <p:nvPr/>
            </p:nvCxnSpPr>
            <p:spPr>
              <a:xfrm>
                <a:off x="707058" y="3348194"/>
                <a:ext cx="2880000" cy="0"/>
              </a:xfrm>
              <a:prstGeom prst="line">
                <a:avLst/>
              </a:prstGeom>
              <a:noFill/>
              <a:ln w="19050" cap="flat" cmpd="sng" algn="ctr">
                <a:solidFill>
                  <a:schemeClr val="accent2"/>
                </a:solidFill>
                <a:prstDash val="solid"/>
                <a:miter lim="800000"/>
              </a:ln>
              <a:effectLst/>
            </p:spPr>
          </p:cxnSp>
          <p:sp>
            <p:nvSpPr>
              <p:cNvPr id="79" name="Arc 78">
                <a:extLst>
                  <a:ext uri="{FF2B5EF4-FFF2-40B4-BE49-F238E27FC236}">
                    <a16:creationId xmlns:a16="http://schemas.microsoft.com/office/drawing/2014/main" id="{F46EF86A-3C8B-A36F-885A-548318224DC9}"/>
                  </a:ext>
                </a:extLst>
              </p:cNvPr>
              <p:cNvSpPr/>
              <p:nvPr/>
            </p:nvSpPr>
            <p:spPr>
              <a:xfrm>
                <a:off x="496852" y="2916194"/>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80" name="Groupe 362">
                <a:extLst>
                  <a:ext uri="{FF2B5EF4-FFF2-40B4-BE49-F238E27FC236}">
                    <a16:creationId xmlns:a16="http://schemas.microsoft.com/office/drawing/2014/main" id="{1CED92D6-032D-EB90-1BB9-86F4C34E95F8}"/>
                  </a:ext>
                </a:extLst>
              </p:cNvPr>
              <p:cNvGrpSpPr>
                <a:grpSpLocks noChangeAspect="1"/>
              </p:cNvGrpSpPr>
              <p:nvPr/>
            </p:nvGrpSpPr>
            <p:grpSpPr>
              <a:xfrm>
                <a:off x="604852" y="3006194"/>
                <a:ext cx="216000" cy="252000"/>
                <a:chOff x="363538" y="1962150"/>
                <a:chExt cx="334963" cy="401638"/>
              </a:xfrm>
              <a:noFill/>
            </p:grpSpPr>
            <p:sp>
              <p:nvSpPr>
                <p:cNvPr id="81" name="Freeform 343">
                  <a:extLst>
                    <a:ext uri="{FF2B5EF4-FFF2-40B4-BE49-F238E27FC236}">
                      <a16:creationId xmlns:a16="http://schemas.microsoft.com/office/drawing/2014/main" id="{55AA9415-5444-3D1B-9A3D-A1B268327E38}"/>
                    </a:ext>
                  </a:extLst>
                </p:cNvPr>
                <p:cNvSpPr>
                  <a:spLocks/>
                </p:cNvSpPr>
                <p:nvPr/>
              </p:nvSpPr>
              <p:spPr bwMode="auto">
                <a:xfrm>
                  <a:off x="441326" y="2063750"/>
                  <a:ext cx="182563" cy="300038"/>
                </a:xfrm>
                <a:custGeom>
                  <a:avLst/>
                  <a:gdLst/>
                  <a:ahLst/>
                  <a:cxnLst>
                    <a:cxn ang="0">
                      <a:pos x="60" y="76"/>
                    </a:cxn>
                    <a:cxn ang="0">
                      <a:pos x="81" y="40"/>
                    </a:cxn>
                    <a:cxn ang="0">
                      <a:pos x="40" y="0"/>
                    </a:cxn>
                    <a:cxn ang="0">
                      <a:pos x="0" y="40"/>
                    </a:cxn>
                    <a:cxn ang="0">
                      <a:pos x="21" y="76"/>
                    </a:cxn>
                    <a:cxn ang="0">
                      <a:pos x="21" y="95"/>
                    </a:cxn>
                    <a:cxn ang="0">
                      <a:pos x="60" y="95"/>
                    </a:cxn>
                    <a:cxn ang="0">
                      <a:pos x="60" y="117"/>
                    </a:cxn>
                    <a:cxn ang="0">
                      <a:pos x="51" y="126"/>
                    </a:cxn>
                    <a:cxn ang="0">
                      <a:pos x="51" y="126"/>
                    </a:cxn>
                    <a:cxn ang="0">
                      <a:pos x="40" y="133"/>
                    </a:cxn>
                    <a:cxn ang="0">
                      <a:pos x="29" y="126"/>
                    </a:cxn>
                    <a:cxn ang="0">
                      <a:pos x="29" y="126"/>
                    </a:cxn>
                    <a:cxn ang="0">
                      <a:pos x="21" y="117"/>
                    </a:cxn>
                    <a:cxn ang="0">
                      <a:pos x="21" y="109"/>
                    </a:cxn>
                  </a:cxnLst>
                  <a:rect l="0" t="0" r="r" b="b"/>
                  <a:pathLst>
                    <a:path w="81" h="133">
                      <a:moveTo>
                        <a:pt x="60" y="76"/>
                      </a:moveTo>
                      <a:cubicBezTo>
                        <a:pt x="72" y="69"/>
                        <a:pt x="81" y="56"/>
                        <a:pt x="81" y="40"/>
                      </a:cubicBezTo>
                      <a:cubicBezTo>
                        <a:pt x="81" y="18"/>
                        <a:pt x="63" y="0"/>
                        <a:pt x="40" y="0"/>
                      </a:cubicBezTo>
                      <a:cubicBezTo>
                        <a:pt x="18" y="0"/>
                        <a:pt x="0" y="18"/>
                        <a:pt x="0" y="40"/>
                      </a:cubicBezTo>
                      <a:cubicBezTo>
                        <a:pt x="0" y="56"/>
                        <a:pt x="8" y="69"/>
                        <a:pt x="21" y="76"/>
                      </a:cubicBezTo>
                      <a:cubicBezTo>
                        <a:pt x="21" y="95"/>
                        <a:pt x="21" y="95"/>
                        <a:pt x="21" y="95"/>
                      </a:cubicBezTo>
                      <a:cubicBezTo>
                        <a:pt x="60" y="95"/>
                        <a:pt x="60" y="95"/>
                        <a:pt x="60" y="95"/>
                      </a:cubicBezTo>
                      <a:cubicBezTo>
                        <a:pt x="60" y="117"/>
                        <a:pt x="60" y="117"/>
                        <a:pt x="60" y="117"/>
                      </a:cubicBezTo>
                      <a:cubicBezTo>
                        <a:pt x="60" y="120"/>
                        <a:pt x="56" y="124"/>
                        <a:pt x="51" y="126"/>
                      </a:cubicBezTo>
                      <a:cubicBezTo>
                        <a:pt x="51" y="126"/>
                        <a:pt x="51" y="126"/>
                        <a:pt x="51" y="126"/>
                      </a:cubicBezTo>
                      <a:cubicBezTo>
                        <a:pt x="51" y="130"/>
                        <a:pt x="46" y="133"/>
                        <a:pt x="40" y="133"/>
                      </a:cubicBezTo>
                      <a:cubicBezTo>
                        <a:pt x="34" y="133"/>
                        <a:pt x="29" y="130"/>
                        <a:pt x="29" y="126"/>
                      </a:cubicBezTo>
                      <a:cubicBezTo>
                        <a:pt x="29" y="126"/>
                        <a:pt x="29" y="126"/>
                        <a:pt x="29" y="126"/>
                      </a:cubicBezTo>
                      <a:cubicBezTo>
                        <a:pt x="24" y="124"/>
                        <a:pt x="21" y="120"/>
                        <a:pt x="21" y="117"/>
                      </a:cubicBezTo>
                      <a:cubicBezTo>
                        <a:pt x="21" y="109"/>
                        <a:pt x="21" y="109"/>
                        <a:pt x="21" y="109"/>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2" name="Freeform 344">
                  <a:extLst>
                    <a:ext uri="{FF2B5EF4-FFF2-40B4-BE49-F238E27FC236}">
                      <a16:creationId xmlns:a16="http://schemas.microsoft.com/office/drawing/2014/main" id="{0824277B-CC93-334C-8E83-BB2B797DF89C}"/>
                    </a:ext>
                  </a:extLst>
                </p:cNvPr>
                <p:cNvSpPr>
                  <a:spLocks/>
                </p:cNvSpPr>
                <p:nvPr/>
              </p:nvSpPr>
              <p:spPr bwMode="auto">
                <a:xfrm>
                  <a:off x="477838" y="2093913"/>
                  <a:ext cx="63500" cy="66675"/>
                </a:xfrm>
                <a:custGeom>
                  <a:avLst/>
                  <a:gdLst/>
                  <a:ahLst/>
                  <a:cxnLst>
                    <a:cxn ang="0">
                      <a:pos x="0" y="29"/>
                    </a:cxn>
                    <a:cxn ang="0">
                      <a:pos x="28" y="0"/>
                    </a:cxn>
                  </a:cxnLst>
                  <a:rect l="0" t="0" r="r" b="b"/>
                  <a:pathLst>
                    <a:path w="28" h="29">
                      <a:moveTo>
                        <a:pt x="0" y="29"/>
                      </a:moveTo>
                      <a:cubicBezTo>
                        <a:pt x="0" y="13"/>
                        <a:pt x="13" y="0"/>
                        <a:pt x="28" y="0"/>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3" name="Line 345">
                  <a:extLst>
                    <a:ext uri="{FF2B5EF4-FFF2-40B4-BE49-F238E27FC236}">
                      <a16:creationId xmlns:a16="http://schemas.microsoft.com/office/drawing/2014/main" id="{94F8F4AF-BEB4-6E6A-0D08-E0207CFD4B2C}"/>
                    </a:ext>
                  </a:extLst>
                </p:cNvPr>
                <p:cNvSpPr>
                  <a:spLocks noChangeShapeType="1"/>
                </p:cNvSpPr>
                <p:nvPr/>
              </p:nvSpPr>
              <p:spPr bwMode="auto">
                <a:xfrm flipV="1">
                  <a:off x="531813" y="1962150"/>
                  <a:ext cx="1588" cy="6667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4" name="Line 346">
                  <a:extLst>
                    <a:ext uri="{FF2B5EF4-FFF2-40B4-BE49-F238E27FC236}">
                      <a16:creationId xmlns:a16="http://schemas.microsoft.com/office/drawing/2014/main" id="{3DDB6BC1-B45C-7689-7A9E-1538E52BD894}"/>
                    </a:ext>
                  </a:extLst>
                </p:cNvPr>
                <p:cNvSpPr>
                  <a:spLocks noChangeShapeType="1"/>
                </p:cNvSpPr>
                <p:nvPr/>
              </p:nvSpPr>
              <p:spPr bwMode="auto">
                <a:xfrm flipH="1" flipV="1">
                  <a:off x="365126" y="2055813"/>
                  <a:ext cx="58738" cy="34925"/>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5" name="Line 347">
                  <a:extLst>
                    <a:ext uri="{FF2B5EF4-FFF2-40B4-BE49-F238E27FC236}">
                      <a16:creationId xmlns:a16="http://schemas.microsoft.com/office/drawing/2014/main" id="{5342F56F-4938-1E94-7AB7-8FC363EF1886}"/>
                    </a:ext>
                  </a:extLst>
                </p:cNvPr>
                <p:cNvSpPr>
                  <a:spLocks noChangeShapeType="1"/>
                </p:cNvSpPr>
                <p:nvPr/>
              </p:nvSpPr>
              <p:spPr bwMode="auto">
                <a:xfrm flipH="1">
                  <a:off x="363538" y="2214563"/>
                  <a:ext cx="55563"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6" name="Line 348">
                  <a:extLst>
                    <a:ext uri="{FF2B5EF4-FFF2-40B4-BE49-F238E27FC236}">
                      <a16:creationId xmlns:a16="http://schemas.microsoft.com/office/drawing/2014/main" id="{FFEEEE50-AA90-FBAE-0909-C20FF82A95A1}"/>
                    </a:ext>
                  </a:extLst>
                </p:cNvPr>
                <p:cNvSpPr>
                  <a:spLocks noChangeShapeType="1"/>
                </p:cNvSpPr>
                <p:nvPr/>
              </p:nvSpPr>
              <p:spPr bwMode="auto">
                <a:xfrm>
                  <a:off x="638176" y="2220913"/>
                  <a:ext cx="55563" cy="31750"/>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87" name="Line 349">
                  <a:extLst>
                    <a:ext uri="{FF2B5EF4-FFF2-40B4-BE49-F238E27FC236}">
                      <a16:creationId xmlns:a16="http://schemas.microsoft.com/office/drawing/2014/main" id="{0D978EB8-4629-3111-F2F7-4C0ED27E08E8}"/>
                    </a:ext>
                  </a:extLst>
                </p:cNvPr>
                <p:cNvSpPr>
                  <a:spLocks noChangeShapeType="1"/>
                </p:cNvSpPr>
                <p:nvPr/>
              </p:nvSpPr>
              <p:spPr bwMode="auto">
                <a:xfrm flipV="1">
                  <a:off x="639763" y="2060575"/>
                  <a:ext cx="58738" cy="33338"/>
                </a:xfrm>
                <a:prstGeom prst="line">
                  <a:avLst/>
                </a:pr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95" name="Group 94">
            <a:extLst>
              <a:ext uri="{FF2B5EF4-FFF2-40B4-BE49-F238E27FC236}">
                <a16:creationId xmlns:a16="http://schemas.microsoft.com/office/drawing/2014/main" id="{D861A7C2-634F-CB93-3692-FBECBB44C1E0}"/>
              </a:ext>
            </a:extLst>
          </p:cNvPr>
          <p:cNvGrpSpPr/>
          <p:nvPr/>
        </p:nvGrpSpPr>
        <p:grpSpPr>
          <a:xfrm>
            <a:off x="450782" y="5029987"/>
            <a:ext cx="6480000" cy="1344699"/>
            <a:chOff x="547144" y="5019477"/>
            <a:chExt cx="6480000" cy="1344699"/>
          </a:xfrm>
        </p:grpSpPr>
        <p:sp>
          <p:nvSpPr>
            <p:cNvPr id="58" name="Rectangle 57">
              <a:extLst>
                <a:ext uri="{FF2B5EF4-FFF2-40B4-BE49-F238E27FC236}">
                  <a16:creationId xmlns:a16="http://schemas.microsoft.com/office/drawing/2014/main" id="{2291F6F7-9415-3947-3309-3DD130C82C1D}"/>
                </a:ext>
              </a:extLst>
            </p:cNvPr>
            <p:cNvSpPr/>
            <p:nvPr/>
          </p:nvSpPr>
          <p:spPr>
            <a:xfrm>
              <a:off x="547144" y="5464176"/>
              <a:ext cx="6480000" cy="900000"/>
            </a:xfrm>
            <a:prstGeom prst="rect">
              <a:avLst/>
            </a:prstGeom>
            <a:noFill/>
            <a:ln w="9525" cap="flat" cmpd="sng" algn="ctr">
              <a:noFill/>
              <a:prstDash val="solid"/>
              <a:miter lim="800000"/>
            </a:ln>
            <a:effectLst/>
          </p:spPr>
          <p:txBody>
            <a:bodyPr lIns="72000" tIns="36000" rIns="72000" bIns="36000" rtlCol="0" anchor="t" anchorCtr="0"/>
            <a:lstStyle/>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Consolidation of IT landscape of 50 applications across 17 providers over a seven-month period.</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Over 2,400 enhancements, and approximately 30,000 resolved tickets within the first 18 months.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Substantial IT service cost savings with flexible upscaling and downscaling of capacity.</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Reduced effort, improved operational efficiency, and heightened cost savings.</a:t>
              </a:r>
            </a:p>
            <a:p>
              <a:pPr marL="171450" marR="0" lvl="0" indent="-17145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srgbClr val="FFFFFF"/>
                  </a:solidFill>
                  <a:effectLst/>
                  <a:uLnTx/>
                  <a:uFillTx/>
                  <a:latin typeface="Ubuntu" panose="020B0504030602030204" pitchFamily="34" charset="0"/>
                  <a:ea typeface="+mn-ea"/>
                  <a:cs typeface="+mn-cs"/>
                </a:rPr>
                <a:t>A completely transparent view of business and operational performance.</a:t>
              </a:r>
            </a:p>
          </p:txBody>
        </p:sp>
        <p:grpSp>
          <p:nvGrpSpPr>
            <p:cNvPr id="88" name="Group 87">
              <a:extLst>
                <a:ext uri="{FF2B5EF4-FFF2-40B4-BE49-F238E27FC236}">
                  <a16:creationId xmlns:a16="http://schemas.microsoft.com/office/drawing/2014/main" id="{AF444FD8-C484-951B-C49A-B6ECDBF0F7D3}"/>
                </a:ext>
              </a:extLst>
            </p:cNvPr>
            <p:cNvGrpSpPr/>
            <p:nvPr/>
          </p:nvGrpSpPr>
          <p:grpSpPr>
            <a:xfrm>
              <a:off x="547144" y="5019477"/>
              <a:ext cx="3717945" cy="432000"/>
              <a:chOff x="496852" y="4736289"/>
              <a:chExt cx="3717945" cy="432000"/>
            </a:xfrm>
          </p:grpSpPr>
          <p:sp>
            <p:nvSpPr>
              <p:cNvPr id="89" name="Rectangle 88">
                <a:extLst>
                  <a:ext uri="{FF2B5EF4-FFF2-40B4-BE49-F238E27FC236}">
                    <a16:creationId xmlns:a16="http://schemas.microsoft.com/office/drawing/2014/main" id="{FEA51702-9DD4-F656-FC9F-F6EE62BE8333}"/>
                  </a:ext>
                </a:extLst>
              </p:cNvPr>
              <p:cNvSpPr/>
              <p:nvPr/>
            </p:nvSpPr>
            <p:spPr>
              <a:xfrm>
                <a:off x="723582" y="4808289"/>
                <a:ext cx="3491215" cy="360000"/>
              </a:xfrm>
              <a:prstGeom prst="rect">
                <a:avLst/>
              </a:prstGeom>
              <a:noFill/>
              <a:ln w="9525" cap="flat" cmpd="sng" algn="ctr">
                <a:noFill/>
                <a:prstDash val="solid"/>
                <a:miter lim="800000"/>
              </a:ln>
              <a:effectLst/>
            </p:spPr>
            <p:txBody>
              <a:bodyPr lIns="180000" tIns="0" rIns="0" bIns="0" rtlCol="0" anchor="ctr" anchorCtr="0"/>
              <a:lstStyle/>
              <a:p>
                <a:pPr marL="0" marR="0" lvl="0" indent="0" algn="l" defTabSz="1219170" rtl="0" eaLnBrk="1" fontAlgn="auto" latinLnBrk="0" hangingPunct="1">
                  <a:lnSpc>
                    <a:spcPct val="90000"/>
                  </a:lnSpc>
                  <a:spcBef>
                    <a:spcPts val="0"/>
                  </a:spcBef>
                  <a:spcAft>
                    <a:spcPts val="0"/>
                  </a:spcAft>
                  <a:buClr>
                    <a:srgbClr val="0070AD"/>
                  </a:buClr>
                  <a:buSzTx/>
                  <a:buFontTx/>
                  <a:buNone/>
                  <a:tabLst/>
                  <a:defRPr/>
                </a:pPr>
                <a:r>
                  <a:rPr kumimoji="0" lang="en-GB" sz="1867" b="1" i="0" u="none" strike="noStrike" kern="0" cap="none" spc="0" normalizeH="0" baseline="0" noProof="0">
                    <a:ln>
                      <a:noFill/>
                    </a:ln>
                    <a:solidFill>
                      <a:srgbClr val="12ABDB"/>
                    </a:solidFill>
                    <a:effectLst/>
                    <a:uLnTx/>
                    <a:uFillTx/>
                    <a:latin typeface="Calibri" panose="020F0502020204030204" pitchFamily="34" charset="0"/>
                    <a:ea typeface="+mn-ea"/>
                    <a:cs typeface="+mn-cs"/>
                  </a:rPr>
                  <a:t>Outcomes</a:t>
                </a:r>
              </a:p>
            </p:txBody>
          </p:sp>
          <p:cxnSp>
            <p:nvCxnSpPr>
              <p:cNvPr id="90" name="Straight Connector 89">
                <a:extLst>
                  <a:ext uri="{FF2B5EF4-FFF2-40B4-BE49-F238E27FC236}">
                    <a16:creationId xmlns:a16="http://schemas.microsoft.com/office/drawing/2014/main" id="{8E1D1769-ED23-8C43-44A8-11BAABB6EB1E}"/>
                  </a:ext>
                </a:extLst>
              </p:cNvPr>
              <p:cNvCxnSpPr>
                <a:cxnSpLocks/>
              </p:cNvCxnSpPr>
              <p:nvPr/>
            </p:nvCxnSpPr>
            <p:spPr>
              <a:xfrm>
                <a:off x="707058" y="5168289"/>
                <a:ext cx="2880000" cy="0"/>
              </a:xfrm>
              <a:prstGeom prst="line">
                <a:avLst/>
              </a:prstGeom>
              <a:noFill/>
              <a:ln w="19050" cap="flat" cmpd="sng" algn="ctr">
                <a:solidFill>
                  <a:schemeClr val="accent2"/>
                </a:solidFill>
                <a:prstDash val="solid"/>
                <a:miter lim="800000"/>
              </a:ln>
              <a:effectLst/>
            </p:spPr>
          </p:cxnSp>
          <p:sp>
            <p:nvSpPr>
              <p:cNvPr id="91" name="Arc 90">
                <a:extLst>
                  <a:ext uri="{FF2B5EF4-FFF2-40B4-BE49-F238E27FC236}">
                    <a16:creationId xmlns:a16="http://schemas.microsoft.com/office/drawing/2014/main" id="{4513CEDD-87CE-4BA0-D7CD-61B74FF1B74D}"/>
                  </a:ext>
                </a:extLst>
              </p:cNvPr>
              <p:cNvSpPr/>
              <p:nvPr/>
            </p:nvSpPr>
            <p:spPr>
              <a:xfrm>
                <a:off x="496852" y="4736289"/>
                <a:ext cx="432000" cy="432000"/>
              </a:xfrm>
              <a:prstGeom prst="arc">
                <a:avLst>
                  <a:gd name="adj1" fmla="val 5510352"/>
                  <a:gd name="adj2" fmla="val 15125885"/>
                </a:avLst>
              </a:prstGeom>
              <a:noFill/>
              <a:ln w="19050" cap="flat" cmpd="sng" algn="ctr">
                <a:solidFill>
                  <a:schemeClr val="accent2"/>
                </a:solidFill>
                <a:prstDash val="solid"/>
                <a:miter lim="800000"/>
              </a:ln>
              <a:effectLst/>
            </p:spPr>
            <p:txBody>
              <a:bodyPr rtlCol="0" anchor="t" anchorCtr="0"/>
              <a:lstStyle/>
              <a:p>
                <a:pPr marL="0" marR="0" lvl="0" indent="0" algn="ctr" defTabSz="1219170" rtl="0" eaLnBrk="1" fontAlgn="auto" latinLnBrk="0" hangingPunct="1">
                  <a:lnSpc>
                    <a:spcPct val="90000"/>
                  </a:lnSpc>
                  <a:spcBef>
                    <a:spcPts val="0"/>
                  </a:spcBef>
                  <a:spcAft>
                    <a:spcPts val="0"/>
                  </a:spcAft>
                  <a:buClrTx/>
                  <a:buSzTx/>
                  <a:buFontTx/>
                  <a:buNone/>
                  <a:tabLst/>
                  <a:defRPr/>
                </a:pPr>
                <a:endParaRPr kumimoji="0" lang="en-GB" sz="1867" b="0" i="0" u="none" strike="noStrike" kern="0" cap="none" spc="0" normalizeH="0" baseline="0" noProof="0">
                  <a:ln>
                    <a:noFill/>
                  </a:ln>
                  <a:solidFill>
                    <a:srgbClr val="000000"/>
                  </a:solidFill>
                  <a:effectLst/>
                  <a:uLnTx/>
                  <a:uFillTx/>
                  <a:latin typeface="Verdana"/>
                  <a:ea typeface="+mn-ea"/>
                  <a:cs typeface="+mn-cs"/>
                </a:endParaRPr>
              </a:p>
            </p:txBody>
          </p:sp>
          <p:grpSp>
            <p:nvGrpSpPr>
              <p:cNvPr id="92" name="Groupe 393">
                <a:extLst>
                  <a:ext uri="{FF2B5EF4-FFF2-40B4-BE49-F238E27FC236}">
                    <a16:creationId xmlns:a16="http://schemas.microsoft.com/office/drawing/2014/main" id="{6966D09E-3534-654C-1E87-A3BF8C3037BB}"/>
                  </a:ext>
                </a:extLst>
              </p:cNvPr>
              <p:cNvGrpSpPr>
                <a:grpSpLocks noChangeAspect="1"/>
              </p:cNvGrpSpPr>
              <p:nvPr/>
            </p:nvGrpSpPr>
            <p:grpSpPr>
              <a:xfrm>
                <a:off x="603452" y="4862289"/>
                <a:ext cx="218801" cy="180000"/>
                <a:chOff x="6283325" y="4281488"/>
                <a:chExt cx="525463" cy="388937"/>
              </a:xfrm>
              <a:noFill/>
            </p:grpSpPr>
            <p:sp>
              <p:nvSpPr>
                <p:cNvPr id="93" name="Freeform 608">
                  <a:extLst>
                    <a:ext uri="{FF2B5EF4-FFF2-40B4-BE49-F238E27FC236}">
                      <a16:creationId xmlns:a16="http://schemas.microsoft.com/office/drawing/2014/main" id="{0D61E2DF-BAAE-845B-715F-B129182A3AB6}"/>
                    </a:ext>
                  </a:extLst>
                </p:cNvPr>
                <p:cNvSpPr>
                  <a:spLocks/>
                </p:cNvSpPr>
                <p:nvPr/>
              </p:nvSpPr>
              <p:spPr bwMode="auto">
                <a:xfrm>
                  <a:off x="6283325" y="4364038"/>
                  <a:ext cx="525463" cy="306387"/>
                </a:xfrm>
                <a:custGeom>
                  <a:avLst/>
                  <a:gdLst/>
                  <a:ahLst/>
                  <a:cxnLst>
                    <a:cxn ang="0">
                      <a:pos x="331" y="193"/>
                    </a:cxn>
                    <a:cxn ang="0">
                      <a:pos x="295" y="193"/>
                    </a:cxn>
                    <a:cxn ang="0">
                      <a:pos x="295" y="0"/>
                    </a:cxn>
                    <a:cxn ang="0">
                      <a:pos x="268" y="0"/>
                    </a:cxn>
                    <a:cxn ang="0">
                      <a:pos x="268" y="193"/>
                    </a:cxn>
                    <a:cxn ang="0">
                      <a:pos x="261" y="193"/>
                    </a:cxn>
                    <a:cxn ang="0">
                      <a:pos x="261" y="46"/>
                    </a:cxn>
                    <a:cxn ang="0">
                      <a:pos x="235" y="46"/>
                    </a:cxn>
                    <a:cxn ang="0">
                      <a:pos x="235" y="193"/>
                    </a:cxn>
                    <a:cxn ang="0">
                      <a:pos x="226" y="193"/>
                    </a:cxn>
                    <a:cxn ang="0">
                      <a:pos x="226" y="99"/>
                    </a:cxn>
                    <a:cxn ang="0">
                      <a:pos x="200" y="99"/>
                    </a:cxn>
                    <a:cxn ang="0">
                      <a:pos x="200" y="193"/>
                    </a:cxn>
                    <a:cxn ang="0">
                      <a:pos x="193" y="193"/>
                    </a:cxn>
                    <a:cxn ang="0">
                      <a:pos x="193" y="131"/>
                    </a:cxn>
                    <a:cxn ang="0">
                      <a:pos x="166" y="131"/>
                    </a:cxn>
                    <a:cxn ang="0">
                      <a:pos x="166" y="193"/>
                    </a:cxn>
                    <a:cxn ang="0">
                      <a:pos x="159" y="193"/>
                    </a:cxn>
                    <a:cxn ang="0">
                      <a:pos x="159" y="149"/>
                    </a:cxn>
                    <a:cxn ang="0">
                      <a:pos x="133" y="149"/>
                    </a:cxn>
                    <a:cxn ang="0">
                      <a:pos x="133" y="193"/>
                    </a:cxn>
                    <a:cxn ang="0">
                      <a:pos x="125" y="193"/>
                    </a:cxn>
                    <a:cxn ang="0">
                      <a:pos x="125" y="162"/>
                    </a:cxn>
                    <a:cxn ang="0">
                      <a:pos x="100" y="162"/>
                    </a:cxn>
                    <a:cxn ang="0">
                      <a:pos x="100" y="193"/>
                    </a:cxn>
                    <a:cxn ang="0">
                      <a:pos x="92" y="193"/>
                    </a:cxn>
                    <a:cxn ang="0">
                      <a:pos x="92" y="169"/>
                    </a:cxn>
                    <a:cxn ang="0">
                      <a:pos x="66" y="169"/>
                    </a:cxn>
                    <a:cxn ang="0">
                      <a:pos x="66" y="193"/>
                    </a:cxn>
                    <a:cxn ang="0">
                      <a:pos x="57" y="193"/>
                    </a:cxn>
                    <a:cxn ang="0">
                      <a:pos x="57" y="180"/>
                    </a:cxn>
                    <a:cxn ang="0">
                      <a:pos x="33" y="180"/>
                    </a:cxn>
                    <a:cxn ang="0">
                      <a:pos x="33" y="193"/>
                    </a:cxn>
                    <a:cxn ang="0">
                      <a:pos x="0" y="193"/>
                    </a:cxn>
                  </a:cxnLst>
                  <a:rect l="0" t="0" r="r" b="b"/>
                  <a:pathLst>
                    <a:path w="331" h="193">
                      <a:moveTo>
                        <a:pt x="331" y="193"/>
                      </a:moveTo>
                      <a:lnTo>
                        <a:pt x="295" y="193"/>
                      </a:lnTo>
                      <a:lnTo>
                        <a:pt x="295" y="0"/>
                      </a:lnTo>
                      <a:lnTo>
                        <a:pt x="268" y="0"/>
                      </a:lnTo>
                      <a:lnTo>
                        <a:pt x="268" y="193"/>
                      </a:lnTo>
                      <a:lnTo>
                        <a:pt x="261" y="193"/>
                      </a:lnTo>
                      <a:lnTo>
                        <a:pt x="261" y="46"/>
                      </a:lnTo>
                      <a:lnTo>
                        <a:pt x="235" y="46"/>
                      </a:lnTo>
                      <a:lnTo>
                        <a:pt x="235" y="193"/>
                      </a:lnTo>
                      <a:lnTo>
                        <a:pt x="226" y="193"/>
                      </a:lnTo>
                      <a:lnTo>
                        <a:pt x="226" y="99"/>
                      </a:lnTo>
                      <a:lnTo>
                        <a:pt x="200" y="99"/>
                      </a:lnTo>
                      <a:lnTo>
                        <a:pt x="200" y="193"/>
                      </a:lnTo>
                      <a:lnTo>
                        <a:pt x="193" y="193"/>
                      </a:lnTo>
                      <a:lnTo>
                        <a:pt x="193" y="131"/>
                      </a:lnTo>
                      <a:lnTo>
                        <a:pt x="166" y="131"/>
                      </a:lnTo>
                      <a:lnTo>
                        <a:pt x="166" y="193"/>
                      </a:lnTo>
                      <a:lnTo>
                        <a:pt x="159" y="193"/>
                      </a:lnTo>
                      <a:lnTo>
                        <a:pt x="159" y="149"/>
                      </a:lnTo>
                      <a:lnTo>
                        <a:pt x="133" y="149"/>
                      </a:lnTo>
                      <a:lnTo>
                        <a:pt x="133" y="193"/>
                      </a:lnTo>
                      <a:lnTo>
                        <a:pt x="125" y="193"/>
                      </a:lnTo>
                      <a:lnTo>
                        <a:pt x="125" y="162"/>
                      </a:lnTo>
                      <a:lnTo>
                        <a:pt x="100" y="162"/>
                      </a:lnTo>
                      <a:lnTo>
                        <a:pt x="100" y="193"/>
                      </a:lnTo>
                      <a:lnTo>
                        <a:pt x="92" y="193"/>
                      </a:lnTo>
                      <a:lnTo>
                        <a:pt x="92" y="169"/>
                      </a:lnTo>
                      <a:lnTo>
                        <a:pt x="66" y="169"/>
                      </a:lnTo>
                      <a:lnTo>
                        <a:pt x="66" y="193"/>
                      </a:lnTo>
                      <a:lnTo>
                        <a:pt x="57" y="193"/>
                      </a:lnTo>
                      <a:lnTo>
                        <a:pt x="57" y="180"/>
                      </a:lnTo>
                      <a:lnTo>
                        <a:pt x="33" y="180"/>
                      </a:lnTo>
                      <a:lnTo>
                        <a:pt x="33" y="193"/>
                      </a:lnTo>
                      <a:lnTo>
                        <a:pt x="0" y="193"/>
                      </a:ln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sp>
              <p:nvSpPr>
                <p:cNvPr id="94" name="Freeform 609">
                  <a:extLst>
                    <a:ext uri="{FF2B5EF4-FFF2-40B4-BE49-F238E27FC236}">
                      <a16:creationId xmlns:a16="http://schemas.microsoft.com/office/drawing/2014/main" id="{5FA728C9-650D-5BFE-9935-3ABCF09871EC}"/>
                    </a:ext>
                  </a:extLst>
                </p:cNvPr>
                <p:cNvSpPr>
                  <a:spLocks/>
                </p:cNvSpPr>
                <p:nvPr/>
              </p:nvSpPr>
              <p:spPr bwMode="auto">
                <a:xfrm>
                  <a:off x="6353175" y="4281488"/>
                  <a:ext cx="334963" cy="311150"/>
                </a:xfrm>
                <a:custGeom>
                  <a:avLst/>
                  <a:gdLst/>
                  <a:ahLst/>
                  <a:cxnLst>
                    <a:cxn ang="0">
                      <a:pos x="121" y="23"/>
                    </a:cxn>
                    <a:cxn ang="0">
                      <a:pos x="146" y="0"/>
                    </a:cxn>
                    <a:cxn ang="0">
                      <a:pos x="147" y="37"/>
                    </a:cxn>
                    <a:cxn ang="0">
                      <a:pos x="139" y="34"/>
                    </a:cxn>
                    <a:cxn ang="0">
                      <a:pos x="0" y="136"/>
                    </a:cxn>
                    <a:cxn ang="0">
                      <a:pos x="128" y="31"/>
                    </a:cxn>
                  </a:cxnLst>
                  <a:rect l="0" t="0" r="r" b="b"/>
                  <a:pathLst>
                    <a:path w="147" h="136">
                      <a:moveTo>
                        <a:pt x="121" y="23"/>
                      </a:moveTo>
                      <a:cubicBezTo>
                        <a:pt x="146" y="0"/>
                        <a:pt x="146" y="0"/>
                        <a:pt x="146" y="0"/>
                      </a:cubicBezTo>
                      <a:cubicBezTo>
                        <a:pt x="147" y="37"/>
                        <a:pt x="147" y="37"/>
                        <a:pt x="147" y="37"/>
                      </a:cubicBezTo>
                      <a:cubicBezTo>
                        <a:pt x="139" y="34"/>
                        <a:pt x="139" y="34"/>
                        <a:pt x="139" y="34"/>
                      </a:cubicBezTo>
                      <a:cubicBezTo>
                        <a:pt x="119" y="83"/>
                        <a:pt x="70" y="122"/>
                        <a:pt x="0" y="136"/>
                      </a:cubicBezTo>
                      <a:cubicBezTo>
                        <a:pt x="45" y="119"/>
                        <a:pt x="106" y="89"/>
                        <a:pt x="128" y="31"/>
                      </a:cubicBezTo>
                    </a:path>
                  </a:pathLst>
                </a:custGeom>
                <a:grpFill/>
                <a:ln w="12700" cap="rnd">
                  <a:solidFill>
                    <a:sysClr val="window" lastClr="FFFFFF"/>
                  </a:solidFill>
                  <a:prstDash val="solid"/>
                  <a:round/>
                  <a:headEnd/>
                  <a:tailEnd/>
                </a:ln>
              </p:spPr>
              <p:txBody>
                <a:bodyPr vert="horz" wrap="square" lIns="121920" tIns="60960" rIns="121920" bIns="60960" numCol="1" anchor="t" anchorCtr="0" compatLnSpc="1">
                  <a:prstTxWarp prst="textNoShape">
                    <a:avLst/>
                  </a:prstTxWarp>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0" cap="none" spc="0" normalizeH="0" baseline="0" noProof="0">
                    <a:ln>
                      <a:noFill/>
                    </a:ln>
                    <a:solidFill>
                      <a:srgbClr val="000000"/>
                    </a:solidFill>
                    <a:effectLst/>
                    <a:uLnTx/>
                    <a:uFillTx/>
                    <a:latin typeface="Ubuntu"/>
                    <a:ea typeface="+mn-ea"/>
                    <a:cs typeface="+mn-cs"/>
                  </a:endParaRPr>
                </a:p>
              </p:txBody>
            </p:sp>
          </p:grpSp>
        </p:grpSp>
      </p:grpSp>
      <p:grpSp>
        <p:nvGrpSpPr>
          <p:cNvPr id="22" name="Group 21">
            <a:extLst>
              <a:ext uri="{FF2B5EF4-FFF2-40B4-BE49-F238E27FC236}">
                <a16:creationId xmlns:a16="http://schemas.microsoft.com/office/drawing/2014/main" id="{B47F119D-EA01-8BF3-2980-F43D82753A87}"/>
              </a:ext>
            </a:extLst>
          </p:cNvPr>
          <p:cNvGrpSpPr/>
          <p:nvPr/>
        </p:nvGrpSpPr>
        <p:grpSpPr>
          <a:xfrm>
            <a:off x="7227070" y="6517658"/>
            <a:ext cx="4746321" cy="219669"/>
            <a:chOff x="7227070" y="6517658"/>
            <a:chExt cx="4746321" cy="219669"/>
          </a:xfrm>
        </p:grpSpPr>
        <p:sp>
          <p:nvSpPr>
            <p:cNvPr id="23" name="Rectangle 27">
              <a:extLst>
                <a:ext uri="{FF2B5EF4-FFF2-40B4-BE49-F238E27FC236}">
                  <a16:creationId xmlns:a16="http://schemas.microsoft.com/office/drawing/2014/main" id="{CCA19BC4-272E-799B-0820-8595B1C352FF}"/>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rPr>
                <a:t>|</a:t>
              </a:r>
            </a:p>
          </p:txBody>
        </p:sp>
        <p:sp>
          <p:nvSpPr>
            <p:cNvPr id="24" name="Rectangle 43">
              <a:extLst>
                <a:ext uri="{FF2B5EF4-FFF2-40B4-BE49-F238E27FC236}">
                  <a16:creationId xmlns:a16="http://schemas.microsoft.com/office/drawing/2014/main" id="{D14A8EAF-6E6A-6064-EE65-571DF6FB40C0}"/>
                </a:ext>
              </a:extLst>
            </p:cNvPr>
            <p:cNvSpPr/>
            <p:nvPr/>
          </p:nvSpPr>
          <p:spPr>
            <a:xfrm>
              <a:off x="11744128" y="6517658"/>
              <a:ext cx="229263" cy="215444"/>
            </a:xfrm>
            <a:prstGeom prst="rect">
              <a:avLst/>
            </a:prstGeom>
          </p:spPr>
          <p:txBody>
            <a:bodyPr wrap="square" lIns="0" r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A6A6A6"/>
                  </a:solidFill>
                  <a:effectLst/>
                  <a:uLnTx/>
                  <a:uFillTx/>
                  <a:latin typeface="Ubuntu" panose="020B050403060203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A6A6A6"/>
                </a:solidFill>
                <a:effectLst/>
                <a:uLnTx/>
                <a:uFillTx/>
                <a:latin typeface="Ubuntu" panose="020B0504030602030204" pitchFamily="34" charset="0"/>
                <a:ea typeface="+mn-ea"/>
                <a:cs typeface="Arial" panose="020B0604020202020204" pitchFamily="34" charset="0"/>
              </a:endParaRPr>
            </a:p>
          </p:txBody>
        </p:sp>
      </p:grpSp>
    </p:spTree>
    <p:extLst>
      <p:ext uri="{BB962C8B-B14F-4D97-AF65-F5344CB8AC3E}">
        <p14:creationId xmlns:p14="http://schemas.microsoft.com/office/powerpoint/2010/main" val="37309402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a:t>
            </a:r>
            <a:r>
              <a:rPr lang="en-US" sz="900">
                <a:solidFill>
                  <a:schemeClr val="bg1"/>
                </a:solidFill>
                <a:effectLst/>
                <a:ea typeface="Verdana" panose="020B0604030504040204" pitchFamily="34" charset="0"/>
              </a:rPr>
              <a:t>than</a:t>
            </a:r>
            <a:r>
              <a:rPr lang="en-GB" sz="900">
                <a:solidFill>
                  <a:schemeClr val="bg1"/>
                </a:solidFill>
                <a:effectLst/>
                <a:ea typeface="Verdana" panose="020B0604030504040204" pitchFamily="34" charset="0"/>
              </a:rPr>
              <a:t>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2022 global revenues of €22 billion.</a:t>
            </a:r>
            <a:endParaRPr lang="en-US" sz="900">
              <a:solidFill>
                <a:schemeClr val="bg1"/>
              </a:solidFill>
              <a:effectLst/>
              <a:ea typeface="Verdana" panose="020B0604030504040204" pitchFamily="34" charset="0"/>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3.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4.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5.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6.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7.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8.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9.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0.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1.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2.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3.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4.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p6CX1heoPkW6HgZo7mkgD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p6CX1heoPkW6HgZo7mkgDg"/>
</p:tagLst>
</file>

<file path=ppt/tags/tag17.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8.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19.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0.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1.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2.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3.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4.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5.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6.xml><?xml version="1.0" encoding="utf-8"?>
<p:tagLst xmlns:a="http://schemas.openxmlformats.org/drawingml/2006/main" xmlns:r="http://schemas.openxmlformats.org/officeDocument/2006/relationships" xmlns:p="http://schemas.openxmlformats.org/presentationml/2006/main">
  <p:tag name="LINEFORECOLOR" val="1072039"/>
  <p:tag name="LINEFORESCHEMECOLOR" val="0"/>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p6CX1heoPkW6HgZo7mkgD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p6CX1heoPkW6HgZo7mkgD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fu59wkJAb0azZp5FEY7EXg"/>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p6CX1heoPkW6HgZo7mkgD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9xxq4.1RMUmSb4Di1_9PSw"/>
</p:tagLst>
</file>

<file path=ppt/theme/theme1.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Standard-Template_2023-v1.potx" id="{FD494643-5CA5-4A4E-8B38-63F4B370A0E2}" vid="{DF26224A-05B9-471C-96D9-61DD4C0AE63C}"/>
    </a:ext>
  </a:extLst>
</a:theme>
</file>

<file path=ppt/theme/theme2.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onsulting">
    <a:dk1>
      <a:srgbClr val="000000"/>
    </a:dk1>
    <a:lt1>
      <a:srgbClr val="FFFFFF"/>
    </a:lt1>
    <a:dk2>
      <a:srgbClr val="595959"/>
    </a:dk2>
    <a:lt2>
      <a:srgbClr val="ECECEC"/>
    </a:lt2>
    <a:accent1>
      <a:srgbClr val="7500C0"/>
    </a:accent1>
    <a:accent2>
      <a:srgbClr val="A100FF"/>
    </a:accent2>
    <a:accent3>
      <a:srgbClr val="5F0095"/>
    </a:accent3>
    <a:accent4>
      <a:srgbClr val="7E00FF"/>
    </a:accent4>
    <a:accent5>
      <a:srgbClr val="380089"/>
    </a:accent5>
    <a:accent6>
      <a:srgbClr val="00F3FF"/>
    </a:accent6>
    <a:hlink>
      <a:srgbClr val="767676"/>
    </a:hlink>
    <a:folHlink>
      <a:srgbClr val="A9A9A9"/>
    </a:folHlink>
  </a:clrScheme>
  <a:fontScheme name="AccNEW_Template">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Consulting">
    <a:dk1>
      <a:srgbClr val="000000"/>
    </a:dk1>
    <a:lt1>
      <a:srgbClr val="FFFFFF"/>
    </a:lt1>
    <a:dk2>
      <a:srgbClr val="595959"/>
    </a:dk2>
    <a:lt2>
      <a:srgbClr val="ECECEC"/>
    </a:lt2>
    <a:accent1>
      <a:srgbClr val="7500C0"/>
    </a:accent1>
    <a:accent2>
      <a:srgbClr val="A100FF"/>
    </a:accent2>
    <a:accent3>
      <a:srgbClr val="5F0095"/>
    </a:accent3>
    <a:accent4>
      <a:srgbClr val="7E00FF"/>
    </a:accent4>
    <a:accent5>
      <a:srgbClr val="380089"/>
    </a:accent5>
    <a:accent6>
      <a:srgbClr val="00F3FF"/>
    </a:accent6>
    <a:hlink>
      <a:srgbClr val="767676"/>
    </a:hlink>
    <a:folHlink>
      <a:srgbClr val="A9A9A9"/>
    </a:folHlink>
  </a:clrScheme>
  <a:fontScheme name="AccNEW_Template">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Consulting">
    <a:dk1>
      <a:srgbClr val="000000"/>
    </a:dk1>
    <a:lt1>
      <a:srgbClr val="FFFFFF"/>
    </a:lt1>
    <a:dk2>
      <a:srgbClr val="595959"/>
    </a:dk2>
    <a:lt2>
      <a:srgbClr val="ECECEC"/>
    </a:lt2>
    <a:accent1>
      <a:srgbClr val="7500C0"/>
    </a:accent1>
    <a:accent2>
      <a:srgbClr val="A100FF"/>
    </a:accent2>
    <a:accent3>
      <a:srgbClr val="5F0095"/>
    </a:accent3>
    <a:accent4>
      <a:srgbClr val="7E00FF"/>
    </a:accent4>
    <a:accent5>
      <a:srgbClr val="380089"/>
    </a:accent5>
    <a:accent6>
      <a:srgbClr val="00F3FF"/>
    </a:accent6>
    <a:hlink>
      <a:srgbClr val="767676"/>
    </a:hlink>
    <a:folHlink>
      <a:srgbClr val="A9A9A9"/>
    </a:folHlink>
  </a:clrScheme>
  <a:fontScheme name="AccNEW_Template">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Consulting">
    <a:dk1>
      <a:srgbClr val="000000"/>
    </a:dk1>
    <a:lt1>
      <a:srgbClr val="FFFFFF"/>
    </a:lt1>
    <a:dk2>
      <a:srgbClr val="595959"/>
    </a:dk2>
    <a:lt2>
      <a:srgbClr val="ECECEC"/>
    </a:lt2>
    <a:accent1>
      <a:srgbClr val="7500C0"/>
    </a:accent1>
    <a:accent2>
      <a:srgbClr val="A100FF"/>
    </a:accent2>
    <a:accent3>
      <a:srgbClr val="5F0095"/>
    </a:accent3>
    <a:accent4>
      <a:srgbClr val="7E00FF"/>
    </a:accent4>
    <a:accent5>
      <a:srgbClr val="380089"/>
    </a:accent5>
    <a:accent6>
      <a:srgbClr val="00F3FF"/>
    </a:accent6>
    <a:hlink>
      <a:srgbClr val="767676"/>
    </a:hlink>
    <a:folHlink>
      <a:srgbClr val="A9A9A9"/>
    </a:folHlink>
  </a:clrScheme>
  <a:fontScheme name="AccNEW_Template">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ReuseCount xmlns="6a00c37a-6f72-4698-9b02-81ff9fa7b20d">0</ReuseCount>
    <FolderDescription xmlns="6a00c37a-6f72-4698-9b02-81ff9fa7b20d" xsi:nil="true"/>
    <TaxCatchAll xmlns="17de28ac-b190-4cd4-a606-47e679de9d2c" xsi:nil="true"/>
    <Date xmlns="6a00c37a-6f72-4698-9b02-81ff9fa7b20d"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757D6C3-BFBB-43CC-944B-2D072802205C}"/>
</file>

<file path=customXml/itemProps2.xml><?xml version="1.0" encoding="utf-8"?>
<ds:datastoreItem xmlns:ds="http://schemas.openxmlformats.org/officeDocument/2006/customXml" ds:itemID="{E5E59B31-B981-4408-B376-8A77A80A1888}">
  <ds:schemaRefs>
    <ds:schemaRef ds:uri="17de28ac-b190-4cd4-a606-47e679de9d2c"/>
    <ds:schemaRef ds:uri="6a00c37a-6f72-4698-9b02-81ff9fa7b20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7ADCCEF-B46F-4945-BCD8-AF3EBD883CC0}">
  <ds:schemaRefs>
    <ds:schemaRef ds:uri="http://schemas.microsoft.com/sharepoint/v3/contenttype/forms"/>
  </ds:schemaRefs>
</ds:datastoreItem>
</file>

<file path=docMetadata/LabelInfo.xml><?xml version="1.0" encoding="utf-8"?>
<clbl:labelList xmlns:clbl="http://schemas.microsoft.com/office/2020/mipLabelMetadata">
  <clbl:label id="{47dea8b7-9eaa-40b7-9fe0-5c9e237036c0}"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Capgemini2021</Template>
  <Application>Microsoft Office PowerPoint</Application>
  <PresentationFormat>Widescreen</PresentationFormat>
  <Slides>32</Slides>
  <Notes>15</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Capgemini2021</vt:lpstr>
      <vt:lpstr>Response to Mobile Access Engineering Cost Transformation Programme Support</vt:lpstr>
      <vt:lpstr>PowerPoint Presentation</vt:lpstr>
      <vt:lpstr>PowerPoint Presentation</vt:lpstr>
      <vt:lpstr>Capgemini Group: a unique global transformation powerhouse</vt:lpstr>
      <vt:lpstr>We have a robust client &amp; partner ecosystem and worldwide presence in 50+ countries</vt:lpstr>
      <vt:lpstr>Capgemini is uniquely positioned to re-invent Telecom due to its E2E Capabilities and Telco Experience </vt:lpstr>
      <vt:lpstr>Capgemini is well positioned to assist Client On the Mobile Access engineering Cost Transformation Programme</vt:lpstr>
      <vt:lpstr>PowerPoint Presentation</vt:lpstr>
      <vt:lpstr>We have a rich experience of setting up and running PMO/ TMO across the world</vt:lpstr>
      <vt:lpstr>WE USE CAPGEMINI PROPRIETARY UNIFIED PROGRAMME MANAGEMNT (upm) to set up and run TRANSFORMATION PMOS </vt:lpstr>
      <vt:lpstr>WE WILL USE RELEVANT ELEMENTS OF CAPGEMINI UPM MODEL TO ACCELERATE SETTING UP CLINT MAE PMO </vt:lpstr>
      <vt:lpstr>PowerPoint Presentation</vt:lpstr>
      <vt:lpstr>We have E2E expertise in the Network area, delivering from Strategy &amp; Innovation to Engineering &amp; Transformation Execution</vt:lpstr>
      <vt:lpstr>Capgemini open RAN industry engagement </vt:lpstr>
      <vt:lpstr>PowerPoint Presentation</vt:lpstr>
      <vt:lpstr>Capgemini COST Transformation Approach </vt:lpstr>
      <vt:lpstr>As projects are defined and move through the Cost Transformation funnel you will start to realize benefits</vt:lpstr>
      <vt:lpstr>Each step of the journey has a set of defined activities to ensure repeatable and robust outcomes</vt:lpstr>
      <vt:lpstr>The focus on benefits must be maintained at every stage of the delivery lifecycle</vt:lpstr>
      <vt:lpstr>PowerPoint Presentation</vt:lpstr>
      <vt:lpstr>THERE IS SIGNIFICANTLY GREATER VALUE TO BE unlocked BY CLIENT WITH A TRANSFORMATION PMO</vt:lpstr>
      <vt:lpstr>IF REQUIRED WE CAN USE CAPGEMINI CHANGE MANAGEMENT APPROACH TO REINFORCE SUSTAINABLE ADOPTION OF MAE OUTCOMES</vt:lpstr>
      <vt:lpstr>PowerPoint Presentation</vt:lpstr>
      <vt:lpstr>Cost Transformation Measurement and Reporting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About Capgemini</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claudio.b.costa@capgemini.com</dc:creator>
  <cp:revision>1</cp:revision>
  <dcterms:created xsi:type="dcterms:W3CDTF">2023-07-17T13:32:14Z</dcterms:created>
  <dcterms:modified xsi:type="dcterms:W3CDTF">2025-04-29T06:40:51Z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0x01010032993BBBD560C845A787DDE997A41243</vt:lpwstr>
  </property>
</Properties>
</file>