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 id="2147483881" r:id="rId5"/>
    <p:sldMasterId id="2147483942" r:id="rId6"/>
  </p:sldMasterIdLst>
  <p:notesMasterIdLst>
    <p:notesMasterId r:id="rId23"/>
  </p:notesMasterIdLst>
  <p:sldIdLst>
    <p:sldId id="258" r:id="rId7"/>
    <p:sldId id="2147483429" r:id="rId8"/>
    <p:sldId id="2147483437" r:id="rId9"/>
    <p:sldId id="2147483452" r:id="rId10"/>
    <p:sldId id="2147483459" r:id="rId11"/>
    <p:sldId id="2147483441" r:id="rId12"/>
    <p:sldId id="2147483439" r:id="rId13"/>
    <p:sldId id="2147483446" r:id="rId14"/>
    <p:sldId id="2147483469" r:id="rId15"/>
    <p:sldId id="2147483458" r:id="rId16"/>
    <p:sldId id="2147483470" r:id="rId17"/>
    <p:sldId id="2147483449" r:id="rId18"/>
    <p:sldId id="2147483438" r:id="rId19"/>
    <p:sldId id="2147483463" r:id="rId20"/>
    <p:sldId id="2147483454" r:id="rId21"/>
    <p:sldId id="310" r:id="rId22"/>
  </p:sldIdLst>
  <p:sldSz cx="12192000" cy="6858000"/>
  <p:notesSz cx="6858000" cy="9144000"/>
  <p:custDataLst>
    <p:tags r:id="rId24"/>
  </p:custDataLst>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BD3FA34-9519-4690-8C25-F0CBE33F0A29}">
          <p14:sldIdLst>
            <p14:sldId id="258"/>
            <p14:sldId id="2147483429"/>
            <p14:sldId id="2147483437"/>
            <p14:sldId id="2147483452"/>
            <p14:sldId id="2147483459"/>
          </p14:sldIdLst>
        </p14:section>
        <p14:section name="Deep Dives" id="{1CCA6718-1FBD-4304-8100-C6D699716FF7}">
          <p14:sldIdLst>
            <p14:sldId id="2147483441"/>
            <p14:sldId id="2147483439"/>
            <p14:sldId id="2147483446"/>
            <p14:sldId id="2147483469"/>
            <p14:sldId id="2147483458"/>
            <p14:sldId id="2147483470"/>
            <p14:sldId id="2147483449"/>
            <p14:sldId id="2147483438"/>
          </p14:sldIdLst>
        </p14:section>
        <p14:section name="How to get started" id="{CF008553-583A-433F-8D05-9E8AF382F57C}">
          <p14:sldIdLst>
            <p14:sldId id="2147483463"/>
            <p14:sldId id="2147483454"/>
            <p14:sldId id="31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486B0C-9138-2579-ECA3-41ED03CCEC95}" name="Holper, Christoph" initials="" userId="S::christoph.holper@capgemini.com::e86a2f3b-8b1b-4a73-be9e-30bf1999b1b6" providerId="AD"/>
  <p188:author id="{CE6BEA28-2F3C-5BE8-D46F-C31595B76CFA}" name="Zeiske, Nadja" initials="NZ" userId="S::nadja.zeiske@capgemini.com::205e46a0-52d2-48ea-932c-3e57cf4ffa2b" providerId="AD"/>
  <p188:author id="{2331162A-271D-21C1-C111-325A1D90A26A}" name="Van de Loo, Linda-Sophie" initials="LV" userId="S::linda-sophie.van-de-loo@capgemini.com::2a279dc9-dd9a-42f8-a1f8-388c69393906" providerId="AD"/>
  <p188:author id="{2B9F5D59-4A8F-73C8-5B0C-A79949DD0EA4}" name="Ampe, Marie-Laure" initials="MA" userId="S::marie-laure.ampe@capgemini.com::b7dbb9d2-9226-41ab-9284-e2ac0b8a0474" providerId="AD"/>
  <p188:author id="{C9369B82-F61C-1DAB-D2B9-DBEF2F861C75}" name="Wójcik, Jakub" initials="WJ" userId="S::jakub.wojcik@capgemini.com::67d39b31-f876-42af-a5d3-3244421dda40" providerId="AD"/>
  <p188:author id="{AB2F1E84-51CC-56AD-0520-6C9141B32762}" name="Vandeputte, Nathalie" initials="" userId="S::nathalie.vandeputte@capgemini.com::8182766e-c25a-4f41-bd06-53645e049c61" providerId="AD"/>
  <p188:author id="{ABFE7C8A-44D6-C62D-74C1-98F46929C423}" name="Derché, Aurélie" initials="AD" userId="S::aurelie.derche@capgemini.com::5f68c882-6845-4196-8575-a10c2237bca0" providerId="AD"/>
  <p188:author id="{564C33E4-8C58-9977-AB4D-654CB19803BB}" name="Nair, Shruthi" initials="SN" userId="S::shruthi.b.nair@capgemini.com::74d72cf3-811a-4db8-b752-cc88c4df200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AB"/>
    <a:srgbClr val="004280"/>
    <a:srgbClr val="111937"/>
    <a:srgbClr val="0E142C"/>
    <a:srgbClr val="1E2542"/>
    <a:srgbClr val="212741"/>
    <a:srgbClr val="0F152D"/>
    <a:srgbClr val="2D408A"/>
    <a:srgbClr val="D4D3F1"/>
    <a:srgbClr val="77B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489703-3146-4038-AD67-9056E4D68675}" v="209" dt="2026-08-27T07:55:23.3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0" d="100"/>
          <a:sy n="60" d="100"/>
        </p:scale>
        <p:origin x="81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heme" Target="theme/theme1.xml"/><Relationship Id="rId30" Type="http://schemas.microsoft.com/office/2018/10/relationships/authors" Target="author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3T10:25:05.475"/>
    </inkml:context>
    <inkml:brush xml:id="br0">
      <inkml:brushProperty name="width" value="0.00882" units="cm"/>
      <inkml:brushProperty name="height" value="0.00882" units="cm"/>
      <inkml:brushProperty name="color" value="#FFFFFF"/>
    </inkml:brush>
  </inkml:definitions>
  <inkml:trace contextRef="#ctx0" brushRef="#br0">21 940 24575,'0'0'0,"0"0"0,-2-1 0,2-1 0,0 2 0,0 0 0,-1-1 0,1 1 0,0-2 0,-2 2 0,1-1 0,-5-7 0,4 2 0,-1 1 0,2-1 0,-1 0 0,2 0 0,-1 0 0,1 2 0,0-4 0,3-7 0,1-5 0,11-22 0,-1 11 0,29-45 0,31-24 0,-46 65 0,4 2 0,0-1 0,4 3 0,53-39 0,-20 21-101,2 4 0,130-65 0,-145 85 41,1 0-1,2 3 1,1 2-1,109-27 0,-108 35 61,3 2 0,-2 1 0,1 2 0,103-1 0,-94 8 0,3 3 0,-2 3 0,126 19 0,-116-9-210,2 1-1,-5 4 0,2 2 1,-3 3-1,102 45 0,-142-54-6110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03T10:25:05.476"/>
    </inkml:context>
    <inkml:brush xml:id="br0">
      <inkml:brushProperty name="width" value="0.00882" units="cm"/>
      <inkml:brushProperty name="height" value="0.00882" units="cm"/>
      <inkml:brushProperty name="color" value="#FFFFFF"/>
    </inkml:brush>
  </inkml:definitions>
  <inkml:trace contextRef="#ctx0" brushRef="#br0">288 1 24575,'2'1'0,"-2"-1"0,1 2 0,-1-2 0,2 1 0,-1-1 0,-1 2 0,2-2 0,1 1 0,0 1 0,122 69 0,-66-39 0,-51-28 0,99 57 0,-79-41 0,40 27 0,-68-45 0,6 3 0,-1-1 0,1 1 0,-2-1 0,7 10 0,-11-13 0,1-1 0,-1 2 0,2-1 0,-2-1 0,0 2 0,1-1 0,-1 1 0,0-2 0,0 1 0,0 1 0,0 0 0,0-2 0,0 1 0,0 2 0,0-3 0,-1 2 0,1-1 0,0 1 0,-2-2 0,2 1 0,-1 1 0,1-2 0,-2 1 0,2 1 0,-1-1 0,-1-1 0,-1 3 0,-4 2 0,-1-2 0,1 1 0,-2-1 0,0 0 0,2 2 0,-2-2 0,-14 3 0,14-4 0,-47 13 0,-66 9 0,-59 5 0,63-12 0,5 4-1365,70-10-5461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14:34:26.985"/>
    </inkml:context>
    <inkml:brush xml:id="br0">
      <inkml:brushProperty name="width" value="0.00882" units="cm"/>
      <inkml:brushProperty name="height" value="0.00882" units="cm"/>
      <inkml:brushProperty name="color" value="#FFFFFF"/>
    </inkml:brush>
  </inkml:definitions>
  <inkml:trace contextRef="#ctx0" brushRef="#br0">21 940 24575,'0'0'0,"0"0"0,-2-1 0,2-1 0,0 2 0,0 0 0,-1-1 0,1 1 0,0-2 0,-2 2 0,1-1 0,-5-7 0,4 2 0,-1 1 0,2-1 0,-1 0 0,2 0 0,-1 0 0,1 2 0,0-4 0,3-7 0,1-5 0,11-22 0,-1 11 0,29-45 0,31-24 0,-46 65 0,4 2 0,0-1 0,4 3 0,53-39 0,-20 21-101,2 4 0,130-65 0,-145 85 41,1 0-1,2 3 1,1 2-1,109-27 0,-108 35 61,3 2 0,-2 1 0,1 2 0,103-1 0,-94 8 0,3 3 0,-2 3 0,126 19 0,-116-9-210,2 1-1,-5 4 0,2 2 1,-3 3-1,102 45 0,-142-54-6110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14:34:26.986"/>
    </inkml:context>
    <inkml:brush xml:id="br0">
      <inkml:brushProperty name="width" value="0.00882" units="cm"/>
      <inkml:brushProperty name="height" value="0.00882" units="cm"/>
      <inkml:brushProperty name="color" value="#FFFFFF"/>
    </inkml:brush>
  </inkml:definitions>
  <inkml:trace contextRef="#ctx0" brushRef="#br0">288 1 24575,'2'1'0,"-2"-1"0,1 2 0,-1-2 0,2 1 0,-1-1 0,-1 2 0,2-2 0,1 1 0,0 1 0,122 69 0,-66-39 0,-51-28 0,99 57 0,-79-41 0,40 27 0,-68-45 0,6 3 0,-1-1 0,1 1 0,-2-1 0,7 10 0,-11-13 0,1-1 0,-1 2 0,2-1 0,-2-1 0,0 2 0,1-1 0,-1 1 0,0-2 0,0 1 0,0 1 0,0 0 0,0-2 0,0 1 0,0 2 0,0-3 0,-1 2 0,1-1 0,0 1 0,-2-2 0,2 1 0,-1 1 0,1-2 0,-2 1 0,2 1 0,-1-1 0,-1-1 0,-1 3 0,-4 2 0,-1-2 0,1 1 0,-2-1 0,0 0 0,2 2 0,-2-2 0,-14 3 0,14-4 0,-47 13 0,-66 9 0,-59 5 0,63-12 0,5 4-1365,70-10-5461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09/08/2026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a:p>
        </p:txBody>
      </p:sp>
      <p:sp>
        <p:nvSpPr>
          <p:cNvPr id="4" name="Slide Number Placeholder 3"/>
          <p:cNvSpPr>
            <a:spLocks noGrp="1"/>
          </p:cNvSpPr>
          <p:nvPr>
            <p:ph type="sldNum" sz="quarter" idx="5"/>
          </p:nvPr>
        </p:nvSpPr>
        <p:spPr/>
        <p:txBody>
          <a:bodyPr/>
          <a:lstStyle/>
          <a:p>
            <a:fld id="{7DB1FBD7-F02D-4C4F-915F-35E35DACACBF}" type="slidenum">
              <a:rPr lang="en-PL" smtClean="0"/>
              <a:t>2</a:t>
            </a:fld>
            <a:endParaRPr lang="en-PL"/>
          </a:p>
        </p:txBody>
      </p:sp>
    </p:spTree>
    <p:extLst>
      <p:ext uri="{BB962C8B-B14F-4D97-AF65-F5344CB8AC3E}">
        <p14:creationId xmlns:p14="http://schemas.microsoft.com/office/powerpoint/2010/main" val="4006669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7DB1FBD7-F02D-4C4F-915F-35E35DACACBF}" type="slidenum">
              <a:rPr lang="en-PL" smtClean="0"/>
              <a:t>6</a:t>
            </a:fld>
            <a:endParaRPr lang="en-PL"/>
          </a:p>
        </p:txBody>
      </p:sp>
    </p:spTree>
    <p:extLst>
      <p:ext uri="{BB962C8B-B14F-4D97-AF65-F5344CB8AC3E}">
        <p14:creationId xmlns:p14="http://schemas.microsoft.com/office/powerpoint/2010/main" val="113678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B7CAE-EB95-4943-1052-C7B206643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1925D-7436-98C3-53D3-0DF630CC0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47F382-CCE1-AA0C-B9FF-978DE3F689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9A312B-1AC2-6E48-C459-254B19CD8934}"/>
              </a:ext>
            </a:extLst>
          </p:cNvPr>
          <p:cNvSpPr>
            <a:spLocks noGrp="1"/>
          </p:cNvSpPr>
          <p:nvPr>
            <p:ph type="sldNum" sz="quarter" idx="5"/>
          </p:nvPr>
        </p:nvSpPr>
        <p:spPr/>
        <p:txBody>
          <a:bodyPr/>
          <a:lstStyle/>
          <a:p>
            <a:fld id="{7DB1FBD7-F02D-4C4F-915F-35E35DACACBF}" type="slidenum">
              <a:rPr lang="en-PL" smtClean="0"/>
              <a:t>9</a:t>
            </a:fld>
            <a:endParaRPr lang="en-PL"/>
          </a:p>
        </p:txBody>
      </p:sp>
    </p:spTree>
    <p:extLst>
      <p:ext uri="{BB962C8B-B14F-4D97-AF65-F5344CB8AC3E}">
        <p14:creationId xmlns:p14="http://schemas.microsoft.com/office/powerpoint/2010/main" val="3511382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B1FBD7-F02D-4C4F-915F-35E35DACACBF}" type="slidenum">
              <a:rPr lang="en-PL" smtClean="0"/>
              <a:t>11</a:t>
            </a:fld>
            <a:endParaRPr lang="en-PL"/>
          </a:p>
        </p:txBody>
      </p:sp>
    </p:spTree>
    <p:extLst>
      <p:ext uri="{BB962C8B-B14F-4D97-AF65-F5344CB8AC3E}">
        <p14:creationId xmlns:p14="http://schemas.microsoft.com/office/powerpoint/2010/main" val="371667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rtl="0" eaLnBrk="1" fontAlgn="t" latinLnBrk="0" hangingPunct="1">
              <a:lnSpc>
                <a:spcPts val="1500"/>
              </a:lnSpc>
              <a:buClrTx/>
              <a:buSzPts val="1800"/>
            </a:pPr>
            <a:r>
              <a:rPr lang="en-US" sz="1200" i="0" u="none" strike="noStrike" kern="1200">
                <a:solidFill>
                  <a:srgbClr val="000000"/>
                </a:solidFill>
                <a:effectLst/>
                <a:latin typeface="Segoe UI" panose="020B0502040204020203" pitchFamily="34" charset="0"/>
              </a:rPr>
              <a:t>1- Establish a Unified Data Foundation: Build a centralized data lake integrating all product lifecycle data (design, manufacturing, customer feedback).</a:t>
            </a:r>
            <a:endParaRPr lang="en-US" sz="1200" i="0" u="none" strike="noStrike">
              <a:effectLst/>
              <a:latin typeface="Arial" panose="020B0604020202020204" pitchFamily="34" charset="0"/>
            </a:endParaRPr>
          </a:p>
          <a:p>
            <a:pPr marL="0" algn="l" rtl="0" eaLnBrk="1" fontAlgn="t" latinLnBrk="0" hangingPunct="1">
              <a:lnSpc>
                <a:spcPts val="1500"/>
              </a:lnSpc>
              <a:buNone/>
            </a:pPr>
            <a:endParaRPr lang="en-US" sz="1200" i="0" u="none" strike="noStrike" kern="1200">
              <a:solidFill>
                <a:srgbClr val="000000"/>
              </a:solidFill>
              <a:effectLst/>
              <a:latin typeface="Segoe UI" panose="020B0502040204020203" pitchFamily="34" charset="0"/>
            </a:endParaRPr>
          </a:p>
          <a:p>
            <a:pPr marL="0" algn="l" rtl="0" eaLnBrk="1" fontAlgn="t" latinLnBrk="0" hangingPunct="1">
              <a:lnSpc>
                <a:spcPts val="1500"/>
              </a:lnSpc>
              <a:buNone/>
            </a:pPr>
            <a:r>
              <a:rPr lang="en-US" sz="1200" i="0" u="none" strike="noStrike" kern="1200">
                <a:solidFill>
                  <a:srgbClr val="000000"/>
                </a:solidFill>
                <a:effectLst/>
                <a:latin typeface="Segoe UI" panose="020B0502040204020203" pitchFamily="34" charset="0"/>
              </a:rPr>
              <a:t>2- Embed AI in Decision-Making: Implement GenAI-powered analytics for scenario planning and forecasting.</a:t>
            </a:r>
            <a:r>
              <a:rPr lang="en-US" sz="1200">
                <a:latin typeface="Arial" panose="020B0604020202020204" pitchFamily="34" charset="0"/>
              </a:rPr>
              <a:t> </a:t>
            </a:r>
            <a:r>
              <a:rPr lang="en-US" sz="1200" i="0" u="none" strike="noStrike" kern="1200">
                <a:solidFill>
                  <a:srgbClr val="000000"/>
                </a:solidFill>
                <a:effectLst/>
                <a:latin typeface="Segoe UI" panose="020B0502040204020203" pitchFamily="34" charset="0"/>
              </a:rPr>
              <a:t>Train teams on AI-assisted decision frameworks.</a:t>
            </a:r>
            <a:endParaRPr lang="en-US" sz="1200" i="0" u="none" strike="noStrike">
              <a:effectLst/>
              <a:latin typeface="Arial" panose="020B0604020202020204" pitchFamily="34" charset="0"/>
            </a:endParaRPr>
          </a:p>
          <a:p>
            <a:pPr marL="0" algn="l" rtl="0" eaLnBrk="1" fontAlgn="t" latinLnBrk="0" hangingPunct="1">
              <a:lnSpc>
                <a:spcPts val="1500"/>
              </a:lnSpc>
              <a:buNone/>
            </a:pPr>
            <a:endParaRPr lang="en-US" sz="1200" i="0" u="none" strike="noStrike" kern="1200">
              <a:solidFill>
                <a:srgbClr val="000000"/>
              </a:solidFill>
              <a:effectLst/>
              <a:latin typeface="Segoe UI" panose="020B0502040204020203" pitchFamily="34" charset="0"/>
            </a:endParaRPr>
          </a:p>
          <a:p>
            <a:pPr marL="0" algn="l" rtl="0" eaLnBrk="1" fontAlgn="t" latinLnBrk="0" hangingPunct="1">
              <a:lnSpc>
                <a:spcPts val="1500"/>
              </a:lnSpc>
              <a:buNone/>
            </a:pPr>
            <a:r>
              <a:rPr lang="en-US" sz="1200" i="0" u="none" strike="noStrike" kern="1200">
                <a:solidFill>
                  <a:srgbClr val="000000"/>
                </a:solidFill>
                <a:effectLst/>
                <a:latin typeface="Segoe UI" panose="020B0502040204020203" pitchFamily="34" charset="0"/>
              </a:rPr>
              <a:t>3- Adopt Modular Tech Architecture: Shift from siloed systems to interoperable platforms supporting AI agents and automation.</a:t>
            </a:r>
            <a:endParaRPr lang="en-US" sz="1200" i="0" u="none" strike="noStrike">
              <a:effectLst/>
              <a:latin typeface="Arial" panose="020B0604020202020204" pitchFamily="34" charset="0"/>
            </a:endParaRPr>
          </a:p>
          <a:p>
            <a:pPr marL="0" algn="l" rtl="0" eaLnBrk="1" fontAlgn="t" latinLnBrk="0" hangingPunct="1">
              <a:lnSpc>
                <a:spcPts val="1500"/>
              </a:lnSpc>
              <a:buNone/>
            </a:pPr>
            <a:r>
              <a:rPr lang="en-US" sz="1200" i="0" u="none" strike="noStrike" kern="1200">
                <a:solidFill>
                  <a:srgbClr val="000000"/>
                </a:solidFill>
                <a:effectLst/>
                <a:latin typeface="Segoe UI" panose="020B0502040204020203" pitchFamily="34" charset="0"/>
              </a:rPr>
              <a:t>1- Accelerated Innovation Cycles: AI-native operating models enable faster prototyping, predictive design, and automated testing. </a:t>
            </a:r>
          </a:p>
          <a:p>
            <a:pPr marL="0" algn="l" rtl="0" eaLnBrk="1" fontAlgn="t" latinLnBrk="0" hangingPunct="1">
              <a:lnSpc>
                <a:spcPts val="1500"/>
              </a:lnSpc>
              <a:buNone/>
            </a:pPr>
            <a:endParaRPr lang="en-US" sz="1200">
              <a:solidFill>
                <a:srgbClr val="000000"/>
              </a:solidFill>
              <a:latin typeface="Segoe UI" panose="020B0502040204020203" pitchFamily="34" charset="0"/>
            </a:endParaRPr>
          </a:p>
          <a:p>
            <a:pPr marL="0" algn="l" rtl="0" eaLnBrk="1" fontAlgn="t" latinLnBrk="0" hangingPunct="1">
              <a:lnSpc>
                <a:spcPts val="1500"/>
              </a:lnSpc>
              <a:buNone/>
            </a:pPr>
            <a:r>
              <a:rPr lang="en-US" sz="1200" i="0" u="none" strike="noStrike" kern="1200">
                <a:solidFill>
                  <a:srgbClr val="000000"/>
                </a:solidFill>
                <a:effectLst/>
                <a:latin typeface="Segoe UI" panose="020B0502040204020203" pitchFamily="34" charset="0"/>
              </a:rPr>
              <a:t>2- Adaptive Product Strategies: Real-time insights from AI-driven analytics allow dynamic reprioritization of features and resources.</a:t>
            </a:r>
          </a:p>
          <a:p>
            <a:pPr marL="0" algn="l" rtl="0" eaLnBrk="1" fontAlgn="t" latinLnBrk="0" hangingPunct="1">
              <a:lnSpc>
                <a:spcPts val="1500"/>
              </a:lnSpc>
              <a:buNone/>
            </a:pPr>
            <a:endParaRPr lang="en-US" sz="1200">
              <a:solidFill>
                <a:srgbClr val="000000"/>
              </a:solidFill>
              <a:latin typeface="Segoe UI" panose="020B0502040204020203" pitchFamily="34" charset="0"/>
            </a:endParaRPr>
          </a:p>
          <a:p>
            <a:pPr marL="0" algn="l" rtl="0" eaLnBrk="1" fontAlgn="t" latinLnBrk="0" hangingPunct="1">
              <a:lnSpc>
                <a:spcPts val="1500"/>
              </a:lnSpc>
              <a:buNone/>
            </a:pPr>
            <a:r>
              <a:rPr lang="en-US" sz="1200">
                <a:solidFill>
                  <a:srgbClr val="000000"/>
                </a:solidFill>
                <a:latin typeface="Segoe UI" panose="020B0502040204020203" pitchFamily="34" charset="0"/>
              </a:rPr>
              <a:t>3- </a:t>
            </a:r>
            <a:r>
              <a:rPr lang="en-US" sz="1200" i="0" u="none" strike="noStrike" kern="1200">
                <a:solidFill>
                  <a:srgbClr val="000000"/>
                </a:solidFill>
                <a:effectLst/>
                <a:latin typeface="Segoe UI" panose="020B0502040204020203" pitchFamily="34" charset="0"/>
              </a:rPr>
              <a:t>Continuous Optimization: Intelligent workflows ensure iterative improvements based on live performance data.</a:t>
            </a:r>
            <a:endParaRPr lang="en-US" sz="1200" i="0" u="none" strike="noStrike">
              <a:effectLst/>
              <a:latin typeface="Arial" panose="020B0604020202020204" pitchFamily="34" charset="0"/>
            </a:endParaRPr>
          </a:p>
          <a:p>
            <a:endParaRPr lang="en-US" b="1"/>
          </a:p>
        </p:txBody>
      </p:sp>
      <p:sp>
        <p:nvSpPr>
          <p:cNvPr id="4" name="Slide Number Placeholder 3"/>
          <p:cNvSpPr>
            <a:spLocks noGrp="1"/>
          </p:cNvSpPr>
          <p:nvPr>
            <p:ph type="sldNum" sz="quarter" idx="5"/>
          </p:nvPr>
        </p:nvSpPr>
        <p:spPr/>
        <p:txBody>
          <a:bodyPr/>
          <a:lstStyle/>
          <a:p>
            <a:fld id="{7DB1FBD7-F02D-4C4F-915F-35E35DACACBF}" type="slidenum">
              <a:rPr lang="en-PL" smtClean="0"/>
              <a:t>12</a:t>
            </a:fld>
            <a:endParaRPr lang="en-PL"/>
          </a:p>
        </p:txBody>
      </p:sp>
    </p:spTree>
    <p:extLst>
      <p:ext uri="{BB962C8B-B14F-4D97-AF65-F5344CB8AC3E}">
        <p14:creationId xmlns:p14="http://schemas.microsoft.com/office/powerpoint/2010/main" val="233316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7DB1FBD7-F02D-4C4F-915F-35E35DACACBF}" type="slidenum">
              <a:rPr lang="en-PL" smtClean="0"/>
              <a:t>15</a:t>
            </a:fld>
            <a:endParaRPr lang="en-PL"/>
          </a:p>
        </p:txBody>
      </p:sp>
    </p:spTree>
    <p:extLst>
      <p:ext uri="{BB962C8B-B14F-4D97-AF65-F5344CB8AC3E}">
        <p14:creationId xmlns:p14="http://schemas.microsoft.com/office/powerpoint/2010/main" val="3415424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7.png"/><Relationship Id="rId3" Type="http://schemas.openxmlformats.org/officeDocument/2006/relationships/tags" Target="../tags/tag4.xml"/><Relationship Id="rId7" Type="http://schemas.openxmlformats.org/officeDocument/2006/relationships/image" Target="../media/image4.png"/><Relationship Id="rId12" Type="http://schemas.openxmlformats.org/officeDocument/2006/relationships/hyperlink" Target="http://www.linkedin.com/company/capgemini" TargetMode="Externa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6.png"/><Relationship Id="rId5" Type="http://schemas.openxmlformats.org/officeDocument/2006/relationships/slideMaster" Target="../slideMasters/slideMaster1.xml"/><Relationship Id="rId1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tags" Target="../tags/tag5.xml"/><Relationship Id="rId9" Type="http://schemas.openxmlformats.org/officeDocument/2006/relationships/image" Target="../media/image5.png"/><Relationship Id="rId14" Type="http://schemas.openxmlformats.org/officeDocument/2006/relationships/hyperlink" Target="https://www.instagram.com/capgemini/" TargetMode="Externa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1.png"/><Relationship Id="rId18" Type="http://schemas.openxmlformats.org/officeDocument/2006/relationships/hyperlink" Target="https://www.instagram.com/capgemini/" TargetMode="External"/><Relationship Id="rId3" Type="http://schemas.openxmlformats.org/officeDocument/2006/relationships/tags" Target="../tags/tag8.xml"/><Relationship Id="rId7" Type="http://schemas.openxmlformats.org/officeDocument/2006/relationships/image" Target="../media/image9.png"/><Relationship Id="rId12" Type="http://schemas.openxmlformats.org/officeDocument/2006/relationships/hyperlink" Target="http://www.facebook.com/capgemini" TargetMode="External"/><Relationship Id="rId17" Type="http://schemas.microsoft.com/office/2007/relationships/hdphoto" Target="../media/hdphoto4.wdp"/><Relationship Id="rId2" Type="http://schemas.openxmlformats.org/officeDocument/2006/relationships/tags" Target="../tags/tag7.xml"/><Relationship Id="rId16" Type="http://schemas.openxmlformats.org/officeDocument/2006/relationships/image" Target="../media/image12.png"/><Relationship Id="rId20" Type="http://schemas.microsoft.com/office/2007/relationships/hdphoto" Target="../media/hdphoto5.wdp"/><Relationship Id="rId1" Type="http://schemas.openxmlformats.org/officeDocument/2006/relationships/tags" Target="../tags/tag6.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6.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10.png"/><Relationship Id="rId19" Type="http://schemas.openxmlformats.org/officeDocument/2006/relationships/image" Target="../media/image13.png"/><Relationship Id="rId4" Type="http://schemas.openxmlformats.org/officeDocument/2006/relationships/tags" Target="../tags/tag9.xml"/><Relationship Id="rId9" Type="http://schemas.openxmlformats.org/officeDocument/2006/relationships/hyperlink" Target="http://www.youtube.com/capgeminimedia" TargetMode="External"/><Relationship Id="rId14" Type="http://schemas.microsoft.com/office/2007/relationships/hdphoto" Target="../media/hdphoto3.wdp"/></Relationships>
</file>

<file path=ppt/slideLayouts/_rels/slideLayout11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6.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2.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11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1.png"/><Relationship Id="rId18" Type="http://schemas.openxmlformats.org/officeDocument/2006/relationships/hyperlink" Target="https://www.instagram.com/capgemini/" TargetMode="External"/><Relationship Id="rId3" Type="http://schemas.openxmlformats.org/officeDocument/2006/relationships/tags" Target="../tags/tag12.xml"/><Relationship Id="rId7" Type="http://schemas.openxmlformats.org/officeDocument/2006/relationships/image" Target="../media/image9.png"/><Relationship Id="rId12" Type="http://schemas.openxmlformats.org/officeDocument/2006/relationships/hyperlink" Target="http://www.facebook.com/capgemini" TargetMode="External"/><Relationship Id="rId17" Type="http://schemas.microsoft.com/office/2007/relationships/hdphoto" Target="../media/hdphoto4.wdp"/><Relationship Id="rId2" Type="http://schemas.openxmlformats.org/officeDocument/2006/relationships/tags" Target="../tags/tag11.xml"/><Relationship Id="rId16" Type="http://schemas.openxmlformats.org/officeDocument/2006/relationships/image" Target="../media/image12.png"/><Relationship Id="rId20" Type="http://schemas.microsoft.com/office/2007/relationships/hdphoto" Target="../media/hdphoto5.wdp"/><Relationship Id="rId1" Type="http://schemas.openxmlformats.org/officeDocument/2006/relationships/tags" Target="../tags/tag10.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6.wdp"/><Relationship Id="rId5" Type="http://schemas.openxmlformats.org/officeDocument/2006/relationships/slideMaster" Target="../slideMasters/slideMaster3.xml"/><Relationship Id="rId15" Type="http://schemas.openxmlformats.org/officeDocument/2006/relationships/hyperlink" Target="http://www.linkedin.com/company/capgemini" TargetMode="External"/><Relationship Id="rId10" Type="http://schemas.openxmlformats.org/officeDocument/2006/relationships/image" Target="../media/image10.png"/><Relationship Id="rId19" Type="http://schemas.openxmlformats.org/officeDocument/2006/relationships/image" Target="../media/image13.png"/><Relationship Id="rId4" Type="http://schemas.openxmlformats.org/officeDocument/2006/relationships/tags" Target="../tags/tag13.xml"/><Relationship Id="rId9" Type="http://schemas.openxmlformats.org/officeDocument/2006/relationships/hyperlink" Target="http://www.youtube.com/capgeminimedia" TargetMode="External"/><Relationship Id="rId14" Type="http://schemas.microsoft.com/office/2007/relationships/hdphoto" Target="../media/hdphoto3.wdp"/></Relationships>
</file>

<file path=ppt/slideLayouts/_rels/slideLayout174.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6.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17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Operating Models in the age of AI</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Operating Models in the age of AI</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2221377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F1E24017-441F-489D-7EA7-E9C24BDAD8CE}"/>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23306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Operating Models in the age of AI</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Operating Models in the age of AI</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Operating Models in the age of AI</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F2C6038E-E13F-AE5B-E1D9-974A91E4E127}"/>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Operating Models in the age of AI</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hqprint">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hqprint">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hqprint">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hqprint">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hqprint">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45064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hqprint">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hqprint">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hqprint">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hqprint">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Tree>
    <p:extLst>
      <p:ext uri="{BB962C8B-B14F-4D97-AF65-F5344CB8AC3E}">
        <p14:creationId xmlns:p14="http://schemas.microsoft.com/office/powerpoint/2010/main" val="6810975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2025 Capgemini. All rights reserved.</a:t>
            </a:r>
          </a:p>
        </p:txBody>
      </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hq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hq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hqprint">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hqprint">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hqprint">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3362974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8904287"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0" name="Group 2">
            <a:extLst>
              <a:ext uri="{FF2B5EF4-FFF2-40B4-BE49-F238E27FC236}">
                <a16:creationId xmlns:a16="http://schemas.microsoft.com/office/drawing/2014/main" id="{20C282E8-B779-5DAA-704A-E50E7544BA37}"/>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1" name="Freeform: Shape 4">
              <a:extLst>
                <a:ext uri="{FF2B5EF4-FFF2-40B4-BE49-F238E27FC236}">
                  <a16:creationId xmlns:a16="http://schemas.microsoft.com/office/drawing/2014/main" id="{FA575874-5246-9781-3E42-3E1A78C02D61}"/>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2" name="Freeform: Shape 5">
              <a:extLst>
                <a:ext uri="{FF2B5EF4-FFF2-40B4-BE49-F238E27FC236}">
                  <a16:creationId xmlns:a16="http://schemas.microsoft.com/office/drawing/2014/main" id="{A34D361E-7FD8-EBFB-E2BD-F6CC08453E5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6" name="Freeform: Shape 6">
              <a:extLst>
                <a:ext uri="{FF2B5EF4-FFF2-40B4-BE49-F238E27FC236}">
                  <a16:creationId xmlns:a16="http://schemas.microsoft.com/office/drawing/2014/main" id="{7EA8E7DF-6815-A75C-34E5-FAC28FCC42E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17" name="Freeform: Shape 7">
              <a:extLst>
                <a:ext uri="{FF2B5EF4-FFF2-40B4-BE49-F238E27FC236}">
                  <a16:creationId xmlns:a16="http://schemas.microsoft.com/office/drawing/2014/main" id="{8C699B9F-B193-13FA-93D2-36054DF8725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8" name="Freeform: Shape 8">
              <a:extLst>
                <a:ext uri="{FF2B5EF4-FFF2-40B4-BE49-F238E27FC236}">
                  <a16:creationId xmlns:a16="http://schemas.microsoft.com/office/drawing/2014/main" id="{2B783872-07DC-0926-4F3C-B0E6983D69A1}"/>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19" name="Rectangle 18">
            <a:extLst>
              <a:ext uri="{FF2B5EF4-FFF2-40B4-BE49-F238E27FC236}">
                <a16:creationId xmlns:a16="http://schemas.microsoft.com/office/drawing/2014/main" id="{9C789090-3FD4-F46C-7832-E4588D7057D9}"/>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GB"/>
              <a:t>Click to edit Master title style</a:t>
            </a:r>
            <a:endParaRPr lang="en-PL"/>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40076984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bg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02158862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2848374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9528126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9946099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2080983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6494703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881414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796913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0507717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5373235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3921474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41455607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Operating Models in the age of AI</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784109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7328980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Operating Models in the age of AI</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767693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949022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805735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Tree>
    <p:extLst>
      <p:ext uri="{BB962C8B-B14F-4D97-AF65-F5344CB8AC3E}">
        <p14:creationId xmlns:p14="http://schemas.microsoft.com/office/powerpoint/2010/main" val="26838340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806915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4292029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Tree>
    <p:extLst>
      <p:ext uri="{BB962C8B-B14F-4D97-AF65-F5344CB8AC3E}">
        <p14:creationId xmlns:p14="http://schemas.microsoft.com/office/powerpoint/2010/main" val="9372328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2938602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0632854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3404708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57176486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25902611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20441569"/>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77595191"/>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2709459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5561509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720735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226789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429364270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50377981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9573296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1171659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193188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37369196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548478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02793400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6771395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05166196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2497026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1126223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521257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4655352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Operating Models in the age of AI</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6671642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Operating Models in the age of AI</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98002286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Operating Models in the age of AI</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7316082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112123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984230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6342631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BA0C1D33-1AAC-52C8-3668-7AD2E313058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1501344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720750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Operating Models in the age of AI</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06203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lang="en-US" sz="900" b="0" i="0">
              <a:solidFill>
                <a:schemeClr val="bg2"/>
              </a:solidFill>
              <a:effectLst/>
              <a:latin typeface="+mn-lt"/>
              <a:ea typeface="Calibri" panose="020F0502020204030204" pitchFamily="34" charset="0"/>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hqprint">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hq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hqprint">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hqprint">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hqprint">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2C645D6C-FA80-81D4-4ECF-74E959550267}"/>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63816938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hq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hq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hqprint">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hqprint">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hqprint">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Tree>
    <p:extLst>
      <p:ext uri="{BB962C8B-B14F-4D97-AF65-F5344CB8AC3E}">
        <p14:creationId xmlns:p14="http://schemas.microsoft.com/office/powerpoint/2010/main" val="261561121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hqprint">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hqprint">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hqprint">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hqprint">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spTree>
    <p:extLst>
      <p:ext uri="{BB962C8B-B14F-4D97-AF65-F5344CB8AC3E}">
        <p14:creationId xmlns:p14="http://schemas.microsoft.com/office/powerpoint/2010/main" val="313128305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97876336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Operating Models in the age of AI</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76457576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Operating Models in the age of AI</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Operating Models in the age of AI</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66225202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39776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922" name="Group 2921">
            <a:extLst>
              <a:ext uri="{FF2B5EF4-FFF2-40B4-BE49-F238E27FC236}">
                <a16:creationId xmlns:a16="http://schemas.microsoft.com/office/drawing/2014/main" id="{BC90AD68-4954-8681-F7D8-9908CC65508D}"/>
              </a:ext>
            </a:extLst>
          </p:cNvPr>
          <p:cNvGrpSpPr/>
          <p:nvPr userDrawn="1"/>
        </p:nvGrpSpPr>
        <p:grpSpPr>
          <a:xfrm>
            <a:off x="0" y="0"/>
            <a:ext cx="12191999" cy="6857999"/>
            <a:chOff x="0" y="0"/>
            <a:chExt cx="12191999" cy="6857999"/>
          </a:xfrm>
        </p:grpSpPr>
        <p:grpSp>
          <p:nvGrpSpPr>
            <p:cNvPr id="2923" name="Graphic 5313">
              <a:extLst>
                <a:ext uri="{FF2B5EF4-FFF2-40B4-BE49-F238E27FC236}">
                  <a16:creationId xmlns:a16="http://schemas.microsoft.com/office/drawing/2014/main" id="{568EC0E1-A3F5-D74A-95BA-AC0310A78E5B}"/>
                </a:ext>
              </a:extLst>
            </p:cNvPr>
            <p:cNvGrpSpPr/>
            <p:nvPr userDrawn="1"/>
          </p:nvGrpSpPr>
          <p:grpSpPr>
            <a:xfrm>
              <a:off x="0" y="95545"/>
              <a:ext cx="8414795" cy="5580110"/>
              <a:chOff x="1096289" y="113538"/>
              <a:chExt cx="9999421" cy="6630924"/>
            </a:xfrm>
            <a:solidFill>
              <a:srgbClr val="FFFFFF">
                <a:lumMod val="95000"/>
              </a:srgbClr>
            </a:solidFill>
          </p:grpSpPr>
          <p:sp>
            <p:nvSpPr>
              <p:cNvPr id="3653" name="Freeform: Shape 3652">
                <a:extLst>
                  <a:ext uri="{FF2B5EF4-FFF2-40B4-BE49-F238E27FC236}">
                    <a16:creationId xmlns:a16="http://schemas.microsoft.com/office/drawing/2014/main" id="{8499A53C-DDC4-F5AD-9114-6358861A1B63}"/>
                  </a:ext>
                </a:extLst>
              </p:cNvPr>
              <p:cNvSpPr/>
              <p:nvPr/>
            </p:nvSpPr>
            <p:spPr>
              <a:xfrm>
                <a:off x="1096289" y="113538"/>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54" name="Freeform: Shape 3653">
                <a:extLst>
                  <a:ext uri="{FF2B5EF4-FFF2-40B4-BE49-F238E27FC236}">
                    <a16:creationId xmlns:a16="http://schemas.microsoft.com/office/drawing/2014/main" id="{21019564-5A0A-AF76-1118-3C7CACE3C242}"/>
                  </a:ext>
                </a:extLst>
              </p:cNvPr>
              <p:cNvSpPr/>
              <p:nvPr/>
            </p:nvSpPr>
            <p:spPr>
              <a:xfrm>
                <a:off x="1408023" y="115671"/>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55" name="Freeform: Shape 3654">
                <a:extLst>
                  <a:ext uri="{FF2B5EF4-FFF2-40B4-BE49-F238E27FC236}">
                    <a16:creationId xmlns:a16="http://schemas.microsoft.com/office/drawing/2014/main" id="{E903B9C0-006F-2AAF-52A3-D8C0303C6F03}"/>
                  </a:ext>
                </a:extLst>
              </p:cNvPr>
              <p:cNvSpPr/>
              <p:nvPr/>
            </p:nvSpPr>
            <p:spPr>
              <a:xfrm>
                <a:off x="1719719" y="117767"/>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56" name="Freeform: Shape 3655">
                <a:extLst>
                  <a:ext uri="{FF2B5EF4-FFF2-40B4-BE49-F238E27FC236}">
                    <a16:creationId xmlns:a16="http://schemas.microsoft.com/office/drawing/2014/main" id="{4566EE00-78A9-5B58-2D75-C9991939E46F}"/>
                  </a:ext>
                </a:extLst>
              </p:cNvPr>
              <p:cNvSpPr/>
              <p:nvPr/>
            </p:nvSpPr>
            <p:spPr>
              <a:xfrm>
                <a:off x="2031453" y="119900"/>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57" name="Freeform: Shape 3656">
                <a:extLst>
                  <a:ext uri="{FF2B5EF4-FFF2-40B4-BE49-F238E27FC236}">
                    <a16:creationId xmlns:a16="http://schemas.microsoft.com/office/drawing/2014/main" id="{D3DC4602-D8C0-2279-D8FC-2ADFAFB2289C}"/>
                  </a:ext>
                </a:extLst>
              </p:cNvPr>
              <p:cNvSpPr/>
              <p:nvPr/>
            </p:nvSpPr>
            <p:spPr>
              <a:xfrm>
                <a:off x="2343188" y="122034"/>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58" name="Freeform: Shape 3657">
                <a:extLst>
                  <a:ext uri="{FF2B5EF4-FFF2-40B4-BE49-F238E27FC236}">
                    <a16:creationId xmlns:a16="http://schemas.microsoft.com/office/drawing/2014/main" id="{9A1CC1C1-5228-CC0E-B946-CBAD79F4098B}"/>
                  </a:ext>
                </a:extLst>
              </p:cNvPr>
              <p:cNvSpPr/>
              <p:nvPr/>
            </p:nvSpPr>
            <p:spPr>
              <a:xfrm>
                <a:off x="2654922" y="124129"/>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59" name="Freeform: Shape 3658">
                <a:extLst>
                  <a:ext uri="{FF2B5EF4-FFF2-40B4-BE49-F238E27FC236}">
                    <a16:creationId xmlns:a16="http://schemas.microsoft.com/office/drawing/2014/main" id="{3C21C093-AEFB-01C4-ADD8-D30E32167049}"/>
                  </a:ext>
                </a:extLst>
              </p:cNvPr>
              <p:cNvSpPr/>
              <p:nvPr/>
            </p:nvSpPr>
            <p:spPr>
              <a:xfrm>
                <a:off x="2966656" y="12626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0" name="Freeform: Shape 3659">
                <a:extLst>
                  <a:ext uri="{FF2B5EF4-FFF2-40B4-BE49-F238E27FC236}">
                    <a16:creationId xmlns:a16="http://schemas.microsoft.com/office/drawing/2014/main" id="{D7A03B44-FB4D-6535-2A62-C1E7337229F2}"/>
                  </a:ext>
                </a:extLst>
              </p:cNvPr>
              <p:cNvSpPr/>
              <p:nvPr/>
            </p:nvSpPr>
            <p:spPr>
              <a:xfrm>
                <a:off x="3278352" y="128358"/>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1" name="Freeform: Shape 3660">
                <a:extLst>
                  <a:ext uri="{FF2B5EF4-FFF2-40B4-BE49-F238E27FC236}">
                    <a16:creationId xmlns:a16="http://schemas.microsoft.com/office/drawing/2014/main" id="{29CAA4AF-0090-B282-F2BC-15A1F242A0D0}"/>
                  </a:ext>
                </a:extLst>
              </p:cNvPr>
              <p:cNvSpPr/>
              <p:nvPr/>
            </p:nvSpPr>
            <p:spPr>
              <a:xfrm>
                <a:off x="3590086" y="130492"/>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2" name="Freeform: Shape 3661">
                <a:extLst>
                  <a:ext uri="{FF2B5EF4-FFF2-40B4-BE49-F238E27FC236}">
                    <a16:creationId xmlns:a16="http://schemas.microsoft.com/office/drawing/2014/main" id="{8FEE762C-16F9-7222-C9F4-672059CB150F}"/>
                  </a:ext>
                </a:extLst>
              </p:cNvPr>
              <p:cNvSpPr/>
              <p:nvPr/>
            </p:nvSpPr>
            <p:spPr>
              <a:xfrm>
                <a:off x="3901821" y="132626"/>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3" name="Freeform: Shape 3662">
                <a:extLst>
                  <a:ext uri="{FF2B5EF4-FFF2-40B4-BE49-F238E27FC236}">
                    <a16:creationId xmlns:a16="http://schemas.microsoft.com/office/drawing/2014/main" id="{39D902DD-9B1A-DBA0-A010-AA77A3266390}"/>
                  </a:ext>
                </a:extLst>
              </p:cNvPr>
              <p:cNvSpPr/>
              <p:nvPr/>
            </p:nvSpPr>
            <p:spPr>
              <a:xfrm>
                <a:off x="4213555" y="134721"/>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4" name="Freeform: Shape 3663">
                <a:extLst>
                  <a:ext uri="{FF2B5EF4-FFF2-40B4-BE49-F238E27FC236}">
                    <a16:creationId xmlns:a16="http://schemas.microsoft.com/office/drawing/2014/main" id="{444E9A11-C1CE-A99C-6274-F341D7A595F0}"/>
                  </a:ext>
                </a:extLst>
              </p:cNvPr>
              <p:cNvSpPr/>
              <p:nvPr/>
            </p:nvSpPr>
            <p:spPr>
              <a:xfrm>
                <a:off x="4525289" y="136855"/>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5" name="Freeform: Shape 3664">
                <a:extLst>
                  <a:ext uri="{FF2B5EF4-FFF2-40B4-BE49-F238E27FC236}">
                    <a16:creationId xmlns:a16="http://schemas.microsoft.com/office/drawing/2014/main" id="{672FC7A4-1BA2-4C9A-7681-587994C7E86D}"/>
                  </a:ext>
                </a:extLst>
              </p:cNvPr>
              <p:cNvSpPr/>
              <p:nvPr/>
            </p:nvSpPr>
            <p:spPr>
              <a:xfrm>
                <a:off x="4836985" y="13895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6" name="Freeform: Shape 3665">
                <a:extLst>
                  <a:ext uri="{FF2B5EF4-FFF2-40B4-BE49-F238E27FC236}">
                    <a16:creationId xmlns:a16="http://schemas.microsoft.com/office/drawing/2014/main" id="{33B87619-4F69-6D74-D763-C7843250FEBC}"/>
                  </a:ext>
                </a:extLst>
              </p:cNvPr>
              <p:cNvSpPr/>
              <p:nvPr/>
            </p:nvSpPr>
            <p:spPr>
              <a:xfrm>
                <a:off x="5148719" y="141084"/>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7" name="Freeform: Shape 3666">
                <a:extLst>
                  <a:ext uri="{FF2B5EF4-FFF2-40B4-BE49-F238E27FC236}">
                    <a16:creationId xmlns:a16="http://schemas.microsoft.com/office/drawing/2014/main" id="{B25F3939-D4FE-8076-87A7-B0E480CF408A}"/>
                  </a:ext>
                </a:extLst>
              </p:cNvPr>
              <p:cNvSpPr/>
              <p:nvPr/>
            </p:nvSpPr>
            <p:spPr>
              <a:xfrm>
                <a:off x="5460453" y="143217"/>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8" name="Freeform: Shape 3667">
                <a:extLst>
                  <a:ext uri="{FF2B5EF4-FFF2-40B4-BE49-F238E27FC236}">
                    <a16:creationId xmlns:a16="http://schemas.microsoft.com/office/drawing/2014/main" id="{052E5654-5CAB-0CAF-022C-3190050B716D}"/>
                  </a:ext>
                </a:extLst>
              </p:cNvPr>
              <p:cNvSpPr/>
              <p:nvPr/>
            </p:nvSpPr>
            <p:spPr>
              <a:xfrm>
                <a:off x="5772188" y="145313"/>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69" name="Freeform: Shape 3668">
                <a:extLst>
                  <a:ext uri="{FF2B5EF4-FFF2-40B4-BE49-F238E27FC236}">
                    <a16:creationId xmlns:a16="http://schemas.microsoft.com/office/drawing/2014/main" id="{97E86273-EAE4-2D7E-9B36-7E165BAB3487}"/>
                  </a:ext>
                </a:extLst>
              </p:cNvPr>
              <p:cNvSpPr/>
              <p:nvPr/>
            </p:nvSpPr>
            <p:spPr>
              <a:xfrm>
                <a:off x="6083884" y="147447"/>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0" name="Freeform: Shape 3669">
                <a:extLst>
                  <a:ext uri="{FF2B5EF4-FFF2-40B4-BE49-F238E27FC236}">
                    <a16:creationId xmlns:a16="http://schemas.microsoft.com/office/drawing/2014/main" id="{AF8A4EE2-22E3-857D-A367-CE402F92A533}"/>
                  </a:ext>
                </a:extLst>
              </p:cNvPr>
              <p:cNvSpPr/>
              <p:nvPr/>
            </p:nvSpPr>
            <p:spPr>
              <a:xfrm>
                <a:off x="6395618" y="149580"/>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1" name="Freeform: Shape 3670">
                <a:extLst>
                  <a:ext uri="{FF2B5EF4-FFF2-40B4-BE49-F238E27FC236}">
                    <a16:creationId xmlns:a16="http://schemas.microsoft.com/office/drawing/2014/main" id="{C3C57679-3E52-8C67-F6B7-D9A9E05B3746}"/>
                  </a:ext>
                </a:extLst>
              </p:cNvPr>
              <p:cNvSpPr/>
              <p:nvPr/>
            </p:nvSpPr>
            <p:spPr>
              <a:xfrm>
                <a:off x="6707352" y="151676"/>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2" name="Freeform: Shape 3671">
                <a:extLst>
                  <a:ext uri="{FF2B5EF4-FFF2-40B4-BE49-F238E27FC236}">
                    <a16:creationId xmlns:a16="http://schemas.microsoft.com/office/drawing/2014/main" id="{462056FE-EF47-0A86-F046-42DFA460F874}"/>
                  </a:ext>
                </a:extLst>
              </p:cNvPr>
              <p:cNvSpPr/>
              <p:nvPr/>
            </p:nvSpPr>
            <p:spPr>
              <a:xfrm>
                <a:off x="7019086" y="153809"/>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3" name="Freeform: Shape 3672">
                <a:extLst>
                  <a:ext uri="{FF2B5EF4-FFF2-40B4-BE49-F238E27FC236}">
                    <a16:creationId xmlns:a16="http://schemas.microsoft.com/office/drawing/2014/main" id="{80E8D1BA-55AA-282F-B43A-F4F04A2BE75F}"/>
                  </a:ext>
                </a:extLst>
              </p:cNvPr>
              <p:cNvSpPr/>
              <p:nvPr/>
            </p:nvSpPr>
            <p:spPr>
              <a:xfrm>
                <a:off x="7330821" y="155905"/>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4" name="Freeform: Shape 3673">
                <a:extLst>
                  <a:ext uri="{FF2B5EF4-FFF2-40B4-BE49-F238E27FC236}">
                    <a16:creationId xmlns:a16="http://schemas.microsoft.com/office/drawing/2014/main" id="{8566CE2E-8A0B-F5E7-6DC2-B14F7010DD5A}"/>
                  </a:ext>
                </a:extLst>
              </p:cNvPr>
              <p:cNvSpPr/>
              <p:nvPr/>
            </p:nvSpPr>
            <p:spPr>
              <a:xfrm>
                <a:off x="7642517" y="158038"/>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5" name="Freeform: Shape 3674">
                <a:extLst>
                  <a:ext uri="{FF2B5EF4-FFF2-40B4-BE49-F238E27FC236}">
                    <a16:creationId xmlns:a16="http://schemas.microsoft.com/office/drawing/2014/main" id="{0A91EC47-DBA9-CD24-3817-F500D6EEB0EE}"/>
                  </a:ext>
                </a:extLst>
              </p:cNvPr>
              <p:cNvSpPr/>
              <p:nvPr/>
            </p:nvSpPr>
            <p:spPr>
              <a:xfrm>
                <a:off x="7954251" y="160172"/>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6" name="Freeform: Shape 3675">
                <a:extLst>
                  <a:ext uri="{FF2B5EF4-FFF2-40B4-BE49-F238E27FC236}">
                    <a16:creationId xmlns:a16="http://schemas.microsoft.com/office/drawing/2014/main" id="{687E52E7-BC90-B47F-FA09-2C3B939C9B96}"/>
                  </a:ext>
                </a:extLst>
              </p:cNvPr>
              <p:cNvSpPr/>
              <p:nvPr/>
            </p:nvSpPr>
            <p:spPr>
              <a:xfrm>
                <a:off x="8265985" y="162267"/>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7" name="Freeform: Shape 3676">
                <a:extLst>
                  <a:ext uri="{FF2B5EF4-FFF2-40B4-BE49-F238E27FC236}">
                    <a16:creationId xmlns:a16="http://schemas.microsoft.com/office/drawing/2014/main" id="{5C53C80E-0039-3569-6B21-3874720BF125}"/>
                  </a:ext>
                </a:extLst>
              </p:cNvPr>
              <p:cNvSpPr/>
              <p:nvPr/>
            </p:nvSpPr>
            <p:spPr>
              <a:xfrm>
                <a:off x="8577719" y="164401"/>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8" name="Freeform: Shape 3677">
                <a:extLst>
                  <a:ext uri="{FF2B5EF4-FFF2-40B4-BE49-F238E27FC236}">
                    <a16:creationId xmlns:a16="http://schemas.microsoft.com/office/drawing/2014/main" id="{02EB8958-09F9-6773-5D52-37E1E89F0359}"/>
                  </a:ext>
                </a:extLst>
              </p:cNvPr>
              <p:cNvSpPr/>
              <p:nvPr/>
            </p:nvSpPr>
            <p:spPr>
              <a:xfrm>
                <a:off x="8889453" y="166497"/>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79" name="Freeform: Shape 3678">
                <a:extLst>
                  <a:ext uri="{FF2B5EF4-FFF2-40B4-BE49-F238E27FC236}">
                    <a16:creationId xmlns:a16="http://schemas.microsoft.com/office/drawing/2014/main" id="{249CE5BD-D7C4-AC6B-4B60-991EDF7A0F6A}"/>
                  </a:ext>
                </a:extLst>
              </p:cNvPr>
              <p:cNvSpPr/>
              <p:nvPr/>
            </p:nvSpPr>
            <p:spPr>
              <a:xfrm>
                <a:off x="9201150" y="168630"/>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0" name="Freeform: Shape 3679">
                <a:extLst>
                  <a:ext uri="{FF2B5EF4-FFF2-40B4-BE49-F238E27FC236}">
                    <a16:creationId xmlns:a16="http://schemas.microsoft.com/office/drawing/2014/main" id="{8AE92A15-DDDB-D6EE-7812-3A8C5651ABF5}"/>
                  </a:ext>
                </a:extLst>
              </p:cNvPr>
              <p:cNvSpPr/>
              <p:nvPr/>
            </p:nvSpPr>
            <p:spPr>
              <a:xfrm>
                <a:off x="9512884" y="170764"/>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1" name="Freeform: Shape 3680">
                <a:extLst>
                  <a:ext uri="{FF2B5EF4-FFF2-40B4-BE49-F238E27FC236}">
                    <a16:creationId xmlns:a16="http://schemas.microsoft.com/office/drawing/2014/main" id="{0E1C1C94-F309-307C-A686-5002107051C9}"/>
                  </a:ext>
                </a:extLst>
              </p:cNvPr>
              <p:cNvSpPr/>
              <p:nvPr/>
            </p:nvSpPr>
            <p:spPr>
              <a:xfrm>
                <a:off x="9824618" y="172859"/>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2" name="Freeform: Shape 3681">
                <a:extLst>
                  <a:ext uri="{FF2B5EF4-FFF2-40B4-BE49-F238E27FC236}">
                    <a16:creationId xmlns:a16="http://schemas.microsoft.com/office/drawing/2014/main" id="{21A4273D-3D5C-7948-1B82-EA3A0B9BEE6A}"/>
                  </a:ext>
                </a:extLst>
              </p:cNvPr>
              <p:cNvSpPr/>
              <p:nvPr/>
            </p:nvSpPr>
            <p:spPr>
              <a:xfrm>
                <a:off x="10136352" y="17499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3" name="Freeform: Shape 3682">
                <a:extLst>
                  <a:ext uri="{FF2B5EF4-FFF2-40B4-BE49-F238E27FC236}">
                    <a16:creationId xmlns:a16="http://schemas.microsoft.com/office/drawing/2014/main" id="{B918E12F-215A-E6A5-1158-97DF1EB2A3C5}"/>
                  </a:ext>
                </a:extLst>
              </p:cNvPr>
              <p:cNvSpPr/>
              <p:nvPr/>
            </p:nvSpPr>
            <p:spPr>
              <a:xfrm>
                <a:off x="10448086" y="17708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4" name="Freeform: Shape 3683">
                <a:extLst>
                  <a:ext uri="{FF2B5EF4-FFF2-40B4-BE49-F238E27FC236}">
                    <a16:creationId xmlns:a16="http://schemas.microsoft.com/office/drawing/2014/main" id="{AC6A8948-F22E-7C1F-D1D4-23266C6FBBD5}"/>
                  </a:ext>
                </a:extLst>
              </p:cNvPr>
              <p:cNvSpPr/>
              <p:nvPr/>
            </p:nvSpPr>
            <p:spPr>
              <a:xfrm>
                <a:off x="10759782" y="179222"/>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5" name="Freeform: Shape 3684">
                <a:extLst>
                  <a:ext uri="{FF2B5EF4-FFF2-40B4-BE49-F238E27FC236}">
                    <a16:creationId xmlns:a16="http://schemas.microsoft.com/office/drawing/2014/main" id="{1C1241EF-2DFB-9769-10D0-5ED9A375966A}"/>
                  </a:ext>
                </a:extLst>
              </p:cNvPr>
              <p:cNvSpPr/>
              <p:nvPr/>
            </p:nvSpPr>
            <p:spPr>
              <a:xfrm>
                <a:off x="11071517" y="181356"/>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6" name="Freeform: Shape 3685">
                <a:extLst>
                  <a:ext uri="{FF2B5EF4-FFF2-40B4-BE49-F238E27FC236}">
                    <a16:creationId xmlns:a16="http://schemas.microsoft.com/office/drawing/2014/main" id="{5F26D7E9-0BA0-358F-0831-9CD44AD459D1}"/>
                  </a:ext>
                </a:extLst>
              </p:cNvPr>
              <p:cNvSpPr/>
              <p:nvPr/>
            </p:nvSpPr>
            <p:spPr>
              <a:xfrm>
                <a:off x="1096289" y="421690"/>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7" name="Freeform: Shape 3686">
                <a:extLst>
                  <a:ext uri="{FF2B5EF4-FFF2-40B4-BE49-F238E27FC236}">
                    <a16:creationId xmlns:a16="http://schemas.microsoft.com/office/drawing/2014/main" id="{21A734A0-EDDB-803C-F176-0B5AE5E75826}"/>
                  </a:ext>
                </a:extLst>
              </p:cNvPr>
              <p:cNvSpPr/>
              <p:nvPr/>
            </p:nvSpPr>
            <p:spPr>
              <a:xfrm>
                <a:off x="1408023" y="423824"/>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8" name="Freeform: Shape 3687">
                <a:extLst>
                  <a:ext uri="{FF2B5EF4-FFF2-40B4-BE49-F238E27FC236}">
                    <a16:creationId xmlns:a16="http://schemas.microsoft.com/office/drawing/2014/main" id="{6EBE10A9-8F3F-F191-6FF8-13242A296B53}"/>
                  </a:ext>
                </a:extLst>
              </p:cNvPr>
              <p:cNvSpPr/>
              <p:nvPr/>
            </p:nvSpPr>
            <p:spPr>
              <a:xfrm>
                <a:off x="1719719" y="425919"/>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89" name="Freeform: Shape 3688">
                <a:extLst>
                  <a:ext uri="{FF2B5EF4-FFF2-40B4-BE49-F238E27FC236}">
                    <a16:creationId xmlns:a16="http://schemas.microsoft.com/office/drawing/2014/main" id="{96C4B43C-2F1E-ED00-4830-9031D1DD7AA3}"/>
                  </a:ext>
                </a:extLst>
              </p:cNvPr>
              <p:cNvSpPr/>
              <p:nvPr/>
            </p:nvSpPr>
            <p:spPr>
              <a:xfrm>
                <a:off x="2031453" y="428053"/>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0" name="Freeform: Shape 3689">
                <a:extLst>
                  <a:ext uri="{FF2B5EF4-FFF2-40B4-BE49-F238E27FC236}">
                    <a16:creationId xmlns:a16="http://schemas.microsoft.com/office/drawing/2014/main" id="{2A3C5FA4-4B3E-F365-713E-A6C0D26098F3}"/>
                  </a:ext>
                </a:extLst>
              </p:cNvPr>
              <p:cNvSpPr/>
              <p:nvPr/>
            </p:nvSpPr>
            <p:spPr>
              <a:xfrm>
                <a:off x="2343188" y="430149"/>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1" name="Freeform: Shape 3690">
                <a:extLst>
                  <a:ext uri="{FF2B5EF4-FFF2-40B4-BE49-F238E27FC236}">
                    <a16:creationId xmlns:a16="http://schemas.microsoft.com/office/drawing/2014/main" id="{61862164-F6B6-E07A-434F-6C5C8A6C7E04}"/>
                  </a:ext>
                </a:extLst>
              </p:cNvPr>
              <p:cNvSpPr/>
              <p:nvPr/>
            </p:nvSpPr>
            <p:spPr>
              <a:xfrm>
                <a:off x="2654922" y="432282"/>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2" name="Freeform: Shape 3691">
                <a:extLst>
                  <a:ext uri="{FF2B5EF4-FFF2-40B4-BE49-F238E27FC236}">
                    <a16:creationId xmlns:a16="http://schemas.microsoft.com/office/drawing/2014/main" id="{17DA98AB-6AFF-F1F9-64D1-8F4A9E17A5BA}"/>
                  </a:ext>
                </a:extLst>
              </p:cNvPr>
              <p:cNvSpPr/>
              <p:nvPr/>
            </p:nvSpPr>
            <p:spPr>
              <a:xfrm>
                <a:off x="2966656" y="434416"/>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3" name="Freeform: Shape 3692">
                <a:extLst>
                  <a:ext uri="{FF2B5EF4-FFF2-40B4-BE49-F238E27FC236}">
                    <a16:creationId xmlns:a16="http://schemas.microsoft.com/office/drawing/2014/main" id="{E21D4CE3-A792-8CA7-42C9-1CA1F37E78F2}"/>
                  </a:ext>
                </a:extLst>
              </p:cNvPr>
              <p:cNvSpPr/>
              <p:nvPr/>
            </p:nvSpPr>
            <p:spPr>
              <a:xfrm>
                <a:off x="3278352" y="436511"/>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4" name="Freeform: Shape 3693">
                <a:extLst>
                  <a:ext uri="{FF2B5EF4-FFF2-40B4-BE49-F238E27FC236}">
                    <a16:creationId xmlns:a16="http://schemas.microsoft.com/office/drawing/2014/main" id="{E6F4E35A-52CC-9FE8-4E87-94D2ECA897B1}"/>
                  </a:ext>
                </a:extLst>
              </p:cNvPr>
              <p:cNvSpPr/>
              <p:nvPr/>
            </p:nvSpPr>
            <p:spPr>
              <a:xfrm>
                <a:off x="3590086" y="438645"/>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5" name="Freeform: Shape 3694">
                <a:extLst>
                  <a:ext uri="{FF2B5EF4-FFF2-40B4-BE49-F238E27FC236}">
                    <a16:creationId xmlns:a16="http://schemas.microsoft.com/office/drawing/2014/main" id="{69B3544A-8166-7BA6-982D-69823FB4EFD8}"/>
                  </a:ext>
                </a:extLst>
              </p:cNvPr>
              <p:cNvSpPr/>
              <p:nvPr/>
            </p:nvSpPr>
            <p:spPr>
              <a:xfrm>
                <a:off x="3901821" y="440778"/>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6" name="Freeform: Shape 3695">
                <a:extLst>
                  <a:ext uri="{FF2B5EF4-FFF2-40B4-BE49-F238E27FC236}">
                    <a16:creationId xmlns:a16="http://schemas.microsoft.com/office/drawing/2014/main" id="{FBD602D1-48CD-DB67-D842-B2A275E80D18}"/>
                  </a:ext>
                </a:extLst>
              </p:cNvPr>
              <p:cNvSpPr/>
              <p:nvPr/>
            </p:nvSpPr>
            <p:spPr>
              <a:xfrm>
                <a:off x="4213555" y="442874"/>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7" name="Freeform: Shape 3696">
                <a:extLst>
                  <a:ext uri="{FF2B5EF4-FFF2-40B4-BE49-F238E27FC236}">
                    <a16:creationId xmlns:a16="http://schemas.microsoft.com/office/drawing/2014/main" id="{46FC4C02-4AFD-91FC-3522-C4CB5B23094D}"/>
                  </a:ext>
                </a:extLst>
              </p:cNvPr>
              <p:cNvSpPr/>
              <p:nvPr/>
            </p:nvSpPr>
            <p:spPr>
              <a:xfrm>
                <a:off x="4525289" y="445008"/>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8" name="Freeform: Shape 3697">
                <a:extLst>
                  <a:ext uri="{FF2B5EF4-FFF2-40B4-BE49-F238E27FC236}">
                    <a16:creationId xmlns:a16="http://schemas.microsoft.com/office/drawing/2014/main" id="{C52D94EB-5AA7-07FD-04AF-999421511C1B}"/>
                  </a:ext>
                </a:extLst>
              </p:cNvPr>
              <p:cNvSpPr/>
              <p:nvPr/>
            </p:nvSpPr>
            <p:spPr>
              <a:xfrm>
                <a:off x="4836985" y="447103"/>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99" name="Freeform: Shape 3698">
                <a:extLst>
                  <a:ext uri="{FF2B5EF4-FFF2-40B4-BE49-F238E27FC236}">
                    <a16:creationId xmlns:a16="http://schemas.microsoft.com/office/drawing/2014/main" id="{353D6980-C78B-F7B3-9BFD-4B2B197767FC}"/>
                  </a:ext>
                </a:extLst>
              </p:cNvPr>
              <p:cNvSpPr/>
              <p:nvPr/>
            </p:nvSpPr>
            <p:spPr>
              <a:xfrm>
                <a:off x="5148719" y="449237"/>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0" name="Freeform: Shape 3699">
                <a:extLst>
                  <a:ext uri="{FF2B5EF4-FFF2-40B4-BE49-F238E27FC236}">
                    <a16:creationId xmlns:a16="http://schemas.microsoft.com/office/drawing/2014/main" id="{4B7D66F7-E1C3-1C21-6F03-EFB2B30D9BAE}"/>
                  </a:ext>
                </a:extLst>
              </p:cNvPr>
              <p:cNvSpPr/>
              <p:nvPr/>
            </p:nvSpPr>
            <p:spPr>
              <a:xfrm>
                <a:off x="5460453" y="451370"/>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1" name="Freeform: Shape 3700">
                <a:extLst>
                  <a:ext uri="{FF2B5EF4-FFF2-40B4-BE49-F238E27FC236}">
                    <a16:creationId xmlns:a16="http://schemas.microsoft.com/office/drawing/2014/main" id="{B090A335-AE5C-BC57-E5D5-9C3D14396E39}"/>
                  </a:ext>
                </a:extLst>
              </p:cNvPr>
              <p:cNvSpPr/>
              <p:nvPr/>
            </p:nvSpPr>
            <p:spPr>
              <a:xfrm>
                <a:off x="5772188" y="453466"/>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2" name="Freeform: Shape 3701">
                <a:extLst>
                  <a:ext uri="{FF2B5EF4-FFF2-40B4-BE49-F238E27FC236}">
                    <a16:creationId xmlns:a16="http://schemas.microsoft.com/office/drawing/2014/main" id="{CE775AF6-2344-A801-0868-46C92CE5E197}"/>
                  </a:ext>
                </a:extLst>
              </p:cNvPr>
              <p:cNvSpPr/>
              <p:nvPr/>
            </p:nvSpPr>
            <p:spPr>
              <a:xfrm>
                <a:off x="6083884" y="455599"/>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3" name="Freeform: Shape 3702">
                <a:extLst>
                  <a:ext uri="{FF2B5EF4-FFF2-40B4-BE49-F238E27FC236}">
                    <a16:creationId xmlns:a16="http://schemas.microsoft.com/office/drawing/2014/main" id="{02CF755B-655F-615C-3450-A9F743026185}"/>
                  </a:ext>
                </a:extLst>
              </p:cNvPr>
              <p:cNvSpPr/>
              <p:nvPr/>
            </p:nvSpPr>
            <p:spPr>
              <a:xfrm>
                <a:off x="6395618" y="457695"/>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4" name="Freeform: Shape 3703">
                <a:extLst>
                  <a:ext uri="{FF2B5EF4-FFF2-40B4-BE49-F238E27FC236}">
                    <a16:creationId xmlns:a16="http://schemas.microsoft.com/office/drawing/2014/main" id="{950F6122-6857-6329-15B0-CF48963E1BDF}"/>
                  </a:ext>
                </a:extLst>
              </p:cNvPr>
              <p:cNvSpPr/>
              <p:nvPr/>
            </p:nvSpPr>
            <p:spPr>
              <a:xfrm>
                <a:off x="6707352" y="459828"/>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5" name="Freeform: Shape 3704">
                <a:extLst>
                  <a:ext uri="{FF2B5EF4-FFF2-40B4-BE49-F238E27FC236}">
                    <a16:creationId xmlns:a16="http://schemas.microsoft.com/office/drawing/2014/main" id="{E8E93A43-07FF-0C05-AA35-DF633946F0F7}"/>
                  </a:ext>
                </a:extLst>
              </p:cNvPr>
              <p:cNvSpPr/>
              <p:nvPr/>
            </p:nvSpPr>
            <p:spPr>
              <a:xfrm>
                <a:off x="7019086" y="461962"/>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6" name="Freeform: Shape 3705">
                <a:extLst>
                  <a:ext uri="{FF2B5EF4-FFF2-40B4-BE49-F238E27FC236}">
                    <a16:creationId xmlns:a16="http://schemas.microsoft.com/office/drawing/2014/main" id="{BC08EE47-A8D0-3749-639C-0F7AEC9AAF53}"/>
                  </a:ext>
                </a:extLst>
              </p:cNvPr>
              <p:cNvSpPr/>
              <p:nvPr/>
            </p:nvSpPr>
            <p:spPr>
              <a:xfrm>
                <a:off x="7330821" y="464058"/>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7" name="Freeform: Shape 3706">
                <a:extLst>
                  <a:ext uri="{FF2B5EF4-FFF2-40B4-BE49-F238E27FC236}">
                    <a16:creationId xmlns:a16="http://schemas.microsoft.com/office/drawing/2014/main" id="{89760F9F-14AC-9C17-E79E-E389D7F406EE}"/>
                  </a:ext>
                </a:extLst>
              </p:cNvPr>
              <p:cNvSpPr/>
              <p:nvPr/>
            </p:nvSpPr>
            <p:spPr>
              <a:xfrm>
                <a:off x="7642517" y="466191"/>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8" name="Freeform: Shape 3707">
                <a:extLst>
                  <a:ext uri="{FF2B5EF4-FFF2-40B4-BE49-F238E27FC236}">
                    <a16:creationId xmlns:a16="http://schemas.microsoft.com/office/drawing/2014/main" id="{0DFB05CC-F9C4-2845-0521-EE9F364ECD04}"/>
                  </a:ext>
                </a:extLst>
              </p:cNvPr>
              <p:cNvSpPr/>
              <p:nvPr/>
            </p:nvSpPr>
            <p:spPr>
              <a:xfrm>
                <a:off x="7954251" y="468287"/>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09" name="Freeform: Shape 3708">
                <a:extLst>
                  <a:ext uri="{FF2B5EF4-FFF2-40B4-BE49-F238E27FC236}">
                    <a16:creationId xmlns:a16="http://schemas.microsoft.com/office/drawing/2014/main" id="{82F34587-C748-2C93-1CC6-5386DF9154A2}"/>
                  </a:ext>
                </a:extLst>
              </p:cNvPr>
              <p:cNvSpPr/>
              <p:nvPr/>
            </p:nvSpPr>
            <p:spPr>
              <a:xfrm>
                <a:off x="8265985" y="470420"/>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0" name="Freeform: Shape 3709">
                <a:extLst>
                  <a:ext uri="{FF2B5EF4-FFF2-40B4-BE49-F238E27FC236}">
                    <a16:creationId xmlns:a16="http://schemas.microsoft.com/office/drawing/2014/main" id="{54A7C2C7-976A-11FE-A746-6DBBEF5F1C15}"/>
                  </a:ext>
                </a:extLst>
              </p:cNvPr>
              <p:cNvSpPr/>
              <p:nvPr/>
            </p:nvSpPr>
            <p:spPr>
              <a:xfrm>
                <a:off x="8577719" y="472554"/>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1" name="Freeform: Shape 3710">
                <a:extLst>
                  <a:ext uri="{FF2B5EF4-FFF2-40B4-BE49-F238E27FC236}">
                    <a16:creationId xmlns:a16="http://schemas.microsoft.com/office/drawing/2014/main" id="{D1F6778A-565A-E92B-7980-066C0E94AD2E}"/>
                  </a:ext>
                </a:extLst>
              </p:cNvPr>
              <p:cNvSpPr/>
              <p:nvPr/>
            </p:nvSpPr>
            <p:spPr>
              <a:xfrm>
                <a:off x="8889453" y="474649"/>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2" name="Freeform: Shape 3711">
                <a:extLst>
                  <a:ext uri="{FF2B5EF4-FFF2-40B4-BE49-F238E27FC236}">
                    <a16:creationId xmlns:a16="http://schemas.microsoft.com/office/drawing/2014/main" id="{63A41E4C-7926-8A3D-79F5-827C384EE2A9}"/>
                  </a:ext>
                </a:extLst>
              </p:cNvPr>
              <p:cNvSpPr/>
              <p:nvPr/>
            </p:nvSpPr>
            <p:spPr>
              <a:xfrm>
                <a:off x="9201150" y="476783"/>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3" name="Freeform: Shape 3712">
                <a:extLst>
                  <a:ext uri="{FF2B5EF4-FFF2-40B4-BE49-F238E27FC236}">
                    <a16:creationId xmlns:a16="http://schemas.microsoft.com/office/drawing/2014/main" id="{5D03419C-CB81-94B7-49A8-47BEA17D8603}"/>
                  </a:ext>
                </a:extLst>
              </p:cNvPr>
              <p:cNvSpPr/>
              <p:nvPr/>
            </p:nvSpPr>
            <p:spPr>
              <a:xfrm>
                <a:off x="9512884" y="47887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4" name="Freeform: Shape 3713">
                <a:extLst>
                  <a:ext uri="{FF2B5EF4-FFF2-40B4-BE49-F238E27FC236}">
                    <a16:creationId xmlns:a16="http://schemas.microsoft.com/office/drawing/2014/main" id="{6B3162F5-9950-7D51-40DA-54111BE04237}"/>
                  </a:ext>
                </a:extLst>
              </p:cNvPr>
              <p:cNvSpPr/>
              <p:nvPr/>
            </p:nvSpPr>
            <p:spPr>
              <a:xfrm>
                <a:off x="9824618" y="481012"/>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5" name="Freeform: Shape 3714">
                <a:extLst>
                  <a:ext uri="{FF2B5EF4-FFF2-40B4-BE49-F238E27FC236}">
                    <a16:creationId xmlns:a16="http://schemas.microsoft.com/office/drawing/2014/main" id="{07066EFF-95BE-5AB1-B300-B74C56A3E03E}"/>
                  </a:ext>
                </a:extLst>
              </p:cNvPr>
              <p:cNvSpPr/>
              <p:nvPr/>
            </p:nvSpPr>
            <p:spPr>
              <a:xfrm>
                <a:off x="10136352" y="483146"/>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6" name="Freeform: Shape 3715">
                <a:extLst>
                  <a:ext uri="{FF2B5EF4-FFF2-40B4-BE49-F238E27FC236}">
                    <a16:creationId xmlns:a16="http://schemas.microsoft.com/office/drawing/2014/main" id="{A611C312-9C52-0016-FC7D-A8DDC50A1F02}"/>
                  </a:ext>
                </a:extLst>
              </p:cNvPr>
              <p:cNvSpPr/>
              <p:nvPr/>
            </p:nvSpPr>
            <p:spPr>
              <a:xfrm>
                <a:off x="10448086" y="485241"/>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7" name="Freeform: Shape 3716">
                <a:extLst>
                  <a:ext uri="{FF2B5EF4-FFF2-40B4-BE49-F238E27FC236}">
                    <a16:creationId xmlns:a16="http://schemas.microsoft.com/office/drawing/2014/main" id="{4BF9F540-6D76-9BC8-C7B2-E569B465C721}"/>
                  </a:ext>
                </a:extLst>
              </p:cNvPr>
              <p:cNvSpPr/>
              <p:nvPr/>
            </p:nvSpPr>
            <p:spPr>
              <a:xfrm>
                <a:off x="10759782" y="487375"/>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8" name="Freeform: Shape 3717">
                <a:extLst>
                  <a:ext uri="{FF2B5EF4-FFF2-40B4-BE49-F238E27FC236}">
                    <a16:creationId xmlns:a16="http://schemas.microsoft.com/office/drawing/2014/main" id="{0512BA65-E5BA-B32C-8E07-47E4CC947426}"/>
                  </a:ext>
                </a:extLst>
              </p:cNvPr>
              <p:cNvSpPr/>
              <p:nvPr/>
            </p:nvSpPr>
            <p:spPr>
              <a:xfrm>
                <a:off x="11071517" y="489508"/>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19" name="Freeform: Shape 3718">
                <a:extLst>
                  <a:ext uri="{FF2B5EF4-FFF2-40B4-BE49-F238E27FC236}">
                    <a16:creationId xmlns:a16="http://schemas.microsoft.com/office/drawing/2014/main" id="{0FC026E1-AC5F-DCE4-D805-77A992550E36}"/>
                  </a:ext>
                </a:extLst>
              </p:cNvPr>
              <p:cNvSpPr/>
              <p:nvPr/>
            </p:nvSpPr>
            <p:spPr>
              <a:xfrm>
                <a:off x="1096289" y="729843"/>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0" name="Freeform: Shape 3719">
                <a:extLst>
                  <a:ext uri="{FF2B5EF4-FFF2-40B4-BE49-F238E27FC236}">
                    <a16:creationId xmlns:a16="http://schemas.microsoft.com/office/drawing/2014/main" id="{D3FC827B-B7F4-E3BE-8628-8139A2F1C73A}"/>
                  </a:ext>
                </a:extLst>
              </p:cNvPr>
              <p:cNvSpPr/>
              <p:nvPr/>
            </p:nvSpPr>
            <p:spPr>
              <a:xfrm>
                <a:off x="1408023" y="731939"/>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1" name="Freeform: Shape 3720">
                <a:extLst>
                  <a:ext uri="{FF2B5EF4-FFF2-40B4-BE49-F238E27FC236}">
                    <a16:creationId xmlns:a16="http://schemas.microsoft.com/office/drawing/2014/main" id="{A0C9CD43-A51E-ED3D-E773-CF31E8BA3EDD}"/>
                  </a:ext>
                </a:extLst>
              </p:cNvPr>
              <p:cNvSpPr/>
              <p:nvPr/>
            </p:nvSpPr>
            <p:spPr>
              <a:xfrm>
                <a:off x="1719719" y="734072"/>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2" name="Freeform: Shape 3721">
                <a:extLst>
                  <a:ext uri="{FF2B5EF4-FFF2-40B4-BE49-F238E27FC236}">
                    <a16:creationId xmlns:a16="http://schemas.microsoft.com/office/drawing/2014/main" id="{791EC10D-B24B-8E5E-E2F8-0D92318BB6D7}"/>
                  </a:ext>
                </a:extLst>
              </p:cNvPr>
              <p:cNvSpPr/>
              <p:nvPr/>
            </p:nvSpPr>
            <p:spPr>
              <a:xfrm>
                <a:off x="2031453" y="736206"/>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3" name="Freeform: Shape 3722">
                <a:extLst>
                  <a:ext uri="{FF2B5EF4-FFF2-40B4-BE49-F238E27FC236}">
                    <a16:creationId xmlns:a16="http://schemas.microsoft.com/office/drawing/2014/main" id="{B95EA0EC-364F-15A2-0456-EC0D53ED57C8}"/>
                  </a:ext>
                </a:extLst>
              </p:cNvPr>
              <p:cNvSpPr/>
              <p:nvPr/>
            </p:nvSpPr>
            <p:spPr>
              <a:xfrm>
                <a:off x="2343188" y="738301"/>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4" name="Freeform: Shape 3723">
                <a:extLst>
                  <a:ext uri="{FF2B5EF4-FFF2-40B4-BE49-F238E27FC236}">
                    <a16:creationId xmlns:a16="http://schemas.microsoft.com/office/drawing/2014/main" id="{AB83063D-EBC4-0550-1318-3FD24D868FA9}"/>
                  </a:ext>
                </a:extLst>
              </p:cNvPr>
              <p:cNvSpPr/>
              <p:nvPr/>
            </p:nvSpPr>
            <p:spPr>
              <a:xfrm>
                <a:off x="2654922" y="740435"/>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5" name="Freeform: Shape 3724">
                <a:extLst>
                  <a:ext uri="{FF2B5EF4-FFF2-40B4-BE49-F238E27FC236}">
                    <a16:creationId xmlns:a16="http://schemas.microsoft.com/office/drawing/2014/main" id="{D33B5515-80B4-F44A-4468-BF852BE41DD4}"/>
                  </a:ext>
                </a:extLst>
              </p:cNvPr>
              <p:cNvSpPr/>
              <p:nvPr/>
            </p:nvSpPr>
            <p:spPr>
              <a:xfrm>
                <a:off x="2966656" y="742569"/>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6" name="Freeform: Shape 3725">
                <a:extLst>
                  <a:ext uri="{FF2B5EF4-FFF2-40B4-BE49-F238E27FC236}">
                    <a16:creationId xmlns:a16="http://schemas.microsoft.com/office/drawing/2014/main" id="{203B2699-C6DA-0009-B3BB-7434ECD96DDE}"/>
                  </a:ext>
                </a:extLst>
              </p:cNvPr>
              <p:cNvSpPr/>
              <p:nvPr/>
            </p:nvSpPr>
            <p:spPr>
              <a:xfrm>
                <a:off x="3278352" y="744664"/>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7" name="Freeform: Shape 3726">
                <a:extLst>
                  <a:ext uri="{FF2B5EF4-FFF2-40B4-BE49-F238E27FC236}">
                    <a16:creationId xmlns:a16="http://schemas.microsoft.com/office/drawing/2014/main" id="{B1EE9C6D-3A52-AEC7-5A43-285ABC8C87D6}"/>
                  </a:ext>
                </a:extLst>
              </p:cNvPr>
              <p:cNvSpPr/>
              <p:nvPr/>
            </p:nvSpPr>
            <p:spPr>
              <a:xfrm>
                <a:off x="3590086" y="746798"/>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8" name="Freeform: Shape 3727">
                <a:extLst>
                  <a:ext uri="{FF2B5EF4-FFF2-40B4-BE49-F238E27FC236}">
                    <a16:creationId xmlns:a16="http://schemas.microsoft.com/office/drawing/2014/main" id="{956CCA56-1336-235E-780E-A6E74E8CAC9E}"/>
                  </a:ext>
                </a:extLst>
              </p:cNvPr>
              <p:cNvSpPr/>
              <p:nvPr/>
            </p:nvSpPr>
            <p:spPr>
              <a:xfrm>
                <a:off x="3901821" y="748893"/>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29" name="Freeform: Shape 3728">
                <a:extLst>
                  <a:ext uri="{FF2B5EF4-FFF2-40B4-BE49-F238E27FC236}">
                    <a16:creationId xmlns:a16="http://schemas.microsoft.com/office/drawing/2014/main" id="{DF3CB846-C866-8A14-30FC-A8AF28B56088}"/>
                  </a:ext>
                </a:extLst>
              </p:cNvPr>
              <p:cNvSpPr/>
              <p:nvPr/>
            </p:nvSpPr>
            <p:spPr>
              <a:xfrm>
                <a:off x="4213555" y="751027"/>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0" name="Freeform: Shape 3729">
                <a:extLst>
                  <a:ext uri="{FF2B5EF4-FFF2-40B4-BE49-F238E27FC236}">
                    <a16:creationId xmlns:a16="http://schemas.microsoft.com/office/drawing/2014/main" id="{CA78CCFE-E276-5421-5EF3-D8867F17E2CF}"/>
                  </a:ext>
                </a:extLst>
              </p:cNvPr>
              <p:cNvSpPr/>
              <p:nvPr/>
            </p:nvSpPr>
            <p:spPr>
              <a:xfrm>
                <a:off x="4525289" y="753160"/>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1" name="Freeform: Shape 3730">
                <a:extLst>
                  <a:ext uri="{FF2B5EF4-FFF2-40B4-BE49-F238E27FC236}">
                    <a16:creationId xmlns:a16="http://schemas.microsoft.com/office/drawing/2014/main" id="{3754E183-804D-8DB3-B979-04595A64E16A}"/>
                  </a:ext>
                </a:extLst>
              </p:cNvPr>
              <p:cNvSpPr/>
              <p:nvPr/>
            </p:nvSpPr>
            <p:spPr>
              <a:xfrm>
                <a:off x="4836985" y="755256"/>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2" name="Freeform: Shape 3731">
                <a:extLst>
                  <a:ext uri="{FF2B5EF4-FFF2-40B4-BE49-F238E27FC236}">
                    <a16:creationId xmlns:a16="http://schemas.microsoft.com/office/drawing/2014/main" id="{A516EDBB-5B48-24A5-E999-924A18A1D73E}"/>
                  </a:ext>
                </a:extLst>
              </p:cNvPr>
              <p:cNvSpPr/>
              <p:nvPr/>
            </p:nvSpPr>
            <p:spPr>
              <a:xfrm>
                <a:off x="5148719" y="757389"/>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3" name="Freeform: Shape 3732">
                <a:extLst>
                  <a:ext uri="{FF2B5EF4-FFF2-40B4-BE49-F238E27FC236}">
                    <a16:creationId xmlns:a16="http://schemas.microsoft.com/office/drawing/2014/main" id="{3D255995-0025-8B10-A43B-33ECF409FDBB}"/>
                  </a:ext>
                </a:extLst>
              </p:cNvPr>
              <p:cNvSpPr/>
              <p:nvPr/>
            </p:nvSpPr>
            <p:spPr>
              <a:xfrm>
                <a:off x="5460453" y="759485"/>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4" name="Freeform: Shape 3733">
                <a:extLst>
                  <a:ext uri="{FF2B5EF4-FFF2-40B4-BE49-F238E27FC236}">
                    <a16:creationId xmlns:a16="http://schemas.microsoft.com/office/drawing/2014/main" id="{C1F42E9F-71AC-7010-DF04-FCFB220E8CD0}"/>
                  </a:ext>
                </a:extLst>
              </p:cNvPr>
              <p:cNvSpPr/>
              <p:nvPr/>
            </p:nvSpPr>
            <p:spPr>
              <a:xfrm>
                <a:off x="5772188" y="761619"/>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5" name="Freeform: Shape 3734">
                <a:extLst>
                  <a:ext uri="{FF2B5EF4-FFF2-40B4-BE49-F238E27FC236}">
                    <a16:creationId xmlns:a16="http://schemas.microsoft.com/office/drawing/2014/main" id="{6FF0E1E0-E7DC-F22F-A75C-8CA18366131B}"/>
                  </a:ext>
                </a:extLst>
              </p:cNvPr>
              <p:cNvSpPr/>
              <p:nvPr/>
            </p:nvSpPr>
            <p:spPr>
              <a:xfrm>
                <a:off x="6083884" y="763752"/>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6" name="Freeform: Shape 3735">
                <a:extLst>
                  <a:ext uri="{FF2B5EF4-FFF2-40B4-BE49-F238E27FC236}">
                    <a16:creationId xmlns:a16="http://schemas.microsoft.com/office/drawing/2014/main" id="{BF38AF70-AA6B-DB99-DC6A-1BD7DDBA7A8D}"/>
                  </a:ext>
                </a:extLst>
              </p:cNvPr>
              <p:cNvSpPr/>
              <p:nvPr/>
            </p:nvSpPr>
            <p:spPr>
              <a:xfrm>
                <a:off x="6395618" y="765848"/>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7" name="Freeform: Shape 3736">
                <a:extLst>
                  <a:ext uri="{FF2B5EF4-FFF2-40B4-BE49-F238E27FC236}">
                    <a16:creationId xmlns:a16="http://schemas.microsoft.com/office/drawing/2014/main" id="{AE82CE3F-A102-8529-6AB1-AD9ECF8558C5}"/>
                  </a:ext>
                </a:extLst>
              </p:cNvPr>
              <p:cNvSpPr/>
              <p:nvPr/>
            </p:nvSpPr>
            <p:spPr>
              <a:xfrm>
                <a:off x="6707352" y="767981"/>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8" name="Freeform: Shape 3737">
                <a:extLst>
                  <a:ext uri="{FF2B5EF4-FFF2-40B4-BE49-F238E27FC236}">
                    <a16:creationId xmlns:a16="http://schemas.microsoft.com/office/drawing/2014/main" id="{DDD1335E-8E8C-CC48-2B06-B8DDF07F96F6}"/>
                  </a:ext>
                </a:extLst>
              </p:cNvPr>
              <p:cNvSpPr/>
              <p:nvPr/>
            </p:nvSpPr>
            <p:spPr>
              <a:xfrm>
                <a:off x="7019086" y="770077"/>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39" name="Freeform: Shape 3738">
                <a:extLst>
                  <a:ext uri="{FF2B5EF4-FFF2-40B4-BE49-F238E27FC236}">
                    <a16:creationId xmlns:a16="http://schemas.microsoft.com/office/drawing/2014/main" id="{1A2C5013-D42B-FE74-64A1-4CBE761C9724}"/>
                  </a:ext>
                </a:extLst>
              </p:cNvPr>
              <p:cNvSpPr/>
              <p:nvPr/>
            </p:nvSpPr>
            <p:spPr>
              <a:xfrm>
                <a:off x="7330821" y="772210"/>
                <a:ext cx="75057" cy="75056"/>
              </a:xfrm>
              <a:custGeom>
                <a:avLst/>
                <a:gdLst>
                  <a:gd name="connsiteX0" fmla="*/ 0 w 75057"/>
                  <a:gd name="connsiteY0" fmla="*/ 0 h 75056"/>
                  <a:gd name="connsiteX1" fmla="*/ 75057 w 75057"/>
                  <a:gd name="connsiteY1" fmla="*/ 0 h 75056"/>
                  <a:gd name="connsiteX2" fmla="*/ 75057 w 75057"/>
                  <a:gd name="connsiteY2" fmla="*/ 75057 h 75056"/>
                  <a:gd name="connsiteX3" fmla="*/ 0 w 75057"/>
                  <a:gd name="connsiteY3" fmla="*/ 75057 h 75056"/>
                </a:gdLst>
                <a:ahLst/>
                <a:cxnLst>
                  <a:cxn ang="0">
                    <a:pos x="connsiteX0" y="connsiteY0"/>
                  </a:cxn>
                  <a:cxn ang="0">
                    <a:pos x="connsiteX1" y="connsiteY1"/>
                  </a:cxn>
                  <a:cxn ang="0">
                    <a:pos x="connsiteX2" y="connsiteY2"/>
                  </a:cxn>
                  <a:cxn ang="0">
                    <a:pos x="connsiteX3" y="connsiteY3"/>
                  </a:cxn>
                </a:cxnLst>
                <a:rect l="l" t="t" r="r" b="b"/>
                <a:pathLst>
                  <a:path w="75057" h="75056">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0" name="Freeform: Shape 3739">
                <a:extLst>
                  <a:ext uri="{FF2B5EF4-FFF2-40B4-BE49-F238E27FC236}">
                    <a16:creationId xmlns:a16="http://schemas.microsoft.com/office/drawing/2014/main" id="{2906FF81-EC3B-7C07-5CF3-39AD8B81BE2E}"/>
                  </a:ext>
                </a:extLst>
              </p:cNvPr>
              <p:cNvSpPr/>
              <p:nvPr/>
            </p:nvSpPr>
            <p:spPr>
              <a:xfrm>
                <a:off x="7642517" y="774344"/>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1" name="Freeform: Shape 3740">
                <a:extLst>
                  <a:ext uri="{FF2B5EF4-FFF2-40B4-BE49-F238E27FC236}">
                    <a16:creationId xmlns:a16="http://schemas.microsoft.com/office/drawing/2014/main" id="{D5BD67E7-A730-C9E3-5978-0C6B7AD2F2AC}"/>
                  </a:ext>
                </a:extLst>
              </p:cNvPr>
              <p:cNvSpPr/>
              <p:nvPr/>
            </p:nvSpPr>
            <p:spPr>
              <a:xfrm>
                <a:off x="7954251" y="776439"/>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2" name="Freeform: Shape 3741">
                <a:extLst>
                  <a:ext uri="{FF2B5EF4-FFF2-40B4-BE49-F238E27FC236}">
                    <a16:creationId xmlns:a16="http://schemas.microsoft.com/office/drawing/2014/main" id="{35B7A79A-21C3-8ADF-B9AD-099FD913DE40}"/>
                  </a:ext>
                </a:extLst>
              </p:cNvPr>
              <p:cNvSpPr/>
              <p:nvPr/>
            </p:nvSpPr>
            <p:spPr>
              <a:xfrm>
                <a:off x="8265985" y="778573"/>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3" name="Freeform: Shape 3742">
                <a:extLst>
                  <a:ext uri="{FF2B5EF4-FFF2-40B4-BE49-F238E27FC236}">
                    <a16:creationId xmlns:a16="http://schemas.microsoft.com/office/drawing/2014/main" id="{D21C7092-B972-6615-D75A-68E769C3CB16}"/>
                  </a:ext>
                </a:extLst>
              </p:cNvPr>
              <p:cNvSpPr/>
              <p:nvPr/>
            </p:nvSpPr>
            <p:spPr>
              <a:xfrm>
                <a:off x="8577719" y="780707"/>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4" name="Freeform: Shape 3743">
                <a:extLst>
                  <a:ext uri="{FF2B5EF4-FFF2-40B4-BE49-F238E27FC236}">
                    <a16:creationId xmlns:a16="http://schemas.microsoft.com/office/drawing/2014/main" id="{D0011685-606C-2C7E-5815-3DD46031F26C}"/>
                  </a:ext>
                </a:extLst>
              </p:cNvPr>
              <p:cNvSpPr/>
              <p:nvPr/>
            </p:nvSpPr>
            <p:spPr>
              <a:xfrm>
                <a:off x="8889453" y="782802"/>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5" name="Freeform: Shape 3744">
                <a:extLst>
                  <a:ext uri="{FF2B5EF4-FFF2-40B4-BE49-F238E27FC236}">
                    <a16:creationId xmlns:a16="http://schemas.microsoft.com/office/drawing/2014/main" id="{714D3564-80BF-61E7-265A-310E6561AA38}"/>
                  </a:ext>
                </a:extLst>
              </p:cNvPr>
              <p:cNvSpPr/>
              <p:nvPr/>
            </p:nvSpPr>
            <p:spPr>
              <a:xfrm>
                <a:off x="9201150" y="784936"/>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6" name="Freeform: Shape 3745">
                <a:extLst>
                  <a:ext uri="{FF2B5EF4-FFF2-40B4-BE49-F238E27FC236}">
                    <a16:creationId xmlns:a16="http://schemas.microsoft.com/office/drawing/2014/main" id="{A29E9070-04B4-9282-C6D8-B4DA4CA91CBD}"/>
                  </a:ext>
                </a:extLst>
              </p:cNvPr>
              <p:cNvSpPr/>
              <p:nvPr/>
            </p:nvSpPr>
            <p:spPr>
              <a:xfrm>
                <a:off x="9512884" y="787031"/>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7" name="Freeform: Shape 3746">
                <a:extLst>
                  <a:ext uri="{FF2B5EF4-FFF2-40B4-BE49-F238E27FC236}">
                    <a16:creationId xmlns:a16="http://schemas.microsoft.com/office/drawing/2014/main" id="{B6AC057C-6A84-3B33-56A9-31DC5E49B009}"/>
                  </a:ext>
                </a:extLst>
              </p:cNvPr>
              <p:cNvSpPr/>
              <p:nvPr/>
            </p:nvSpPr>
            <p:spPr>
              <a:xfrm>
                <a:off x="9824618" y="789165"/>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8" name="Freeform: Shape 3747">
                <a:extLst>
                  <a:ext uri="{FF2B5EF4-FFF2-40B4-BE49-F238E27FC236}">
                    <a16:creationId xmlns:a16="http://schemas.microsoft.com/office/drawing/2014/main" id="{72D97F56-CB97-FEB7-876D-A65FAE46170D}"/>
                  </a:ext>
                </a:extLst>
              </p:cNvPr>
              <p:cNvSpPr/>
              <p:nvPr/>
            </p:nvSpPr>
            <p:spPr>
              <a:xfrm>
                <a:off x="10136352" y="791298"/>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49" name="Freeform: Shape 3748">
                <a:extLst>
                  <a:ext uri="{FF2B5EF4-FFF2-40B4-BE49-F238E27FC236}">
                    <a16:creationId xmlns:a16="http://schemas.microsoft.com/office/drawing/2014/main" id="{A9AD6004-6D51-DC67-1341-5E4960E92FEC}"/>
                  </a:ext>
                </a:extLst>
              </p:cNvPr>
              <p:cNvSpPr/>
              <p:nvPr/>
            </p:nvSpPr>
            <p:spPr>
              <a:xfrm>
                <a:off x="10448086" y="793394"/>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0" name="Freeform: Shape 3749">
                <a:extLst>
                  <a:ext uri="{FF2B5EF4-FFF2-40B4-BE49-F238E27FC236}">
                    <a16:creationId xmlns:a16="http://schemas.microsoft.com/office/drawing/2014/main" id="{C91F3A77-4844-AA5B-3F51-AB0A902D5080}"/>
                  </a:ext>
                </a:extLst>
              </p:cNvPr>
              <p:cNvSpPr/>
              <p:nvPr/>
            </p:nvSpPr>
            <p:spPr>
              <a:xfrm>
                <a:off x="10759782" y="795528"/>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1" name="Freeform: Shape 3750">
                <a:extLst>
                  <a:ext uri="{FF2B5EF4-FFF2-40B4-BE49-F238E27FC236}">
                    <a16:creationId xmlns:a16="http://schemas.microsoft.com/office/drawing/2014/main" id="{9254EB00-6690-E2B5-5761-23CAE48E06D8}"/>
                  </a:ext>
                </a:extLst>
              </p:cNvPr>
              <p:cNvSpPr/>
              <p:nvPr/>
            </p:nvSpPr>
            <p:spPr>
              <a:xfrm>
                <a:off x="11071517" y="797623"/>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2" name="Freeform: Shape 3751">
                <a:extLst>
                  <a:ext uri="{FF2B5EF4-FFF2-40B4-BE49-F238E27FC236}">
                    <a16:creationId xmlns:a16="http://schemas.microsoft.com/office/drawing/2014/main" id="{0B6BB8E0-5E6E-BC5B-BE1D-E62B71D20AF5}"/>
                  </a:ext>
                </a:extLst>
              </p:cNvPr>
              <p:cNvSpPr/>
              <p:nvPr/>
            </p:nvSpPr>
            <p:spPr>
              <a:xfrm>
                <a:off x="1096289" y="1037996"/>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3" name="Freeform: Shape 3752">
                <a:extLst>
                  <a:ext uri="{FF2B5EF4-FFF2-40B4-BE49-F238E27FC236}">
                    <a16:creationId xmlns:a16="http://schemas.microsoft.com/office/drawing/2014/main" id="{8E1239A8-61EC-E5ED-F481-C489D311F2F5}"/>
                  </a:ext>
                </a:extLst>
              </p:cNvPr>
              <p:cNvSpPr/>
              <p:nvPr/>
            </p:nvSpPr>
            <p:spPr>
              <a:xfrm>
                <a:off x="1408023" y="1040091"/>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4" name="Freeform: Shape 3753">
                <a:extLst>
                  <a:ext uri="{FF2B5EF4-FFF2-40B4-BE49-F238E27FC236}">
                    <a16:creationId xmlns:a16="http://schemas.microsoft.com/office/drawing/2014/main" id="{20391E26-E269-7C32-B136-C5BDDA4F5D25}"/>
                  </a:ext>
                </a:extLst>
              </p:cNvPr>
              <p:cNvSpPr/>
              <p:nvPr/>
            </p:nvSpPr>
            <p:spPr>
              <a:xfrm>
                <a:off x="1719719" y="1042225"/>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5" name="Freeform: Shape 3754">
                <a:extLst>
                  <a:ext uri="{FF2B5EF4-FFF2-40B4-BE49-F238E27FC236}">
                    <a16:creationId xmlns:a16="http://schemas.microsoft.com/office/drawing/2014/main" id="{1C5A9CCC-349E-6509-B383-B2CBF90EBFAE}"/>
                  </a:ext>
                </a:extLst>
              </p:cNvPr>
              <p:cNvSpPr/>
              <p:nvPr/>
            </p:nvSpPr>
            <p:spPr>
              <a:xfrm>
                <a:off x="2031453" y="1044359"/>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6" name="Freeform: Shape 3755">
                <a:extLst>
                  <a:ext uri="{FF2B5EF4-FFF2-40B4-BE49-F238E27FC236}">
                    <a16:creationId xmlns:a16="http://schemas.microsoft.com/office/drawing/2014/main" id="{C2071897-0BFB-95D8-21B6-033B26994C23}"/>
                  </a:ext>
                </a:extLst>
              </p:cNvPr>
              <p:cNvSpPr/>
              <p:nvPr/>
            </p:nvSpPr>
            <p:spPr>
              <a:xfrm>
                <a:off x="2343188" y="1046454"/>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7" name="Freeform: Shape 3756">
                <a:extLst>
                  <a:ext uri="{FF2B5EF4-FFF2-40B4-BE49-F238E27FC236}">
                    <a16:creationId xmlns:a16="http://schemas.microsoft.com/office/drawing/2014/main" id="{DB3DD142-7435-32F0-2190-A5358BACD2E5}"/>
                  </a:ext>
                </a:extLst>
              </p:cNvPr>
              <p:cNvSpPr/>
              <p:nvPr/>
            </p:nvSpPr>
            <p:spPr>
              <a:xfrm>
                <a:off x="2654922" y="1048588"/>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8" name="Freeform: Shape 3757">
                <a:extLst>
                  <a:ext uri="{FF2B5EF4-FFF2-40B4-BE49-F238E27FC236}">
                    <a16:creationId xmlns:a16="http://schemas.microsoft.com/office/drawing/2014/main" id="{7C1CA92F-088B-0547-F1D6-CA55EE0446E7}"/>
                  </a:ext>
                </a:extLst>
              </p:cNvPr>
              <p:cNvSpPr/>
              <p:nvPr/>
            </p:nvSpPr>
            <p:spPr>
              <a:xfrm>
                <a:off x="2966656" y="105068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59" name="Freeform: Shape 3758">
                <a:extLst>
                  <a:ext uri="{FF2B5EF4-FFF2-40B4-BE49-F238E27FC236}">
                    <a16:creationId xmlns:a16="http://schemas.microsoft.com/office/drawing/2014/main" id="{9F145E9F-EDD3-6655-399F-486612C233BA}"/>
                  </a:ext>
                </a:extLst>
              </p:cNvPr>
              <p:cNvSpPr/>
              <p:nvPr/>
            </p:nvSpPr>
            <p:spPr>
              <a:xfrm>
                <a:off x="3278352" y="1052817"/>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0" name="Freeform: Shape 3759">
                <a:extLst>
                  <a:ext uri="{FF2B5EF4-FFF2-40B4-BE49-F238E27FC236}">
                    <a16:creationId xmlns:a16="http://schemas.microsoft.com/office/drawing/2014/main" id="{5F77FEC0-6E9B-09D5-04EC-FAABF1E3AB26}"/>
                  </a:ext>
                </a:extLst>
              </p:cNvPr>
              <p:cNvSpPr/>
              <p:nvPr/>
            </p:nvSpPr>
            <p:spPr>
              <a:xfrm>
                <a:off x="3590086" y="1054950"/>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1" name="Freeform: Shape 3760">
                <a:extLst>
                  <a:ext uri="{FF2B5EF4-FFF2-40B4-BE49-F238E27FC236}">
                    <a16:creationId xmlns:a16="http://schemas.microsoft.com/office/drawing/2014/main" id="{DF3D0C24-5D04-F603-7C7E-0E1D3B859BD4}"/>
                  </a:ext>
                </a:extLst>
              </p:cNvPr>
              <p:cNvSpPr/>
              <p:nvPr/>
            </p:nvSpPr>
            <p:spPr>
              <a:xfrm>
                <a:off x="3901821" y="1057046"/>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2" name="Freeform: Shape 3761">
                <a:extLst>
                  <a:ext uri="{FF2B5EF4-FFF2-40B4-BE49-F238E27FC236}">
                    <a16:creationId xmlns:a16="http://schemas.microsoft.com/office/drawing/2014/main" id="{DEDBDF19-A581-3E94-D73D-0A289E564721}"/>
                  </a:ext>
                </a:extLst>
              </p:cNvPr>
              <p:cNvSpPr/>
              <p:nvPr/>
            </p:nvSpPr>
            <p:spPr>
              <a:xfrm>
                <a:off x="4213555" y="1059180"/>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3" name="Freeform: Shape 3762">
                <a:extLst>
                  <a:ext uri="{FF2B5EF4-FFF2-40B4-BE49-F238E27FC236}">
                    <a16:creationId xmlns:a16="http://schemas.microsoft.com/office/drawing/2014/main" id="{C054FE76-3BFA-9ADD-3C07-4EB461CF5671}"/>
                  </a:ext>
                </a:extLst>
              </p:cNvPr>
              <p:cNvSpPr/>
              <p:nvPr/>
            </p:nvSpPr>
            <p:spPr>
              <a:xfrm>
                <a:off x="4525289" y="1061313"/>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4" name="Freeform: Shape 3763">
                <a:extLst>
                  <a:ext uri="{FF2B5EF4-FFF2-40B4-BE49-F238E27FC236}">
                    <a16:creationId xmlns:a16="http://schemas.microsoft.com/office/drawing/2014/main" id="{392E8BE4-1F3C-333E-D3F2-BB5BFC230546}"/>
                  </a:ext>
                </a:extLst>
              </p:cNvPr>
              <p:cNvSpPr/>
              <p:nvPr/>
            </p:nvSpPr>
            <p:spPr>
              <a:xfrm>
                <a:off x="4836985" y="1063409"/>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5" name="Freeform: Shape 3764">
                <a:extLst>
                  <a:ext uri="{FF2B5EF4-FFF2-40B4-BE49-F238E27FC236}">
                    <a16:creationId xmlns:a16="http://schemas.microsoft.com/office/drawing/2014/main" id="{7AFDCBE7-07FD-6424-D40A-BD0A4B3953B8}"/>
                  </a:ext>
                </a:extLst>
              </p:cNvPr>
              <p:cNvSpPr/>
              <p:nvPr/>
            </p:nvSpPr>
            <p:spPr>
              <a:xfrm>
                <a:off x="5148719" y="1065542"/>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6" name="Freeform: Shape 3765">
                <a:extLst>
                  <a:ext uri="{FF2B5EF4-FFF2-40B4-BE49-F238E27FC236}">
                    <a16:creationId xmlns:a16="http://schemas.microsoft.com/office/drawing/2014/main" id="{9C5827E5-98C0-7C75-038C-0330E5CDEA83}"/>
                  </a:ext>
                </a:extLst>
              </p:cNvPr>
              <p:cNvSpPr/>
              <p:nvPr/>
            </p:nvSpPr>
            <p:spPr>
              <a:xfrm>
                <a:off x="5460453" y="1067638"/>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7" name="Freeform: Shape 3766">
                <a:extLst>
                  <a:ext uri="{FF2B5EF4-FFF2-40B4-BE49-F238E27FC236}">
                    <a16:creationId xmlns:a16="http://schemas.microsoft.com/office/drawing/2014/main" id="{911EE756-4487-6242-5762-596FDA3ED8E3}"/>
                  </a:ext>
                </a:extLst>
              </p:cNvPr>
              <p:cNvSpPr/>
              <p:nvPr/>
            </p:nvSpPr>
            <p:spPr>
              <a:xfrm>
                <a:off x="5772188" y="1069771"/>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8" name="Freeform: Shape 3767">
                <a:extLst>
                  <a:ext uri="{FF2B5EF4-FFF2-40B4-BE49-F238E27FC236}">
                    <a16:creationId xmlns:a16="http://schemas.microsoft.com/office/drawing/2014/main" id="{9959F7CA-EE61-A134-285E-7410AE31B8AE}"/>
                  </a:ext>
                </a:extLst>
              </p:cNvPr>
              <p:cNvSpPr/>
              <p:nvPr/>
            </p:nvSpPr>
            <p:spPr>
              <a:xfrm>
                <a:off x="6083884" y="1071905"/>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69" name="Freeform: Shape 3768">
                <a:extLst>
                  <a:ext uri="{FF2B5EF4-FFF2-40B4-BE49-F238E27FC236}">
                    <a16:creationId xmlns:a16="http://schemas.microsoft.com/office/drawing/2014/main" id="{269908C9-E1F0-B188-76C7-073B0EFF6FDB}"/>
                  </a:ext>
                </a:extLst>
              </p:cNvPr>
              <p:cNvSpPr/>
              <p:nvPr/>
            </p:nvSpPr>
            <p:spPr>
              <a:xfrm>
                <a:off x="6395618" y="1074000"/>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0" name="Freeform: Shape 3769">
                <a:extLst>
                  <a:ext uri="{FF2B5EF4-FFF2-40B4-BE49-F238E27FC236}">
                    <a16:creationId xmlns:a16="http://schemas.microsoft.com/office/drawing/2014/main" id="{6A8E5DED-FBD9-59D3-2A01-10A41ABEC0FF}"/>
                  </a:ext>
                </a:extLst>
              </p:cNvPr>
              <p:cNvSpPr/>
              <p:nvPr/>
            </p:nvSpPr>
            <p:spPr>
              <a:xfrm>
                <a:off x="6707352" y="1076134"/>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1" name="Freeform: Shape 3770">
                <a:extLst>
                  <a:ext uri="{FF2B5EF4-FFF2-40B4-BE49-F238E27FC236}">
                    <a16:creationId xmlns:a16="http://schemas.microsoft.com/office/drawing/2014/main" id="{2222DBE0-F3BB-F2E1-E36C-6986000A957F}"/>
                  </a:ext>
                </a:extLst>
              </p:cNvPr>
              <p:cNvSpPr/>
              <p:nvPr/>
            </p:nvSpPr>
            <p:spPr>
              <a:xfrm>
                <a:off x="7019086" y="1078230"/>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2" name="Freeform: Shape 3771">
                <a:extLst>
                  <a:ext uri="{FF2B5EF4-FFF2-40B4-BE49-F238E27FC236}">
                    <a16:creationId xmlns:a16="http://schemas.microsoft.com/office/drawing/2014/main" id="{B5A80B9A-EDBB-6D85-A34F-B0C951370E0D}"/>
                  </a:ext>
                </a:extLst>
              </p:cNvPr>
              <p:cNvSpPr/>
              <p:nvPr/>
            </p:nvSpPr>
            <p:spPr>
              <a:xfrm>
                <a:off x="7330821" y="1080363"/>
                <a:ext cx="75057" cy="75056"/>
              </a:xfrm>
              <a:custGeom>
                <a:avLst/>
                <a:gdLst>
                  <a:gd name="connsiteX0" fmla="*/ 0 w 75057"/>
                  <a:gd name="connsiteY0" fmla="*/ 0 h 75056"/>
                  <a:gd name="connsiteX1" fmla="*/ 75057 w 75057"/>
                  <a:gd name="connsiteY1" fmla="*/ 0 h 75056"/>
                  <a:gd name="connsiteX2" fmla="*/ 75057 w 75057"/>
                  <a:gd name="connsiteY2" fmla="*/ 75057 h 75056"/>
                  <a:gd name="connsiteX3" fmla="*/ 0 w 75057"/>
                  <a:gd name="connsiteY3" fmla="*/ 75057 h 75056"/>
                </a:gdLst>
                <a:ahLst/>
                <a:cxnLst>
                  <a:cxn ang="0">
                    <a:pos x="connsiteX0" y="connsiteY0"/>
                  </a:cxn>
                  <a:cxn ang="0">
                    <a:pos x="connsiteX1" y="connsiteY1"/>
                  </a:cxn>
                  <a:cxn ang="0">
                    <a:pos x="connsiteX2" y="connsiteY2"/>
                  </a:cxn>
                  <a:cxn ang="0">
                    <a:pos x="connsiteX3" y="connsiteY3"/>
                  </a:cxn>
                </a:cxnLst>
                <a:rect l="l" t="t" r="r" b="b"/>
                <a:pathLst>
                  <a:path w="75057" h="75056">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3" name="Freeform: Shape 3772">
                <a:extLst>
                  <a:ext uri="{FF2B5EF4-FFF2-40B4-BE49-F238E27FC236}">
                    <a16:creationId xmlns:a16="http://schemas.microsoft.com/office/drawing/2014/main" id="{7BF3885C-9213-C87F-B934-5E8A62E9F005}"/>
                  </a:ext>
                </a:extLst>
              </p:cNvPr>
              <p:cNvSpPr/>
              <p:nvPr/>
            </p:nvSpPr>
            <p:spPr>
              <a:xfrm>
                <a:off x="7642517" y="1082497"/>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4" name="Freeform: Shape 3773">
                <a:extLst>
                  <a:ext uri="{FF2B5EF4-FFF2-40B4-BE49-F238E27FC236}">
                    <a16:creationId xmlns:a16="http://schemas.microsoft.com/office/drawing/2014/main" id="{04ADD811-A701-0510-6200-680684EC1DDB}"/>
                  </a:ext>
                </a:extLst>
              </p:cNvPr>
              <p:cNvSpPr/>
              <p:nvPr/>
            </p:nvSpPr>
            <p:spPr>
              <a:xfrm>
                <a:off x="7954251" y="1084592"/>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5" name="Freeform: Shape 3774">
                <a:extLst>
                  <a:ext uri="{FF2B5EF4-FFF2-40B4-BE49-F238E27FC236}">
                    <a16:creationId xmlns:a16="http://schemas.microsoft.com/office/drawing/2014/main" id="{E9956A37-2B92-B47F-0101-66B14548C429}"/>
                  </a:ext>
                </a:extLst>
              </p:cNvPr>
              <p:cNvSpPr/>
              <p:nvPr/>
            </p:nvSpPr>
            <p:spPr>
              <a:xfrm>
                <a:off x="8265985" y="1086726"/>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6" name="Freeform: Shape 3775">
                <a:extLst>
                  <a:ext uri="{FF2B5EF4-FFF2-40B4-BE49-F238E27FC236}">
                    <a16:creationId xmlns:a16="http://schemas.microsoft.com/office/drawing/2014/main" id="{C8E639C9-AD86-FEE6-341D-748F1537F355}"/>
                  </a:ext>
                </a:extLst>
              </p:cNvPr>
              <p:cNvSpPr/>
              <p:nvPr/>
            </p:nvSpPr>
            <p:spPr>
              <a:xfrm>
                <a:off x="8577719" y="1088821"/>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7" name="Freeform: Shape 3776">
                <a:extLst>
                  <a:ext uri="{FF2B5EF4-FFF2-40B4-BE49-F238E27FC236}">
                    <a16:creationId xmlns:a16="http://schemas.microsoft.com/office/drawing/2014/main" id="{D5DBCA4A-F287-A631-9CA4-D70E2F426244}"/>
                  </a:ext>
                </a:extLst>
              </p:cNvPr>
              <p:cNvSpPr/>
              <p:nvPr/>
            </p:nvSpPr>
            <p:spPr>
              <a:xfrm>
                <a:off x="8889453" y="1090955"/>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8" name="Freeform: Shape 3777">
                <a:extLst>
                  <a:ext uri="{FF2B5EF4-FFF2-40B4-BE49-F238E27FC236}">
                    <a16:creationId xmlns:a16="http://schemas.microsoft.com/office/drawing/2014/main" id="{D519D6CE-5292-5DA4-FC09-97D29A098B46}"/>
                  </a:ext>
                </a:extLst>
              </p:cNvPr>
              <p:cNvSpPr/>
              <p:nvPr/>
            </p:nvSpPr>
            <p:spPr>
              <a:xfrm>
                <a:off x="9201150" y="1093089"/>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79" name="Freeform: Shape 3778">
                <a:extLst>
                  <a:ext uri="{FF2B5EF4-FFF2-40B4-BE49-F238E27FC236}">
                    <a16:creationId xmlns:a16="http://schemas.microsoft.com/office/drawing/2014/main" id="{B22AB0B4-5E33-BF14-79D9-4C79343D7DF3}"/>
                  </a:ext>
                </a:extLst>
              </p:cNvPr>
              <p:cNvSpPr/>
              <p:nvPr/>
            </p:nvSpPr>
            <p:spPr>
              <a:xfrm>
                <a:off x="9512884" y="1095184"/>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0" name="Freeform: Shape 3779">
                <a:extLst>
                  <a:ext uri="{FF2B5EF4-FFF2-40B4-BE49-F238E27FC236}">
                    <a16:creationId xmlns:a16="http://schemas.microsoft.com/office/drawing/2014/main" id="{D5027D18-A2EC-8D0C-0AD8-869BB1CF45D2}"/>
                  </a:ext>
                </a:extLst>
              </p:cNvPr>
              <p:cNvSpPr/>
              <p:nvPr/>
            </p:nvSpPr>
            <p:spPr>
              <a:xfrm>
                <a:off x="9824618" y="1097318"/>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1" name="Freeform: Shape 3780">
                <a:extLst>
                  <a:ext uri="{FF2B5EF4-FFF2-40B4-BE49-F238E27FC236}">
                    <a16:creationId xmlns:a16="http://schemas.microsoft.com/office/drawing/2014/main" id="{6C7CC450-A6EE-FC3B-0693-5DE81DD19B9A}"/>
                  </a:ext>
                </a:extLst>
              </p:cNvPr>
              <p:cNvSpPr/>
              <p:nvPr/>
            </p:nvSpPr>
            <p:spPr>
              <a:xfrm>
                <a:off x="10136352" y="109941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2" name="Freeform: Shape 3781">
                <a:extLst>
                  <a:ext uri="{FF2B5EF4-FFF2-40B4-BE49-F238E27FC236}">
                    <a16:creationId xmlns:a16="http://schemas.microsoft.com/office/drawing/2014/main" id="{162FB0AD-F997-7DAF-778E-85D033A62EC7}"/>
                  </a:ext>
                </a:extLst>
              </p:cNvPr>
              <p:cNvSpPr/>
              <p:nvPr/>
            </p:nvSpPr>
            <p:spPr>
              <a:xfrm>
                <a:off x="10448086" y="1101547"/>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3" name="Freeform: Shape 3782">
                <a:extLst>
                  <a:ext uri="{FF2B5EF4-FFF2-40B4-BE49-F238E27FC236}">
                    <a16:creationId xmlns:a16="http://schemas.microsoft.com/office/drawing/2014/main" id="{3954A2C5-A502-33E6-4D36-0EE84D51B0DB}"/>
                  </a:ext>
                </a:extLst>
              </p:cNvPr>
              <p:cNvSpPr/>
              <p:nvPr/>
            </p:nvSpPr>
            <p:spPr>
              <a:xfrm>
                <a:off x="10759782" y="1103680"/>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4" name="Freeform: Shape 3783">
                <a:extLst>
                  <a:ext uri="{FF2B5EF4-FFF2-40B4-BE49-F238E27FC236}">
                    <a16:creationId xmlns:a16="http://schemas.microsoft.com/office/drawing/2014/main" id="{35A4A225-E582-8D0F-C1B4-5C4ED16668D0}"/>
                  </a:ext>
                </a:extLst>
              </p:cNvPr>
              <p:cNvSpPr/>
              <p:nvPr/>
            </p:nvSpPr>
            <p:spPr>
              <a:xfrm>
                <a:off x="11071517" y="1105776"/>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5" name="Freeform: Shape 3784">
                <a:extLst>
                  <a:ext uri="{FF2B5EF4-FFF2-40B4-BE49-F238E27FC236}">
                    <a16:creationId xmlns:a16="http://schemas.microsoft.com/office/drawing/2014/main" id="{A278FB41-AD9E-3134-58D5-5A1E111CC0C3}"/>
                  </a:ext>
                </a:extLst>
              </p:cNvPr>
              <p:cNvSpPr/>
              <p:nvPr/>
            </p:nvSpPr>
            <p:spPr>
              <a:xfrm>
                <a:off x="1096289" y="1346149"/>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6" name="Freeform: Shape 3785">
                <a:extLst>
                  <a:ext uri="{FF2B5EF4-FFF2-40B4-BE49-F238E27FC236}">
                    <a16:creationId xmlns:a16="http://schemas.microsoft.com/office/drawing/2014/main" id="{0BE14A0C-3DE0-9A62-B0AD-37338584823A}"/>
                  </a:ext>
                </a:extLst>
              </p:cNvPr>
              <p:cNvSpPr/>
              <p:nvPr/>
            </p:nvSpPr>
            <p:spPr>
              <a:xfrm>
                <a:off x="1408023" y="1348244"/>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7" name="Freeform: Shape 3786">
                <a:extLst>
                  <a:ext uri="{FF2B5EF4-FFF2-40B4-BE49-F238E27FC236}">
                    <a16:creationId xmlns:a16="http://schemas.microsoft.com/office/drawing/2014/main" id="{72150C6F-8ED0-CEAF-F1C6-2F50C9150B37}"/>
                  </a:ext>
                </a:extLst>
              </p:cNvPr>
              <p:cNvSpPr/>
              <p:nvPr/>
            </p:nvSpPr>
            <p:spPr>
              <a:xfrm>
                <a:off x="1719719" y="1350378"/>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8" name="Freeform: Shape 3787">
                <a:extLst>
                  <a:ext uri="{FF2B5EF4-FFF2-40B4-BE49-F238E27FC236}">
                    <a16:creationId xmlns:a16="http://schemas.microsoft.com/office/drawing/2014/main" id="{0B8BB08E-5079-AE92-1DC4-4E100B914F72}"/>
                  </a:ext>
                </a:extLst>
              </p:cNvPr>
              <p:cNvSpPr/>
              <p:nvPr/>
            </p:nvSpPr>
            <p:spPr>
              <a:xfrm>
                <a:off x="2031453" y="1352473"/>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89" name="Freeform: Shape 3788">
                <a:extLst>
                  <a:ext uri="{FF2B5EF4-FFF2-40B4-BE49-F238E27FC236}">
                    <a16:creationId xmlns:a16="http://schemas.microsoft.com/office/drawing/2014/main" id="{3C62BF6C-BB21-0903-0E30-30F99C98D134}"/>
                  </a:ext>
                </a:extLst>
              </p:cNvPr>
              <p:cNvSpPr/>
              <p:nvPr/>
            </p:nvSpPr>
            <p:spPr>
              <a:xfrm>
                <a:off x="2343188" y="1354607"/>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0" name="Freeform: Shape 3789">
                <a:extLst>
                  <a:ext uri="{FF2B5EF4-FFF2-40B4-BE49-F238E27FC236}">
                    <a16:creationId xmlns:a16="http://schemas.microsoft.com/office/drawing/2014/main" id="{55CE8BE6-EE59-87F6-5EF5-F1268478336A}"/>
                  </a:ext>
                </a:extLst>
              </p:cNvPr>
              <p:cNvSpPr/>
              <p:nvPr/>
            </p:nvSpPr>
            <p:spPr>
              <a:xfrm>
                <a:off x="2654922" y="1356741"/>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1" name="Freeform: Shape 3790">
                <a:extLst>
                  <a:ext uri="{FF2B5EF4-FFF2-40B4-BE49-F238E27FC236}">
                    <a16:creationId xmlns:a16="http://schemas.microsoft.com/office/drawing/2014/main" id="{F7DFE552-8DA0-D712-5E1B-D6AA6AB39391}"/>
                  </a:ext>
                </a:extLst>
              </p:cNvPr>
              <p:cNvSpPr/>
              <p:nvPr/>
            </p:nvSpPr>
            <p:spPr>
              <a:xfrm>
                <a:off x="2966656" y="1358836"/>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2" name="Freeform: Shape 3791">
                <a:extLst>
                  <a:ext uri="{FF2B5EF4-FFF2-40B4-BE49-F238E27FC236}">
                    <a16:creationId xmlns:a16="http://schemas.microsoft.com/office/drawing/2014/main" id="{E92A71AD-C28C-0BB9-B0EE-35051CE0BD3F}"/>
                  </a:ext>
                </a:extLst>
              </p:cNvPr>
              <p:cNvSpPr/>
              <p:nvPr/>
            </p:nvSpPr>
            <p:spPr>
              <a:xfrm>
                <a:off x="3278352" y="1360970"/>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3" name="Freeform: Shape 3792">
                <a:extLst>
                  <a:ext uri="{FF2B5EF4-FFF2-40B4-BE49-F238E27FC236}">
                    <a16:creationId xmlns:a16="http://schemas.microsoft.com/office/drawing/2014/main" id="{A8443342-6B11-FB7D-83DE-8D522EF29261}"/>
                  </a:ext>
                </a:extLst>
              </p:cNvPr>
              <p:cNvSpPr/>
              <p:nvPr/>
            </p:nvSpPr>
            <p:spPr>
              <a:xfrm>
                <a:off x="3590086" y="1363103"/>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4" name="Freeform: Shape 3793">
                <a:extLst>
                  <a:ext uri="{FF2B5EF4-FFF2-40B4-BE49-F238E27FC236}">
                    <a16:creationId xmlns:a16="http://schemas.microsoft.com/office/drawing/2014/main" id="{5FA4D271-6B34-1BE8-6C5E-E34E2FB6F0B8}"/>
                  </a:ext>
                </a:extLst>
              </p:cNvPr>
              <p:cNvSpPr/>
              <p:nvPr/>
            </p:nvSpPr>
            <p:spPr>
              <a:xfrm>
                <a:off x="3901821" y="1365199"/>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5" name="Freeform: Shape 3794">
                <a:extLst>
                  <a:ext uri="{FF2B5EF4-FFF2-40B4-BE49-F238E27FC236}">
                    <a16:creationId xmlns:a16="http://schemas.microsoft.com/office/drawing/2014/main" id="{F37D53E4-44CF-789A-F871-AA6EB6B68436}"/>
                  </a:ext>
                </a:extLst>
              </p:cNvPr>
              <p:cNvSpPr/>
              <p:nvPr/>
            </p:nvSpPr>
            <p:spPr>
              <a:xfrm>
                <a:off x="4213555" y="1367332"/>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6" name="Freeform: Shape 3795">
                <a:extLst>
                  <a:ext uri="{FF2B5EF4-FFF2-40B4-BE49-F238E27FC236}">
                    <a16:creationId xmlns:a16="http://schemas.microsoft.com/office/drawing/2014/main" id="{F5412A13-0629-9C9E-323B-DB4C9C9219B1}"/>
                  </a:ext>
                </a:extLst>
              </p:cNvPr>
              <p:cNvSpPr/>
              <p:nvPr/>
            </p:nvSpPr>
            <p:spPr>
              <a:xfrm>
                <a:off x="4525289" y="1369428"/>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7" name="Freeform: Shape 3796">
                <a:extLst>
                  <a:ext uri="{FF2B5EF4-FFF2-40B4-BE49-F238E27FC236}">
                    <a16:creationId xmlns:a16="http://schemas.microsoft.com/office/drawing/2014/main" id="{3DC956E8-1795-45C1-B176-75E42744D67D}"/>
                  </a:ext>
                </a:extLst>
              </p:cNvPr>
              <p:cNvSpPr/>
              <p:nvPr/>
            </p:nvSpPr>
            <p:spPr>
              <a:xfrm>
                <a:off x="4836985" y="1371561"/>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8" name="Freeform: Shape 3797">
                <a:extLst>
                  <a:ext uri="{FF2B5EF4-FFF2-40B4-BE49-F238E27FC236}">
                    <a16:creationId xmlns:a16="http://schemas.microsoft.com/office/drawing/2014/main" id="{45430B17-C28E-D824-5227-B3E294705B1A}"/>
                  </a:ext>
                </a:extLst>
              </p:cNvPr>
              <p:cNvSpPr/>
              <p:nvPr/>
            </p:nvSpPr>
            <p:spPr>
              <a:xfrm>
                <a:off x="5148719" y="1373695"/>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99" name="Freeform: Shape 3798">
                <a:extLst>
                  <a:ext uri="{FF2B5EF4-FFF2-40B4-BE49-F238E27FC236}">
                    <a16:creationId xmlns:a16="http://schemas.microsoft.com/office/drawing/2014/main" id="{19663793-AA38-3782-FCE7-DB61D7E14ECA}"/>
                  </a:ext>
                </a:extLst>
              </p:cNvPr>
              <p:cNvSpPr/>
              <p:nvPr/>
            </p:nvSpPr>
            <p:spPr>
              <a:xfrm>
                <a:off x="5460453" y="1375791"/>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0" name="Freeform: Shape 3799">
                <a:extLst>
                  <a:ext uri="{FF2B5EF4-FFF2-40B4-BE49-F238E27FC236}">
                    <a16:creationId xmlns:a16="http://schemas.microsoft.com/office/drawing/2014/main" id="{C4B135D8-A829-3329-AB39-C4CBF2F8C798}"/>
                  </a:ext>
                </a:extLst>
              </p:cNvPr>
              <p:cNvSpPr/>
              <p:nvPr/>
            </p:nvSpPr>
            <p:spPr>
              <a:xfrm>
                <a:off x="5772188" y="1377924"/>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1" name="Freeform: Shape 3800">
                <a:extLst>
                  <a:ext uri="{FF2B5EF4-FFF2-40B4-BE49-F238E27FC236}">
                    <a16:creationId xmlns:a16="http://schemas.microsoft.com/office/drawing/2014/main" id="{694482CC-8E30-4AF4-996D-14123E337964}"/>
                  </a:ext>
                </a:extLst>
              </p:cNvPr>
              <p:cNvSpPr/>
              <p:nvPr/>
            </p:nvSpPr>
            <p:spPr>
              <a:xfrm>
                <a:off x="6083884" y="1380020"/>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2" name="Freeform: Shape 3801">
                <a:extLst>
                  <a:ext uri="{FF2B5EF4-FFF2-40B4-BE49-F238E27FC236}">
                    <a16:creationId xmlns:a16="http://schemas.microsoft.com/office/drawing/2014/main" id="{312AE9C2-0C81-4412-ED99-4164E73CDE9F}"/>
                  </a:ext>
                </a:extLst>
              </p:cNvPr>
              <p:cNvSpPr/>
              <p:nvPr/>
            </p:nvSpPr>
            <p:spPr>
              <a:xfrm>
                <a:off x="6395618" y="1382153"/>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3" name="Freeform: Shape 3802">
                <a:extLst>
                  <a:ext uri="{FF2B5EF4-FFF2-40B4-BE49-F238E27FC236}">
                    <a16:creationId xmlns:a16="http://schemas.microsoft.com/office/drawing/2014/main" id="{25FB7D08-0E94-14DF-64C2-08B26758E76B}"/>
                  </a:ext>
                </a:extLst>
              </p:cNvPr>
              <p:cNvSpPr/>
              <p:nvPr/>
            </p:nvSpPr>
            <p:spPr>
              <a:xfrm>
                <a:off x="6707352" y="1384287"/>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4" name="Freeform: Shape 3803">
                <a:extLst>
                  <a:ext uri="{FF2B5EF4-FFF2-40B4-BE49-F238E27FC236}">
                    <a16:creationId xmlns:a16="http://schemas.microsoft.com/office/drawing/2014/main" id="{3438BEE6-3500-AAB1-31A5-4A25FC05F8CB}"/>
                  </a:ext>
                </a:extLst>
              </p:cNvPr>
              <p:cNvSpPr/>
              <p:nvPr/>
            </p:nvSpPr>
            <p:spPr>
              <a:xfrm>
                <a:off x="7019086" y="1386382"/>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5" name="Freeform: Shape 3804">
                <a:extLst>
                  <a:ext uri="{FF2B5EF4-FFF2-40B4-BE49-F238E27FC236}">
                    <a16:creationId xmlns:a16="http://schemas.microsoft.com/office/drawing/2014/main" id="{78CF8393-9321-3431-8DC3-16768D20A947}"/>
                  </a:ext>
                </a:extLst>
              </p:cNvPr>
              <p:cNvSpPr/>
              <p:nvPr/>
            </p:nvSpPr>
            <p:spPr>
              <a:xfrm>
                <a:off x="7330821" y="1388516"/>
                <a:ext cx="75057" cy="75056"/>
              </a:xfrm>
              <a:custGeom>
                <a:avLst/>
                <a:gdLst>
                  <a:gd name="connsiteX0" fmla="*/ 0 w 75057"/>
                  <a:gd name="connsiteY0" fmla="*/ 0 h 75056"/>
                  <a:gd name="connsiteX1" fmla="*/ 75057 w 75057"/>
                  <a:gd name="connsiteY1" fmla="*/ 0 h 75056"/>
                  <a:gd name="connsiteX2" fmla="*/ 75057 w 75057"/>
                  <a:gd name="connsiteY2" fmla="*/ 75057 h 75056"/>
                  <a:gd name="connsiteX3" fmla="*/ 0 w 75057"/>
                  <a:gd name="connsiteY3" fmla="*/ 75057 h 75056"/>
                </a:gdLst>
                <a:ahLst/>
                <a:cxnLst>
                  <a:cxn ang="0">
                    <a:pos x="connsiteX0" y="connsiteY0"/>
                  </a:cxn>
                  <a:cxn ang="0">
                    <a:pos x="connsiteX1" y="connsiteY1"/>
                  </a:cxn>
                  <a:cxn ang="0">
                    <a:pos x="connsiteX2" y="connsiteY2"/>
                  </a:cxn>
                  <a:cxn ang="0">
                    <a:pos x="connsiteX3" y="connsiteY3"/>
                  </a:cxn>
                </a:cxnLst>
                <a:rect l="l" t="t" r="r" b="b"/>
                <a:pathLst>
                  <a:path w="75057" h="75056">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6" name="Freeform: Shape 3805">
                <a:extLst>
                  <a:ext uri="{FF2B5EF4-FFF2-40B4-BE49-F238E27FC236}">
                    <a16:creationId xmlns:a16="http://schemas.microsoft.com/office/drawing/2014/main" id="{787A5C9C-6F56-A7DE-7965-344CA4434B77}"/>
                  </a:ext>
                </a:extLst>
              </p:cNvPr>
              <p:cNvSpPr/>
              <p:nvPr/>
            </p:nvSpPr>
            <p:spPr>
              <a:xfrm>
                <a:off x="7642517" y="1390611"/>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7" name="Freeform: Shape 3806">
                <a:extLst>
                  <a:ext uri="{FF2B5EF4-FFF2-40B4-BE49-F238E27FC236}">
                    <a16:creationId xmlns:a16="http://schemas.microsoft.com/office/drawing/2014/main" id="{1889EDE5-D7A3-3CF3-DDCA-01E267B06E30}"/>
                  </a:ext>
                </a:extLst>
              </p:cNvPr>
              <p:cNvSpPr/>
              <p:nvPr/>
            </p:nvSpPr>
            <p:spPr>
              <a:xfrm>
                <a:off x="7954251" y="1392745"/>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8" name="Freeform: Shape 3807">
                <a:extLst>
                  <a:ext uri="{FF2B5EF4-FFF2-40B4-BE49-F238E27FC236}">
                    <a16:creationId xmlns:a16="http://schemas.microsoft.com/office/drawing/2014/main" id="{AD20A07C-B11D-CE5F-5734-14F886F2D505}"/>
                  </a:ext>
                </a:extLst>
              </p:cNvPr>
              <p:cNvSpPr/>
              <p:nvPr/>
            </p:nvSpPr>
            <p:spPr>
              <a:xfrm>
                <a:off x="8265985" y="1394879"/>
                <a:ext cx="62331" cy="62331"/>
              </a:xfrm>
              <a:custGeom>
                <a:avLst/>
                <a:gdLst>
                  <a:gd name="connsiteX0" fmla="*/ 0 w 62331"/>
                  <a:gd name="connsiteY0" fmla="*/ 0 h 62331"/>
                  <a:gd name="connsiteX1" fmla="*/ 62332 w 62331"/>
                  <a:gd name="connsiteY1" fmla="*/ 0 h 62331"/>
                  <a:gd name="connsiteX2" fmla="*/ 62332 w 62331"/>
                  <a:gd name="connsiteY2" fmla="*/ 62331 h 62331"/>
                  <a:gd name="connsiteX3" fmla="*/ 0 w 62331"/>
                  <a:gd name="connsiteY3" fmla="*/ 62331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1"/>
                    </a:lnTo>
                    <a:lnTo>
                      <a:pt x="0" y="6233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09" name="Freeform: Shape 3808">
                <a:extLst>
                  <a:ext uri="{FF2B5EF4-FFF2-40B4-BE49-F238E27FC236}">
                    <a16:creationId xmlns:a16="http://schemas.microsoft.com/office/drawing/2014/main" id="{F886576B-84E4-E143-7F98-83A0F5801AEC}"/>
                  </a:ext>
                </a:extLst>
              </p:cNvPr>
              <p:cNvSpPr/>
              <p:nvPr/>
            </p:nvSpPr>
            <p:spPr>
              <a:xfrm>
                <a:off x="8577719" y="1396974"/>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0" name="Freeform: Shape 3809">
                <a:extLst>
                  <a:ext uri="{FF2B5EF4-FFF2-40B4-BE49-F238E27FC236}">
                    <a16:creationId xmlns:a16="http://schemas.microsoft.com/office/drawing/2014/main" id="{D5062065-96CE-7F12-B7FB-2A09C34DD4FC}"/>
                  </a:ext>
                </a:extLst>
              </p:cNvPr>
              <p:cNvSpPr/>
              <p:nvPr/>
            </p:nvSpPr>
            <p:spPr>
              <a:xfrm>
                <a:off x="8889453" y="1399108"/>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1" name="Freeform: Shape 3810">
                <a:extLst>
                  <a:ext uri="{FF2B5EF4-FFF2-40B4-BE49-F238E27FC236}">
                    <a16:creationId xmlns:a16="http://schemas.microsoft.com/office/drawing/2014/main" id="{6EE811AE-7FF9-E475-11EE-04D978E0B5D3}"/>
                  </a:ext>
                </a:extLst>
              </p:cNvPr>
              <p:cNvSpPr/>
              <p:nvPr/>
            </p:nvSpPr>
            <p:spPr>
              <a:xfrm>
                <a:off x="9201150" y="1401241"/>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2" name="Freeform: Shape 3811">
                <a:extLst>
                  <a:ext uri="{FF2B5EF4-FFF2-40B4-BE49-F238E27FC236}">
                    <a16:creationId xmlns:a16="http://schemas.microsoft.com/office/drawing/2014/main" id="{2AA0755C-D3CA-806A-13E7-ABD6F59C35A0}"/>
                  </a:ext>
                </a:extLst>
              </p:cNvPr>
              <p:cNvSpPr/>
              <p:nvPr/>
            </p:nvSpPr>
            <p:spPr>
              <a:xfrm>
                <a:off x="9512884" y="1403337"/>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3" name="Freeform: Shape 3812">
                <a:extLst>
                  <a:ext uri="{FF2B5EF4-FFF2-40B4-BE49-F238E27FC236}">
                    <a16:creationId xmlns:a16="http://schemas.microsoft.com/office/drawing/2014/main" id="{E69479A9-23E1-C6C5-4D53-873238DDDDB9}"/>
                  </a:ext>
                </a:extLst>
              </p:cNvPr>
              <p:cNvSpPr/>
              <p:nvPr/>
            </p:nvSpPr>
            <p:spPr>
              <a:xfrm>
                <a:off x="9824618" y="1405470"/>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4" name="Freeform: Shape 3813">
                <a:extLst>
                  <a:ext uri="{FF2B5EF4-FFF2-40B4-BE49-F238E27FC236}">
                    <a16:creationId xmlns:a16="http://schemas.microsoft.com/office/drawing/2014/main" id="{70EDF14C-B77F-2BE0-03AB-5C12A324CE48}"/>
                  </a:ext>
                </a:extLst>
              </p:cNvPr>
              <p:cNvSpPr/>
              <p:nvPr/>
            </p:nvSpPr>
            <p:spPr>
              <a:xfrm>
                <a:off x="10136352" y="1407566"/>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5" name="Freeform: Shape 3814">
                <a:extLst>
                  <a:ext uri="{FF2B5EF4-FFF2-40B4-BE49-F238E27FC236}">
                    <a16:creationId xmlns:a16="http://schemas.microsoft.com/office/drawing/2014/main" id="{C5BDC50D-BA3C-9788-51A7-201E371C621E}"/>
                  </a:ext>
                </a:extLst>
              </p:cNvPr>
              <p:cNvSpPr/>
              <p:nvPr/>
            </p:nvSpPr>
            <p:spPr>
              <a:xfrm>
                <a:off x="10448086" y="1409700"/>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6" name="Freeform: Shape 3815">
                <a:extLst>
                  <a:ext uri="{FF2B5EF4-FFF2-40B4-BE49-F238E27FC236}">
                    <a16:creationId xmlns:a16="http://schemas.microsoft.com/office/drawing/2014/main" id="{E80F8B38-E030-C56D-ABEA-CB1151477C87}"/>
                  </a:ext>
                </a:extLst>
              </p:cNvPr>
              <p:cNvSpPr/>
              <p:nvPr/>
            </p:nvSpPr>
            <p:spPr>
              <a:xfrm>
                <a:off x="10759782" y="1411833"/>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7" name="Freeform: Shape 3816">
                <a:extLst>
                  <a:ext uri="{FF2B5EF4-FFF2-40B4-BE49-F238E27FC236}">
                    <a16:creationId xmlns:a16="http://schemas.microsoft.com/office/drawing/2014/main" id="{717B61E2-7BEE-4983-BF76-B912E83B3385}"/>
                  </a:ext>
                </a:extLst>
              </p:cNvPr>
              <p:cNvSpPr/>
              <p:nvPr/>
            </p:nvSpPr>
            <p:spPr>
              <a:xfrm>
                <a:off x="11071517" y="1413929"/>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8" name="Freeform: Shape 3817">
                <a:extLst>
                  <a:ext uri="{FF2B5EF4-FFF2-40B4-BE49-F238E27FC236}">
                    <a16:creationId xmlns:a16="http://schemas.microsoft.com/office/drawing/2014/main" id="{160373E9-D9F3-B2F9-FD35-32FBF4EEA29F}"/>
                  </a:ext>
                </a:extLst>
              </p:cNvPr>
              <p:cNvSpPr/>
              <p:nvPr/>
            </p:nvSpPr>
            <p:spPr>
              <a:xfrm>
                <a:off x="1096289" y="1654302"/>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19" name="Freeform: Shape 3818">
                <a:extLst>
                  <a:ext uri="{FF2B5EF4-FFF2-40B4-BE49-F238E27FC236}">
                    <a16:creationId xmlns:a16="http://schemas.microsoft.com/office/drawing/2014/main" id="{6E299FF3-E289-7014-5B83-276B43888001}"/>
                  </a:ext>
                </a:extLst>
              </p:cNvPr>
              <p:cNvSpPr/>
              <p:nvPr/>
            </p:nvSpPr>
            <p:spPr>
              <a:xfrm>
                <a:off x="1408023" y="1656397"/>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0" name="Freeform: Shape 3819">
                <a:extLst>
                  <a:ext uri="{FF2B5EF4-FFF2-40B4-BE49-F238E27FC236}">
                    <a16:creationId xmlns:a16="http://schemas.microsoft.com/office/drawing/2014/main" id="{7E0043A3-24A7-1BE1-5F17-0D67B42A93ED}"/>
                  </a:ext>
                </a:extLst>
              </p:cNvPr>
              <p:cNvSpPr/>
              <p:nvPr/>
            </p:nvSpPr>
            <p:spPr>
              <a:xfrm>
                <a:off x="1719719" y="1658531"/>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1" name="Freeform: Shape 3820">
                <a:extLst>
                  <a:ext uri="{FF2B5EF4-FFF2-40B4-BE49-F238E27FC236}">
                    <a16:creationId xmlns:a16="http://schemas.microsoft.com/office/drawing/2014/main" id="{85F6BCF2-011A-A308-F93A-6A522DC2DB9F}"/>
                  </a:ext>
                </a:extLst>
              </p:cNvPr>
              <p:cNvSpPr/>
              <p:nvPr/>
            </p:nvSpPr>
            <p:spPr>
              <a:xfrm>
                <a:off x="2031453" y="1660626"/>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2" name="Freeform: Shape 3821">
                <a:extLst>
                  <a:ext uri="{FF2B5EF4-FFF2-40B4-BE49-F238E27FC236}">
                    <a16:creationId xmlns:a16="http://schemas.microsoft.com/office/drawing/2014/main" id="{0D736B4F-0397-69A1-1D00-C92C0A469B3F}"/>
                  </a:ext>
                </a:extLst>
              </p:cNvPr>
              <p:cNvSpPr/>
              <p:nvPr/>
            </p:nvSpPr>
            <p:spPr>
              <a:xfrm>
                <a:off x="2343188" y="1662760"/>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3" name="Freeform: Shape 3822">
                <a:extLst>
                  <a:ext uri="{FF2B5EF4-FFF2-40B4-BE49-F238E27FC236}">
                    <a16:creationId xmlns:a16="http://schemas.microsoft.com/office/drawing/2014/main" id="{8019B986-4C8A-212B-B806-A6429E82B3F9}"/>
                  </a:ext>
                </a:extLst>
              </p:cNvPr>
              <p:cNvSpPr/>
              <p:nvPr/>
            </p:nvSpPr>
            <p:spPr>
              <a:xfrm>
                <a:off x="2654922" y="1664893"/>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4" name="Freeform: Shape 3823">
                <a:extLst>
                  <a:ext uri="{FF2B5EF4-FFF2-40B4-BE49-F238E27FC236}">
                    <a16:creationId xmlns:a16="http://schemas.microsoft.com/office/drawing/2014/main" id="{47B4D151-A51B-806B-8516-86BF55C0537F}"/>
                  </a:ext>
                </a:extLst>
              </p:cNvPr>
              <p:cNvSpPr/>
              <p:nvPr/>
            </p:nvSpPr>
            <p:spPr>
              <a:xfrm>
                <a:off x="2966656" y="1666989"/>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5" name="Freeform: Shape 3824">
                <a:extLst>
                  <a:ext uri="{FF2B5EF4-FFF2-40B4-BE49-F238E27FC236}">
                    <a16:creationId xmlns:a16="http://schemas.microsoft.com/office/drawing/2014/main" id="{2124A2FE-FEF2-19AD-DC82-55BFFA3C8E20}"/>
                  </a:ext>
                </a:extLst>
              </p:cNvPr>
              <p:cNvSpPr/>
              <p:nvPr/>
            </p:nvSpPr>
            <p:spPr>
              <a:xfrm>
                <a:off x="3278352" y="1669122"/>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6" name="Freeform: Shape 3825">
                <a:extLst>
                  <a:ext uri="{FF2B5EF4-FFF2-40B4-BE49-F238E27FC236}">
                    <a16:creationId xmlns:a16="http://schemas.microsoft.com/office/drawing/2014/main" id="{20A8E1BB-75EF-C940-D4BB-C3B69F3B8EAD}"/>
                  </a:ext>
                </a:extLst>
              </p:cNvPr>
              <p:cNvSpPr/>
              <p:nvPr/>
            </p:nvSpPr>
            <p:spPr>
              <a:xfrm>
                <a:off x="3590086" y="1671218"/>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7" name="Freeform: Shape 3826">
                <a:extLst>
                  <a:ext uri="{FF2B5EF4-FFF2-40B4-BE49-F238E27FC236}">
                    <a16:creationId xmlns:a16="http://schemas.microsoft.com/office/drawing/2014/main" id="{F0CDDAA2-0DC5-E393-4ED9-EA6F2A8208D8}"/>
                  </a:ext>
                </a:extLst>
              </p:cNvPr>
              <p:cNvSpPr/>
              <p:nvPr/>
            </p:nvSpPr>
            <p:spPr>
              <a:xfrm>
                <a:off x="3901821" y="1673352"/>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8" name="Freeform: Shape 3827">
                <a:extLst>
                  <a:ext uri="{FF2B5EF4-FFF2-40B4-BE49-F238E27FC236}">
                    <a16:creationId xmlns:a16="http://schemas.microsoft.com/office/drawing/2014/main" id="{0B4F1A68-7D84-70CA-D33C-1BC65E68B7C6}"/>
                  </a:ext>
                </a:extLst>
              </p:cNvPr>
              <p:cNvSpPr/>
              <p:nvPr/>
            </p:nvSpPr>
            <p:spPr>
              <a:xfrm>
                <a:off x="4213555" y="1675485"/>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29" name="Freeform: Shape 3828">
                <a:extLst>
                  <a:ext uri="{FF2B5EF4-FFF2-40B4-BE49-F238E27FC236}">
                    <a16:creationId xmlns:a16="http://schemas.microsoft.com/office/drawing/2014/main" id="{347796B2-6597-B81C-76BB-A1D6D3A5E889}"/>
                  </a:ext>
                </a:extLst>
              </p:cNvPr>
              <p:cNvSpPr/>
              <p:nvPr/>
            </p:nvSpPr>
            <p:spPr>
              <a:xfrm>
                <a:off x="4525289" y="1677581"/>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0" name="Freeform: Shape 3829">
                <a:extLst>
                  <a:ext uri="{FF2B5EF4-FFF2-40B4-BE49-F238E27FC236}">
                    <a16:creationId xmlns:a16="http://schemas.microsoft.com/office/drawing/2014/main" id="{8E0A887D-AE32-26AA-69BE-6109D1277884}"/>
                  </a:ext>
                </a:extLst>
              </p:cNvPr>
              <p:cNvSpPr/>
              <p:nvPr/>
            </p:nvSpPr>
            <p:spPr>
              <a:xfrm>
                <a:off x="4836985" y="1679714"/>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1" name="Freeform: Shape 3830">
                <a:extLst>
                  <a:ext uri="{FF2B5EF4-FFF2-40B4-BE49-F238E27FC236}">
                    <a16:creationId xmlns:a16="http://schemas.microsoft.com/office/drawing/2014/main" id="{66074943-F085-2C4A-F5FD-72FA6BD7E3FC}"/>
                  </a:ext>
                </a:extLst>
              </p:cNvPr>
              <p:cNvSpPr/>
              <p:nvPr/>
            </p:nvSpPr>
            <p:spPr>
              <a:xfrm>
                <a:off x="5148719" y="1681848"/>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2" name="Freeform: Shape 3831">
                <a:extLst>
                  <a:ext uri="{FF2B5EF4-FFF2-40B4-BE49-F238E27FC236}">
                    <a16:creationId xmlns:a16="http://schemas.microsoft.com/office/drawing/2014/main" id="{4A194682-E0F9-3E40-F1A0-C5721ED2A561}"/>
                  </a:ext>
                </a:extLst>
              </p:cNvPr>
              <p:cNvSpPr/>
              <p:nvPr/>
            </p:nvSpPr>
            <p:spPr>
              <a:xfrm>
                <a:off x="5460453" y="1683943"/>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3" name="Freeform: Shape 3832">
                <a:extLst>
                  <a:ext uri="{FF2B5EF4-FFF2-40B4-BE49-F238E27FC236}">
                    <a16:creationId xmlns:a16="http://schemas.microsoft.com/office/drawing/2014/main" id="{B5E9FC6B-40F4-3D7B-F087-06ECF5BE468E}"/>
                  </a:ext>
                </a:extLst>
              </p:cNvPr>
              <p:cNvSpPr/>
              <p:nvPr/>
            </p:nvSpPr>
            <p:spPr>
              <a:xfrm>
                <a:off x="5772188" y="1686077"/>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4" name="Freeform: Shape 3833">
                <a:extLst>
                  <a:ext uri="{FF2B5EF4-FFF2-40B4-BE49-F238E27FC236}">
                    <a16:creationId xmlns:a16="http://schemas.microsoft.com/office/drawing/2014/main" id="{59A177E8-EA1A-1CDA-E899-67AF15E729A7}"/>
                  </a:ext>
                </a:extLst>
              </p:cNvPr>
              <p:cNvSpPr/>
              <p:nvPr/>
            </p:nvSpPr>
            <p:spPr>
              <a:xfrm>
                <a:off x="6083884" y="1688172"/>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5" name="Freeform: Shape 3834">
                <a:extLst>
                  <a:ext uri="{FF2B5EF4-FFF2-40B4-BE49-F238E27FC236}">
                    <a16:creationId xmlns:a16="http://schemas.microsoft.com/office/drawing/2014/main" id="{08AB0546-465F-2461-25A4-3E8B6C8F8494}"/>
                  </a:ext>
                </a:extLst>
              </p:cNvPr>
              <p:cNvSpPr/>
              <p:nvPr/>
            </p:nvSpPr>
            <p:spPr>
              <a:xfrm>
                <a:off x="6395618" y="1690306"/>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6" name="Freeform: Shape 3835">
                <a:extLst>
                  <a:ext uri="{FF2B5EF4-FFF2-40B4-BE49-F238E27FC236}">
                    <a16:creationId xmlns:a16="http://schemas.microsoft.com/office/drawing/2014/main" id="{43A30B56-B6CA-4153-C241-840C156E26DE}"/>
                  </a:ext>
                </a:extLst>
              </p:cNvPr>
              <p:cNvSpPr/>
              <p:nvPr/>
            </p:nvSpPr>
            <p:spPr>
              <a:xfrm>
                <a:off x="6707352" y="1692440"/>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7" name="Freeform: Shape 3836">
                <a:extLst>
                  <a:ext uri="{FF2B5EF4-FFF2-40B4-BE49-F238E27FC236}">
                    <a16:creationId xmlns:a16="http://schemas.microsoft.com/office/drawing/2014/main" id="{C4DFB446-D7E6-C0BB-02EE-800204B6234E}"/>
                  </a:ext>
                </a:extLst>
              </p:cNvPr>
              <p:cNvSpPr/>
              <p:nvPr/>
            </p:nvSpPr>
            <p:spPr>
              <a:xfrm>
                <a:off x="7019086" y="1694535"/>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8" name="Freeform: Shape 3837">
                <a:extLst>
                  <a:ext uri="{FF2B5EF4-FFF2-40B4-BE49-F238E27FC236}">
                    <a16:creationId xmlns:a16="http://schemas.microsoft.com/office/drawing/2014/main" id="{5EA70819-2C77-A0A3-D171-679133AED0B3}"/>
                  </a:ext>
                </a:extLst>
              </p:cNvPr>
              <p:cNvSpPr/>
              <p:nvPr/>
            </p:nvSpPr>
            <p:spPr>
              <a:xfrm>
                <a:off x="7330821" y="1696669"/>
                <a:ext cx="75057" cy="75056"/>
              </a:xfrm>
              <a:custGeom>
                <a:avLst/>
                <a:gdLst>
                  <a:gd name="connsiteX0" fmla="*/ 0 w 75057"/>
                  <a:gd name="connsiteY0" fmla="*/ 0 h 75056"/>
                  <a:gd name="connsiteX1" fmla="*/ 75057 w 75057"/>
                  <a:gd name="connsiteY1" fmla="*/ 0 h 75056"/>
                  <a:gd name="connsiteX2" fmla="*/ 75057 w 75057"/>
                  <a:gd name="connsiteY2" fmla="*/ 75057 h 75056"/>
                  <a:gd name="connsiteX3" fmla="*/ 0 w 75057"/>
                  <a:gd name="connsiteY3" fmla="*/ 75057 h 75056"/>
                </a:gdLst>
                <a:ahLst/>
                <a:cxnLst>
                  <a:cxn ang="0">
                    <a:pos x="connsiteX0" y="connsiteY0"/>
                  </a:cxn>
                  <a:cxn ang="0">
                    <a:pos x="connsiteX1" y="connsiteY1"/>
                  </a:cxn>
                  <a:cxn ang="0">
                    <a:pos x="connsiteX2" y="connsiteY2"/>
                  </a:cxn>
                  <a:cxn ang="0">
                    <a:pos x="connsiteX3" y="connsiteY3"/>
                  </a:cxn>
                </a:cxnLst>
                <a:rect l="l" t="t" r="r" b="b"/>
                <a:pathLst>
                  <a:path w="75057" h="75056">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39" name="Freeform: Shape 3838">
                <a:extLst>
                  <a:ext uri="{FF2B5EF4-FFF2-40B4-BE49-F238E27FC236}">
                    <a16:creationId xmlns:a16="http://schemas.microsoft.com/office/drawing/2014/main" id="{A2FFDF55-C7D7-3BD2-8D46-97C55CF0504D}"/>
                  </a:ext>
                </a:extLst>
              </p:cNvPr>
              <p:cNvSpPr/>
              <p:nvPr/>
            </p:nvSpPr>
            <p:spPr>
              <a:xfrm>
                <a:off x="7642517" y="1698764"/>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0" name="Freeform: Shape 3839">
                <a:extLst>
                  <a:ext uri="{FF2B5EF4-FFF2-40B4-BE49-F238E27FC236}">
                    <a16:creationId xmlns:a16="http://schemas.microsoft.com/office/drawing/2014/main" id="{7972D7EE-BF40-18ED-72C3-50739092B62C}"/>
                  </a:ext>
                </a:extLst>
              </p:cNvPr>
              <p:cNvSpPr/>
              <p:nvPr/>
            </p:nvSpPr>
            <p:spPr>
              <a:xfrm>
                <a:off x="7954251" y="1700898"/>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1" name="Freeform: Shape 3840">
                <a:extLst>
                  <a:ext uri="{FF2B5EF4-FFF2-40B4-BE49-F238E27FC236}">
                    <a16:creationId xmlns:a16="http://schemas.microsoft.com/office/drawing/2014/main" id="{C5D76D8D-77EB-A9D9-E74E-AFE6001F6E48}"/>
                  </a:ext>
                </a:extLst>
              </p:cNvPr>
              <p:cNvSpPr/>
              <p:nvPr/>
            </p:nvSpPr>
            <p:spPr>
              <a:xfrm>
                <a:off x="8265985" y="1703031"/>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2" name="Freeform: Shape 3841">
                <a:extLst>
                  <a:ext uri="{FF2B5EF4-FFF2-40B4-BE49-F238E27FC236}">
                    <a16:creationId xmlns:a16="http://schemas.microsoft.com/office/drawing/2014/main" id="{E9AFBADA-0988-167D-2261-AC391F0C8460}"/>
                  </a:ext>
                </a:extLst>
              </p:cNvPr>
              <p:cNvSpPr/>
              <p:nvPr/>
            </p:nvSpPr>
            <p:spPr>
              <a:xfrm>
                <a:off x="8577719" y="1705127"/>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3" name="Freeform: Shape 3842">
                <a:extLst>
                  <a:ext uri="{FF2B5EF4-FFF2-40B4-BE49-F238E27FC236}">
                    <a16:creationId xmlns:a16="http://schemas.microsoft.com/office/drawing/2014/main" id="{7FD49914-0F06-DD2D-CA1E-0B2E931631C4}"/>
                  </a:ext>
                </a:extLst>
              </p:cNvPr>
              <p:cNvSpPr/>
              <p:nvPr/>
            </p:nvSpPr>
            <p:spPr>
              <a:xfrm>
                <a:off x="8889453" y="1707261"/>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4" name="Freeform: Shape 3843">
                <a:extLst>
                  <a:ext uri="{FF2B5EF4-FFF2-40B4-BE49-F238E27FC236}">
                    <a16:creationId xmlns:a16="http://schemas.microsoft.com/office/drawing/2014/main" id="{DF8056F8-6818-3CEF-A095-EDFCA87AC257}"/>
                  </a:ext>
                </a:extLst>
              </p:cNvPr>
              <p:cNvSpPr/>
              <p:nvPr/>
            </p:nvSpPr>
            <p:spPr>
              <a:xfrm>
                <a:off x="9201150" y="1709356"/>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5" name="Freeform: Shape 3844">
                <a:extLst>
                  <a:ext uri="{FF2B5EF4-FFF2-40B4-BE49-F238E27FC236}">
                    <a16:creationId xmlns:a16="http://schemas.microsoft.com/office/drawing/2014/main" id="{25FCACB2-515C-7FAA-5B26-FC3E4EDA7D52}"/>
                  </a:ext>
                </a:extLst>
              </p:cNvPr>
              <p:cNvSpPr/>
              <p:nvPr/>
            </p:nvSpPr>
            <p:spPr>
              <a:xfrm>
                <a:off x="9512884" y="1711490"/>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6" name="Freeform: Shape 3845">
                <a:extLst>
                  <a:ext uri="{FF2B5EF4-FFF2-40B4-BE49-F238E27FC236}">
                    <a16:creationId xmlns:a16="http://schemas.microsoft.com/office/drawing/2014/main" id="{097336A1-3BF4-DC30-F829-A6E3091EEEE5}"/>
                  </a:ext>
                </a:extLst>
              </p:cNvPr>
              <p:cNvSpPr/>
              <p:nvPr/>
            </p:nvSpPr>
            <p:spPr>
              <a:xfrm>
                <a:off x="9824618" y="1713623"/>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7" name="Freeform: Shape 3846">
                <a:extLst>
                  <a:ext uri="{FF2B5EF4-FFF2-40B4-BE49-F238E27FC236}">
                    <a16:creationId xmlns:a16="http://schemas.microsoft.com/office/drawing/2014/main" id="{0F7AB88C-84A6-BE1F-4F63-36A6DA865A82}"/>
                  </a:ext>
                </a:extLst>
              </p:cNvPr>
              <p:cNvSpPr/>
              <p:nvPr/>
            </p:nvSpPr>
            <p:spPr>
              <a:xfrm>
                <a:off x="10136352" y="1715719"/>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8" name="Freeform: Shape 3847">
                <a:extLst>
                  <a:ext uri="{FF2B5EF4-FFF2-40B4-BE49-F238E27FC236}">
                    <a16:creationId xmlns:a16="http://schemas.microsoft.com/office/drawing/2014/main" id="{E8F8AC92-07EF-A38A-2A63-8AC37B4A57F9}"/>
                  </a:ext>
                </a:extLst>
              </p:cNvPr>
              <p:cNvSpPr/>
              <p:nvPr/>
            </p:nvSpPr>
            <p:spPr>
              <a:xfrm>
                <a:off x="10448086" y="1717852"/>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49" name="Freeform: Shape 3848">
                <a:extLst>
                  <a:ext uri="{FF2B5EF4-FFF2-40B4-BE49-F238E27FC236}">
                    <a16:creationId xmlns:a16="http://schemas.microsoft.com/office/drawing/2014/main" id="{C4902467-0C2E-3E5E-559C-91EABBCB8174}"/>
                  </a:ext>
                </a:extLst>
              </p:cNvPr>
              <p:cNvSpPr/>
              <p:nvPr/>
            </p:nvSpPr>
            <p:spPr>
              <a:xfrm>
                <a:off x="10759782" y="1719986"/>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0" name="Freeform: Shape 3849">
                <a:extLst>
                  <a:ext uri="{FF2B5EF4-FFF2-40B4-BE49-F238E27FC236}">
                    <a16:creationId xmlns:a16="http://schemas.microsoft.com/office/drawing/2014/main" id="{3B47E0C7-E16B-1807-8066-5FA3AEDF8672}"/>
                  </a:ext>
                </a:extLst>
              </p:cNvPr>
              <p:cNvSpPr/>
              <p:nvPr/>
            </p:nvSpPr>
            <p:spPr>
              <a:xfrm>
                <a:off x="11071517" y="1722081"/>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1" name="Freeform: Shape 3850">
                <a:extLst>
                  <a:ext uri="{FF2B5EF4-FFF2-40B4-BE49-F238E27FC236}">
                    <a16:creationId xmlns:a16="http://schemas.microsoft.com/office/drawing/2014/main" id="{CF72E142-46BE-26FB-3460-1D3C1DA9983B}"/>
                  </a:ext>
                </a:extLst>
              </p:cNvPr>
              <p:cNvSpPr/>
              <p:nvPr/>
            </p:nvSpPr>
            <p:spPr>
              <a:xfrm>
                <a:off x="1096289" y="1962416"/>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2" name="Freeform: Shape 3851">
                <a:extLst>
                  <a:ext uri="{FF2B5EF4-FFF2-40B4-BE49-F238E27FC236}">
                    <a16:creationId xmlns:a16="http://schemas.microsoft.com/office/drawing/2014/main" id="{041B22D3-70BD-B7AF-2499-A8DA496497F6}"/>
                  </a:ext>
                </a:extLst>
              </p:cNvPr>
              <p:cNvSpPr/>
              <p:nvPr/>
            </p:nvSpPr>
            <p:spPr>
              <a:xfrm>
                <a:off x="1408023" y="1964550"/>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3" name="Freeform: Shape 3852">
                <a:extLst>
                  <a:ext uri="{FF2B5EF4-FFF2-40B4-BE49-F238E27FC236}">
                    <a16:creationId xmlns:a16="http://schemas.microsoft.com/office/drawing/2014/main" id="{C245BBC9-58FE-F27A-2603-7377F81CB318}"/>
                  </a:ext>
                </a:extLst>
              </p:cNvPr>
              <p:cNvSpPr/>
              <p:nvPr/>
            </p:nvSpPr>
            <p:spPr>
              <a:xfrm>
                <a:off x="1719719" y="1966683"/>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4" name="Freeform: Shape 3853">
                <a:extLst>
                  <a:ext uri="{FF2B5EF4-FFF2-40B4-BE49-F238E27FC236}">
                    <a16:creationId xmlns:a16="http://schemas.microsoft.com/office/drawing/2014/main" id="{B9EE2FF0-EA52-B8F4-ACD4-25E2C4845720}"/>
                  </a:ext>
                </a:extLst>
              </p:cNvPr>
              <p:cNvSpPr/>
              <p:nvPr/>
            </p:nvSpPr>
            <p:spPr>
              <a:xfrm>
                <a:off x="2031453" y="1968779"/>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5" name="Freeform: Shape 3854">
                <a:extLst>
                  <a:ext uri="{FF2B5EF4-FFF2-40B4-BE49-F238E27FC236}">
                    <a16:creationId xmlns:a16="http://schemas.microsoft.com/office/drawing/2014/main" id="{4A88DECA-91DE-E289-9396-762DF2877C80}"/>
                  </a:ext>
                </a:extLst>
              </p:cNvPr>
              <p:cNvSpPr/>
              <p:nvPr/>
            </p:nvSpPr>
            <p:spPr>
              <a:xfrm>
                <a:off x="2343188" y="1970912"/>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6" name="Freeform: Shape 3855">
                <a:extLst>
                  <a:ext uri="{FF2B5EF4-FFF2-40B4-BE49-F238E27FC236}">
                    <a16:creationId xmlns:a16="http://schemas.microsoft.com/office/drawing/2014/main" id="{58868711-C468-FE0E-8D7D-A3DB5BC3EE39}"/>
                  </a:ext>
                </a:extLst>
              </p:cNvPr>
              <p:cNvSpPr/>
              <p:nvPr/>
            </p:nvSpPr>
            <p:spPr>
              <a:xfrm>
                <a:off x="2654922" y="1973008"/>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7" name="Freeform: Shape 3856">
                <a:extLst>
                  <a:ext uri="{FF2B5EF4-FFF2-40B4-BE49-F238E27FC236}">
                    <a16:creationId xmlns:a16="http://schemas.microsoft.com/office/drawing/2014/main" id="{B65C5CE5-A64F-665D-2FF0-06BB298406A0}"/>
                  </a:ext>
                </a:extLst>
              </p:cNvPr>
              <p:cNvSpPr/>
              <p:nvPr/>
            </p:nvSpPr>
            <p:spPr>
              <a:xfrm>
                <a:off x="2966656" y="1975142"/>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8" name="Freeform: Shape 3857">
                <a:extLst>
                  <a:ext uri="{FF2B5EF4-FFF2-40B4-BE49-F238E27FC236}">
                    <a16:creationId xmlns:a16="http://schemas.microsoft.com/office/drawing/2014/main" id="{1DE5AF2E-A0F3-1460-7DD9-DCC9DB064F19}"/>
                  </a:ext>
                </a:extLst>
              </p:cNvPr>
              <p:cNvSpPr/>
              <p:nvPr/>
            </p:nvSpPr>
            <p:spPr>
              <a:xfrm>
                <a:off x="3278352" y="1977275"/>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59" name="Freeform: Shape 3858">
                <a:extLst>
                  <a:ext uri="{FF2B5EF4-FFF2-40B4-BE49-F238E27FC236}">
                    <a16:creationId xmlns:a16="http://schemas.microsoft.com/office/drawing/2014/main" id="{3B00608E-557C-BE83-D74F-5E4A38A8EAD6}"/>
                  </a:ext>
                </a:extLst>
              </p:cNvPr>
              <p:cNvSpPr/>
              <p:nvPr/>
            </p:nvSpPr>
            <p:spPr>
              <a:xfrm>
                <a:off x="3590086" y="1979371"/>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0" name="Freeform: Shape 3859">
                <a:extLst>
                  <a:ext uri="{FF2B5EF4-FFF2-40B4-BE49-F238E27FC236}">
                    <a16:creationId xmlns:a16="http://schemas.microsoft.com/office/drawing/2014/main" id="{C9CECA17-9AF6-DFBD-6D2E-020B62A072D3}"/>
                  </a:ext>
                </a:extLst>
              </p:cNvPr>
              <p:cNvSpPr/>
              <p:nvPr/>
            </p:nvSpPr>
            <p:spPr>
              <a:xfrm>
                <a:off x="3901821" y="1981504"/>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1" name="Freeform: Shape 3860">
                <a:extLst>
                  <a:ext uri="{FF2B5EF4-FFF2-40B4-BE49-F238E27FC236}">
                    <a16:creationId xmlns:a16="http://schemas.microsoft.com/office/drawing/2014/main" id="{1433E30F-5125-9D31-7733-9DBDE7876421}"/>
                  </a:ext>
                </a:extLst>
              </p:cNvPr>
              <p:cNvSpPr/>
              <p:nvPr/>
            </p:nvSpPr>
            <p:spPr>
              <a:xfrm>
                <a:off x="4213555" y="1983638"/>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2" name="Freeform: Shape 3861">
                <a:extLst>
                  <a:ext uri="{FF2B5EF4-FFF2-40B4-BE49-F238E27FC236}">
                    <a16:creationId xmlns:a16="http://schemas.microsoft.com/office/drawing/2014/main" id="{E7F6F0A5-3441-3BCA-6AD4-FDC44CD7531E}"/>
                  </a:ext>
                </a:extLst>
              </p:cNvPr>
              <p:cNvSpPr/>
              <p:nvPr/>
            </p:nvSpPr>
            <p:spPr>
              <a:xfrm>
                <a:off x="4525289" y="1985733"/>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3" name="Freeform: Shape 3862">
                <a:extLst>
                  <a:ext uri="{FF2B5EF4-FFF2-40B4-BE49-F238E27FC236}">
                    <a16:creationId xmlns:a16="http://schemas.microsoft.com/office/drawing/2014/main" id="{20AC8963-F1A0-5740-4D36-EC444C162B3D}"/>
                  </a:ext>
                </a:extLst>
              </p:cNvPr>
              <p:cNvSpPr/>
              <p:nvPr/>
            </p:nvSpPr>
            <p:spPr>
              <a:xfrm>
                <a:off x="4836985" y="1987867"/>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4" name="Freeform: Shape 3863">
                <a:extLst>
                  <a:ext uri="{FF2B5EF4-FFF2-40B4-BE49-F238E27FC236}">
                    <a16:creationId xmlns:a16="http://schemas.microsoft.com/office/drawing/2014/main" id="{EB5EFA47-FFAC-43F8-BA3C-18AF5F0A7CFF}"/>
                  </a:ext>
                </a:extLst>
              </p:cNvPr>
              <p:cNvSpPr/>
              <p:nvPr/>
            </p:nvSpPr>
            <p:spPr>
              <a:xfrm>
                <a:off x="5148719" y="1989962"/>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5" name="Freeform: Shape 3864">
                <a:extLst>
                  <a:ext uri="{FF2B5EF4-FFF2-40B4-BE49-F238E27FC236}">
                    <a16:creationId xmlns:a16="http://schemas.microsoft.com/office/drawing/2014/main" id="{771912A7-23C2-5138-4892-A0CE439FC65C}"/>
                  </a:ext>
                </a:extLst>
              </p:cNvPr>
              <p:cNvSpPr/>
              <p:nvPr/>
            </p:nvSpPr>
            <p:spPr>
              <a:xfrm>
                <a:off x="5460453" y="1992096"/>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6" name="Freeform: Shape 3865">
                <a:extLst>
                  <a:ext uri="{FF2B5EF4-FFF2-40B4-BE49-F238E27FC236}">
                    <a16:creationId xmlns:a16="http://schemas.microsoft.com/office/drawing/2014/main" id="{B516E60F-FF86-C6C1-DC8F-65E76FF366CC}"/>
                  </a:ext>
                </a:extLst>
              </p:cNvPr>
              <p:cNvSpPr/>
              <p:nvPr/>
            </p:nvSpPr>
            <p:spPr>
              <a:xfrm>
                <a:off x="5772188" y="1994230"/>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7" name="Freeform: Shape 3866">
                <a:extLst>
                  <a:ext uri="{FF2B5EF4-FFF2-40B4-BE49-F238E27FC236}">
                    <a16:creationId xmlns:a16="http://schemas.microsoft.com/office/drawing/2014/main" id="{0D6FF237-7AED-0EFB-495A-CEBA0BDD3D5D}"/>
                  </a:ext>
                </a:extLst>
              </p:cNvPr>
              <p:cNvSpPr/>
              <p:nvPr/>
            </p:nvSpPr>
            <p:spPr>
              <a:xfrm>
                <a:off x="6083884" y="1996325"/>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8" name="Freeform: Shape 3867">
                <a:extLst>
                  <a:ext uri="{FF2B5EF4-FFF2-40B4-BE49-F238E27FC236}">
                    <a16:creationId xmlns:a16="http://schemas.microsoft.com/office/drawing/2014/main" id="{C1AF9530-DBE7-BC38-AB65-12606BABC6E3}"/>
                  </a:ext>
                </a:extLst>
              </p:cNvPr>
              <p:cNvSpPr/>
              <p:nvPr/>
            </p:nvSpPr>
            <p:spPr>
              <a:xfrm>
                <a:off x="6395618" y="1998459"/>
                <a:ext cx="87744" cy="87744"/>
              </a:xfrm>
              <a:custGeom>
                <a:avLst/>
                <a:gdLst>
                  <a:gd name="connsiteX0" fmla="*/ 0 w 87744"/>
                  <a:gd name="connsiteY0" fmla="*/ 0 h 87744"/>
                  <a:gd name="connsiteX1" fmla="*/ 87744 w 87744"/>
                  <a:gd name="connsiteY1" fmla="*/ 0 h 87744"/>
                  <a:gd name="connsiteX2" fmla="*/ 87744 w 87744"/>
                  <a:gd name="connsiteY2" fmla="*/ 87745 h 87744"/>
                  <a:gd name="connsiteX3" fmla="*/ 0 w 87744"/>
                  <a:gd name="connsiteY3" fmla="*/ 87745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5"/>
                    </a:lnTo>
                    <a:lnTo>
                      <a:pt x="0" y="8774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69" name="Freeform: Shape 3868">
                <a:extLst>
                  <a:ext uri="{FF2B5EF4-FFF2-40B4-BE49-F238E27FC236}">
                    <a16:creationId xmlns:a16="http://schemas.microsoft.com/office/drawing/2014/main" id="{0AB606EC-756C-6770-A9D9-36EAE7737365}"/>
                  </a:ext>
                </a:extLst>
              </p:cNvPr>
              <p:cNvSpPr/>
              <p:nvPr/>
            </p:nvSpPr>
            <p:spPr>
              <a:xfrm>
                <a:off x="6707352" y="2000554"/>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0" name="Freeform: Shape 3869">
                <a:extLst>
                  <a:ext uri="{FF2B5EF4-FFF2-40B4-BE49-F238E27FC236}">
                    <a16:creationId xmlns:a16="http://schemas.microsoft.com/office/drawing/2014/main" id="{8C4499CF-654E-44D0-5254-0F979939C8AC}"/>
                  </a:ext>
                </a:extLst>
              </p:cNvPr>
              <p:cNvSpPr/>
              <p:nvPr/>
            </p:nvSpPr>
            <p:spPr>
              <a:xfrm>
                <a:off x="7019086" y="2002688"/>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1" name="Freeform: Shape 3870">
                <a:extLst>
                  <a:ext uri="{FF2B5EF4-FFF2-40B4-BE49-F238E27FC236}">
                    <a16:creationId xmlns:a16="http://schemas.microsoft.com/office/drawing/2014/main" id="{A089DD5C-7303-51C6-7F3C-17854437F05B}"/>
                  </a:ext>
                </a:extLst>
              </p:cNvPr>
              <p:cNvSpPr/>
              <p:nvPr/>
            </p:nvSpPr>
            <p:spPr>
              <a:xfrm>
                <a:off x="7330821" y="2004822"/>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2" name="Freeform: Shape 3871">
                <a:extLst>
                  <a:ext uri="{FF2B5EF4-FFF2-40B4-BE49-F238E27FC236}">
                    <a16:creationId xmlns:a16="http://schemas.microsoft.com/office/drawing/2014/main" id="{333E8A13-D2FA-322F-AE71-4DBAA06ED4EE}"/>
                  </a:ext>
                </a:extLst>
              </p:cNvPr>
              <p:cNvSpPr/>
              <p:nvPr/>
            </p:nvSpPr>
            <p:spPr>
              <a:xfrm>
                <a:off x="7642517" y="2006917"/>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3" name="Freeform: Shape 3872">
                <a:extLst>
                  <a:ext uri="{FF2B5EF4-FFF2-40B4-BE49-F238E27FC236}">
                    <a16:creationId xmlns:a16="http://schemas.microsoft.com/office/drawing/2014/main" id="{F3295190-DCBC-DA90-C2F5-E5476947795B}"/>
                  </a:ext>
                </a:extLst>
              </p:cNvPr>
              <p:cNvSpPr/>
              <p:nvPr/>
            </p:nvSpPr>
            <p:spPr>
              <a:xfrm>
                <a:off x="7954251" y="2009051"/>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4" name="Freeform: Shape 3873">
                <a:extLst>
                  <a:ext uri="{FF2B5EF4-FFF2-40B4-BE49-F238E27FC236}">
                    <a16:creationId xmlns:a16="http://schemas.microsoft.com/office/drawing/2014/main" id="{A9E66236-6E4B-C04D-8110-810CE9B8D137}"/>
                  </a:ext>
                </a:extLst>
              </p:cNvPr>
              <p:cNvSpPr/>
              <p:nvPr/>
            </p:nvSpPr>
            <p:spPr>
              <a:xfrm>
                <a:off x="8265985" y="2011146"/>
                <a:ext cx="62331" cy="62331"/>
              </a:xfrm>
              <a:custGeom>
                <a:avLst/>
                <a:gdLst>
                  <a:gd name="connsiteX0" fmla="*/ 0 w 62331"/>
                  <a:gd name="connsiteY0" fmla="*/ 0 h 62331"/>
                  <a:gd name="connsiteX1" fmla="*/ 62332 w 62331"/>
                  <a:gd name="connsiteY1" fmla="*/ 0 h 62331"/>
                  <a:gd name="connsiteX2" fmla="*/ 62332 w 62331"/>
                  <a:gd name="connsiteY2" fmla="*/ 62331 h 62331"/>
                  <a:gd name="connsiteX3" fmla="*/ 0 w 62331"/>
                  <a:gd name="connsiteY3" fmla="*/ 62331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1"/>
                    </a:lnTo>
                    <a:lnTo>
                      <a:pt x="0" y="6233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5" name="Freeform: Shape 3874">
                <a:extLst>
                  <a:ext uri="{FF2B5EF4-FFF2-40B4-BE49-F238E27FC236}">
                    <a16:creationId xmlns:a16="http://schemas.microsoft.com/office/drawing/2014/main" id="{53867217-C631-0859-E5A2-D72BCE33F037}"/>
                  </a:ext>
                </a:extLst>
              </p:cNvPr>
              <p:cNvSpPr/>
              <p:nvPr/>
            </p:nvSpPr>
            <p:spPr>
              <a:xfrm>
                <a:off x="8577719" y="2013280"/>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6" name="Freeform: Shape 3875">
                <a:extLst>
                  <a:ext uri="{FF2B5EF4-FFF2-40B4-BE49-F238E27FC236}">
                    <a16:creationId xmlns:a16="http://schemas.microsoft.com/office/drawing/2014/main" id="{2995D3FA-7E67-E7CA-AC02-85E4636B7013}"/>
                  </a:ext>
                </a:extLst>
              </p:cNvPr>
              <p:cNvSpPr/>
              <p:nvPr/>
            </p:nvSpPr>
            <p:spPr>
              <a:xfrm>
                <a:off x="8889453" y="2015413"/>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7" name="Freeform: Shape 3876">
                <a:extLst>
                  <a:ext uri="{FF2B5EF4-FFF2-40B4-BE49-F238E27FC236}">
                    <a16:creationId xmlns:a16="http://schemas.microsoft.com/office/drawing/2014/main" id="{18B8C692-7E5B-E1C8-5A9E-C49FDA922C4F}"/>
                  </a:ext>
                </a:extLst>
              </p:cNvPr>
              <p:cNvSpPr/>
              <p:nvPr/>
            </p:nvSpPr>
            <p:spPr>
              <a:xfrm>
                <a:off x="9201150" y="2017509"/>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8" name="Freeform: Shape 3877">
                <a:extLst>
                  <a:ext uri="{FF2B5EF4-FFF2-40B4-BE49-F238E27FC236}">
                    <a16:creationId xmlns:a16="http://schemas.microsoft.com/office/drawing/2014/main" id="{B29282B5-33A4-BCA0-806A-256F7C4B9C21}"/>
                  </a:ext>
                </a:extLst>
              </p:cNvPr>
              <p:cNvSpPr/>
              <p:nvPr/>
            </p:nvSpPr>
            <p:spPr>
              <a:xfrm>
                <a:off x="9512884" y="2019642"/>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79" name="Freeform: Shape 3878">
                <a:extLst>
                  <a:ext uri="{FF2B5EF4-FFF2-40B4-BE49-F238E27FC236}">
                    <a16:creationId xmlns:a16="http://schemas.microsoft.com/office/drawing/2014/main" id="{30318721-F9A5-E0A8-95CF-06C64FF772E8}"/>
                  </a:ext>
                </a:extLst>
              </p:cNvPr>
              <p:cNvSpPr/>
              <p:nvPr/>
            </p:nvSpPr>
            <p:spPr>
              <a:xfrm>
                <a:off x="9824618" y="2021776"/>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0" name="Freeform: Shape 3879">
                <a:extLst>
                  <a:ext uri="{FF2B5EF4-FFF2-40B4-BE49-F238E27FC236}">
                    <a16:creationId xmlns:a16="http://schemas.microsoft.com/office/drawing/2014/main" id="{EBD864C6-ED7E-C2D6-C966-9271ADF44830}"/>
                  </a:ext>
                </a:extLst>
              </p:cNvPr>
              <p:cNvSpPr/>
              <p:nvPr/>
            </p:nvSpPr>
            <p:spPr>
              <a:xfrm>
                <a:off x="10136352" y="2023872"/>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1" name="Freeform: Shape 3880">
                <a:extLst>
                  <a:ext uri="{FF2B5EF4-FFF2-40B4-BE49-F238E27FC236}">
                    <a16:creationId xmlns:a16="http://schemas.microsoft.com/office/drawing/2014/main" id="{80065428-97DB-4077-2A32-1C94D3771610}"/>
                  </a:ext>
                </a:extLst>
              </p:cNvPr>
              <p:cNvSpPr/>
              <p:nvPr/>
            </p:nvSpPr>
            <p:spPr>
              <a:xfrm>
                <a:off x="10448086" y="2026005"/>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2" name="Freeform: Shape 3881">
                <a:extLst>
                  <a:ext uri="{FF2B5EF4-FFF2-40B4-BE49-F238E27FC236}">
                    <a16:creationId xmlns:a16="http://schemas.microsoft.com/office/drawing/2014/main" id="{A104F11F-F99F-6EB0-4666-21C3632260B4}"/>
                  </a:ext>
                </a:extLst>
              </p:cNvPr>
              <p:cNvSpPr/>
              <p:nvPr/>
            </p:nvSpPr>
            <p:spPr>
              <a:xfrm>
                <a:off x="10759782" y="2028101"/>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3" name="Freeform: Shape 3882">
                <a:extLst>
                  <a:ext uri="{FF2B5EF4-FFF2-40B4-BE49-F238E27FC236}">
                    <a16:creationId xmlns:a16="http://schemas.microsoft.com/office/drawing/2014/main" id="{E7615669-2F0C-0E44-9D57-88F9775B3AF0}"/>
                  </a:ext>
                </a:extLst>
              </p:cNvPr>
              <p:cNvSpPr/>
              <p:nvPr/>
            </p:nvSpPr>
            <p:spPr>
              <a:xfrm>
                <a:off x="11071517" y="2030234"/>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4" name="Freeform: Shape 3883">
                <a:extLst>
                  <a:ext uri="{FF2B5EF4-FFF2-40B4-BE49-F238E27FC236}">
                    <a16:creationId xmlns:a16="http://schemas.microsoft.com/office/drawing/2014/main" id="{493A4CA9-9298-17AC-001D-33B1CD7330BD}"/>
                  </a:ext>
                </a:extLst>
              </p:cNvPr>
              <p:cNvSpPr/>
              <p:nvPr/>
            </p:nvSpPr>
            <p:spPr>
              <a:xfrm>
                <a:off x="1096289" y="2270569"/>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5" name="Freeform: Shape 3884">
                <a:extLst>
                  <a:ext uri="{FF2B5EF4-FFF2-40B4-BE49-F238E27FC236}">
                    <a16:creationId xmlns:a16="http://schemas.microsoft.com/office/drawing/2014/main" id="{F5287161-1C11-E29E-6AB1-E4C5C88C4AB9}"/>
                  </a:ext>
                </a:extLst>
              </p:cNvPr>
              <p:cNvSpPr/>
              <p:nvPr/>
            </p:nvSpPr>
            <p:spPr>
              <a:xfrm>
                <a:off x="1408023" y="2272703"/>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6" name="Freeform: Shape 3885">
                <a:extLst>
                  <a:ext uri="{FF2B5EF4-FFF2-40B4-BE49-F238E27FC236}">
                    <a16:creationId xmlns:a16="http://schemas.microsoft.com/office/drawing/2014/main" id="{29E218CB-6B30-384A-D85C-DB361F26FDC3}"/>
                  </a:ext>
                </a:extLst>
              </p:cNvPr>
              <p:cNvSpPr/>
              <p:nvPr/>
            </p:nvSpPr>
            <p:spPr>
              <a:xfrm>
                <a:off x="1719719" y="2274836"/>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7" name="Freeform: Shape 3886">
                <a:extLst>
                  <a:ext uri="{FF2B5EF4-FFF2-40B4-BE49-F238E27FC236}">
                    <a16:creationId xmlns:a16="http://schemas.microsoft.com/office/drawing/2014/main" id="{6D4DA3DC-7E19-E744-B7CE-4CAEC28E90FF}"/>
                  </a:ext>
                </a:extLst>
              </p:cNvPr>
              <p:cNvSpPr/>
              <p:nvPr/>
            </p:nvSpPr>
            <p:spPr>
              <a:xfrm>
                <a:off x="2031453" y="2276932"/>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8" name="Freeform: Shape 3887">
                <a:extLst>
                  <a:ext uri="{FF2B5EF4-FFF2-40B4-BE49-F238E27FC236}">
                    <a16:creationId xmlns:a16="http://schemas.microsoft.com/office/drawing/2014/main" id="{0685BC8F-F122-1B76-270F-5BCAAE7A81A6}"/>
                  </a:ext>
                </a:extLst>
              </p:cNvPr>
              <p:cNvSpPr/>
              <p:nvPr/>
            </p:nvSpPr>
            <p:spPr>
              <a:xfrm>
                <a:off x="2343188" y="2279065"/>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89" name="Freeform: Shape 3888">
                <a:extLst>
                  <a:ext uri="{FF2B5EF4-FFF2-40B4-BE49-F238E27FC236}">
                    <a16:creationId xmlns:a16="http://schemas.microsoft.com/office/drawing/2014/main" id="{392789F4-3E01-AF08-64A7-C28E0B1BBF5A}"/>
                  </a:ext>
                </a:extLst>
              </p:cNvPr>
              <p:cNvSpPr/>
              <p:nvPr/>
            </p:nvSpPr>
            <p:spPr>
              <a:xfrm>
                <a:off x="2654922" y="2281161"/>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0" name="Freeform: Shape 3889">
                <a:extLst>
                  <a:ext uri="{FF2B5EF4-FFF2-40B4-BE49-F238E27FC236}">
                    <a16:creationId xmlns:a16="http://schemas.microsoft.com/office/drawing/2014/main" id="{12063824-3FC0-8A1E-07D1-D01530315C88}"/>
                  </a:ext>
                </a:extLst>
              </p:cNvPr>
              <p:cNvSpPr/>
              <p:nvPr/>
            </p:nvSpPr>
            <p:spPr>
              <a:xfrm>
                <a:off x="2966656" y="2283294"/>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1" name="Freeform: Shape 3890">
                <a:extLst>
                  <a:ext uri="{FF2B5EF4-FFF2-40B4-BE49-F238E27FC236}">
                    <a16:creationId xmlns:a16="http://schemas.microsoft.com/office/drawing/2014/main" id="{FDCF0944-CE70-AC15-93D6-DF11A37395A7}"/>
                  </a:ext>
                </a:extLst>
              </p:cNvPr>
              <p:cNvSpPr/>
              <p:nvPr/>
            </p:nvSpPr>
            <p:spPr>
              <a:xfrm>
                <a:off x="3278352" y="2285428"/>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2" name="Freeform: Shape 3891">
                <a:extLst>
                  <a:ext uri="{FF2B5EF4-FFF2-40B4-BE49-F238E27FC236}">
                    <a16:creationId xmlns:a16="http://schemas.microsoft.com/office/drawing/2014/main" id="{2897C45C-80B9-C641-3F23-6C9F0B789DCC}"/>
                  </a:ext>
                </a:extLst>
              </p:cNvPr>
              <p:cNvSpPr/>
              <p:nvPr/>
            </p:nvSpPr>
            <p:spPr>
              <a:xfrm>
                <a:off x="3590086" y="2287524"/>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3" name="Freeform: Shape 3892">
                <a:extLst>
                  <a:ext uri="{FF2B5EF4-FFF2-40B4-BE49-F238E27FC236}">
                    <a16:creationId xmlns:a16="http://schemas.microsoft.com/office/drawing/2014/main" id="{B49E6A14-C18A-402D-9F96-8092205048A0}"/>
                  </a:ext>
                </a:extLst>
              </p:cNvPr>
              <p:cNvSpPr/>
              <p:nvPr/>
            </p:nvSpPr>
            <p:spPr>
              <a:xfrm>
                <a:off x="3901821" y="2289657"/>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4" name="Freeform: Shape 3893">
                <a:extLst>
                  <a:ext uri="{FF2B5EF4-FFF2-40B4-BE49-F238E27FC236}">
                    <a16:creationId xmlns:a16="http://schemas.microsoft.com/office/drawing/2014/main" id="{A6F2635E-FA4E-D1D8-C639-959F017EAA20}"/>
                  </a:ext>
                </a:extLst>
              </p:cNvPr>
              <p:cNvSpPr/>
              <p:nvPr/>
            </p:nvSpPr>
            <p:spPr>
              <a:xfrm>
                <a:off x="4213555" y="2291753"/>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5" name="Freeform: Shape 3894">
                <a:extLst>
                  <a:ext uri="{FF2B5EF4-FFF2-40B4-BE49-F238E27FC236}">
                    <a16:creationId xmlns:a16="http://schemas.microsoft.com/office/drawing/2014/main" id="{BE53322F-E341-A126-E4AF-30C8A83B4DEE}"/>
                  </a:ext>
                </a:extLst>
              </p:cNvPr>
              <p:cNvSpPr/>
              <p:nvPr/>
            </p:nvSpPr>
            <p:spPr>
              <a:xfrm>
                <a:off x="4525289" y="2293886"/>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6" name="Freeform: Shape 3895">
                <a:extLst>
                  <a:ext uri="{FF2B5EF4-FFF2-40B4-BE49-F238E27FC236}">
                    <a16:creationId xmlns:a16="http://schemas.microsoft.com/office/drawing/2014/main" id="{800365F5-E89F-C32A-3C99-42A00BFBD446}"/>
                  </a:ext>
                </a:extLst>
              </p:cNvPr>
              <p:cNvSpPr/>
              <p:nvPr/>
            </p:nvSpPr>
            <p:spPr>
              <a:xfrm>
                <a:off x="4836985" y="229602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7" name="Freeform: Shape 3896">
                <a:extLst>
                  <a:ext uri="{FF2B5EF4-FFF2-40B4-BE49-F238E27FC236}">
                    <a16:creationId xmlns:a16="http://schemas.microsoft.com/office/drawing/2014/main" id="{4C5293B4-533E-FF13-1EF3-357CE175C167}"/>
                  </a:ext>
                </a:extLst>
              </p:cNvPr>
              <p:cNvSpPr/>
              <p:nvPr/>
            </p:nvSpPr>
            <p:spPr>
              <a:xfrm>
                <a:off x="5148719" y="2298115"/>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8" name="Freeform: Shape 3897">
                <a:extLst>
                  <a:ext uri="{FF2B5EF4-FFF2-40B4-BE49-F238E27FC236}">
                    <a16:creationId xmlns:a16="http://schemas.microsoft.com/office/drawing/2014/main" id="{D70A5E12-FCBB-73F9-13D6-118D44024C76}"/>
                  </a:ext>
                </a:extLst>
              </p:cNvPr>
              <p:cNvSpPr/>
              <p:nvPr/>
            </p:nvSpPr>
            <p:spPr>
              <a:xfrm>
                <a:off x="5460453" y="2300249"/>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99" name="Freeform: Shape 3898">
                <a:extLst>
                  <a:ext uri="{FF2B5EF4-FFF2-40B4-BE49-F238E27FC236}">
                    <a16:creationId xmlns:a16="http://schemas.microsoft.com/office/drawing/2014/main" id="{258A9BD0-6A72-F782-AF7A-A0BF399ABB46}"/>
                  </a:ext>
                </a:extLst>
              </p:cNvPr>
              <p:cNvSpPr/>
              <p:nvPr/>
            </p:nvSpPr>
            <p:spPr>
              <a:xfrm>
                <a:off x="5772188" y="2302383"/>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0" name="Freeform: Shape 3899">
                <a:extLst>
                  <a:ext uri="{FF2B5EF4-FFF2-40B4-BE49-F238E27FC236}">
                    <a16:creationId xmlns:a16="http://schemas.microsoft.com/office/drawing/2014/main" id="{FEE68351-724F-8BC9-BBA5-DD0CB4C8E4DF}"/>
                  </a:ext>
                </a:extLst>
              </p:cNvPr>
              <p:cNvSpPr/>
              <p:nvPr/>
            </p:nvSpPr>
            <p:spPr>
              <a:xfrm>
                <a:off x="6083884" y="2304478"/>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1" name="Freeform: Shape 3900">
                <a:extLst>
                  <a:ext uri="{FF2B5EF4-FFF2-40B4-BE49-F238E27FC236}">
                    <a16:creationId xmlns:a16="http://schemas.microsoft.com/office/drawing/2014/main" id="{9ED737A9-58DE-B850-6A29-0E0AF94B8478}"/>
                  </a:ext>
                </a:extLst>
              </p:cNvPr>
              <p:cNvSpPr/>
              <p:nvPr/>
            </p:nvSpPr>
            <p:spPr>
              <a:xfrm>
                <a:off x="6395618" y="2306612"/>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2" name="Freeform: Shape 3901">
                <a:extLst>
                  <a:ext uri="{FF2B5EF4-FFF2-40B4-BE49-F238E27FC236}">
                    <a16:creationId xmlns:a16="http://schemas.microsoft.com/office/drawing/2014/main" id="{655440FD-59B7-F2B8-471E-BFFDBB93A059}"/>
                  </a:ext>
                </a:extLst>
              </p:cNvPr>
              <p:cNvSpPr/>
              <p:nvPr/>
            </p:nvSpPr>
            <p:spPr>
              <a:xfrm>
                <a:off x="6707352" y="2308707"/>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3" name="Freeform: Shape 3902">
                <a:extLst>
                  <a:ext uri="{FF2B5EF4-FFF2-40B4-BE49-F238E27FC236}">
                    <a16:creationId xmlns:a16="http://schemas.microsoft.com/office/drawing/2014/main" id="{FF0A93A3-4D1B-19DE-AA52-46408048D7E3}"/>
                  </a:ext>
                </a:extLst>
              </p:cNvPr>
              <p:cNvSpPr/>
              <p:nvPr/>
            </p:nvSpPr>
            <p:spPr>
              <a:xfrm>
                <a:off x="7019086" y="2310841"/>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4" name="Freeform: Shape 3903">
                <a:extLst>
                  <a:ext uri="{FF2B5EF4-FFF2-40B4-BE49-F238E27FC236}">
                    <a16:creationId xmlns:a16="http://schemas.microsoft.com/office/drawing/2014/main" id="{717713E4-5245-9AFC-114B-02E360C5FF7D}"/>
                  </a:ext>
                </a:extLst>
              </p:cNvPr>
              <p:cNvSpPr/>
              <p:nvPr/>
            </p:nvSpPr>
            <p:spPr>
              <a:xfrm>
                <a:off x="7330821" y="2312974"/>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5" name="Freeform: Shape 3904">
                <a:extLst>
                  <a:ext uri="{FF2B5EF4-FFF2-40B4-BE49-F238E27FC236}">
                    <a16:creationId xmlns:a16="http://schemas.microsoft.com/office/drawing/2014/main" id="{CBCF6822-1AE1-865E-8598-BDABD98CFA8D}"/>
                  </a:ext>
                </a:extLst>
              </p:cNvPr>
              <p:cNvSpPr/>
              <p:nvPr/>
            </p:nvSpPr>
            <p:spPr>
              <a:xfrm>
                <a:off x="7642517" y="2315070"/>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6" name="Freeform: Shape 3905">
                <a:extLst>
                  <a:ext uri="{FF2B5EF4-FFF2-40B4-BE49-F238E27FC236}">
                    <a16:creationId xmlns:a16="http://schemas.microsoft.com/office/drawing/2014/main" id="{0C531E3D-4413-C745-9759-1B7B2909C792}"/>
                  </a:ext>
                </a:extLst>
              </p:cNvPr>
              <p:cNvSpPr/>
              <p:nvPr/>
            </p:nvSpPr>
            <p:spPr>
              <a:xfrm>
                <a:off x="7954251" y="2317203"/>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7" name="Freeform: Shape 3906">
                <a:extLst>
                  <a:ext uri="{FF2B5EF4-FFF2-40B4-BE49-F238E27FC236}">
                    <a16:creationId xmlns:a16="http://schemas.microsoft.com/office/drawing/2014/main" id="{A47932E6-A7BC-3FFE-9EAD-2BC8CCDD65C4}"/>
                  </a:ext>
                </a:extLst>
              </p:cNvPr>
              <p:cNvSpPr/>
              <p:nvPr/>
            </p:nvSpPr>
            <p:spPr>
              <a:xfrm>
                <a:off x="8265985" y="2319299"/>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8" name="Freeform: Shape 3907">
                <a:extLst>
                  <a:ext uri="{FF2B5EF4-FFF2-40B4-BE49-F238E27FC236}">
                    <a16:creationId xmlns:a16="http://schemas.microsoft.com/office/drawing/2014/main" id="{4B2EFB45-39B6-6FAA-D2F4-8584A5EED744}"/>
                  </a:ext>
                </a:extLst>
              </p:cNvPr>
              <p:cNvSpPr/>
              <p:nvPr/>
            </p:nvSpPr>
            <p:spPr>
              <a:xfrm>
                <a:off x="8577719" y="2321433"/>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09" name="Freeform: Shape 3908">
                <a:extLst>
                  <a:ext uri="{FF2B5EF4-FFF2-40B4-BE49-F238E27FC236}">
                    <a16:creationId xmlns:a16="http://schemas.microsoft.com/office/drawing/2014/main" id="{B28265DC-288E-6874-267E-FF083CAA92D2}"/>
                  </a:ext>
                </a:extLst>
              </p:cNvPr>
              <p:cNvSpPr/>
              <p:nvPr/>
            </p:nvSpPr>
            <p:spPr>
              <a:xfrm>
                <a:off x="8889453" y="2323566"/>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0" name="Freeform: Shape 3909">
                <a:extLst>
                  <a:ext uri="{FF2B5EF4-FFF2-40B4-BE49-F238E27FC236}">
                    <a16:creationId xmlns:a16="http://schemas.microsoft.com/office/drawing/2014/main" id="{30E4F0C3-64CC-4100-97AC-9B7DBCF7F25C}"/>
                  </a:ext>
                </a:extLst>
              </p:cNvPr>
              <p:cNvSpPr/>
              <p:nvPr/>
            </p:nvSpPr>
            <p:spPr>
              <a:xfrm>
                <a:off x="9201150" y="2325662"/>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1" name="Freeform: Shape 3910">
                <a:extLst>
                  <a:ext uri="{FF2B5EF4-FFF2-40B4-BE49-F238E27FC236}">
                    <a16:creationId xmlns:a16="http://schemas.microsoft.com/office/drawing/2014/main" id="{BE099E7A-7107-084A-EBF7-89A25EC11C02}"/>
                  </a:ext>
                </a:extLst>
              </p:cNvPr>
              <p:cNvSpPr/>
              <p:nvPr/>
            </p:nvSpPr>
            <p:spPr>
              <a:xfrm>
                <a:off x="9512884" y="2327795"/>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2" name="Freeform: Shape 3911">
                <a:extLst>
                  <a:ext uri="{FF2B5EF4-FFF2-40B4-BE49-F238E27FC236}">
                    <a16:creationId xmlns:a16="http://schemas.microsoft.com/office/drawing/2014/main" id="{0F7D59DF-9128-B30B-FDAA-AE466D1EB7B7}"/>
                  </a:ext>
                </a:extLst>
              </p:cNvPr>
              <p:cNvSpPr/>
              <p:nvPr/>
            </p:nvSpPr>
            <p:spPr>
              <a:xfrm>
                <a:off x="9824618" y="2329891"/>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3" name="Freeform: Shape 3912">
                <a:extLst>
                  <a:ext uri="{FF2B5EF4-FFF2-40B4-BE49-F238E27FC236}">
                    <a16:creationId xmlns:a16="http://schemas.microsoft.com/office/drawing/2014/main" id="{B008DB92-4940-7E77-396F-374C8027055B}"/>
                  </a:ext>
                </a:extLst>
              </p:cNvPr>
              <p:cNvSpPr/>
              <p:nvPr/>
            </p:nvSpPr>
            <p:spPr>
              <a:xfrm>
                <a:off x="10136352" y="2332024"/>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4" name="Freeform: Shape 3913">
                <a:extLst>
                  <a:ext uri="{FF2B5EF4-FFF2-40B4-BE49-F238E27FC236}">
                    <a16:creationId xmlns:a16="http://schemas.microsoft.com/office/drawing/2014/main" id="{D49FA221-6E6E-646B-9A5C-764706CE91EA}"/>
                  </a:ext>
                </a:extLst>
              </p:cNvPr>
              <p:cNvSpPr/>
              <p:nvPr/>
            </p:nvSpPr>
            <p:spPr>
              <a:xfrm>
                <a:off x="10448086" y="233415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5" name="Freeform: Shape 3914">
                <a:extLst>
                  <a:ext uri="{FF2B5EF4-FFF2-40B4-BE49-F238E27FC236}">
                    <a16:creationId xmlns:a16="http://schemas.microsoft.com/office/drawing/2014/main" id="{84401975-F495-21E6-D091-43D8FC795C0C}"/>
                  </a:ext>
                </a:extLst>
              </p:cNvPr>
              <p:cNvSpPr/>
              <p:nvPr/>
            </p:nvSpPr>
            <p:spPr>
              <a:xfrm>
                <a:off x="10759782" y="2336253"/>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6" name="Freeform: Shape 3915">
                <a:extLst>
                  <a:ext uri="{FF2B5EF4-FFF2-40B4-BE49-F238E27FC236}">
                    <a16:creationId xmlns:a16="http://schemas.microsoft.com/office/drawing/2014/main" id="{4579D308-02B2-5667-B1C0-353860B662BB}"/>
                  </a:ext>
                </a:extLst>
              </p:cNvPr>
              <p:cNvSpPr/>
              <p:nvPr/>
            </p:nvSpPr>
            <p:spPr>
              <a:xfrm>
                <a:off x="11071517" y="2338387"/>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7" name="Freeform: Shape 3916">
                <a:extLst>
                  <a:ext uri="{FF2B5EF4-FFF2-40B4-BE49-F238E27FC236}">
                    <a16:creationId xmlns:a16="http://schemas.microsoft.com/office/drawing/2014/main" id="{8A908A51-B3D9-238F-F48A-850A7C35AE25}"/>
                  </a:ext>
                </a:extLst>
              </p:cNvPr>
              <p:cNvSpPr/>
              <p:nvPr/>
            </p:nvSpPr>
            <p:spPr>
              <a:xfrm>
                <a:off x="1096289" y="2578722"/>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8" name="Freeform: Shape 3917">
                <a:extLst>
                  <a:ext uri="{FF2B5EF4-FFF2-40B4-BE49-F238E27FC236}">
                    <a16:creationId xmlns:a16="http://schemas.microsoft.com/office/drawing/2014/main" id="{D2B9FA7A-19C8-1A58-14BC-B4A0B97ABA79}"/>
                  </a:ext>
                </a:extLst>
              </p:cNvPr>
              <p:cNvSpPr/>
              <p:nvPr/>
            </p:nvSpPr>
            <p:spPr>
              <a:xfrm>
                <a:off x="1408023" y="2580855"/>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19" name="Freeform: Shape 3918">
                <a:extLst>
                  <a:ext uri="{FF2B5EF4-FFF2-40B4-BE49-F238E27FC236}">
                    <a16:creationId xmlns:a16="http://schemas.microsoft.com/office/drawing/2014/main" id="{9BF83F63-1278-54AD-E3E6-630DEAC7B842}"/>
                  </a:ext>
                </a:extLst>
              </p:cNvPr>
              <p:cNvSpPr/>
              <p:nvPr/>
            </p:nvSpPr>
            <p:spPr>
              <a:xfrm>
                <a:off x="1719719" y="2582951"/>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0" name="Freeform: Shape 3919">
                <a:extLst>
                  <a:ext uri="{FF2B5EF4-FFF2-40B4-BE49-F238E27FC236}">
                    <a16:creationId xmlns:a16="http://schemas.microsoft.com/office/drawing/2014/main" id="{B0896040-37EC-C702-F1D8-33D9F92CB0E9}"/>
                  </a:ext>
                </a:extLst>
              </p:cNvPr>
              <p:cNvSpPr/>
              <p:nvPr/>
            </p:nvSpPr>
            <p:spPr>
              <a:xfrm>
                <a:off x="2031453" y="2585085"/>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1" name="Freeform: Shape 3920">
                <a:extLst>
                  <a:ext uri="{FF2B5EF4-FFF2-40B4-BE49-F238E27FC236}">
                    <a16:creationId xmlns:a16="http://schemas.microsoft.com/office/drawing/2014/main" id="{E1E7C352-F50A-3B5C-44E3-F503D10FB17A}"/>
                  </a:ext>
                </a:extLst>
              </p:cNvPr>
              <p:cNvSpPr/>
              <p:nvPr/>
            </p:nvSpPr>
            <p:spPr>
              <a:xfrm>
                <a:off x="2343188" y="2587218"/>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2" name="Freeform: Shape 3921">
                <a:extLst>
                  <a:ext uri="{FF2B5EF4-FFF2-40B4-BE49-F238E27FC236}">
                    <a16:creationId xmlns:a16="http://schemas.microsoft.com/office/drawing/2014/main" id="{C0D0D96E-B3BC-4937-93D1-DB7A462FE362}"/>
                  </a:ext>
                </a:extLst>
              </p:cNvPr>
              <p:cNvSpPr/>
              <p:nvPr/>
            </p:nvSpPr>
            <p:spPr>
              <a:xfrm>
                <a:off x="2654922" y="2589314"/>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3" name="Freeform: Shape 3922">
                <a:extLst>
                  <a:ext uri="{FF2B5EF4-FFF2-40B4-BE49-F238E27FC236}">
                    <a16:creationId xmlns:a16="http://schemas.microsoft.com/office/drawing/2014/main" id="{18907285-937E-1941-1605-A6AE0C587CED}"/>
                  </a:ext>
                </a:extLst>
              </p:cNvPr>
              <p:cNvSpPr/>
              <p:nvPr/>
            </p:nvSpPr>
            <p:spPr>
              <a:xfrm>
                <a:off x="2966656" y="2591447"/>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4" name="Freeform: Shape 3923">
                <a:extLst>
                  <a:ext uri="{FF2B5EF4-FFF2-40B4-BE49-F238E27FC236}">
                    <a16:creationId xmlns:a16="http://schemas.microsoft.com/office/drawing/2014/main" id="{18054EE0-EFD8-68B7-E675-90BCC0B6574C}"/>
                  </a:ext>
                </a:extLst>
              </p:cNvPr>
              <p:cNvSpPr/>
              <p:nvPr/>
            </p:nvSpPr>
            <p:spPr>
              <a:xfrm>
                <a:off x="3278352" y="2593581"/>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5" name="Freeform: Shape 3924">
                <a:extLst>
                  <a:ext uri="{FF2B5EF4-FFF2-40B4-BE49-F238E27FC236}">
                    <a16:creationId xmlns:a16="http://schemas.microsoft.com/office/drawing/2014/main" id="{663ED739-C871-8A29-87DA-4EF22F6A283D}"/>
                  </a:ext>
                </a:extLst>
              </p:cNvPr>
              <p:cNvSpPr/>
              <p:nvPr/>
            </p:nvSpPr>
            <p:spPr>
              <a:xfrm>
                <a:off x="3590086" y="2595676"/>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6" name="Freeform: Shape 3925">
                <a:extLst>
                  <a:ext uri="{FF2B5EF4-FFF2-40B4-BE49-F238E27FC236}">
                    <a16:creationId xmlns:a16="http://schemas.microsoft.com/office/drawing/2014/main" id="{9766A989-C76E-F1C8-8109-E3289E17A3BE}"/>
                  </a:ext>
                </a:extLst>
              </p:cNvPr>
              <p:cNvSpPr/>
              <p:nvPr/>
            </p:nvSpPr>
            <p:spPr>
              <a:xfrm>
                <a:off x="3901821" y="2597810"/>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7" name="Freeform: Shape 3926">
                <a:extLst>
                  <a:ext uri="{FF2B5EF4-FFF2-40B4-BE49-F238E27FC236}">
                    <a16:creationId xmlns:a16="http://schemas.microsoft.com/office/drawing/2014/main" id="{F07B5F79-E479-20DA-DEF8-01798B0A3968}"/>
                  </a:ext>
                </a:extLst>
              </p:cNvPr>
              <p:cNvSpPr/>
              <p:nvPr/>
            </p:nvSpPr>
            <p:spPr>
              <a:xfrm>
                <a:off x="4213555" y="2599905"/>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8" name="Freeform: Shape 3927">
                <a:extLst>
                  <a:ext uri="{FF2B5EF4-FFF2-40B4-BE49-F238E27FC236}">
                    <a16:creationId xmlns:a16="http://schemas.microsoft.com/office/drawing/2014/main" id="{C1814E26-3A9C-A1C7-0B4D-218A52EFBB12}"/>
                  </a:ext>
                </a:extLst>
              </p:cNvPr>
              <p:cNvSpPr/>
              <p:nvPr/>
            </p:nvSpPr>
            <p:spPr>
              <a:xfrm>
                <a:off x="4525289" y="2602039"/>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29" name="Freeform: Shape 3928">
                <a:extLst>
                  <a:ext uri="{FF2B5EF4-FFF2-40B4-BE49-F238E27FC236}">
                    <a16:creationId xmlns:a16="http://schemas.microsoft.com/office/drawing/2014/main" id="{E6EAD958-B0DD-2154-CA04-7D245A452AC7}"/>
                  </a:ext>
                </a:extLst>
              </p:cNvPr>
              <p:cNvSpPr/>
              <p:nvPr/>
            </p:nvSpPr>
            <p:spPr>
              <a:xfrm>
                <a:off x="4836985" y="2604173"/>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0" name="Freeform: Shape 3929">
                <a:extLst>
                  <a:ext uri="{FF2B5EF4-FFF2-40B4-BE49-F238E27FC236}">
                    <a16:creationId xmlns:a16="http://schemas.microsoft.com/office/drawing/2014/main" id="{CA3DBD2E-3276-EFAD-C6EE-08374339D862}"/>
                  </a:ext>
                </a:extLst>
              </p:cNvPr>
              <p:cNvSpPr/>
              <p:nvPr/>
            </p:nvSpPr>
            <p:spPr>
              <a:xfrm>
                <a:off x="5148719" y="2606268"/>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1" name="Freeform: Shape 3930">
                <a:extLst>
                  <a:ext uri="{FF2B5EF4-FFF2-40B4-BE49-F238E27FC236}">
                    <a16:creationId xmlns:a16="http://schemas.microsoft.com/office/drawing/2014/main" id="{8741B0B4-89D0-AF2F-F36E-6C2882DF4F14}"/>
                  </a:ext>
                </a:extLst>
              </p:cNvPr>
              <p:cNvSpPr/>
              <p:nvPr/>
            </p:nvSpPr>
            <p:spPr>
              <a:xfrm>
                <a:off x="5460453" y="2608402"/>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2" name="Freeform: Shape 3931">
                <a:extLst>
                  <a:ext uri="{FF2B5EF4-FFF2-40B4-BE49-F238E27FC236}">
                    <a16:creationId xmlns:a16="http://schemas.microsoft.com/office/drawing/2014/main" id="{78B70BF9-ED61-5178-070F-CC0FFE1B6D09}"/>
                  </a:ext>
                </a:extLst>
              </p:cNvPr>
              <p:cNvSpPr/>
              <p:nvPr/>
            </p:nvSpPr>
            <p:spPr>
              <a:xfrm>
                <a:off x="5772188" y="2610497"/>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3" name="Freeform: Shape 3932">
                <a:extLst>
                  <a:ext uri="{FF2B5EF4-FFF2-40B4-BE49-F238E27FC236}">
                    <a16:creationId xmlns:a16="http://schemas.microsoft.com/office/drawing/2014/main" id="{7CE22213-B04B-F02A-B92D-8FDE94BFD66C}"/>
                  </a:ext>
                </a:extLst>
              </p:cNvPr>
              <p:cNvSpPr/>
              <p:nvPr/>
            </p:nvSpPr>
            <p:spPr>
              <a:xfrm>
                <a:off x="6083884" y="2612631"/>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4" name="Freeform: Shape 3933">
                <a:extLst>
                  <a:ext uri="{FF2B5EF4-FFF2-40B4-BE49-F238E27FC236}">
                    <a16:creationId xmlns:a16="http://schemas.microsoft.com/office/drawing/2014/main" id="{2F8C5AB3-CA91-B6DC-0E79-42000052B278}"/>
                  </a:ext>
                </a:extLst>
              </p:cNvPr>
              <p:cNvSpPr/>
              <p:nvPr/>
            </p:nvSpPr>
            <p:spPr>
              <a:xfrm>
                <a:off x="6395618" y="2614764"/>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5" name="Freeform: Shape 3934">
                <a:extLst>
                  <a:ext uri="{FF2B5EF4-FFF2-40B4-BE49-F238E27FC236}">
                    <a16:creationId xmlns:a16="http://schemas.microsoft.com/office/drawing/2014/main" id="{7AD34CD0-D58F-AD18-BDD7-766A39ED36D4}"/>
                  </a:ext>
                </a:extLst>
              </p:cNvPr>
              <p:cNvSpPr/>
              <p:nvPr/>
            </p:nvSpPr>
            <p:spPr>
              <a:xfrm>
                <a:off x="6707352" y="2616860"/>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6" name="Freeform: Shape 3935">
                <a:extLst>
                  <a:ext uri="{FF2B5EF4-FFF2-40B4-BE49-F238E27FC236}">
                    <a16:creationId xmlns:a16="http://schemas.microsoft.com/office/drawing/2014/main" id="{595C9D26-5D4A-A218-99E7-2F83B853C67C}"/>
                  </a:ext>
                </a:extLst>
              </p:cNvPr>
              <p:cNvSpPr/>
              <p:nvPr/>
            </p:nvSpPr>
            <p:spPr>
              <a:xfrm>
                <a:off x="7019086" y="2618994"/>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7" name="Freeform: Shape 3936">
                <a:extLst>
                  <a:ext uri="{FF2B5EF4-FFF2-40B4-BE49-F238E27FC236}">
                    <a16:creationId xmlns:a16="http://schemas.microsoft.com/office/drawing/2014/main" id="{95DAD6AC-3726-A298-FE3F-39E65325BE20}"/>
                  </a:ext>
                </a:extLst>
              </p:cNvPr>
              <p:cNvSpPr/>
              <p:nvPr/>
            </p:nvSpPr>
            <p:spPr>
              <a:xfrm>
                <a:off x="7330821" y="2621089"/>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8" name="Freeform: Shape 3937">
                <a:extLst>
                  <a:ext uri="{FF2B5EF4-FFF2-40B4-BE49-F238E27FC236}">
                    <a16:creationId xmlns:a16="http://schemas.microsoft.com/office/drawing/2014/main" id="{C08B2B5C-46BE-8A5F-8072-B7CEC5AADDF2}"/>
                  </a:ext>
                </a:extLst>
              </p:cNvPr>
              <p:cNvSpPr/>
              <p:nvPr/>
            </p:nvSpPr>
            <p:spPr>
              <a:xfrm>
                <a:off x="7642517" y="2623223"/>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39" name="Freeform: Shape 3938">
                <a:extLst>
                  <a:ext uri="{FF2B5EF4-FFF2-40B4-BE49-F238E27FC236}">
                    <a16:creationId xmlns:a16="http://schemas.microsoft.com/office/drawing/2014/main" id="{AED8A38C-C4D8-2EC1-D8D1-DB2E7DB9366A}"/>
                  </a:ext>
                </a:extLst>
              </p:cNvPr>
              <p:cNvSpPr/>
              <p:nvPr/>
            </p:nvSpPr>
            <p:spPr>
              <a:xfrm>
                <a:off x="7954251" y="2625356"/>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0" name="Freeform: Shape 3939">
                <a:extLst>
                  <a:ext uri="{FF2B5EF4-FFF2-40B4-BE49-F238E27FC236}">
                    <a16:creationId xmlns:a16="http://schemas.microsoft.com/office/drawing/2014/main" id="{9A48994F-AAF0-444D-E259-77EC680236E0}"/>
                  </a:ext>
                </a:extLst>
              </p:cNvPr>
              <p:cNvSpPr/>
              <p:nvPr/>
            </p:nvSpPr>
            <p:spPr>
              <a:xfrm>
                <a:off x="8265985" y="2627452"/>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1" name="Freeform: Shape 3940">
                <a:extLst>
                  <a:ext uri="{FF2B5EF4-FFF2-40B4-BE49-F238E27FC236}">
                    <a16:creationId xmlns:a16="http://schemas.microsoft.com/office/drawing/2014/main" id="{F52C9D5F-1F90-4B21-D3D8-B6B8B9ACAFB7}"/>
                  </a:ext>
                </a:extLst>
              </p:cNvPr>
              <p:cNvSpPr/>
              <p:nvPr/>
            </p:nvSpPr>
            <p:spPr>
              <a:xfrm>
                <a:off x="8577719" y="2629585"/>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2" name="Freeform: Shape 3941">
                <a:extLst>
                  <a:ext uri="{FF2B5EF4-FFF2-40B4-BE49-F238E27FC236}">
                    <a16:creationId xmlns:a16="http://schemas.microsoft.com/office/drawing/2014/main" id="{AB1A3AA1-F5C9-A476-0D67-CC4753B60820}"/>
                  </a:ext>
                </a:extLst>
              </p:cNvPr>
              <p:cNvSpPr/>
              <p:nvPr/>
            </p:nvSpPr>
            <p:spPr>
              <a:xfrm>
                <a:off x="8889453" y="2631681"/>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3" name="Freeform: Shape 3942">
                <a:extLst>
                  <a:ext uri="{FF2B5EF4-FFF2-40B4-BE49-F238E27FC236}">
                    <a16:creationId xmlns:a16="http://schemas.microsoft.com/office/drawing/2014/main" id="{136EF6C2-6F4A-AA3D-6AA7-CE1108E59BF6}"/>
                  </a:ext>
                </a:extLst>
              </p:cNvPr>
              <p:cNvSpPr/>
              <p:nvPr/>
            </p:nvSpPr>
            <p:spPr>
              <a:xfrm>
                <a:off x="9201150" y="2633814"/>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4" name="Freeform: Shape 3943">
                <a:extLst>
                  <a:ext uri="{FF2B5EF4-FFF2-40B4-BE49-F238E27FC236}">
                    <a16:creationId xmlns:a16="http://schemas.microsoft.com/office/drawing/2014/main" id="{71FA3F79-74AC-6146-6B3C-2552B2FC5110}"/>
                  </a:ext>
                </a:extLst>
              </p:cNvPr>
              <p:cNvSpPr/>
              <p:nvPr/>
            </p:nvSpPr>
            <p:spPr>
              <a:xfrm>
                <a:off x="9512884" y="263594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5" name="Freeform: Shape 3944">
                <a:extLst>
                  <a:ext uri="{FF2B5EF4-FFF2-40B4-BE49-F238E27FC236}">
                    <a16:creationId xmlns:a16="http://schemas.microsoft.com/office/drawing/2014/main" id="{22C1D38D-38D2-543C-3EC3-36A0FE7D9C1A}"/>
                  </a:ext>
                </a:extLst>
              </p:cNvPr>
              <p:cNvSpPr/>
              <p:nvPr/>
            </p:nvSpPr>
            <p:spPr>
              <a:xfrm>
                <a:off x="9824618" y="2638044"/>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6" name="Freeform: Shape 3945">
                <a:extLst>
                  <a:ext uri="{FF2B5EF4-FFF2-40B4-BE49-F238E27FC236}">
                    <a16:creationId xmlns:a16="http://schemas.microsoft.com/office/drawing/2014/main" id="{01F61FC5-4435-21E3-4AFB-5248BB42FC32}"/>
                  </a:ext>
                </a:extLst>
              </p:cNvPr>
              <p:cNvSpPr/>
              <p:nvPr/>
            </p:nvSpPr>
            <p:spPr>
              <a:xfrm>
                <a:off x="10136352" y="2640177"/>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7" name="Freeform: Shape 3946">
                <a:extLst>
                  <a:ext uri="{FF2B5EF4-FFF2-40B4-BE49-F238E27FC236}">
                    <a16:creationId xmlns:a16="http://schemas.microsoft.com/office/drawing/2014/main" id="{455EBF2A-C3DA-2646-8C33-3E89177F4848}"/>
                  </a:ext>
                </a:extLst>
              </p:cNvPr>
              <p:cNvSpPr/>
              <p:nvPr/>
            </p:nvSpPr>
            <p:spPr>
              <a:xfrm>
                <a:off x="10448086" y="2642311"/>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8" name="Freeform: Shape 3947">
                <a:extLst>
                  <a:ext uri="{FF2B5EF4-FFF2-40B4-BE49-F238E27FC236}">
                    <a16:creationId xmlns:a16="http://schemas.microsoft.com/office/drawing/2014/main" id="{338F2342-6951-F6AA-576F-5A714119C7C8}"/>
                  </a:ext>
                </a:extLst>
              </p:cNvPr>
              <p:cNvSpPr/>
              <p:nvPr/>
            </p:nvSpPr>
            <p:spPr>
              <a:xfrm>
                <a:off x="10759782" y="2644406"/>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49" name="Freeform: Shape 3948">
                <a:extLst>
                  <a:ext uri="{FF2B5EF4-FFF2-40B4-BE49-F238E27FC236}">
                    <a16:creationId xmlns:a16="http://schemas.microsoft.com/office/drawing/2014/main" id="{680CE0FF-A160-5ECA-7095-7DCE61583AD6}"/>
                  </a:ext>
                </a:extLst>
              </p:cNvPr>
              <p:cNvSpPr/>
              <p:nvPr/>
            </p:nvSpPr>
            <p:spPr>
              <a:xfrm>
                <a:off x="11071517" y="2646540"/>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0" name="Freeform: Shape 3949">
                <a:extLst>
                  <a:ext uri="{FF2B5EF4-FFF2-40B4-BE49-F238E27FC236}">
                    <a16:creationId xmlns:a16="http://schemas.microsoft.com/office/drawing/2014/main" id="{7C9F2724-176D-D83E-007E-CA00BB65F6A3}"/>
                  </a:ext>
                </a:extLst>
              </p:cNvPr>
              <p:cNvSpPr/>
              <p:nvPr/>
            </p:nvSpPr>
            <p:spPr>
              <a:xfrm>
                <a:off x="1096289" y="2886875"/>
                <a:ext cx="159791" cy="159791"/>
              </a:xfrm>
              <a:custGeom>
                <a:avLst/>
                <a:gdLst>
                  <a:gd name="connsiteX0" fmla="*/ 0 w 159791"/>
                  <a:gd name="connsiteY0" fmla="*/ 0 h 159791"/>
                  <a:gd name="connsiteX1" fmla="*/ 159791 w 159791"/>
                  <a:gd name="connsiteY1" fmla="*/ 0 h 159791"/>
                  <a:gd name="connsiteX2" fmla="*/ 159791 w 159791"/>
                  <a:gd name="connsiteY2" fmla="*/ 159792 h 159791"/>
                  <a:gd name="connsiteX3" fmla="*/ 0 w 159791"/>
                  <a:gd name="connsiteY3" fmla="*/ 159792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2"/>
                    </a:lnTo>
                    <a:lnTo>
                      <a:pt x="0" y="15979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1" name="Freeform: Shape 3950">
                <a:extLst>
                  <a:ext uri="{FF2B5EF4-FFF2-40B4-BE49-F238E27FC236}">
                    <a16:creationId xmlns:a16="http://schemas.microsoft.com/office/drawing/2014/main" id="{362026CB-BAF8-76E4-D920-955E4E081875}"/>
                  </a:ext>
                </a:extLst>
              </p:cNvPr>
              <p:cNvSpPr/>
              <p:nvPr/>
            </p:nvSpPr>
            <p:spPr>
              <a:xfrm>
                <a:off x="1408023" y="2889008"/>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2" name="Freeform: Shape 3951">
                <a:extLst>
                  <a:ext uri="{FF2B5EF4-FFF2-40B4-BE49-F238E27FC236}">
                    <a16:creationId xmlns:a16="http://schemas.microsoft.com/office/drawing/2014/main" id="{4029171B-5B01-5662-54B5-91D40739FF93}"/>
                  </a:ext>
                </a:extLst>
              </p:cNvPr>
              <p:cNvSpPr/>
              <p:nvPr/>
            </p:nvSpPr>
            <p:spPr>
              <a:xfrm>
                <a:off x="1719719" y="2891104"/>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3" name="Freeform: Shape 3952">
                <a:extLst>
                  <a:ext uri="{FF2B5EF4-FFF2-40B4-BE49-F238E27FC236}">
                    <a16:creationId xmlns:a16="http://schemas.microsoft.com/office/drawing/2014/main" id="{55511E0A-6A32-5E8E-28DE-B11669299599}"/>
                  </a:ext>
                </a:extLst>
              </p:cNvPr>
              <p:cNvSpPr/>
              <p:nvPr/>
            </p:nvSpPr>
            <p:spPr>
              <a:xfrm>
                <a:off x="2031453" y="2893237"/>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4" name="Freeform: Shape 3953">
                <a:extLst>
                  <a:ext uri="{FF2B5EF4-FFF2-40B4-BE49-F238E27FC236}">
                    <a16:creationId xmlns:a16="http://schemas.microsoft.com/office/drawing/2014/main" id="{B22F6C6C-CD32-F33A-7F93-9BCAB7AD0992}"/>
                  </a:ext>
                </a:extLst>
              </p:cNvPr>
              <p:cNvSpPr/>
              <p:nvPr/>
            </p:nvSpPr>
            <p:spPr>
              <a:xfrm>
                <a:off x="2343188" y="2895371"/>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5" name="Freeform: Shape 3954">
                <a:extLst>
                  <a:ext uri="{FF2B5EF4-FFF2-40B4-BE49-F238E27FC236}">
                    <a16:creationId xmlns:a16="http://schemas.microsoft.com/office/drawing/2014/main" id="{AB24CDE8-1BB2-062C-56A6-314DE2A9147A}"/>
                  </a:ext>
                </a:extLst>
              </p:cNvPr>
              <p:cNvSpPr/>
              <p:nvPr/>
            </p:nvSpPr>
            <p:spPr>
              <a:xfrm>
                <a:off x="2654922" y="2897466"/>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6" name="Freeform: Shape 3955">
                <a:extLst>
                  <a:ext uri="{FF2B5EF4-FFF2-40B4-BE49-F238E27FC236}">
                    <a16:creationId xmlns:a16="http://schemas.microsoft.com/office/drawing/2014/main" id="{FBDC6AF4-7C6B-7319-D48B-8530FE32FE44}"/>
                  </a:ext>
                </a:extLst>
              </p:cNvPr>
              <p:cNvSpPr/>
              <p:nvPr/>
            </p:nvSpPr>
            <p:spPr>
              <a:xfrm>
                <a:off x="2966656" y="2899600"/>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7" name="Freeform: Shape 3956">
                <a:extLst>
                  <a:ext uri="{FF2B5EF4-FFF2-40B4-BE49-F238E27FC236}">
                    <a16:creationId xmlns:a16="http://schemas.microsoft.com/office/drawing/2014/main" id="{1B5DEB99-EA65-1987-49E7-B71378B32EA4}"/>
                  </a:ext>
                </a:extLst>
              </p:cNvPr>
              <p:cNvSpPr/>
              <p:nvPr/>
            </p:nvSpPr>
            <p:spPr>
              <a:xfrm>
                <a:off x="3278352" y="2901696"/>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8" name="Freeform: Shape 3957">
                <a:extLst>
                  <a:ext uri="{FF2B5EF4-FFF2-40B4-BE49-F238E27FC236}">
                    <a16:creationId xmlns:a16="http://schemas.microsoft.com/office/drawing/2014/main" id="{3C54081E-668E-CC7B-C88C-225207DF6288}"/>
                  </a:ext>
                </a:extLst>
              </p:cNvPr>
              <p:cNvSpPr/>
              <p:nvPr/>
            </p:nvSpPr>
            <p:spPr>
              <a:xfrm>
                <a:off x="3590086" y="2903829"/>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59" name="Freeform: Shape 3958">
                <a:extLst>
                  <a:ext uri="{FF2B5EF4-FFF2-40B4-BE49-F238E27FC236}">
                    <a16:creationId xmlns:a16="http://schemas.microsoft.com/office/drawing/2014/main" id="{DD6F0578-5259-80CD-38B3-E31B36A7795D}"/>
                  </a:ext>
                </a:extLst>
              </p:cNvPr>
              <p:cNvSpPr/>
              <p:nvPr/>
            </p:nvSpPr>
            <p:spPr>
              <a:xfrm>
                <a:off x="3901821" y="2905963"/>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0" name="Freeform: Shape 3959">
                <a:extLst>
                  <a:ext uri="{FF2B5EF4-FFF2-40B4-BE49-F238E27FC236}">
                    <a16:creationId xmlns:a16="http://schemas.microsoft.com/office/drawing/2014/main" id="{F549E0B4-03CC-A2C4-026C-9C24CDFA50A3}"/>
                  </a:ext>
                </a:extLst>
              </p:cNvPr>
              <p:cNvSpPr/>
              <p:nvPr/>
            </p:nvSpPr>
            <p:spPr>
              <a:xfrm>
                <a:off x="4213555" y="2908058"/>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1" name="Freeform: Shape 3960">
                <a:extLst>
                  <a:ext uri="{FF2B5EF4-FFF2-40B4-BE49-F238E27FC236}">
                    <a16:creationId xmlns:a16="http://schemas.microsoft.com/office/drawing/2014/main" id="{AD1C6DE2-7805-3DDE-90CD-EF1F3B2A3AF1}"/>
                  </a:ext>
                </a:extLst>
              </p:cNvPr>
              <p:cNvSpPr/>
              <p:nvPr/>
            </p:nvSpPr>
            <p:spPr>
              <a:xfrm>
                <a:off x="4525289" y="2910192"/>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2" name="Freeform: Shape 3961">
                <a:extLst>
                  <a:ext uri="{FF2B5EF4-FFF2-40B4-BE49-F238E27FC236}">
                    <a16:creationId xmlns:a16="http://schemas.microsoft.com/office/drawing/2014/main" id="{DA295578-4854-6414-96D8-575E4FC2A00A}"/>
                  </a:ext>
                </a:extLst>
              </p:cNvPr>
              <p:cNvSpPr/>
              <p:nvPr/>
            </p:nvSpPr>
            <p:spPr>
              <a:xfrm>
                <a:off x="4836985" y="2912287"/>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3" name="Freeform: Shape 3962">
                <a:extLst>
                  <a:ext uri="{FF2B5EF4-FFF2-40B4-BE49-F238E27FC236}">
                    <a16:creationId xmlns:a16="http://schemas.microsoft.com/office/drawing/2014/main" id="{FB98CFDE-17F2-54A6-700C-B85EB985F671}"/>
                  </a:ext>
                </a:extLst>
              </p:cNvPr>
              <p:cNvSpPr/>
              <p:nvPr/>
            </p:nvSpPr>
            <p:spPr>
              <a:xfrm>
                <a:off x="5148719" y="2914421"/>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4" name="Freeform: Shape 3963">
                <a:extLst>
                  <a:ext uri="{FF2B5EF4-FFF2-40B4-BE49-F238E27FC236}">
                    <a16:creationId xmlns:a16="http://schemas.microsoft.com/office/drawing/2014/main" id="{4910F3B4-C490-CFA0-9114-F1059D972135}"/>
                  </a:ext>
                </a:extLst>
              </p:cNvPr>
              <p:cNvSpPr/>
              <p:nvPr/>
            </p:nvSpPr>
            <p:spPr>
              <a:xfrm>
                <a:off x="5460453" y="2916555"/>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5" name="Freeform: Shape 3964">
                <a:extLst>
                  <a:ext uri="{FF2B5EF4-FFF2-40B4-BE49-F238E27FC236}">
                    <a16:creationId xmlns:a16="http://schemas.microsoft.com/office/drawing/2014/main" id="{7450890C-712C-2D10-7C84-3567EFB73B5F}"/>
                  </a:ext>
                </a:extLst>
              </p:cNvPr>
              <p:cNvSpPr/>
              <p:nvPr/>
            </p:nvSpPr>
            <p:spPr>
              <a:xfrm>
                <a:off x="5772188" y="2918650"/>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6" name="Freeform: Shape 3965">
                <a:extLst>
                  <a:ext uri="{FF2B5EF4-FFF2-40B4-BE49-F238E27FC236}">
                    <a16:creationId xmlns:a16="http://schemas.microsoft.com/office/drawing/2014/main" id="{7EDD9E41-2C9A-34F4-B180-4D5AF05E669D}"/>
                  </a:ext>
                </a:extLst>
              </p:cNvPr>
              <p:cNvSpPr/>
              <p:nvPr/>
            </p:nvSpPr>
            <p:spPr>
              <a:xfrm>
                <a:off x="6083884" y="2920784"/>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7" name="Freeform: Shape 3966">
                <a:extLst>
                  <a:ext uri="{FF2B5EF4-FFF2-40B4-BE49-F238E27FC236}">
                    <a16:creationId xmlns:a16="http://schemas.microsoft.com/office/drawing/2014/main" id="{59AF8FE3-7989-08B3-6C47-A48EC0E613E1}"/>
                  </a:ext>
                </a:extLst>
              </p:cNvPr>
              <p:cNvSpPr/>
              <p:nvPr/>
            </p:nvSpPr>
            <p:spPr>
              <a:xfrm>
                <a:off x="6395618" y="2922879"/>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8" name="Freeform: Shape 3967">
                <a:extLst>
                  <a:ext uri="{FF2B5EF4-FFF2-40B4-BE49-F238E27FC236}">
                    <a16:creationId xmlns:a16="http://schemas.microsoft.com/office/drawing/2014/main" id="{66C1AC43-43DB-A222-8F72-C93545847E98}"/>
                  </a:ext>
                </a:extLst>
              </p:cNvPr>
              <p:cNvSpPr/>
              <p:nvPr/>
            </p:nvSpPr>
            <p:spPr>
              <a:xfrm>
                <a:off x="6707352" y="2925013"/>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69" name="Freeform: Shape 3968">
                <a:extLst>
                  <a:ext uri="{FF2B5EF4-FFF2-40B4-BE49-F238E27FC236}">
                    <a16:creationId xmlns:a16="http://schemas.microsoft.com/office/drawing/2014/main" id="{99C6EF8C-F2D9-940C-1875-8612F2D6B7B7}"/>
                  </a:ext>
                </a:extLst>
              </p:cNvPr>
              <p:cNvSpPr/>
              <p:nvPr/>
            </p:nvSpPr>
            <p:spPr>
              <a:xfrm>
                <a:off x="7019086" y="2927146"/>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0" name="Freeform: Shape 3969">
                <a:extLst>
                  <a:ext uri="{FF2B5EF4-FFF2-40B4-BE49-F238E27FC236}">
                    <a16:creationId xmlns:a16="http://schemas.microsoft.com/office/drawing/2014/main" id="{BB43CE05-4506-33CB-328D-3B088E34B0C3}"/>
                  </a:ext>
                </a:extLst>
              </p:cNvPr>
              <p:cNvSpPr/>
              <p:nvPr/>
            </p:nvSpPr>
            <p:spPr>
              <a:xfrm>
                <a:off x="7330821" y="2929242"/>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1" name="Freeform: Shape 3970">
                <a:extLst>
                  <a:ext uri="{FF2B5EF4-FFF2-40B4-BE49-F238E27FC236}">
                    <a16:creationId xmlns:a16="http://schemas.microsoft.com/office/drawing/2014/main" id="{5F1A2803-7223-87DE-7E9B-2CC8D1B363AC}"/>
                  </a:ext>
                </a:extLst>
              </p:cNvPr>
              <p:cNvSpPr/>
              <p:nvPr/>
            </p:nvSpPr>
            <p:spPr>
              <a:xfrm>
                <a:off x="7642517" y="2931375"/>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2" name="Freeform: Shape 3971">
                <a:extLst>
                  <a:ext uri="{FF2B5EF4-FFF2-40B4-BE49-F238E27FC236}">
                    <a16:creationId xmlns:a16="http://schemas.microsoft.com/office/drawing/2014/main" id="{A22E6B2D-6521-456D-7A9C-E0D095C176B0}"/>
                  </a:ext>
                </a:extLst>
              </p:cNvPr>
              <p:cNvSpPr/>
              <p:nvPr/>
            </p:nvSpPr>
            <p:spPr>
              <a:xfrm>
                <a:off x="7954251" y="2933509"/>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3" name="Freeform: Shape 3972">
                <a:extLst>
                  <a:ext uri="{FF2B5EF4-FFF2-40B4-BE49-F238E27FC236}">
                    <a16:creationId xmlns:a16="http://schemas.microsoft.com/office/drawing/2014/main" id="{62E5B41C-4930-A009-9860-AE77EB85F130}"/>
                  </a:ext>
                </a:extLst>
              </p:cNvPr>
              <p:cNvSpPr/>
              <p:nvPr/>
            </p:nvSpPr>
            <p:spPr>
              <a:xfrm>
                <a:off x="8265985" y="2935605"/>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4" name="Freeform: Shape 3973">
                <a:extLst>
                  <a:ext uri="{FF2B5EF4-FFF2-40B4-BE49-F238E27FC236}">
                    <a16:creationId xmlns:a16="http://schemas.microsoft.com/office/drawing/2014/main" id="{0DC43C31-949C-915F-3554-4ACB86265733}"/>
                  </a:ext>
                </a:extLst>
              </p:cNvPr>
              <p:cNvSpPr/>
              <p:nvPr/>
            </p:nvSpPr>
            <p:spPr>
              <a:xfrm>
                <a:off x="8577719" y="2937738"/>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5" name="Freeform: Shape 3974">
                <a:extLst>
                  <a:ext uri="{FF2B5EF4-FFF2-40B4-BE49-F238E27FC236}">
                    <a16:creationId xmlns:a16="http://schemas.microsoft.com/office/drawing/2014/main" id="{AC2432AA-E254-78B7-325A-255CDF8CF161}"/>
                  </a:ext>
                </a:extLst>
              </p:cNvPr>
              <p:cNvSpPr/>
              <p:nvPr/>
            </p:nvSpPr>
            <p:spPr>
              <a:xfrm>
                <a:off x="8889453" y="2939834"/>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6" name="Freeform: Shape 3975">
                <a:extLst>
                  <a:ext uri="{FF2B5EF4-FFF2-40B4-BE49-F238E27FC236}">
                    <a16:creationId xmlns:a16="http://schemas.microsoft.com/office/drawing/2014/main" id="{78143AAD-A8D0-E15E-EFDF-B7EC8E0B96E7}"/>
                  </a:ext>
                </a:extLst>
              </p:cNvPr>
              <p:cNvSpPr/>
              <p:nvPr/>
            </p:nvSpPr>
            <p:spPr>
              <a:xfrm>
                <a:off x="9201150" y="2941967"/>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7" name="Freeform: Shape 3976">
                <a:extLst>
                  <a:ext uri="{FF2B5EF4-FFF2-40B4-BE49-F238E27FC236}">
                    <a16:creationId xmlns:a16="http://schemas.microsoft.com/office/drawing/2014/main" id="{355BBA22-93D0-2CD0-39E7-69C99E79F2B7}"/>
                  </a:ext>
                </a:extLst>
              </p:cNvPr>
              <p:cNvSpPr/>
              <p:nvPr/>
            </p:nvSpPr>
            <p:spPr>
              <a:xfrm>
                <a:off x="9512884" y="2944101"/>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8" name="Freeform: Shape 3977">
                <a:extLst>
                  <a:ext uri="{FF2B5EF4-FFF2-40B4-BE49-F238E27FC236}">
                    <a16:creationId xmlns:a16="http://schemas.microsoft.com/office/drawing/2014/main" id="{67270453-5B26-FB83-C1EC-08A3EA700CFC}"/>
                  </a:ext>
                </a:extLst>
              </p:cNvPr>
              <p:cNvSpPr/>
              <p:nvPr/>
            </p:nvSpPr>
            <p:spPr>
              <a:xfrm>
                <a:off x="9824618" y="2946196"/>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79" name="Freeform: Shape 3978">
                <a:extLst>
                  <a:ext uri="{FF2B5EF4-FFF2-40B4-BE49-F238E27FC236}">
                    <a16:creationId xmlns:a16="http://schemas.microsoft.com/office/drawing/2014/main" id="{0C166DFE-5BC8-C191-D553-E5CE624AF31F}"/>
                  </a:ext>
                </a:extLst>
              </p:cNvPr>
              <p:cNvSpPr/>
              <p:nvPr/>
            </p:nvSpPr>
            <p:spPr>
              <a:xfrm>
                <a:off x="10136352" y="2948330"/>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0" name="Freeform: Shape 3979">
                <a:extLst>
                  <a:ext uri="{FF2B5EF4-FFF2-40B4-BE49-F238E27FC236}">
                    <a16:creationId xmlns:a16="http://schemas.microsoft.com/office/drawing/2014/main" id="{122523F0-A0E4-DC84-B031-A170CDB6CC5F}"/>
                  </a:ext>
                </a:extLst>
              </p:cNvPr>
              <p:cNvSpPr/>
              <p:nvPr/>
            </p:nvSpPr>
            <p:spPr>
              <a:xfrm>
                <a:off x="10448086" y="2950425"/>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1" name="Freeform: Shape 3980">
                <a:extLst>
                  <a:ext uri="{FF2B5EF4-FFF2-40B4-BE49-F238E27FC236}">
                    <a16:creationId xmlns:a16="http://schemas.microsoft.com/office/drawing/2014/main" id="{742217BC-676D-A382-08D0-D230E5D94B82}"/>
                  </a:ext>
                </a:extLst>
              </p:cNvPr>
              <p:cNvSpPr/>
              <p:nvPr/>
            </p:nvSpPr>
            <p:spPr>
              <a:xfrm>
                <a:off x="10759782" y="2952559"/>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2" name="Freeform: Shape 3981">
                <a:extLst>
                  <a:ext uri="{FF2B5EF4-FFF2-40B4-BE49-F238E27FC236}">
                    <a16:creationId xmlns:a16="http://schemas.microsoft.com/office/drawing/2014/main" id="{9A3FCBA2-63B5-50B5-B559-FCAAA1C77346}"/>
                  </a:ext>
                </a:extLst>
              </p:cNvPr>
              <p:cNvSpPr/>
              <p:nvPr/>
            </p:nvSpPr>
            <p:spPr>
              <a:xfrm>
                <a:off x="11071517" y="2954693"/>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3" name="Freeform: Shape 3982">
                <a:extLst>
                  <a:ext uri="{FF2B5EF4-FFF2-40B4-BE49-F238E27FC236}">
                    <a16:creationId xmlns:a16="http://schemas.microsoft.com/office/drawing/2014/main" id="{F4D7EC03-E236-06A7-90D2-60FD34E44C64}"/>
                  </a:ext>
                </a:extLst>
              </p:cNvPr>
              <p:cNvSpPr/>
              <p:nvPr/>
            </p:nvSpPr>
            <p:spPr>
              <a:xfrm>
                <a:off x="1096289" y="3195027"/>
                <a:ext cx="159791" cy="159791"/>
              </a:xfrm>
              <a:custGeom>
                <a:avLst/>
                <a:gdLst>
                  <a:gd name="connsiteX0" fmla="*/ 0 w 159791"/>
                  <a:gd name="connsiteY0" fmla="*/ 0 h 159791"/>
                  <a:gd name="connsiteX1" fmla="*/ 159791 w 159791"/>
                  <a:gd name="connsiteY1" fmla="*/ 0 h 159791"/>
                  <a:gd name="connsiteX2" fmla="*/ 159791 w 159791"/>
                  <a:gd name="connsiteY2" fmla="*/ 159792 h 159791"/>
                  <a:gd name="connsiteX3" fmla="*/ 0 w 159791"/>
                  <a:gd name="connsiteY3" fmla="*/ 159792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2"/>
                    </a:lnTo>
                    <a:lnTo>
                      <a:pt x="0" y="15979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4" name="Freeform: Shape 3983">
                <a:extLst>
                  <a:ext uri="{FF2B5EF4-FFF2-40B4-BE49-F238E27FC236}">
                    <a16:creationId xmlns:a16="http://schemas.microsoft.com/office/drawing/2014/main" id="{1B630282-00FB-85D1-58E2-D0C468E3D515}"/>
                  </a:ext>
                </a:extLst>
              </p:cNvPr>
              <p:cNvSpPr/>
              <p:nvPr/>
            </p:nvSpPr>
            <p:spPr>
              <a:xfrm>
                <a:off x="1408023" y="3197161"/>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5" name="Freeform: Shape 3984">
                <a:extLst>
                  <a:ext uri="{FF2B5EF4-FFF2-40B4-BE49-F238E27FC236}">
                    <a16:creationId xmlns:a16="http://schemas.microsoft.com/office/drawing/2014/main" id="{A5CF406F-3D20-EC4D-8408-0C6173DDFE55}"/>
                  </a:ext>
                </a:extLst>
              </p:cNvPr>
              <p:cNvSpPr/>
              <p:nvPr/>
            </p:nvSpPr>
            <p:spPr>
              <a:xfrm>
                <a:off x="1719719" y="3199257"/>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6" name="Freeform: Shape 3985">
                <a:extLst>
                  <a:ext uri="{FF2B5EF4-FFF2-40B4-BE49-F238E27FC236}">
                    <a16:creationId xmlns:a16="http://schemas.microsoft.com/office/drawing/2014/main" id="{D49260BF-E3DE-6323-2535-4B4A56AEFAEA}"/>
                  </a:ext>
                </a:extLst>
              </p:cNvPr>
              <p:cNvSpPr/>
              <p:nvPr/>
            </p:nvSpPr>
            <p:spPr>
              <a:xfrm>
                <a:off x="2031453" y="3201390"/>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7" name="Freeform: Shape 3986">
                <a:extLst>
                  <a:ext uri="{FF2B5EF4-FFF2-40B4-BE49-F238E27FC236}">
                    <a16:creationId xmlns:a16="http://schemas.microsoft.com/office/drawing/2014/main" id="{3E4C0F65-7DEC-D6D5-B41D-1CFFB79CC9B3}"/>
                  </a:ext>
                </a:extLst>
              </p:cNvPr>
              <p:cNvSpPr/>
              <p:nvPr/>
            </p:nvSpPr>
            <p:spPr>
              <a:xfrm>
                <a:off x="2343188" y="3203486"/>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8" name="Freeform: Shape 3987">
                <a:extLst>
                  <a:ext uri="{FF2B5EF4-FFF2-40B4-BE49-F238E27FC236}">
                    <a16:creationId xmlns:a16="http://schemas.microsoft.com/office/drawing/2014/main" id="{F7034B65-21F2-1F62-A072-A915ABEE272C}"/>
                  </a:ext>
                </a:extLst>
              </p:cNvPr>
              <p:cNvSpPr/>
              <p:nvPr/>
            </p:nvSpPr>
            <p:spPr>
              <a:xfrm>
                <a:off x="2654922" y="3205619"/>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89" name="Freeform: Shape 3988">
                <a:extLst>
                  <a:ext uri="{FF2B5EF4-FFF2-40B4-BE49-F238E27FC236}">
                    <a16:creationId xmlns:a16="http://schemas.microsoft.com/office/drawing/2014/main" id="{BABC32FD-2F54-2F5A-4D7F-E3787E6276D4}"/>
                  </a:ext>
                </a:extLst>
              </p:cNvPr>
              <p:cNvSpPr/>
              <p:nvPr/>
            </p:nvSpPr>
            <p:spPr>
              <a:xfrm>
                <a:off x="2966656" y="320775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0" name="Freeform: Shape 3989">
                <a:extLst>
                  <a:ext uri="{FF2B5EF4-FFF2-40B4-BE49-F238E27FC236}">
                    <a16:creationId xmlns:a16="http://schemas.microsoft.com/office/drawing/2014/main" id="{4019BE6C-1B58-C79F-6FE5-8185F77635CD}"/>
                  </a:ext>
                </a:extLst>
              </p:cNvPr>
              <p:cNvSpPr/>
              <p:nvPr/>
            </p:nvSpPr>
            <p:spPr>
              <a:xfrm>
                <a:off x="3278352" y="3209848"/>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1" name="Freeform: Shape 3990">
                <a:extLst>
                  <a:ext uri="{FF2B5EF4-FFF2-40B4-BE49-F238E27FC236}">
                    <a16:creationId xmlns:a16="http://schemas.microsoft.com/office/drawing/2014/main" id="{93A4D577-45F6-62C5-6301-958E5746DCB5}"/>
                  </a:ext>
                </a:extLst>
              </p:cNvPr>
              <p:cNvSpPr/>
              <p:nvPr/>
            </p:nvSpPr>
            <p:spPr>
              <a:xfrm>
                <a:off x="3590086" y="3211982"/>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2" name="Freeform: Shape 3991">
                <a:extLst>
                  <a:ext uri="{FF2B5EF4-FFF2-40B4-BE49-F238E27FC236}">
                    <a16:creationId xmlns:a16="http://schemas.microsoft.com/office/drawing/2014/main" id="{EFFBF687-523C-9C37-B6D6-86EC9A878CE4}"/>
                  </a:ext>
                </a:extLst>
              </p:cNvPr>
              <p:cNvSpPr/>
              <p:nvPr/>
            </p:nvSpPr>
            <p:spPr>
              <a:xfrm>
                <a:off x="3901821" y="3214077"/>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3" name="Freeform: Shape 3992">
                <a:extLst>
                  <a:ext uri="{FF2B5EF4-FFF2-40B4-BE49-F238E27FC236}">
                    <a16:creationId xmlns:a16="http://schemas.microsoft.com/office/drawing/2014/main" id="{4238BCB9-813A-24D1-8581-FCAF04572417}"/>
                  </a:ext>
                </a:extLst>
              </p:cNvPr>
              <p:cNvSpPr/>
              <p:nvPr/>
            </p:nvSpPr>
            <p:spPr>
              <a:xfrm>
                <a:off x="4213555" y="3216211"/>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4" name="Freeform: Shape 3993">
                <a:extLst>
                  <a:ext uri="{FF2B5EF4-FFF2-40B4-BE49-F238E27FC236}">
                    <a16:creationId xmlns:a16="http://schemas.microsoft.com/office/drawing/2014/main" id="{FEBA926B-C282-A0F0-3EE8-508C202FDFE9}"/>
                  </a:ext>
                </a:extLst>
              </p:cNvPr>
              <p:cNvSpPr/>
              <p:nvPr/>
            </p:nvSpPr>
            <p:spPr>
              <a:xfrm>
                <a:off x="4525289" y="3218345"/>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5" name="Freeform: Shape 3994">
                <a:extLst>
                  <a:ext uri="{FF2B5EF4-FFF2-40B4-BE49-F238E27FC236}">
                    <a16:creationId xmlns:a16="http://schemas.microsoft.com/office/drawing/2014/main" id="{FC5F8BB6-36EF-B7B9-4B34-FFE4EFDE6DDB}"/>
                  </a:ext>
                </a:extLst>
              </p:cNvPr>
              <p:cNvSpPr/>
              <p:nvPr/>
            </p:nvSpPr>
            <p:spPr>
              <a:xfrm>
                <a:off x="4836985" y="322044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6" name="Freeform: Shape 3995">
                <a:extLst>
                  <a:ext uri="{FF2B5EF4-FFF2-40B4-BE49-F238E27FC236}">
                    <a16:creationId xmlns:a16="http://schemas.microsoft.com/office/drawing/2014/main" id="{F4F8AD75-9A5E-AF09-0266-340DDF1903AC}"/>
                  </a:ext>
                </a:extLst>
              </p:cNvPr>
              <p:cNvSpPr/>
              <p:nvPr/>
            </p:nvSpPr>
            <p:spPr>
              <a:xfrm>
                <a:off x="5148719" y="3222574"/>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7" name="Freeform: Shape 3996">
                <a:extLst>
                  <a:ext uri="{FF2B5EF4-FFF2-40B4-BE49-F238E27FC236}">
                    <a16:creationId xmlns:a16="http://schemas.microsoft.com/office/drawing/2014/main" id="{D5A87799-ACE0-16B8-35C4-CC50DA8C8DEE}"/>
                  </a:ext>
                </a:extLst>
              </p:cNvPr>
              <p:cNvSpPr/>
              <p:nvPr/>
            </p:nvSpPr>
            <p:spPr>
              <a:xfrm>
                <a:off x="5460453" y="3224707"/>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8" name="Freeform: Shape 3997">
                <a:extLst>
                  <a:ext uri="{FF2B5EF4-FFF2-40B4-BE49-F238E27FC236}">
                    <a16:creationId xmlns:a16="http://schemas.microsoft.com/office/drawing/2014/main" id="{634CB19F-A526-0B70-C00A-5C4D8C47A29A}"/>
                  </a:ext>
                </a:extLst>
              </p:cNvPr>
              <p:cNvSpPr/>
              <p:nvPr/>
            </p:nvSpPr>
            <p:spPr>
              <a:xfrm>
                <a:off x="5772188" y="3226803"/>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99" name="Freeform: Shape 3998">
                <a:extLst>
                  <a:ext uri="{FF2B5EF4-FFF2-40B4-BE49-F238E27FC236}">
                    <a16:creationId xmlns:a16="http://schemas.microsoft.com/office/drawing/2014/main" id="{A698F3A1-2BCE-CC1A-BD8F-9503A4EF888B}"/>
                  </a:ext>
                </a:extLst>
              </p:cNvPr>
              <p:cNvSpPr/>
              <p:nvPr/>
            </p:nvSpPr>
            <p:spPr>
              <a:xfrm>
                <a:off x="6083884" y="3228936"/>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0" name="Freeform: Shape 3999">
                <a:extLst>
                  <a:ext uri="{FF2B5EF4-FFF2-40B4-BE49-F238E27FC236}">
                    <a16:creationId xmlns:a16="http://schemas.microsoft.com/office/drawing/2014/main" id="{D70A9176-36DC-11AD-894B-200CFEED4FED}"/>
                  </a:ext>
                </a:extLst>
              </p:cNvPr>
              <p:cNvSpPr/>
              <p:nvPr/>
            </p:nvSpPr>
            <p:spPr>
              <a:xfrm>
                <a:off x="6395618" y="3231032"/>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1" name="Freeform: Shape 4000">
                <a:extLst>
                  <a:ext uri="{FF2B5EF4-FFF2-40B4-BE49-F238E27FC236}">
                    <a16:creationId xmlns:a16="http://schemas.microsoft.com/office/drawing/2014/main" id="{155801A7-EFB1-6BE6-7323-7CBEB2532BB7}"/>
                  </a:ext>
                </a:extLst>
              </p:cNvPr>
              <p:cNvSpPr/>
              <p:nvPr/>
            </p:nvSpPr>
            <p:spPr>
              <a:xfrm>
                <a:off x="6707352" y="3233166"/>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2" name="Freeform: Shape 4001">
                <a:extLst>
                  <a:ext uri="{FF2B5EF4-FFF2-40B4-BE49-F238E27FC236}">
                    <a16:creationId xmlns:a16="http://schemas.microsoft.com/office/drawing/2014/main" id="{6A4F1015-C831-9E23-EB35-51E263A4AF04}"/>
                  </a:ext>
                </a:extLst>
              </p:cNvPr>
              <p:cNvSpPr/>
              <p:nvPr/>
            </p:nvSpPr>
            <p:spPr>
              <a:xfrm>
                <a:off x="7019086" y="3235299"/>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3" name="Freeform: Shape 4002">
                <a:extLst>
                  <a:ext uri="{FF2B5EF4-FFF2-40B4-BE49-F238E27FC236}">
                    <a16:creationId xmlns:a16="http://schemas.microsoft.com/office/drawing/2014/main" id="{B28DB6C8-773B-8408-2777-FFB0BE1EF686}"/>
                  </a:ext>
                </a:extLst>
              </p:cNvPr>
              <p:cNvSpPr/>
              <p:nvPr/>
            </p:nvSpPr>
            <p:spPr>
              <a:xfrm>
                <a:off x="7330821" y="3237395"/>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4" name="Freeform: Shape 4003">
                <a:extLst>
                  <a:ext uri="{FF2B5EF4-FFF2-40B4-BE49-F238E27FC236}">
                    <a16:creationId xmlns:a16="http://schemas.microsoft.com/office/drawing/2014/main" id="{882BC2DE-BA3F-1F66-1D87-4F6323E1EEB3}"/>
                  </a:ext>
                </a:extLst>
              </p:cNvPr>
              <p:cNvSpPr/>
              <p:nvPr/>
            </p:nvSpPr>
            <p:spPr>
              <a:xfrm>
                <a:off x="7642517" y="3239528"/>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5" name="Freeform: Shape 4004">
                <a:extLst>
                  <a:ext uri="{FF2B5EF4-FFF2-40B4-BE49-F238E27FC236}">
                    <a16:creationId xmlns:a16="http://schemas.microsoft.com/office/drawing/2014/main" id="{A160A690-44D2-3387-A460-161916483A45}"/>
                  </a:ext>
                </a:extLst>
              </p:cNvPr>
              <p:cNvSpPr/>
              <p:nvPr/>
            </p:nvSpPr>
            <p:spPr>
              <a:xfrm>
                <a:off x="7954251" y="3241624"/>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6" name="Freeform: Shape 4005">
                <a:extLst>
                  <a:ext uri="{FF2B5EF4-FFF2-40B4-BE49-F238E27FC236}">
                    <a16:creationId xmlns:a16="http://schemas.microsoft.com/office/drawing/2014/main" id="{B6EED733-C523-FCE3-A56F-D855D042BE5A}"/>
                  </a:ext>
                </a:extLst>
              </p:cNvPr>
              <p:cNvSpPr/>
              <p:nvPr/>
            </p:nvSpPr>
            <p:spPr>
              <a:xfrm>
                <a:off x="8265985" y="3243757"/>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7" name="Freeform: Shape 4006">
                <a:extLst>
                  <a:ext uri="{FF2B5EF4-FFF2-40B4-BE49-F238E27FC236}">
                    <a16:creationId xmlns:a16="http://schemas.microsoft.com/office/drawing/2014/main" id="{E9C04B02-A386-5B59-266D-ECA7F9E0B15A}"/>
                  </a:ext>
                </a:extLst>
              </p:cNvPr>
              <p:cNvSpPr/>
              <p:nvPr/>
            </p:nvSpPr>
            <p:spPr>
              <a:xfrm>
                <a:off x="8577719" y="3245891"/>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8" name="Freeform: Shape 4007">
                <a:extLst>
                  <a:ext uri="{FF2B5EF4-FFF2-40B4-BE49-F238E27FC236}">
                    <a16:creationId xmlns:a16="http://schemas.microsoft.com/office/drawing/2014/main" id="{EC5A71B2-D09D-16A7-0F04-2572EE751E35}"/>
                  </a:ext>
                </a:extLst>
              </p:cNvPr>
              <p:cNvSpPr/>
              <p:nvPr/>
            </p:nvSpPr>
            <p:spPr>
              <a:xfrm>
                <a:off x="8889453" y="3247986"/>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09" name="Freeform: Shape 4008">
                <a:extLst>
                  <a:ext uri="{FF2B5EF4-FFF2-40B4-BE49-F238E27FC236}">
                    <a16:creationId xmlns:a16="http://schemas.microsoft.com/office/drawing/2014/main" id="{0DA14EA4-4451-8D93-C84C-65327740DB86}"/>
                  </a:ext>
                </a:extLst>
              </p:cNvPr>
              <p:cNvSpPr/>
              <p:nvPr/>
            </p:nvSpPr>
            <p:spPr>
              <a:xfrm>
                <a:off x="9201150" y="3250120"/>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0" name="Freeform: Shape 4009">
                <a:extLst>
                  <a:ext uri="{FF2B5EF4-FFF2-40B4-BE49-F238E27FC236}">
                    <a16:creationId xmlns:a16="http://schemas.microsoft.com/office/drawing/2014/main" id="{EE5D3C58-D886-BE34-E056-D2B853CF53E4}"/>
                  </a:ext>
                </a:extLst>
              </p:cNvPr>
              <p:cNvSpPr/>
              <p:nvPr/>
            </p:nvSpPr>
            <p:spPr>
              <a:xfrm>
                <a:off x="9512884" y="3252216"/>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1" name="Freeform: Shape 4010">
                <a:extLst>
                  <a:ext uri="{FF2B5EF4-FFF2-40B4-BE49-F238E27FC236}">
                    <a16:creationId xmlns:a16="http://schemas.microsoft.com/office/drawing/2014/main" id="{1CEC8EFD-9C59-65E6-123E-F50BF0BC1FB7}"/>
                  </a:ext>
                </a:extLst>
              </p:cNvPr>
              <p:cNvSpPr/>
              <p:nvPr/>
            </p:nvSpPr>
            <p:spPr>
              <a:xfrm>
                <a:off x="9824618" y="3254349"/>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2" name="Freeform: Shape 4011">
                <a:extLst>
                  <a:ext uri="{FF2B5EF4-FFF2-40B4-BE49-F238E27FC236}">
                    <a16:creationId xmlns:a16="http://schemas.microsoft.com/office/drawing/2014/main" id="{2C6FA4FD-E415-FCC8-9D41-B07866350205}"/>
                  </a:ext>
                </a:extLst>
              </p:cNvPr>
              <p:cNvSpPr/>
              <p:nvPr/>
            </p:nvSpPr>
            <p:spPr>
              <a:xfrm>
                <a:off x="10136352" y="325648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3" name="Freeform: Shape 4012">
                <a:extLst>
                  <a:ext uri="{FF2B5EF4-FFF2-40B4-BE49-F238E27FC236}">
                    <a16:creationId xmlns:a16="http://schemas.microsoft.com/office/drawing/2014/main" id="{75D5B5CE-FC20-5568-FF8A-2BE7A50DA026}"/>
                  </a:ext>
                </a:extLst>
              </p:cNvPr>
              <p:cNvSpPr/>
              <p:nvPr/>
            </p:nvSpPr>
            <p:spPr>
              <a:xfrm>
                <a:off x="10448086" y="325857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4" name="Freeform: Shape 4013">
                <a:extLst>
                  <a:ext uri="{FF2B5EF4-FFF2-40B4-BE49-F238E27FC236}">
                    <a16:creationId xmlns:a16="http://schemas.microsoft.com/office/drawing/2014/main" id="{6CD1034F-F625-0A50-C11B-BDC26959CA71}"/>
                  </a:ext>
                </a:extLst>
              </p:cNvPr>
              <p:cNvSpPr/>
              <p:nvPr/>
            </p:nvSpPr>
            <p:spPr>
              <a:xfrm>
                <a:off x="10759782" y="3260712"/>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5" name="Freeform: Shape 4014">
                <a:extLst>
                  <a:ext uri="{FF2B5EF4-FFF2-40B4-BE49-F238E27FC236}">
                    <a16:creationId xmlns:a16="http://schemas.microsoft.com/office/drawing/2014/main" id="{5FB3A833-0F7E-A004-3CB7-15F22B7F52BD}"/>
                  </a:ext>
                </a:extLst>
              </p:cNvPr>
              <p:cNvSpPr/>
              <p:nvPr/>
            </p:nvSpPr>
            <p:spPr>
              <a:xfrm>
                <a:off x="11071517" y="3262845"/>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6" name="Freeform: Shape 4015">
                <a:extLst>
                  <a:ext uri="{FF2B5EF4-FFF2-40B4-BE49-F238E27FC236}">
                    <a16:creationId xmlns:a16="http://schemas.microsoft.com/office/drawing/2014/main" id="{83053219-79FF-B30E-11C7-6535E1392A71}"/>
                  </a:ext>
                </a:extLst>
              </p:cNvPr>
              <p:cNvSpPr/>
              <p:nvPr/>
            </p:nvSpPr>
            <p:spPr>
              <a:xfrm>
                <a:off x="1096289" y="3503180"/>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7" name="Freeform: Shape 4016">
                <a:extLst>
                  <a:ext uri="{FF2B5EF4-FFF2-40B4-BE49-F238E27FC236}">
                    <a16:creationId xmlns:a16="http://schemas.microsoft.com/office/drawing/2014/main" id="{84368D1E-936F-A502-61B3-C4B2C411A92F}"/>
                  </a:ext>
                </a:extLst>
              </p:cNvPr>
              <p:cNvSpPr/>
              <p:nvPr/>
            </p:nvSpPr>
            <p:spPr>
              <a:xfrm>
                <a:off x="1408023" y="3505276"/>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8" name="Freeform: Shape 4017">
                <a:extLst>
                  <a:ext uri="{FF2B5EF4-FFF2-40B4-BE49-F238E27FC236}">
                    <a16:creationId xmlns:a16="http://schemas.microsoft.com/office/drawing/2014/main" id="{9D738DB1-B0E2-4F8D-641C-6DFE89390D3D}"/>
                  </a:ext>
                </a:extLst>
              </p:cNvPr>
              <p:cNvSpPr/>
              <p:nvPr/>
            </p:nvSpPr>
            <p:spPr>
              <a:xfrm>
                <a:off x="1719719" y="3507409"/>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19" name="Freeform: Shape 4018">
                <a:extLst>
                  <a:ext uri="{FF2B5EF4-FFF2-40B4-BE49-F238E27FC236}">
                    <a16:creationId xmlns:a16="http://schemas.microsoft.com/office/drawing/2014/main" id="{C4B149D8-2EDD-49CB-F49E-C3933A12B6C2}"/>
                  </a:ext>
                </a:extLst>
              </p:cNvPr>
              <p:cNvSpPr/>
              <p:nvPr/>
            </p:nvSpPr>
            <p:spPr>
              <a:xfrm>
                <a:off x="2031453" y="3509543"/>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0" name="Freeform: Shape 4019">
                <a:extLst>
                  <a:ext uri="{FF2B5EF4-FFF2-40B4-BE49-F238E27FC236}">
                    <a16:creationId xmlns:a16="http://schemas.microsoft.com/office/drawing/2014/main" id="{200D5441-5925-7AF6-93C8-EA097DB1B980}"/>
                  </a:ext>
                </a:extLst>
              </p:cNvPr>
              <p:cNvSpPr/>
              <p:nvPr/>
            </p:nvSpPr>
            <p:spPr>
              <a:xfrm>
                <a:off x="2343188" y="3511638"/>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1" name="Freeform: Shape 4020">
                <a:extLst>
                  <a:ext uri="{FF2B5EF4-FFF2-40B4-BE49-F238E27FC236}">
                    <a16:creationId xmlns:a16="http://schemas.microsoft.com/office/drawing/2014/main" id="{573C82D9-1683-88EB-C0ED-1BBC1436F570}"/>
                  </a:ext>
                </a:extLst>
              </p:cNvPr>
              <p:cNvSpPr/>
              <p:nvPr/>
            </p:nvSpPr>
            <p:spPr>
              <a:xfrm>
                <a:off x="2654922" y="3513772"/>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2" name="Freeform: Shape 4021">
                <a:extLst>
                  <a:ext uri="{FF2B5EF4-FFF2-40B4-BE49-F238E27FC236}">
                    <a16:creationId xmlns:a16="http://schemas.microsoft.com/office/drawing/2014/main" id="{59362E7B-8346-FEC2-0EEE-FAE7F8EF0FDD}"/>
                  </a:ext>
                </a:extLst>
              </p:cNvPr>
              <p:cNvSpPr/>
              <p:nvPr/>
            </p:nvSpPr>
            <p:spPr>
              <a:xfrm>
                <a:off x="2966656" y="3515906"/>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3" name="Freeform: Shape 4022">
                <a:extLst>
                  <a:ext uri="{FF2B5EF4-FFF2-40B4-BE49-F238E27FC236}">
                    <a16:creationId xmlns:a16="http://schemas.microsoft.com/office/drawing/2014/main" id="{AECEED78-EF7C-2850-8531-2A05A9EB8350}"/>
                  </a:ext>
                </a:extLst>
              </p:cNvPr>
              <p:cNvSpPr/>
              <p:nvPr/>
            </p:nvSpPr>
            <p:spPr>
              <a:xfrm>
                <a:off x="3278352" y="3518001"/>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4" name="Freeform: Shape 4023">
                <a:extLst>
                  <a:ext uri="{FF2B5EF4-FFF2-40B4-BE49-F238E27FC236}">
                    <a16:creationId xmlns:a16="http://schemas.microsoft.com/office/drawing/2014/main" id="{506F0E5B-0E45-937E-E020-4E9296C18674}"/>
                  </a:ext>
                </a:extLst>
              </p:cNvPr>
              <p:cNvSpPr/>
              <p:nvPr/>
            </p:nvSpPr>
            <p:spPr>
              <a:xfrm>
                <a:off x="3590086" y="3520135"/>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5" name="Freeform: Shape 4024">
                <a:extLst>
                  <a:ext uri="{FF2B5EF4-FFF2-40B4-BE49-F238E27FC236}">
                    <a16:creationId xmlns:a16="http://schemas.microsoft.com/office/drawing/2014/main" id="{582E3B86-4206-8376-A6FE-63569BC98E35}"/>
                  </a:ext>
                </a:extLst>
              </p:cNvPr>
              <p:cNvSpPr/>
              <p:nvPr/>
            </p:nvSpPr>
            <p:spPr>
              <a:xfrm>
                <a:off x="3901821" y="3522230"/>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6" name="Freeform: Shape 4025">
                <a:extLst>
                  <a:ext uri="{FF2B5EF4-FFF2-40B4-BE49-F238E27FC236}">
                    <a16:creationId xmlns:a16="http://schemas.microsoft.com/office/drawing/2014/main" id="{76BEB313-8155-E56D-7FDC-8681D4682169}"/>
                  </a:ext>
                </a:extLst>
              </p:cNvPr>
              <p:cNvSpPr/>
              <p:nvPr/>
            </p:nvSpPr>
            <p:spPr>
              <a:xfrm>
                <a:off x="4213555" y="3524364"/>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7" name="Freeform: Shape 4026">
                <a:extLst>
                  <a:ext uri="{FF2B5EF4-FFF2-40B4-BE49-F238E27FC236}">
                    <a16:creationId xmlns:a16="http://schemas.microsoft.com/office/drawing/2014/main" id="{71BAED75-CB5B-7038-2849-93083EE7811B}"/>
                  </a:ext>
                </a:extLst>
              </p:cNvPr>
              <p:cNvSpPr/>
              <p:nvPr/>
            </p:nvSpPr>
            <p:spPr>
              <a:xfrm>
                <a:off x="4525289" y="3526497"/>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8" name="Freeform: Shape 4027">
                <a:extLst>
                  <a:ext uri="{FF2B5EF4-FFF2-40B4-BE49-F238E27FC236}">
                    <a16:creationId xmlns:a16="http://schemas.microsoft.com/office/drawing/2014/main" id="{8335362C-214D-4EAE-AA1B-470EA8349ECB}"/>
                  </a:ext>
                </a:extLst>
              </p:cNvPr>
              <p:cNvSpPr/>
              <p:nvPr/>
            </p:nvSpPr>
            <p:spPr>
              <a:xfrm>
                <a:off x="4836985" y="3528593"/>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29" name="Freeform: Shape 4028">
                <a:extLst>
                  <a:ext uri="{FF2B5EF4-FFF2-40B4-BE49-F238E27FC236}">
                    <a16:creationId xmlns:a16="http://schemas.microsoft.com/office/drawing/2014/main" id="{25FFCAC0-0AB1-C04C-421F-3728CAC4F021}"/>
                  </a:ext>
                </a:extLst>
              </p:cNvPr>
              <p:cNvSpPr/>
              <p:nvPr/>
            </p:nvSpPr>
            <p:spPr>
              <a:xfrm>
                <a:off x="5148719" y="3530727"/>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0" name="Freeform: Shape 4029">
                <a:extLst>
                  <a:ext uri="{FF2B5EF4-FFF2-40B4-BE49-F238E27FC236}">
                    <a16:creationId xmlns:a16="http://schemas.microsoft.com/office/drawing/2014/main" id="{2C9342A1-CC28-BBD1-CC20-6390606FDA03}"/>
                  </a:ext>
                </a:extLst>
              </p:cNvPr>
              <p:cNvSpPr/>
              <p:nvPr/>
            </p:nvSpPr>
            <p:spPr>
              <a:xfrm>
                <a:off x="5460453" y="3532822"/>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1" name="Freeform: Shape 4030">
                <a:extLst>
                  <a:ext uri="{FF2B5EF4-FFF2-40B4-BE49-F238E27FC236}">
                    <a16:creationId xmlns:a16="http://schemas.microsoft.com/office/drawing/2014/main" id="{452A47A7-215C-7C14-A8BB-4F3624A0656E}"/>
                  </a:ext>
                </a:extLst>
              </p:cNvPr>
              <p:cNvSpPr/>
              <p:nvPr/>
            </p:nvSpPr>
            <p:spPr>
              <a:xfrm>
                <a:off x="5772188" y="3534956"/>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2" name="Freeform: Shape 4031">
                <a:extLst>
                  <a:ext uri="{FF2B5EF4-FFF2-40B4-BE49-F238E27FC236}">
                    <a16:creationId xmlns:a16="http://schemas.microsoft.com/office/drawing/2014/main" id="{6CD0E3BF-59FB-BD7D-0D1F-78E31246C2BE}"/>
                  </a:ext>
                </a:extLst>
              </p:cNvPr>
              <p:cNvSpPr/>
              <p:nvPr/>
            </p:nvSpPr>
            <p:spPr>
              <a:xfrm>
                <a:off x="6083884" y="3537089"/>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3" name="Freeform: Shape 4032">
                <a:extLst>
                  <a:ext uri="{FF2B5EF4-FFF2-40B4-BE49-F238E27FC236}">
                    <a16:creationId xmlns:a16="http://schemas.microsoft.com/office/drawing/2014/main" id="{74A98F4D-C282-0A31-68E8-6AE06AFD57D8}"/>
                  </a:ext>
                </a:extLst>
              </p:cNvPr>
              <p:cNvSpPr/>
              <p:nvPr/>
            </p:nvSpPr>
            <p:spPr>
              <a:xfrm>
                <a:off x="6395618" y="3539185"/>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4" name="Freeform: Shape 4033">
                <a:extLst>
                  <a:ext uri="{FF2B5EF4-FFF2-40B4-BE49-F238E27FC236}">
                    <a16:creationId xmlns:a16="http://schemas.microsoft.com/office/drawing/2014/main" id="{C46B8830-8A99-8D70-A9AC-3CF7CE4208D3}"/>
                  </a:ext>
                </a:extLst>
              </p:cNvPr>
              <p:cNvSpPr/>
              <p:nvPr/>
            </p:nvSpPr>
            <p:spPr>
              <a:xfrm>
                <a:off x="6707352" y="3541318"/>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5" name="Freeform: Shape 4034">
                <a:extLst>
                  <a:ext uri="{FF2B5EF4-FFF2-40B4-BE49-F238E27FC236}">
                    <a16:creationId xmlns:a16="http://schemas.microsoft.com/office/drawing/2014/main" id="{AED52C93-F4FD-3926-7CEC-14F10D8B827C}"/>
                  </a:ext>
                </a:extLst>
              </p:cNvPr>
              <p:cNvSpPr/>
              <p:nvPr/>
            </p:nvSpPr>
            <p:spPr>
              <a:xfrm>
                <a:off x="7019086" y="3543414"/>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6" name="Freeform: Shape 4035">
                <a:extLst>
                  <a:ext uri="{FF2B5EF4-FFF2-40B4-BE49-F238E27FC236}">
                    <a16:creationId xmlns:a16="http://schemas.microsoft.com/office/drawing/2014/main" id="{92D64617-5F54-D971-98F5-0576DF6C5103}"/>
                  </a:ext>
                </a:extLst>
              </p:cNvPr>
              <p:cNvSpPr/>
              <p:nvPr/>
            </p:nvSpPr>
            <p:spPr>
              <a:xfrm>
                <a:off x="7330821" y="3545547"/>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7" name="Freeform: Shape 4036">
                <a:extLst>
                  <a:ext uri="{FF2B5EF4-FFF2-40B4-BE49-F238E27FC236}">
                    <a16:creationId xmlns:a16="http://schemas.microsoft.com/office/drawing/2014/main" id="{346DD40A-56E4-E425-7EE2-0F3E67B99670}"/>
                  </a:ext>
                </a:extLst>
              </p:cNvPr>
              <p:cNvSpPr/>
              <p:nvPr/>
            </p:nvSpPr>
            <p:spPr>
              <a:xfrm>
                <a:off x="7642517" y="3547681"/>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8" name="Freeform: Shape 4037">
                <a:extLst>
                  <a:ext uri="{FF2B5EF4-FFF2-40B4-BE49-F238E27FC236}">
                    <a16:creationId xmlns:a16="http://schemas.microsoft.com/office/drawing/2014/main" id="{E3E399D0-31F6-D9D8-9E78-017B72FF6F0F}"/>
                  </a:ext>
                </a:extLst>
              </p:cNvPr>
              <p:cNvSpPr/>
              <p:nvPr/>
            </p:nvSpPr>
            <p:spPr>
              <a:xfrm>
                <a:off x="7954251" y="3549777"/>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39" name="Freeform: Shape 4038">
                <a:extLst>
                  <a:ext uri="{FF2B5EF4-FFF2-40B4-BE49-F238E27FC236}">
                    <a16:creationId xmlns:a16="http://schemas.microsoft.com/office/drawing/2014/main" id="{EB924A42-95D7-D820-534C-2FE9E0F8A721}"/>
                  </a:ext>
                </a:extLst>
              </p:cNvPr>
              <p:cNvSpPr/>
              <p:nvPr/>
            </p:nvSpPr>
            <p:spPr>
              <a:xfrm>
                <a:off x="8265985" y="3551910"/>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0" name="Freeform: Shape 4039">
                <a:extLst>
                  <a:ext uri="{FF2B5EF4-FFF2-40B4-BE49-F238E27FC236}">
                    <a16:creationId xmlns:a16="http://schemas.microsoft.com/office/drawing/2014/main" id="{47F5E576-F932-0533-3178-357EF172A9EE}"/>
                  </a:ext>
                </a:extLst>
              </p:cNvPr>
              <p:cNvSpPr/>
              <p:nvPr/>
            </p:nvSpPr>
            <p:spPr>
              <a:xfrm>
                <a:off x="8577719" y="3554044"/>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1" name="Freeform: Shape 4040">
                <a:extLst>
                  <a:ext uri="{FF2B5EF4-FFF2-40B4-BE49-F238E27FC236}">
                    <a16:creationId xmlns:a16="http://schemas.microsoft.com/office/drawing/2014/main" id="{8FE20AE9-3059-0C02-A042-AAD3642431FC}"/>
                  </a:ext>
                </a:extLst>
              </p:cNvPr>
              <p:cNvSpPr/>
              <p:nvPr/>
            </p:nvSpPr>
            <p:spPr>
              <a:xfrm>
                <a:off x="8889453" y="3556139"/>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2" name="Freeform: Shape 4041">
                <a:extLst>
                  <a:ext uri="{FF2B5EF4-FFF2-40B4-BE49-F238E27FC236}">
                    <a16:creationId xmlns:a16="http://schemas.microsoft.com/office/drawing/2014/main" id="{A26D7C45-A679-7F20-9FD7-AFEC74527430}"/>
                  </a:ext>
                </a:extLst>
              </p:cNvPr>
              <p:cNvSpPr/>
              <p:nvPr/>
            </p:nvSpPr>
            <p:spPr>
              <a:xfrm>
                <a:off x="9201150" y="3558273"/>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3" name="Freeform: Shape 4042">
                <a:extLst>
                  <a:ext uri="{FF2B5EF4-FFF2-40B4-BE49-F238E27FC236}">
                    <a16:creationId xmlns:a16="http://schemas.microsoft.com/office/drawing/2014/main" id="{74711F57-13A5-D56C-E1FD-36B2B8F6141D}"/>
                  </a:ext>
                </a:extLst>
              </p:cNvPr>
              <p:cNvSpPr/>
              <p:nvPr/>
            </p:nvSpPr>
            <p:spPr>
              <a:xfrm>
                <a:off x="9512884" y="356036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4" name="Freeform: Shape 4043">
                <a:extLst>
                  <a:ext uri="{FF2B5EF4-FFF2-40B4-BE49-F238E27FC236}">
                    <a16:creationId xmlns:a16="http://schemas.microsoft.com/office/drawing/2014/main" id="{6EC71444-39D0-61D6-97CB-BC30C88CB86C}"/>
                  </a:ext>
                </a:extLst>
              </p:cNvPr>
              <p:cNvSpPr/>
              <p:nvPr/>
            </p:nvSpPr>
            <p:spPr>
              <a:xfrm>
                <a:off x="9824618" y="3562502"/>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5" name="Freeform: Shape 4044">
                <a:extLst>
                  <a:ext uri="{FF2B5EF4-FFF2-40B4-BE49-F238E27FC236}">
                    <a16:creationId xmlns:a16="http://schemas.microsoft.com/office/drawing/2014/main" id="{DE3E2F62-4648-0009-E552-80BC46E5E5FD}"/>
                  </a:ext>
                </a:extLst>
              </p:cNvPr>
              <p:cNvSpPr/>
              <p:nvPr/>
            </p:nvSpPr>
            <p:spPr>
              <a:xfrm>
                <a:off x="10136352" y="3564636"/>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6" name="Freeform: Shape 4045">
                <a:extLst>
                  <a:ext uri="{FF2B5EF4-FFF2-40B4-BE49-F238E27FC236}">
                    <a16:creationId xmlns:a16="http://schemas.microsoft.com/office/drawing/2014/main" id="{FB650319-176D-6890-1C73-0CBFC05EF236}"/>
                  </a:ext>
                </a:extLst>
              </p:cNvPr>
              <p:cNvSpPr/>
              <p:nvPr/>
            </p:nvSpPr>
            <p:spPr>
              <a:xfrm>
                <a:off x="10448086" y="3566731"/>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7" name="Freeform: Shape 4046">
                <a:extLst>
                  <a:ext uri="{FF2B5EF4-FFF2-40B4-BE49-F238E27FC236}">
                    <a16:creationId xmlns:a16="http://schemas.microsoft.com/office/drawing/2014/main" id="{68D14A4E-E559-52B0-CA72-9F0ACE23C027}"/>
                  </a:ext>
                </a:extLst>
              </p:cNvPr>
              <p:cNvSpPr/>
              <p:nvPr/>
            </p:nvSpPr>
            <p:spPr>
              <a:xfrm>
                <a:off x="10759782" y="3568865"/>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8" name="Freeform: Shape 4047">
                <a:extLst>
                  <a:ext uri="{FF2B5EF4-FFF2-40B4-BE49-F238E27FC236}">
                    <a16:creationId xmlns:a16="http://schemas.microsoft.com/office/drawing/2014/main" id="{34FD27A1-F5EC-B79A-9276-BA3FACA9279A}"/>
                  </a:ext>
                </a:extLst>
              </p:cNvPr>
              <p:cNvSpPr/>
              <p:nvPr/>
            </p:nvSpPr>
            <p:spPr>
              <a:xfrm>
                <a:off x="11071517" y="3570960"/>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49" name="Freeform: Shape 4048">
                <a:extLst>
                  <a:ext uri="{FF2B5EF4-FFF2-40B4-BE49-F238E27FC236}">
                    <a16:creationId xmlns:a16="http://schemas.microsoft.com/office/drawing/2014/main" id="{4958275C-209D-EF17-7D68-EECECB504705}"/>
                  </a:ext>
                </a:extLst>
              </p:cNvPr>
              <p:cNvSpPr/>
              <p:nvPr/>
            </p:nvSpPr>
            <p:spPr>
              <a:xfrm>
                <a:off x="1096289" y="3811333"/>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0" name="Freeform: Shape 4049">
                <a:extLst>
                  <a:ext uri="{FF2B5EF4-FFF2-40B4-BE49-F238E27FC236}">
                    <a16:creationId xmlns:a16="http://schemas.microsoft.com/office/drawing/2014/main" id="{522F2793-B3FF-1E95-5EDF-DD2F5B01C028}"/>
                  </a:ext>
                </a:extLst>
              </p:cNvPr>
              <p:cNvSpPr/>
              <p:nvPr/>
            </p:nvSpPr>
            <p:spPr>
              <a:xfrm>
                <a:off x="1408023" y="3813429"/>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1" name="Freeform: Shape 4050">
                <a:extLst>
                  <a:ext uri="{FF2B5EF4-FFF2-40B4-BE49-F238E27FC236}">
                    <a16:creationId xmlns:a16="http://schemas.microsoft.com/office/drawing/2014/main" id="{06EB5766-933A-45B3-EB47-04438AD0C9BC}"/>
                  </a:ext>
                </a:extLst>
              </p:cNvPr>
              <p:cNvSpPr/>
              <p:nvPr/>
            </p:nvSpPr>
            <p:spPr>
              <a:xfrm>
                <a:off x="1719719" y="3815562"/>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2" name="Freeform: Shape 4051">
                <a:extLst>
                  <a:ext uri="{FF2B5EF4-FFF2-40B4-BE49-F238E27FC236}">
                    <a16:creationId xmlns:a16="http://schemas.microsoft.com/office/drawing/2014/main" id="{0B638AB5-CD16-208D-5952-F5334F5AB756}"/>
                  </a:ext>
                </a:extLst>
              </p:cNvPr>
              <p:cNvSpPr/>
              <p:nvPr/>
            </p:nvSpPr>
            <p:spPr>
              <a:xfrm>
                <a:off x="2031453" y="3817696"/>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3" name="Freeform: Shape 4052">
                <a:extLst>
                  <a:ext uri="{FF2B5EF4-FFF2-40B4-BE49-F238E27FC236}">
                    <a16:creationId xmlns:a16="http://schemas.microsoft.com/office/drawing/2014/main" id="{6AA8FC65-46C6-1F7E-4620-F70A00693DC5}"/>
                  </a:ext>
                </a:extLst>
              </p:cNvPr>
              <p:cNvSpPr/>
              <p:nvPr/>
            </p:nvSpPr>
            <p:spPr>
              <a:xfrm>
                <a:off x="2343188" y="3819791"/>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4" name="Freeform: Shape 4053">
                <a:extLst>
                  <a:ext uri="{FF2B5EF4-FFF2-40B4-BE49-F238E27FC236}">
                    <a16:creationId xmlns:a16="http://schemas.microsoft.com/office/drawing/2014/main" id="{57A0E9A8-924B-C1E4-B331-522E60860CE9}"/>
                  </a:ext>
                </a:extLst>
              </p:cNvPr>
              <p:cNvSpPr/>
              <p:nvPr/>
            </p:nvSpPr>
            <p:spPr>
              <a:xfrm>
                <a:off x="2654922" y="3821925"/>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5" name="Freeform: Shape 4054">
                <a:extLst>
                  <a:ext uri="{FF2B5EF4-FFF2-40B4-BE49-F238E27FC236}">
                    <a16:creationId xmlns:a16="http://schemas.microsoft.com/office/drawing/2014/main" id="{17511EE0-4B45-97DE-D8DC-66B57AF09C24}"/>
                  </a:ext>
                </a:extLst>
              </p:cNvPr>
              <p:cNvSpPr/>
              <p:nvPr/>
            </p:nvSpPr>
            <p:spPr>
              <a:xfrm>
                <a:off x="2966656" y="3824020"/>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6" name="Freeform: Shape 4055">
                <a:extLst>
                  <a:ext uri="{FF2B5EF4-FFF2-40B4-BE49-F238E27FC236}">
                    <a16:creationId xmlns:a16="http://schemas.microsoft.com/office/drawing/2014/main" id="{2B691DB5-534A-88CF-7F44-B33A68EDFB11}"/>
                  </a:ext>
                </a:extLst>
              </p:cNvPr>
              <p:cNvSpPr/>
              <p:nvPr/>
            </p:nvSpPr>
            <p:spPr>
              <a:xfrm>
                <a:off x="3278352" y="3826154"/>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7" name="Freeform: Shape 4056">
                <a:extLst>
                  <a:ext uri="{FF2B5EF4-FFF2-40B4-BE49-F238E27FC236}">
                    <a16:creationId xmlns:a16="http://schemas.microsoft.com/office/drawing/2014/main" id="{512D1040-2A2D-644A-C438-2ABD707DA834}"/>
                  </a:ext>
                </a:extLst>
              </p:cNvPr>
              <p:cNvSpPr/>
              <p:nvPr/>
            </p:nvSpPr>
            <p:spPr>
              <a:xfrm>
                <a:off x="3590086" y="3828288"/>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8" name="Freeform: Shape 4057">
                <a:extLst>
                  <a:ext uri="{FF2B5EF4-FFF2-40B4-BE49-F238E27FC236}">
                    <a16:creationId xmlns:a16="http://schemas.microsoft.com/office/drawing/2014/main" id="{BCE4B3C0-4B46-73B7-DE6C-74E365AA7377}"/>
                  </a:ext>
                </a:extLst>
              </p:cNvPr>
              <p:cNvSpPr/>
              <p:nvPr/>
            </p:nvSpPr>
            <p:spPr>
              <a:xfrm>
                <a:off x="3901821" y="3830383"/>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59" name="Freeform: Shape 4058">
                <a:extLst>
                  <a:ext uri="{FF2B5EF4-FFF2-40B4-BE49-F238E27FC236}">
                    <a16:creationId xmlns:a16="http://schemas.microsoft.com/office/drawing/2014/main" id="{322ADD06-2BD3-063C-3642-1A682E3D40FD}"/>
                  </a:ext>
                </a:extLst>
              </p:cNvPr>
              <p:cNvSpPr/>
              <p:nvPr/>
            </p:nvSpPr>
            <p:spPr>
              <a:xfrm>
                <a:off x="4213555" y="3832517"/>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0" name="Freeform: Shape 4059">
                <a:extLst>
                  <a:ext uri="{FF2B5EF4-FFF2-40B4-BE49-F238E27FC236}">
                    <a16:creationId xmlns:a16="http://schemas.microsoft.com/office/drawing/2014/main" id="{CF1BB222-4E83-A900-1486-636134700577}"/>
                  </a:ext>
                </a:extLst>
              </p:cNvPr>
              <p:cNvSpPr/>
              <p:nvPr/>
            </p:nvSpPr>
            <p:spPr>
              <a:xfrm>
                <a:off x="4525289" y="3834612"/>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1" name="Freeform: Shape 4060">
                <a:extLst>
                  <a:ext uri="{FF2B5EF4-FFF2-40B4-BE49-F238E27FC236}">
                    <a16:creationId xmlns:a16="http://schemas.microsoft.com/office/drawing/2014/main" id="{3D6EE2B0-8593-EDC6-C001-1092D9663C1D}"/>
                  </a:ext>
                </a:extLst>
              </p:cNvPr>
              <p:cNvSpPr/>
              <p:nvPr/>
            </p:nvSpPr>
            <p:spPr>
              <a:xfrm>
                <a:off x="4836985" y="3836746"/>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2" name="Freeform: Shape 4061">
                <a:extLst>
                  <a:ext uri="{FF2B5EF4-FFF2-40B4-BE49-F238E27FC236}">
                    <a16:creationId xmlns:a16="http://schemas.microsoft.com/office/drawing/2014/main" id="{8FF5CE57-C8B5-55C0-9BAF-086656F2877B}"/>
                  </a:ext>
                </a:extLst>
              </p:cNvPr>
              <p:cNvSpPr/>
              <p:nvPr/>
            </p:nvSpPr>
            <p:spPr>
              <a:xfrm>
                <a:off x="5148719" y="3838879"/>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3" name="Freeform: Shape 4062">
                <a:extLst>
                  <a:ext uri="{FF2B5EF4-FFF2-40B4-BE49-F238E27FC236}">
                    <a16:creationId xmlns:a16="http://schemas.microsoft.com/office/drawing/2014/main" id="{EAAE8AD0-788B-06EE-E565-0AC60E5C6C7A}"/>
                  </a:ext>
                </a:extLst>
              </p:cNvPr>
              <p:cNvSpPr/>
              <p:nvPr/>
            </p:nvSpPr>
            <p:spPr>
              <a:xfrm>
                <a:off x="5460453" y="3840975"/>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4" name="Freeform: Shape 4063">
                <a:extLst>
                  <a:ext uri="{FF2B5EF4-FFF2-40B4-BE49-F238E27FC236}">
                    <a16:creationId xmlns:a16="http://schemas.microsoft.com/office/drawing/2014/main" id="{F3A5507B-3B4B-47F6-F3E5-FC1CDEBAA8A0}"/>
                  </a:ext>
                </a:extLst>
              </p:cNvPr>
              <p:cNvSpPr/>
              <p:nvPr/>
            </p:nvSpPr>
            <p:spPr>
              <a:xfrm>
                <a:off x="5772188" y="3843108"/>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5" name="Freeform: Shape 4064">
                <a:extLst>
                  <a:ext uri="{FF2B5EF4-FFF2-40B4-BE49-F238E27FC236}">
                    <a16:creationId xmlns:a16="http://schemas.microsoft.com/office/drawing/2014/main" id="{4B633C09-F57A-460A-01DA-6BCE5D8BA26F}"/>
                  </a:ext>
                </a:extLst>
              </p:cNvPr>
              <p:cNvSpPr/>
              <p:nvPr/>
            </p:nvSpPr>
            <p:spPr>
              <a:xfrm>
                <a:off x="6083884" y="3845242"/>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6" name="Freeform: Shape 4065">
                <a:extLst>
                  <a:ext uri="{FF2B5EF4-FFF2-40B4-BE49-F238E27FC236}">
                    <a16:creationId xmlns:a16="http://schemas.microsoft.com/office/drawing/2014/main" id="{D28C49CC-026C-3C17-22F8-4404B21C7F2C}"/>
                  </a:ext>
                </a:extLst>
              </p:cNvPr>
              <p:cNvSpPr/>
              <p:nvPr/>
            </p:nvSpPr>
            <p:spPr>
              <a:xfrm>
                <a:off x="6395618" y="3847338"/>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7" name="Freeform: Shape 4066">
                <a:extLst>
                  <a:ext uri="{FF2B5EF4-FFF2-40B4-BE49-F238E27FC236}">
                    <a16:creationId xmlns:a16="http://schemas.microsoft.com/office/drawing/2014/main" id="{2D49B32A-2F59-F49D-A1B8-B56C83EED8E8}"/>
                  </a:ext>
                </a:extLst>
              </p:cNvPr>
              <p:cNvSpPr/>
              <p:nvPr/>
            </p:nvSpPr>
            <p:spPr>
              <a:xfrm>
                <a:off x="6707352" y="3849471"/>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8" name="Freeform: Shape 4067">
                <a:extLst>
                  <a:ext uri="{FF2B5EF4-FFF2-40B4-BE49-F238E27FC236}">
                    <a16:creationId xmlns:a16="http://schemas.microsoft.com/office/drawing/2014/main" id="{5427CB8E-AA84-08BF-A5CF-F9BF8C61C378}"/>
                  </a:ext>
                </a:extLst>
              </p:cNvPr>
              <p:cNvSpPr/>
              <p:nvPr/>
            </p:nvSpPr>
            <p:spPr>
              <a:xfrm>
                <a:off x="7019086" y="3851567"/>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69" name="Freeform: Shape 4068">
                <a:extLst>
                  <a:ext uri="{FF2B5EF4-FFF2-40B4-BE49-F238E27FC236}">
                    <a16:creationId xmlns:a16="http://schemas.microsoft.com/office/drawing/2014/main" id="{738A34C6-77D4-421A-9259-493949FDF061}"/>
                  </a:ext>
                </a:extLst>
              </p:cNvPr>
              <p:cNvSpPr/>
              <p:nvPr/>
            </p:nvSpPr>
            <p:spPr>
              <a:xfrm>
                <a:off x="7330821" y="3853700"/>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0" name="Freeform: Shape 4069">
                <a:extLst>
                  <a:ext uri="{FF2B5EF4-FFF2-40B4-BE49-F238E27FC236}">
                    <a16:creationId xmlns:a16="http://schemas.microsoft.com/office/drawing/2014/main" id="{E2E95971-6CB3-2A79-54BA-6C2308660FC6}"/>
                  </a:ext>
                </a:extLst>
              </p:cNvPr>
              <p:cNvSpPr/>
              <p:nvPr/>
            </p:nvSpPr>
            <p:spPr>
              <a:xfrm>
                <a:off x="7642517" y="3855834"/>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1" name="Freeform: Shape 4070">
                <a:extLst>
                  <a:ext uri="{FF2B5EF4-FFF2-40B4-BE49-F238E27FC236}">
                    <a16:creationId xmlns:a16="http://schemas.microsoft.com/office/drawing/2014/main" id="{D8B96E56-D2B5-5953-8EAF-7B0525D4F558}"/>
                  </a:ext>
                </a:extLst>
              </p:cNvPr>
              <p:cNvSpPr/>
              <p:nvPr/>
            </p:nvSpPr>
            <p:spPr>
              <a:xfrm>
                <a:off x="7954251" y="3857929"/>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2" name="Freeform: Shape 4071">
                <a:extLst>
                  <a:ext uri="{FF2B5EF4-FFF2-40B4-BE49-F238E27FC236}">
                    <a16:creationId xmlns:a16="http://schemas.microsoft.com/office/drawing/2014/main" id="{540DC813-945B-CE33-6A4A-3950BF7053B1}"/>
                  </a:ext>
                </a:extLst>
              </p:cNvPr>
              <p:cNvSpPr/>
              <p:nvPr/>
            </p:nvSpPr>
            <p:spPr>
              <a:xfrm>
                <a:off x="8265985" y="3860063"/>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3" name="Freeform: Shape 4072">
                <a:extLst>
                  <a:ext uri="{FF2B5EF4-FFF2-40B4-BE49-F238E27FC236}">
                    <a16:creationId xmlns:a16="http://schemas.microsoft.com/office/drawing/2014/main" id="{DFF2A33B-1723-FCA5-FD0A-AE3408801861}"/>
                  </a:ext>
                </a:extLst>
              </p:cNvPr>
              <p:cNvSpPr/>
              <p:nvPr/>
            </p:nvSpPr>
            <p:spPr>
              <a:xfrm>
                <a:off x="8577719" y="3862158"/>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4" name="Freeform: Shape 4073">
                <a:extLst>
                  <a:ext uri="{FF2B5EF4-FFF2-40B4-BE49-F238E27FC236}">
                    <a16:creationId xmlns:a16="http://schemas.microsoft.com/office/drawing/2014/main" id="{9F25D49F-4797-12BC-B90B-1E18DA7E9C4B}"/>
                  </a:ext>
                </a:extLst>
              </p:cNvPr>
              <p:cNvSpPr/>
              <p:nvPr/>
            </p:nvSpPr>
            <p:spPr>
              <a:xfrm>
                <a:off x="8889453" y="3864292"/>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5" name="Freeform: Shape 4074">
                <a:extLst>
                  <a:ext uri="{FF2B5EF4-FFF2-40B4-BE49-F238E27FC236}">
                    <a16:creationId xmlns:a16="http://schemas.microsoft.com/office/drawing/2014/main" id="{F2A86CEB-1F23-D77E-5934-7BC18C352B6F}"/>
                  </a:ext>
                </a:extLst>
              </p:cNvPr>
              <p:cNvSpPr/>
              <p:nvPr/>
            </p:nvSpPr>
            <p:spPr>
              <a:xfrm>
                <a:off x="9201150" y="3866426"/>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6" name="Freeform: Shape 4075">
                <a:extLst>
                  <a:ext uri="{FF2B5EF4-FFF2-40B4-BE49-F238E27FC236}">
                    <a16:creationId xmlns:a16="http://schemas.microsoft.com/office/drawing/2014/main" id="{5BEA6A86-9D10-182A-26A0-4FE0EA1F7507}"/>
                  </a:ext>
                </a:extLst>
              </p:cNvPr>
              <p:cNvSpPr/>
              <p:nvPr/>
            </p:nvSpPr>
            <p:spPr>
              <a:xfrm>
                <a:off x="9512884" y="3868521"/>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7" name="Freeform: Shape 4076">
                <a:extLst>
                  <a:ext uri="{FF2B5EF4-FFF2-40B4-BE49-F238E27FC236}">
                    <a16:creationId xmlns:a16="http://schemas.microsoft.com/office/drawing/2014/main" id="{8CF8B759-50C4-6298-886C-DF35F2E22D9B}"/>
                  </a:ext>
                </a:extLst>
              </p:cNvPr>
              <p:cNvSpPr/>
              <p:nvPr/>
            </p:nvSpPr>
            <p:spPr>
              <a:xfrm>
                <a:off x="9824618" y="3870655"/>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8" name="Freeform: Shape 4077">
                <a:extLst>
                  <a:ext uri="{FF2B5EF4-FFF2-40B4-BE49-F238E27FC236}">
                    <a16:creationId xmlns:a16="http://schemas.microsoft.com/office/drawing/2014/main" id="{99635CAC-0F7A-42DC-0B40-8A438FAE10C6}"/>
                  </a:ext>
                </a:extLst>
              </p:cNvPr>
              <p:cNvSpPr/>
              <p:nvPr/>
            </p:nvSpPr>
            <p:spPr>
              <a:xfrm>
                <a:off x="10136352" y="3872750"/>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79" name="Freeform: Shape 4078">
                <a:extLst>
                  <a:ext uri="{FF2B5EF4-FFF2-40B4-BE49-F238E27FC236}">
                    <a16:creationId xmlns:a16="http://schemas.microsoft.com/office/drawing/2014/main" id="{80642BCC-35E2-BBD8-3852-67E46EDB1300}"/>
                  </a:ext>
                </a:extLst>
              </p:cNvPr>
              <p:cNvSpPr/>
              <p:nvPr/>
            </p:nvSpPr>
            <p:spPr>
              <a:xfrm>
                <a:off x="10448086" y="3874884"/>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0" name="Freeform: Shape 4079">
                <a:extLst>
                  <a:ext uri="{FF2B5EF4-FFF2-40B4-BE49-F238E27FC236}">
                    <a16:creationId xmlns:a16="http://schemas.microsoft.com/office/drawing/2014/main" id="{9E36B373-5AB8-F9BB-7BC4-15B9032E795C}"/>
                  </a:ext>
                </a:extLst>
              </p:cNvPr>
              <p:cNvSpPr/>
              <p:nvPr/>
            </p:nvSpPr>
            <p:spPr>
              <a:xfrm>
                <a:off x="10759782" y="3877017"/>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1" name="Freeform: Shape 4080">
                <a:extLst>
                  <a:ext uri="{FF2B5EF4-FFF2-40B4-BE49-F238E27FC236}">
                    <a16:creationId xmlns:a16="http://schemas.microsoft.com/office/drawing/2014/main" id="{23125C3D-24D8-7DCA-A015-C7D89ABA0C9D}"/>
                  </a:ext>
                </a:extLst>
              </p:cNvPr>
              <p:cNvSpPr/>
              <p:nvPr/>
            </p:nvSpPr>
            <p:spPr>
              <a:xfrm>
                <a:off x="11071517" y="3879113"/>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2" name="Freeform: Shape 4081">
                <a:extLst>
                  <a:ext uri="{FF2B5EF4-FFF2-40B4-BE49-F238E27FC236}">
                    <a16:creationId xmlns:a16="http://schemas.microsoft.com/office/drawing/2014/main" id="{D2DFC47B-ECC1-DE03-CAFC-DEBD6A40EBBC}"/>
                  </a:ext>
                </a:extLst>
              </p:cNvPr>
              <p:cNvSpPr/>
              <p:nvPr/>
            </p:nvSpPr>
            <p:spPr>
              <a:xfrm>
                <a:off x="1096289" y="4119486"/>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3" name="Freeform: Shape 4082">
                <a:extLst>
                  <a:ext uri="{FF2B5EF4-FFF2-40B4-BE49-F238E27FC236}">
                    <a16:creationId xmlns:a16="http://schemas.microsoft.com/office/drawing/2014/main" id="{5440ED83-D543-1365-6E34-B9DCA16982DC}"/>
                  </a:ext>
                </a:extLst>
              </p:cNvPr>
              <p:cNvSpPr/>
              <p:nvPr/>
            </p:nvSpPr>
            <p:spPr>
              <a:xfrm>
                <a:off x="1408023" y="4121581"/>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4" name="Freeform: Shape 4083">
                <a:extLst>
                  <a:ext uri="{FF2B5EF4-FFF2-40B4-BE49-F238E27FC236}">
                    <a16:creationId xmlns:a16="http://schemas.microsoft.com/office/drawing/2014/main" id="{099533DF-7B06-96B6-BE25-7EDA97E807B8}"/>
                  </a:ext>
                </a:extLst>
              </p:cNvPr>
              <p:cNvSpPr/>
              <p:nvPr/>
            </p:nvSpPr>
            <p:spPr>
              <a:xfrm>
                <a:off x="1719719" y="4123715"/>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5" name="Freeform: Shape 4084">
                <a:extLst>
                  <a:ext uri="{FF2B5EF4-FFF2-40B4-BE49-F238E27FC236}">
                    <a16:creationId xmlns:a16="http://schemas.microsoft.com/office/drawing/2014/main" id="{9FB4AA0A-9FA3-21B8-58F2-93753A355196}"/>
                  </a:ext>
                </a:extLst>
              </p:cNvPr>
              <p:cNvSpPr/>
              <p:nvPr/>
            </p:nvSpPr>
            <p:spPr>
              <a:xfrm>
                <a:off x="2031453" y="4125810"/>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6" name="Freeform: Shape 4085">
                <a:extLst>
                  <a:ext uri="{FF2B5EF4-FFF2-40B4-BE49-F238E27FC236}">
                    <a16:creationId xmlns:a16="http://schemas.microsoft.com/office/drawing/2014/main" id="{9045A53A-6E27-2130-2169-64797F000C8D}"/>
                  </a:ext>
                </a:extLst>
              </p:cNvPr>
              <p:cNvSpPr/>
              <p:nvPr/>
            </p:nvSpPr>
            <p:spPr>
              <a:xfrm>
                <a:off x="2343188" y="4127944"/>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7" name="Freeform: Shape 4086">
                <a:extLst>
                  <a:ext uri="{FF2B5EF4-FFF2-40B4-BE49-F238E27FC236}">
                    <a16:creationId xmlns:a16="http://schemas.microsoft.com/office/drawing/2014/main" id="{764F42D9-44D3-90DC-0176-CFE49C25130E}"/>
                  </a:ext>
                </a:extLst>
              </p:cNvPr>
              <p:cNvSpPr/>
              <p:nvPr/>
            </p:nvSpPr>
            <p:spPr>
              <a:xfrm>
                <a:off x="2654922" y="4130078"/>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8" name="Freeform: Shape 4087">
                <a:extLst>
                  <a:ext uri="{FF2B5EF4-FFF2-40B4-BE49-F238E27FC236}">
                    <a16:creationId xmlns:a16="http://schemas.microsoft.com/office/drawing/2014/main" id="{43E2C01B-46F9-74BF-A8E9-3D3C6F3C3B56}"/>
                  </a:ext>
                </a:extLst>
              </p:cNvPr>
              <p:cNvSpPr/>
              <p:nvPr/>
            </p:nvSpPr>
            <p:spPr>
              <a:xfrm>
                <a:off x="2966656" y="413217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89" name="Freeform: Shape 4088">
                <a:extLst>
                  <a:ext uri="{FF2B5EF4-FFF2-40B4-BE49-F238E27FC236}">
                    <a16:creationId xmlns:a16="http://schemas.microsoft.com/office/drawing/2014/main" id="{825E367D-253B-A722-48C6-7BA850BF6C56}"/>
                  </a:ext>
                </a:extLst>
              </p:cNvPr>
              <p:cNvSpPr/>
              <p:nvPr/>
            </p:nvSpPr>
            <p:spPr>
              <a:xfrm>
                <a:off x="3278352" y="4134307"/>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0" name="Freeform: Shape 4089">
                <a:extLst>
                  <a:ext uri="{FF2B5EF4-FFF2-40B4-BE49-F238E27FC236}">
                    <a16:creationId xmlns:a16="http://schemas.microsoft.com/office/drawing/2014/main" id="{B97AE508-913F-C2D9-2DE7-46F160E317F9}"/>
                  </a:ext>
                </a:extLst>
              </p:cNvPr>
              <p:cNvSpPr/>
              <p:nvPr/>
            </p:nvSpPr>
            <p:spPr>
              <a:xfrm>
                <a:off x="3590086" y="4136440"/>
                <a:ext cx="125882" cy="125882"/>
              </a:xfrm>
              <a:custGeom>
                <a:avLst/>
                <a:gdLst>
                  <a:gd name="connsiteX0" fmla="*/ 0 w 125882"/>
                  <a:gd name="connsiteY0" fmla="*/ 0 h 125882"/>
                  <a:gd name="connsiteX1" fmla="*/ 125882 w 125882"/>
                  <a:gd name="connsiteY1" fmla="*/ 0 h 125882"/>
                  <a:gd name="connsiteX2" fmla="*/ 125882 w 125882"/>
                  <a:gd name="connsiteY2" fmla="*/ 125883 h 125882"/>
                  <a:gd name="connsiteX3" fmla="*/ 0 w 125882"/>
                  <a:gd name="connsiteY3" fmla="*/ 125883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3"/>
                    </a:lnTo>
                    <a:lnTo>
                      <a:pt x="0" y="12588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1" name="Freeform: Shape 4090">
                <a:extLst>
                  <a:ext uri="{FF2B5EF4-FFF2-40B4-BE49-F238E27FC236}">
                    <a16:creationId xmlns:a16="http://schemas.microsoft.com/office/drawing/2014/main" id="{2D831E07-79FB-D55F-AD41-F6736C2C0923}"/>
                  </a:ext>
                </a:extLst>
              </p:cNvPr>
              <p:cNvSpPr/>
              <p:nvPr/>
            </p:nvSpPr>
            <p:spPr>
              <a:xfrm>
                <a:off x="3901821" y="4138536"/>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2" name="Freeform: Shape 4091">
                <a:extLst>
                  <a:ext uri="{FF2B5EF4-FFF2-40B4-BE49-F238E27FC236}">
                    <a16:creationId xmlns:a16="http://schemas.microsoft.com/office/drawing/2014/main" id="{9DC01547-0C7B-3D2B-D96C-C2DEBACCB14D}"/>
                  </a:ext>
                </a:extLst>
              </p:cNvPr>
              <p:cNvSpPr/>
              <p:nvPr/>
            </p:nvSpPr>
            <p:spPr>
              <a:xfrm>
                <a:off x="4213555" y="4140669"/>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3" name="Freeform: Shape 4092">
                <a:extLst>
                  <a:ext uri="{FF2B5EF4-FFF2-40B4-BE49-F238E27FC236}">
                    <a16:creationId xmlns:a16="http://schemas.microsoft.com/office/drawing/2014/main" id="{99025AA3-2CDA-9366-A2A4-FEF66CFEA84F}"/>
                  </a:ext>
                </a:extLst>
              </p:cNvPr>
              <p:cNvSpPr/>
              <p:nvPr/>
            </p:nvSpPr>
            <p:spPr>
              <a:xfrm>
                <a:off x="4525289" y="4142765"/>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4" name="Freeform: Shape 4093">
                <a:extLst>
                  <a:ext uri="{FF2B5EF4-FFF2-40B4-BE49-F238E27FC236}">
                    <a16:creationId xmlns:a16="http://schemas.microsoft.com/office/drawing/2014/main" id="{72D176F2-29FA-C004-12F7-50D9363CF4FF}"/>
                  </a:ext>
                </a:extLst>
              </p:cNvPr>
              <p:cNvSpPr/>
              <p:nvPr/>
            </p:nvSpPr>
            <p:spPr>
              <a:xfrm>
                <a:off x="4836985" y="4144899"/>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5" name="Freeform: Shape 4094">
                <a:extLst>
                  <a:ext uri="{FF2B5EF4-FFF2-40B4-BE49-F238E27FC236}">
                    <a16:creationId xmlns:a16="http://schemas.microsoft.com/office/drawing/2014/main" id="{DAB354C6-55EC-68C4-ED22-8B77E31FA444}"/>
                  </a:ext>
                </a:extLst>
              </p:cNvPr>
              <p:cNvSpPr/>
              <p:nvPr/>
            </p:nvSpPr>
            <p:spPr>
              <a:xfrm>
                <a:off x="5148719" y="4147032"/>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6" name="Freeform: Shape 4095">
                <a:extLst>
                  <a:ext uri="{FF2B5EF4-FFF2-40B4-BE49-F238E27FC236}">
                    <a16:creationId xmlns:a16="http://schemas.microsoft.com/office/drawing/2014/main" id="{5FC84AED-B29B-6FFC-9ED1-6565B17F015B}"/>
                  </a:ext>
                </a:extLst>
              </p:cNvPr>
              <p:cNvSpPr/>
              <p:nvPr/>
            </p:nvSpPr>
            <p:spPr>
              <a:xfrm>
                <a:off x="5460453" y="4149128"/>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7" name="Freeform: Shape 4096">
                <a:extLst>
                  <a:ext uri="{FF2B5EF4-FFF2-40B4-BE49-F238E27FC236}">
                    <a16:creationId xmlns:a16="http://schemas.microsoft.com/office/drawing/2014/main" id="{3D337E83-B582-310D-012C-19C90BBDEAE4}"/>
                  </a:ext>
                </a:extLst>
              </p:cNvPr>
              <p:cNvSpPr/>
              <p:nvPr/>
            </p:nvSpPr>
            <p:spPr>
              <a:xfrm>
                <a:off x="5772188" y="4151261"/>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8" name="Freeform: Shape 4097">
                <a:extLst>
                  <a:ext uri="{FF2B5EF4-FFF2-40B4-BE49-F238E27FC236}">
                    <a16:creationId xmlns:a16="http://schemas.microsoft.com/office/drawing/2014/main" id="{F54962A9-2E77-3030-54E4-94F1FE2CA259}"/>
                  </a:ext>
                </a:extLst>
              </p:cNvPr>
              <p:cNvSpPr/>
              <p:nvPr/>
            </p:nvSpPr>
            <p:spPr>
              <a:xfrm>
                <a:off x="6083884" y="4153357"/>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99" name="Freeform: Shape 4098">
                <a:extLst>
                  <a:ext uri="{FF2B5EF4-FFF2-40B4-BE49-F238E27FC236}">
                    <a16:creationId xmlns:a16="http://schemas.microsoft.com/office/drawing/2014/main" id="{E12D29DA-6B2C-8E7A-85A7-23EEEDD10E9C}"/>
                  </a:ext>
                </a:extLst>
              </p:cNvPr>
              <p:cNvSpPr/>
              <p:nvPr/>
            </p:nvSpPr>
            <p:spPr>
              <a:xfrm>
                <a:off x="6395618" y="4155490"/>
                <a:ext cx="87744" cy="87744"/>
              </a:xfrm>
              <a:custGeom>
                <a:avLst/>
                <a:gdLst>
                  <a:gd name="connsiteX0" fmla="*/ 0 w 87744"/>
                  <a:gd name="connsiteY0" fmla="*/ 0 h 87744"/>
                  <a:gd name="connsiteX1" fmla="*/ 87744 w 87744"/>
                  <a:gd name="connsiteY1" fmla="*/ 0 h 87744"/>
                  <a:gd name="connsiteX2" fmla="*/ 87744 w 87744"/>
                  <a:gd name="connsiteY2" fmla="*/ 87745 h 87744"/>
                  <a:gd name="connsiteX3" fmla="*/ 0 w 87744"/>
                  <a:gd name="connsiteY3" fmla="*/ 87745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5"/>
                    </a:lnTo>
                    <a:lnTo>
                      <a:pt x="0" y="8774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0" name="Freeform: Shape 4099">
                <a:extLst>
                  <a:ext uri="{FF2B5EF4-FFF2-40B4-BE49-F238E27FC236}">
                    <a16:creationId xmlns:a16="http://schemas.microsoft.com/office/drawing/2014/main" id="{44078A1B-611D-C561-CD8B-4DC5A5B5A5B6}"/>
                  </a:ext>
                </a:extLst>
              </p:cNvPr>
              <p:cNvSpPr/>
              <p:nvPr/>
            </p:nvSpPr>
            <p:spPr>
              <a:xfrm>
                <a:off x="6707352" y="4157624"/>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1" name="Freeform: Shape 4100">
                <a:extLst>
                  <a:ext uri="{FF2B5EF4-FFF2-40B4-BE49-F238E27FC236}">
                    <a16:creationId xmlns:a16="http://schemas.microsoft.com/office/drawing/2014/main" id="{15813C7B-C882-9452-AEBA-B2A89B5A88DA}"/>
                  </a:ext>
                </a:extLst>
              </p:cNvPr>
              <p:cNvSpPr/>
              <p:nvPr/>
            </p:nvSpPr>
            <p:spPr>
              <a:xfrm>
                <a:off x="7019086" y="4159719"/>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2" name="Freeform: Shape 4101">
                <a:extLst>
                  <a:ext uri="{FF2B5EF4-FFF2-40B4-BE49-F238E27FC236}">
                    <a16:creationId xmlns:a16="http://schemas.microsoft.com/office/drawing/2014/main" id="{59D52F7F-C51F-2C72-A48C-B625156DC3E2}"/>
                  </a:ext>
                </a:extLst>
              </p:cNvPr>
              <p:cNvSpPr/>
              <p:nvPr/>
            </p:nvSpPr>
            <p:spPr>
              <a:xfrm>
                <a:off x="7330821" y="4161853"/>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3" name="Freeform: Shape 4102">
                <a:extLst>
                  <a:ext uri="{FF2B5EF4-FFF2-40B4-BE49-F238E27FC236}">
                    <a16:creationId xmlns:a16="http://schemas.microsoft.com/office/drawing/2014/main" id="{ABD75B2A-1E41-BA3B-8A56-C0DE6F89E25D}"/>
                  </a:ext>
                </a:extLst>
              </p:cNvPr>
              <p:cNvSpPr/>
              <p:nvPr/>
            </p:nvSpPr>
            <p:spPr>
              <a:xfrm>
                <a:off x="7642517" y="4163949"/>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4" name="Freeform: Shape 4103">
                <a:extLst>
                  <a:ext uri="{FF2B5EF4-FFF2-40B4-BE49-F238E27FC236}">
                    <a16:creationId xmlns:a16="http://schemas.microsoft.com/office/drawing/2014/main" id="{2BBC8429-AAD3-26F3-FE0A-50911E0CD654}"/>
                  </a:ext>
                </a:extLst>
              </p:cNvPr>
              <p:cNvSpPr/>
              <p:nvPr/>
            </p:nvSpPr>
            <p:spPr>
              <a:xfrm>
                <a:off x="7954251" y="4166082"/>
                <a:ext cx="66560" cy="66560"/>
              </a:xfrm>
              <a:custGeom>
                <a:avLst/>
                <a:gdLst>
                  <a:gd name="connsiteX0" fmla="*/ 0 w 66560"/>
                  <a:gd name="connsiteY0" fmla="*/ 0 h 66560"/>
                  <a:gd name="connsiteX1" fmla="*/ 66561 w 66560"/>
                  <a:gd name="connsiteY1" fmla="*/ 0 h 66560"/>
                  <a:gd name="connsiteX2" fmla="*/ 66561 w 66560"/>
                  <a:gd name="connsiteY2" fmla="*/ 66560 h 66560"/>
                  <a:gd name="connsiteX3" fmla="*/ 0 w 66560"/>
                  <a:gd name="connsiteY3" fmla="*/ 66560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0"/>
                    </a:lnTo>
                    <a:lnTo>
                      <a:pt x="0" y="6656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5" name="Freeform: Shape 4104">
                <a:extLst>
                  <a:ext uri="{FF2B5EF4-FFF2-40B4-BE49-F238E27FC236}">
                    <a16:creationId xmlns:a16="http://schemas.microsoft.com/office/drawing/2014/main" id="{DAF827FC-4982-0DD7-DBF5-DABD36A4B4FD}"/>
                  </a:ext>
                </a:extLst>
              </p:cNvPr>
              <p:cNvSpPr/>
              <p:nvPr/>
            </p:nvSpPr>
            <p:spPr>
              <a:xfrm>
                <a:off x="8265985" y="4168216"/>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6" name="Freeform: Shape 4105">
                <a:extLst>
                  <a:ext uri="{FF2B5EF4-FFF2-40B4-BE49-F238E27FC236}">
                    <a16:creationId xmlns:a16="http://schemas.microsoft.com/office/drawing/2014/main" id="{424090DE-65FF-F4F9-AED4-B6FC4D300D05}"/>
                  </a:ext>
                </a:extLst>
              </p:cNvPr>
              <p:cNvSpPr/>
              <p:nvPr/>
            </p:nvSpPr>
            <p:spPr>
              <a:xfrm>
                <a:off x="8577719" y="4170311"/>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7" name="Freeform: Shape 4106">
                <a:extLst>
                  <a:ext uri="{FF2B5EF4-FFF2-40B4-BE49-F238E27FC236}">
                    <a16:creationId xmlns:a16="http://schemas.microsoft.com/office/drawing/2014/main" id="{03C583C0-20B4-B691-27AC-658B8E0054E5}"/>
                  </a:ext>
                </a:extLst>
              </p:cNvPr>
              <p:cNvSpPr/>
              <p:nvPr/>
            </p:nvSpPr>
            <p:spPr>
              <a:xfrm>
                <a:off x="8889453" y="4172445"/>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8" name="Freeform: Shape 4107">
                <a:extLst>
                  <a:ext uri="{FF2B5EF4-FFF2-40B4-BE49-F238E27FC236}">
                    <a16:creationId xmlns:a16="http://schemas.microsoft.com/office/drawing/2014/main" id="{2CDD79F3-FFFB-560C-C76D-72705AD74437}"/>
                  </a:ext>
                </a:extLst>
              </p:cNvPr>
              <p:cNvSpPr/>
              <p:nvPr/>
            </p:nvSpPr>
            <p:spPr>
              <a:xfrm>
                <a:off x="9201150" y="4174578"/>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09" name="Freeform: Shape 4108">
                <a:extLst>
                  <a:ext uri="{FF2B5EF4-FFF2-40B4-BE49-F238E27FC236}">
                    <a16:creationId xmlns:a16="http://schemas.microsoft.com/office/drawing/2014/main" id="{EB448D82-D4BA-8CC2-618F-81C16189C642}"/>
                  </a:ext>
                </a:extLst>
              </p:cNvPr>
              <p:cNvSpPr/>
              <p:nvPr/>
            </p:nvSpPr>
            <p:spPr>
              <a:xfrm>
                <a:off x="9512884" y="4176674"/>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0" name="Freeform: Shape 4109">
                <a:extLst>
                  <a:ext uri="{FF2B5EF4-FFF2-40B4-BE49-F238E27FC236}">
                    <a16:creationId xmlns:a16="http://schemas.microsoft.com/office/drawing/2014/main" id="{24A5F76B-32E9-E466-9368-07BD1734EC3F}"/>
                  </a:ext>
                </a:extLst>
              </p:cNvPr>
              <p:cNvSpPr/>
              <p:nvPr/>
            </p:nvSpPr>
            <p:spPr>
              <a:xfrm>
                <a:off x="9824618" y="4178808"/>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1" name="Freeform: Shape 4110">
                <a:extLst>
                  <a:ext uri="{FF2B5EF4-FFF2-40B4-BE49-F238E27FC236}">
                    <a16:creationId xmlns:a16="http://schemas.microsoft.com/office/drawing/2014/main" id="{86B5393F-374B-46EB-34D2-2CAF9FB799CC}"/>
                  </a:ext>
                </a:extLst>
              </p:cNvPr>
              <p:cNvSpPr/>
              <p:nvPr/>
            </p:nvSpPr>
            <p:spPr>
              <a:xfrm>
                <a:off x="10136352" y="418090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2" name="Freeform: Shape 4111">
                <a:extLst>
                  <a:ext uri="{FF2B5EF4-FFF2-40B4-BE49-F238E27FC236}">
                    <a16:creationId xmlns:a16="http://schemas.microsoft.com/office/drawing/2014/main" id="{344F5CE7-CED7-D6D6-8635-3BA8963BBE48}"/>
                  </a:ext>
                </a:extLst>
              </p:cNvPr>
              <p:cNvSpPr/>
              <p:nvPr/>
            </p:nvSpPr>
            <p:spPr>
              <a:xfrm>
                <a:off x="10448086" y="4183037"/>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3" name="Freeform: Shape 4112">
                <a:extLst>
                  <a:ext uri="{FF2B5EF4-FFF2-40B4-BE49-F238E27FC236}">
                    <a16:creationId xmlns:a16="http://schemas.microsoft.com/office/drawing/2014/main" id="{A74907B8-3F5E-0245-257D-E3B5529B07DB}"/>
                  </a:ext>
                </a:extLst>
              </p:cNvPr>
              <p:cNvSpPr/>
              <p:nvPr/>
            </p:nvSpPr>
            <p:spPr>
              <a:xfrm>
                <a:off x="10759782" y="4185170"/>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4" name="Freeform: Shape 4113">
                <a:extLst>
                  <a:ext uri="{FF2B5EF4-FFF2-40B4-BE49-F238E27FC236}">
                    <a16:creationId xmlns:a16="http://schemas.microsoft.com/office/drawing/2014/main" id="{29C49036-6732-B0B5-67F4-74B761126D02}"/>
                  </a:ext>
                </a:extLst>
              </p:cNvPr>
              <p:cNvSpPr/>
              <p:nvPr/>
            </p:nvSpPr>
            <p:spPr>
              <a:xfrm>
                <a:off x="11071517" y="4187266"/>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5" name="Freeform: Shape 4114">
                <a:extLst>
                  <a:ext uri="{FF2B5EF4-FFF2-40B4-BE49-F238E27FC236}">
                    <a16:creationId xmlns:a16="http://schemas.microsoft.com/office/drawing/2014/main" id="{D9252012-9AB6-DC49-3629-FE1F8D4B23A2}"/>
                  </a:ext>
                </a:extLst>
              </p:cNvPr>
              <p:cNvSpPr/>
              <p:nvPr/>
            </p:nvSpPr>
            <p:spPr>
              <a:xfrm>
                <a:off x="1096289" y="4427639"/>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6" name="Freeform: Shape 4115">
                <a:extLst>
                  <a:ext uri="{FF2B5EF4-FFF2-40B4-BE49-F238E27FC236}">
                    <a16:creationId xmlns:a16="http://schemas.microsoft.com/office/drawing/2014/main" id="{B78CCE7D-8A4A-A77F-2CA6-4170B355FAE5}"/>
                  </a:ext>
                </a:extLst>
              </p:cNvPr>
              <p:cNvSpPr/>
              <p:nvPr/>
            </p:nvSpPr>
            <p:spPr>
              <a:xfrm>
                <a:off x="1408023" y="4429734"/>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7" name="Freeform: Shape 4116">
                <a:extLst>
                  <a:ext uri="{FF2B5EF4-FFF2-40B4-BE49-F238E27FC236}">
                    <a16:creationId xmlns:a16="http://schemas.microsoft.com/office/drawing/2014/main" id="{8286E44B-BA35-0CF5-8CC2-F26F4FB554A1}"/>
                  </a:ext>
                </a:extLst>
              </p:cNvPr>
              <p:cNvSpPr/>
              <p:nvPr/>
            </p:nvSpPr>
            <p:spPr>
              <a:xfrm>
                <a:off x="1719719" y="4431868"/>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8" name="Freeform: Shape 4117">
                <a:extLst>
                  <a:ext uri="{FF2B5EF4-FFF2-40B4-BE49-F238E27FC236}">
                    <a16:creationId xmlns:a16="http://schemas.microsoft.com/office/drawing/2014/main" id="{014D41A0-2D8E-CDCA-4476-00DA088C485D}"/>
                  </a:ext>
                </a:extLst>
              </p:cNvPr>
              <p:cNvSpPr/>
              <p:nvPr/>
            </p:nvSpPr>
            <p:spPr>
              <a:xfrm>
                <a:off x="2031453" y="4433963"/>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19" name="Freeform: Shape 4118">
                <a:extLst>
                  <a:ext uri="{FF2B5EF4-FFF2-40B4-BE49-F238E27FC236}">
                    <a16:creationId xmlns:a16="http://schemas.microsoft.com/office/drawing/2014/main" id="{4661B8FB-3456-7FD0-4FE2-090E8C965699}"/>
                  </a:ext>
                </a:extLst>
              </p:cNvPr>
              <p:cNvSpPr/>
              <p:nvPr/>
            </p:nvSpPr>
            <p:spPr>
              <a:xfrm>
                <a:off x="2343188" y="4436097"/>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0" name="Freeform: Shape 4119">
                <a:extLst>
                  <a:ext uri="{FF2B5EF4-FFF2-40B4-BE49-F238E27FC236}">
                    <a16:creationId xmlns:a16="http://schemas.microsoft.com/office/drawing/2014/main" id="{AEC061CE-94DE-CA7D-EC3A-86C60CEC8B72}"/>
                  </a:ext>
                </a:extLst>
              </p:cNvPr>
              <p:cNvSpPr/>
              <p:nvPr/>
            </p:nvSpPr>
            <p:spPr>
              <a:xfrm>
                <a:off x="2654922" y="4438230"/>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1" name="Freeform: Shape 4120">
                <a:extLst>
                  <a:ext uri="{FF2B5EF4-FFF2-40B4-BE49-F238E27FC236}">
                    <a16:creationId xmlns:a16="http://schemas.microsoft.com/office/drawing/2014/main" id="{056437D6-FD9F-C75F-EF72-8AE5096985D1}"/>
                  </a:ext>
                </a:extLst>
              </p:cNvPr>
              <p:cNvSpPr/>
              <p:nvPr/>
            </p:nvSpPr>
            <p:spPr>
              <a:xfrm>
                <a:off x="2966656" y="4440326"/>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2" name="Freeform: Shape 4121">
                <a:extLst>
                  <a:ext uri="{FF2B5EF4-FFF2-40B4-BE49-F238E27FC236}">
                    <a16:creationId xmlns:a16="http://schemas.microsoft.com/office/drawing/2014/main" id="{251CD039-174B-21AA-CDEE-642401121BB3}"/>
                  </a:ext>
                </a:extLst>
              </p:cNvPr>
              <p:cNvSpPr/>
              <p:nvPr/>
            </p:nvSpPr>
            <p:spPr>
              <a:xfrm>
                <a:off x="3278352" y="4442460"/>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3" name="Freeform: Shape 4122">
                <a:extLst>
                  <a:ext uri="{FF2B5EF4-FFF2-40B4-BE49-F238E27FC236}">
                    <a16:creationId xmlns:a16="http://schemas.microsoft.com/office/drawing/2014/main" id="{0F172489-7857-11C1-1B9F-A5E9447149EE}"/>
                  </a:ext>
                </a:extLst>
              </p:cNvPr>
              <p:cNvSpPr/>
              <p:nvPr/>
            </p:nvSpPr>
            <p:spPr>
              <a:xfrm>
                <a:off x="3590086" y="4444555"/>
                <a:ext cx="125882" cy="125882"/>
              </a:xfrm>
              <a:custGeom>
                <a:avLst/>
                <a:gdLst>
                  <a:gd name="connsiteX0" fmla="*/ 0 w 125882"/>
                  <a:gd name="connsiteY0" fmla="*/ 0 h 125882"/>
                  <a:gd name="connsiteX1" fmla="*/ 125882 w 125882"/>
                  <a:gd name="connsiteY1" fmla="*/ 0 h 125882"/>
                  <a:gd name="connsiteX2" fmla="*/ 125882 w 125882"/>
                  <a:gd name="connsiteY2" fmla="*/ 125883 h 125882"/>
                  <a:gd name="connsiteX3" fmla="*/ 0 w 125882"/>
                  <a:gd name="connsiteY3" fmla="*/ 125883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3"/>
                    </a:lnTo>
                    <a:lnTo>
                      <a:pt x="0" y="12588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4" name="Freeform: Shape 4123">
                <a:extLst>
                  <a:ext uri="{FF2B5EF4-FFF2-40B4-BE49-F238E27FC236}">
                    <a16:creationId xmlns:a16="http://schemas.microsoft.com/office/drawing/2014/main" id="{702BDDF1-057B-4F07-B0DA-4026DC1FDBDC}"/>
                  </a:ext>
                </a:extLst>
              </p:cNvPr>
              <p:cNvSpPr/>
              <p:nvPr/>
            </p:nvSpPr>
            <p:spPr>
              <a:xfrm>
                <a:off x="3901821" y="4446689"/>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5" name="Freeform: Shape 4124">
                <a:extLst>
                  <a:ext uri="{FF2B5EF4-FFF2-40B4-BE49-F238E27FC236}">
                    <a16:creationId xmlns:a16="http://schemas.microsoft.com/office/drawing/2014/main" id="{39339966-138A-992B-AD61-22B331A414E5}"/>
                  </a:ext>
                </a:extLst>
              </p:cNvPr>
              <p:cNvSpPr/>
              <p:nvPr/>
            </p:nvSpPr>
            <p:spPr>
              <a:xfrm>
                <a:off x="4213555" y="4448822"/>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6" name="Freeform: Shape 4125">
                <a:extLst>
                  <a:ext uri="{FF2B5EF4-FFF2-40B4-BE49-F238E27FC236}">
                    <a16:creationId xmlns:a16="http://schemas.microsoft.com/office/drawing/2014/main" id="{E40AEDC6-7F4A-4A3C-5B91-7DD6CD0868AA}"/>
                  </a:ext>
                </a:extLst>
              </p:cNvPr>
              <p:cNvSpPr/>
              <p:nvPr/>
            </p:nvSpPr>
            <p:spPr>
              <a:xfrm>
                <a:off x="4525289" y="4450918"/>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7" name="Freeform: Shape 4126">
                <a:extLst>
                  <a:ext uri="{FF2B5EF4-FFF2-40B4-BE49-F238E27FC236}">
                    <a16:creationId xmlns:a16="http://schemas.microsoft.com/office/drawing/2014/main" id="{5A1FD545-43CF-E6EB-FA5B-7B94025DDB97}"/>
                  </a:ext>
                </a:extLst>
              </p:cNvPr>
              <p:cNvSpPr/>
              <p:nvPr/>
            </p:nvSpPr>
            <p:spPr>
              <a:xfrm>
                <a:off x="4836985" y="4453051"/>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8" name="Freeform: Shape 4127">
                <a:extLst>
                  <a:ext uri="{FF2B5EF4-FFF2-40B4-BE49-F238E27FC236}">
                    <a16:creationId xmlns:a16="http://schemas.microsoft.com/office/drawing/2014/main" id="{6F0B3490-9DC8-E90B-C0AD-BFF40D03DF8B}"/>
                  </a:ext>
                </a:extLst>
              </p:cNvPr>
              <p:cNvSpPr/>
              <p:nvPr/>
            </p:nvSpPr>
            <p:spPr>
              <a:xfrm>
                <a:off x="5148719" y="4455147"/>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29" name="Freeform: Shape 4128">
                <a:extLst>
                  <a:ext uri="{FF2B5EF4-FFF2-40B4-BE49-F238E27FC236}">
                    <a16:creationId xmlns:a16="http://schemas.microsoft.com/office/drawing/2014/main" id="{823CA59D-C7DB-F350-00C9-54D3614BD263}"/>
                  </a:ext>
                </a:extLst>
              </p:cNvPr>
              <p:cNvSpPr/>
              <p:nvPr/>
            </p:nvSpPr>
            <p:spPr>
              <a:xfrm>
                <a:off x="5460453" y="4457280"/>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0" name="Freeform: Shape 4129">
                <a:extLst>
                  <a:ext uri="{FF2B5EF4-FFF2-40B4-BE49-F238E27FC236}">
                    <a16:creationId xmlns:a16="http://schemas.microsoft.com/office/drawing/2014/main" id="{258AE6BF-5A12-A0DE-7008-1684714ABD31}"/>
                  </a:ext>
                </a:extLst>
              </p:cNvPr>
              <p:cNvSpPr/>
              <p:nvPr/>
            </p:nvSpPr>
            <p:spPr>
              <a:xfrm>
                <a:off x="5772188" y="4459414"/>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1" name="Freeform: Shape 4130">
                <a:extLst>
                  <a:ext uri="{FF2B5EF4-FFF2-40B4-BE49-F238E27FC236}">
                    <a16:creationId xmlns:a16="http://schemas.microsoft.com/office/drawing/2014/main" id="{EC55FD76-F79E-8EA7-2B1C-F79234245F09}"/>
                  </a:ext>
                </a:extLst>
              </p:cNvPr>
              <p:cNvSpPr/>
              <p:nvPr/>
            </p:nvSpPr>
            <p:spPr>
              <a:xfrm>
                <a:off x="6083884" y="4461510"/>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2" name="Freeform: Shape 4131">
                <a:extLst>
                  <a:ext uri="{FF2B5EF4-FFF2-40B4-BE49-F238E27FC236}">
                    <a16:creationId xmlns:a16="http://schemas.microsoft.com/office/drawing/2014/main" id="{06E33CA8-6281-147E-492D-5D0E8820F93E}"/>
                  </a:ext>
                </a:extLst>
              </p:cNvPr>
              <p:cNvSpPr/>
              <p:nvPr/>
            </p:nvSpPr>
            <p:spPr>
              <a:xfrm>
                <a:off x="6395618" y="4463643"/>
                <a:ext cx="87744" cy="87744"/>
              </a:xfrm>
              <a:custGeom>
                <a:avLst/>
                <a:gdLst>
                  <a:gd name="connsiteX0" fmla="*/ 0 w 87744"/>
                  <a:gd name="connsiteY0" fmla="*/ 0 h 87744"/>
                  <a:gd name="connsiteX1" fmla="*/ 87744 w 87744"/>
                  <a:gd name="connsiteY1" fmla="*/ 0 h 87744"/>
                  <a:gd name="connsiteX2" fmla="*/ 87744 w 87744"/>
                  <a:gd name="connsiteY2" fmla="*/ 87745 h 87744"/>
                  <a:gd name="connsiteX3" fmla="*/ 0 w 87744"/>
                  <a:gd name="connsiteY3" fmla="*/ 87745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5"/>
                    </a:lnTo>
                    <a:lnTo>
                      <a:pt x="0" y="8774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3" name="Freeform: Shape 4132">
                <a:extLst>
                  <a:ext uri="{FF2B5EF4-FFF2-40B4-BE49-F238E27FC236}">
                    <a16:creationId xmlns:a16="http://schemas.microsoft.com/office/drawing/2014/main" id="{B63D719C-7489-385B-CFBD-1254CBE240B1}"/>
                  </a:ext>
                </a:extLst>
              </p:cNvPr>
              <p:cNvSpPr/>
              <p:nvPr/>
            </p:nvSpPr>
            <p:spPr>
              <a:xfrm>
                <a:off x="6707352" y="4465777"/>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4" name="Freeform: Shape 4133">
                <a:extLst>
                  <a:ext uri="{FF2B5EF4-FFF2-40B4-BE49-F238E27FC236}">
                    <a16:creationId xmlns:a16="http://schemas.microsoft.com/office/drawing/2014/main" id="{C522BDAD-4352-554E-2459-E6898F7CF349}"/>
                  </a:ext>
                </a:extLst>
              </p:cNvPr>
              <p:cNvSpPr/>
              <p:nvPr/>
            </p:nvSpPr>
            <p:spPr>
              <a:xfrm>
                <a:off x="7019086" y="4467872"/>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5" name="Freeform: Shape 4134">
                <a:extLst>
                  <a:ext uri="{FF2B5EF4-FFF2-40B4-BE49-F238E27FC236}">
                    <a16:creationId xmlns:a16="http://schemas.microsoft.com/office/drawing/2014/main" id="{F590DA93-DE90-2655-E817-7A444069F34B}"/>
                  </a:ext>
                </a:extLst>
              </p:cNvPr>
              <p:cNvSpPr/>
              <p:nvPr/>
            </p:nvSpPr>
            <p:spPr>
              <a:xfrm>
                <a:off x="7330821" y="4470006"/>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6" name="Freeform: Shape 4135">
                <a:extLst>
                  <a:ext uri="{FF2B5EF4-FFF2-40B4-BE49-F238E27FC236}">
                    <a16:creationId xmlns:a16="http://schemas.microsoft.com/office/drawing/2014/main" id="{BD5DA2CD-6EDF-B7BF-CA99-130370E75B62}"/>
                  </a:ext>
                </a:extLst>
              </p:cNvPr>
              <p:cNvSpPr/>
              <p:nvPr/>
            </p:nvSpPr>
            <p:spPr>
              <a:xfrm>
                <a:off x="7642517" y="4472101"/>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7" name="Freeform: Shape 4136">
                <a:extLst>
                  <a:ext uri="{FF2B5EF4-FFF2-40B4-BE49-F238E27FC236}">
                    <a16:creationId xmlns:a16="http://schemas.microsoft.com/office/drawing/2014/main" id="{1B5A0976-755D-F7DA-9F13-358D818E4BFA}"/>
                  </a:ext>
                </a:extLst>
              </p:cNvPr>
              <p:cNvSpPr/>
              <p:nvPr/>
            </p:nvSpPr>
            <p:spPr>
              <a:xfrm>
                <a:off x="7954251" y="4474235"/>
                <a:ext cx="66560" cy="66560"/>
              </a:xfrm>
              <a:custGeom>
                <a:avLst/>
                <a:gdLst>
                  <a:gd name="connsiteX0" fmla="*/ 0 w 66560"/>
                  <a:gd name="connsiteY0" fmla="*/ 0 h 66560"/>
                  <a:gd name="connsiteX1" fmla="*/ 66561 w 66560"/>
                  <a:gd name="connsiteY1" fmla="*/ 0 h 66560"/>
                  <a:gd name="connsiteX2" fmla="*/ 66561 w 66560"/>
                  <a:gd name="connsiteY2" fmla="*/ 66560 h 66560"/>
                  <a:gd name="connsiteX3" fmla="*/ 0 w 66560"/>
                  <a:gd name="connsiteY3" fmla="*/ 66560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0"/>
                    </a:lnTo>
                    <a:lnTo>
                      <a:pt x="0" y="6656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8" name="Freeform: Shape 4137">
                <a:extLst>
                  <a:ext uri="{FF2B5EF4-FFF2-40B4-BE49-F238E27FC236}">
                    <a16:creationId xmlns:a16="http://schemas.microsoft.com/office/drawing/2014/main" id="{EE227413-1DE2-EF6F-5C15-42386581AEC3}"/>
                  </a:ext>
                </a:extLst>
              </p:cNvPr>
              <p:cNvSpPr/>
              <p:nvPr/>
            </p:nvSpPr>
            <p:spPr>
              <a:xfrm>
                <a:off x="8265985" y="4476369"/>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39" name="Freeform: Shape 4138">
                <a:extLst>
                  <a:ext uri="{FF2B5EF4-FFF2-40B4-BE49-F238E27FC236}">
                    <a16:creationId xmlns:a16="http://schemas.microsoft.com/office/drawing/2014/main" id="{663D9AA3-1007-C9AD-4316-ACC6065FD7E6}"/>
                  </a:ext>
                </a:extLst>
              </p:cNvPr>
              <p:cNvSpPr/>
              <p:nvPr/>
            </p:nvSpPr>
            <p:spPr>
              <a:xfrm>
                <a:off x="8577719" y="4478464"/>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0" name="Freeform: Shape 4139">
                <a:extLst>
                  <a:ext uri="{FF2B5EF4-FFF2-40B4-BE49-F238E27FC236}">
                    <a16:creationId xmlns:a16="http://schemas.microsoft.com/office/drawing/2014/main" id="{131430F0-2B43-3009-2449-A9F747EB9BAD}"/>
                  </a:ext>
                </a:extLst>
              </p:cNvPr>
              <p:cNvSpPr/>
              <p:nvPr/>
            </p:nvSpPr>
            <p:spPr>
              <a:xfrm>
                <a:off x="8889453" y="4480598"/>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1" name="Freeform: Shape 4140">
                <a:extLst>
                  <a:ext uri="{FF2B5EF4-FFF2-40B4-BE49-F238E27FC236}">
                    <a16:creationId xmlns:a16="http://schemas.microsoft.com/office/drawing/2014/main" id="{DF1A7361-42B8-8F1A-333C-8A1E276E56EF}"/>
                  </a:ext>
                </a:extLst>
              </p:cNvPr>
              <p:cNvSpPr/>
              <p:nvPr/>
            </p:nvSpPr>
            <p:spPr>
              <a:xfrm>
                <a:off x="9201150" y="4482693"/>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2" name="Freeform: Shape 4141">
                <a:extLst>
                  <a:ext uri="{FF2B5EF4-FFF2-40B4-BE49-F238E27FC236}">
                    <a16:creationId xmlns:a16="http://schemas.microsoft.com/office/drawing/2014/main" id="{28AC6310-E3B0-43A6-FFFF-36517EE66924}"/>
                  </a:ext>
                </a:extLst>
              </p:cNvPr>
              <p:cNvSpPr/>
              <p:nvPr/>
            </p:nvSpPr>
            <p:spPr>
              <a:xfrm>
                <a:off x="9512884" y="4484827"/>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3" name="Freeform: Shape 4142">
                <a:extLst>
                  <a:ext uri="{FF2B5EF4-FFF2-40B4-BE49-F238E27FC236}">
                    <a16:creationId xmlns:a16="http://schemas.microsoft.com/office/drawing/2014/main" id="{F1367AC0-2B7F-07B4-6910-C062DFF53510}"/>
                  </a:ext>
                </a:extLst>
              </p:cNvPr>
              <p:cNvSpPr/>
              <p:nvPr/>
            </p:nvSpPr>
            <p:spPr>
              <a:xfrm>
                <a:off x="9824618" y="4486960"/>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4" name="Freeform: Shape 4143">
                <a:extLst>
                  <a:ext uri="{FF2B5EF4-FFF2-40B4-BE49-F238E27FC236}">
                    <a16:creationId xmlns:a16="http://schemas.microsoft.com/office/drawing/2014/main" id="{94FEF82D-8757-5D26-E5B9-B31179D21AB3}"/>
                  </a:ext>
                </a:extLst>
              </p:cNvPr>
              <p:cNvSpPr/>
              <p:nvPr/>
            </p:nvSpPr>
            <p:spPr>
              <a:xfrm>
                <a:off x="10136352" y="4489056"/>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5" name="Freeform: Shape 4144">
                <a:extLst>
                  <a:ext uri="{FF2B5EF4-FFF2-40B4-BE49-F238E27FC236}">
                    <a16:creationId xmlns:a16="http://schemas.microsoft.com/office/drawing/2014/main" id="{23253AF2-F929-A9DB-7CEC-58DF50DD8341}"/>
                  </a:ext>
                </a:extLst>
              </p:cNvPr>
              <p:cNvSpPr/>
              <p:nvPr/>
            </p:nvSpPr>
            <p:spPr>
              <a:xfrm>
                <a:off x="10448086" y="4491189"/>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6" name="Freeform: Shape 4145">
                <a:extLst>
                  <a:ext uri="{FF2B5EF4-FFF2-40B4-BE49-F238E27FC236}">
                    <a16:creationId xmlns:a16="http://schemas.microsoft.com/office/drawing/2014/main" id="{744517C3-7F96-0D53-E85B-10ED6D612572}"/>
                  </a:ext>
                </a:extLst>
              </p:cNvPr>
              <p:cNvSpPr/>
              <p:nvPr/>
            </p:nvSpPr>
            <p:spPr>
              <a:xfrm>
                <a:off x="10759782" y="4493285"/>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7" name="Freeform: Shape 4146">
                <a:extLst>
                  <a:ext uri="{FF2B5EF4-FFF2-40B4-BE49-F238E27FC236}">
                    <a16:creationId xmlns:a16="http://schemas.microsoft.com/office/drawing/2014/main" id="{ACFDFC6F-D633-167C-BCC1-37DBDC16DD13}"/>
                  </a:ext>
                </a:extLst>
              </p:cNvPr>
              <p:cNvSpPr/>
              <p:nvPr/>
            </p:nvSpPr>
            <p:spPr>
              <a:xfrm>
                <a:off x="11071517" y="4495419"/>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8" name="Freeform: Shape 4147">
                <a:extLst>
                  <a:ext uri="{FF2B5EF4-FFF2-40B4-BE49-F238E27FC236}">
                    <a16:creationId xmlns:a16="http://schemas.microsoft.com/office/drawing/2014/main" id="{E94D4953-8000-C144-BD86-F043E80DA2C1}"/>
                  </a:ext>
                </a:extLst>
              </p:cNvPr>
              <p:cNvSpPr/>
              <p:nvPr/>
            </p:nvSpPr>
            <p:spPr>
              <a:xfrm>
                <a:off x="1096289" y="4735753"/>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49" name="Freeform: Shape 4148">
                <a:extLst>
                  <a:ext uri="{FF2B5EF4-FFF2-40B4-BE49-F238E27FC236}">
                    <a16:creationId xmlns:a16="http://schemas.microsoft.com/office/drawing/2014/main" id="{24DEF578-7F82-91DB-2F2C-8E41746C0EB8}"/>
                  </a:ext>
                </a:extLst>
              </p:cNvPr>
              <p:cNvSpPr/>
              <p:nvPr/>
            </p:nvSpPr>
            <p:spPr>
              <a:xfrm>
                <a:off x="1408023" y="4737887"/>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0" name="Freeform: Shape 4149">
                <a:extLst>
                  <a:ext uri="{FF2B5EF4-FFF2-40B4-BE49-F238E27FC236}">
                    <a16:creationId xmlns:a16="http://schemas.microsoft.com/office/drawing/2014/main" id="{4F218896-F164-0927-295C-10AD1392E419}"/>
                  </a:ext>
                </a:extLst>
              </p:cNvPr>
              <p:cNvSpPr/>
              <p:nvPr/>
            </p:nvSpPr>
            <p:spPr>
              <a:xfrm>
                <a:off x="1719719" y="4740021"/>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1" name="Freeform: Shape 4150">
                <a:extLst>
                  <a:ext uri="{FF2B5EF4-FFF2-40B4-BE49-F238E27FC236}">
                    <a16:creationId xmlns:a16="http://schemas.microsoft.com/office/drawing/2014/main" id="{53F11F26-D1A0-8508-A7DB-5454C002F3FD}"/>
                  </a:ext>
                </a:extLst>
              </p:cNvPr>
              <p:cNvSpPr/>
              <p:nvPr/>
            </p:nvSpPr>
            <p:spPr>
              <a:xfrm>
                <a:off x="2031453" y="4742116"/>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2" name="Freeform: Shape 4151">
                <a:extLst>
                  <a:ext uri="{FF2B5EF4-FFF2-40B4-BE49-F238E27FC236}">
                    <a16:creationId xmlns:a16="http://schemas.microsoft.com/office/drawing/2014/main" id="{A7D8AC91-FF18-21A0-9B4B-B3F64259CED3}"/>
                  </a:ext>
                </a:extLst>
              </p:cNvPr>
              <p:cNvSpPr/>
              <p:nvPr/>
            </p:nvSpPr>
            <p:spPr>
              <a:xfrm>
                <a:off x="2343188" y="4744250"/>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3" name="Freeform: Shape 4152">
                <a:extLst>
                  <a:ext uri="{FF2B5EF4-FFF2-40B4-BE49-F238E27FC236}">
                    <a16:creationId xmlns:a16="http://schemas.microsoft.com/office/drawing/2014/main" id="{A7526CBC-DE95-57C1-EAD1-C4A50B304A3D}"/>
                  </a:ext>
                </a:extLst>
              </p:cNvPr>
              <p:cNvSpPr/>
              <p:nvPr/>
            </p:nvSpPr>
            <p:spPr>
              <a:xfrm>
                <a:off x="2654922" y="4746345"/>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4" name="Freeform: Shape 4153">
                <a:extLst>
                  <a:ext uri="{FF2B5EF4-FFF2-40B4-BE49-F238E27FC236}">
                    <a16:creationId xmlns:a16="http://schemas.microsoft.com/office/drawing/2014/main" id="{3EB6EBF4-75F7-8CDB-630F-C563DEC5389F}"/>
                  </a:ext>
                </a:extLst>
              </p:cNvPr>
              <p:cNvSpPr/>
              <p:nvPr/>
            </p:nvSpPr>
            <p:spPr>
              <a:xfrm>
                <a:off x="2966656" y="4748479"/>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5" name="Freeform: Shape 4154">
                <a:extLst>
                  <a:ext uri="{FF2B5EF4-FFF2-40B4-BE49-F238E27FC236}">
                    <a16:creationId xmlns:a16="http://schemas.microsoft.com/office/drawing/2014/main" id="{135672EB-3F82-95BD-1690-3BF293953334}"/>
                  </a:ext>
                </a:extLst>
              </p:cNvPr>
              <p:cNvSpPr/>
              <p:nvPr/>
            </p:nvSpPr>
            <p:spPr>
              <a:xfrm>
                <a:off x="3278352" y="4750612"/>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6" name="Freeform: Shape 4155">
                <a:extLst>
                  <a:ext uri="{FF2B5EF4-FFF2-40B4-BE49-F238E27FC236}">
                    <a16:creationId xmlns:a16="http://schemas.microsoft.com/office/drawing/2014/main" id="{E7845EC1-1381-6284-F627-588A9245B2E9}"/>
                  </a:ext>
                </a:extLst>
              </p:cNvPr>
              <p:cNvSpPr/>
              <p:nvPr/>
            </p:nvSpPr>
            <p:spPr>
              <a:xfrm>
                <a:off x="3590086" y="4752708"/>
                <a:ext cx="125882" cy="125882"/>
              </a:xfrm>
              <a:custGeom>
                <a:avLst/>
                <a:gdLst>
                  <a:gd name="connsiteX0" fmla="*/ 0 w 125882"/>
                  <a:gd name="connsiteY0" fmla="*/ 0 h 125882"/>
                  <a:gd name="connsiteX1" fmla="*/ 125882 w 125882"/>
                  <a:gd name="connsiteY1" fmla="*/ 0 h 125882"/>
                  <a:gd name="connsiteX2" fmla="*/ 125882 w 125882"/>
                  <a:gd name="connsiteY2" fmla="*/ 125883 h 125882"/>
                  <a:gd name="connsiteX3" fmla="*/ 0 w 125882"/>
                  <a:gd name="connsiteY3" fmla="*/ 125883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3"/>
                    </a:lnTo>
                    <a:lnTo>
                      <a:pt x="0" y="12588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7" name="Freeform: Shape 4156">
                <a:extLst>
                  <a:ext uri="{FF2B5EF4-FFF2-40B4-BE49-F238E27FC236}">
                    <a16:creationId xmlns:a16="http://schemas.microsoft.com/office/drawing/2014/main" id="{0C3686CF-F0C4-210A-C828-ED578056C020}"/>
                  </a:ext>
                </a:extLst>
              </p:cNvPr>
              <p:cNvSpPr/>
              <p:nvPr/>
            </p:nvSpPr>
            <p:spPr>
              <a:xfrm>
                <a:off x="3901821" y="4754841"/>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8" name="Freeform: Shape 4157">
                <a:extLst>
                  <a:ext uri="{FF2B5EF4-FFF2-40B4-BE49-F238E27FC236}">
                    <a16:creationId xmlns:a16="http://schemas.microsoft.com/office/drawing/2014/main" id="{4B2222FF-E383-216E-BCD0-DE987AE2B784}"/>
                  </a:ext>
                </a:extLst>
              </p:cNvPr>
              <p:cNvSpPr/>
              <p:nvPr/>
            </p:nvSpPr>
            <p:spPr>
              <a:xfrm>
                <a:off x="4213555" y="4756975"/>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59" name="Freeform: Shape 4158">
                <a:extLst>
                  <a:ext uri="{FF2B5EF4-FFF2-40B4-BE49-F238E27FC236}">
                    <a16:creationId xmlns:a16="http://schemas.microsoft.com/office/drawing/2014/main" id="{69038110-5C56-4850-50EE-AE61A7EE6BE3}"/>
                  </a:ext>
                </a:extLst>
              </p:cNvPr>
              <p:cNvSpPr/>
              <p:nvPr/>
            </p:nvSpPr>
            <p:spPr>
              <a:xfrm>
                <a:off x="4525289" y="4759071"/>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0" name="Freeform: Shape 4159">
                <a:extLst>
                  <a:ext uri="{FF2B5EF4-FFF2-40B4-BE49-F238E27FC236}">
                    <a16:creationId xmlns:a16="http://schemas.microsoft.com/office/drawing/2014/main" id="{FD69B784-10E0-EB36-E40A-A14747B6123E}"/>
                  </a:ext>
                </a:extLst>
              </p:cNvPr>
              <p:cNvSpPr/>
              <p:nvPr/>
            </p:nvSpPr>
            <p:spPr>
              <a:xfrm>
                <a:off x="4836985" y="4761204"/>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1" name="Freeform: Shape 4160">
                <a:extLst>
                  <a:ext uri="{FF2B5EF4-FFF2-40B4-BE49-F238E27FC236}">
                    <a16:creationId xmlns:a16="http://schemas.microsoft.com/office/drawing/2014/main" id="{4980FF23-012B-585D-8483-E5746D15F7C7}"/>
                  </a:ext>
                </a:extLst>
              </p:cNvPr>
              <p:cNvSpPr/>
              <p:nvPr/>
            </p:nvSpPr>
            <p:spPr>
              <a:xfrm>
                <a:off x="5148719" y="4763300"/>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2" name="Freeform: Shape 4161">
                <a:extLst>
                  <a:ext uri="{FF2B5EF4-FFF2-40B4-BE49-F238E27FC236}">
                    <a16:creationId xmlns:a16="http://schemas.microsoft.com/office/drawing/2014/main" id="{8E747B9E-35F4-FCCC-B11E-E60BE1CEA44B}"/>
                  </a:ext>
                </a:extLst>
              </p:cNvPr>
              <p:cNvSpPr/>
              <p:nvPr/>
            </p:nvSpPr>
            <p:spPr>
              <a:xfrm>
                <a:off x="5460453" y="4765433"/>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3" name="Freeform: Shape 4162">
                <a:extLst>
                  <a:ext uri="{FF2B5EF4-FFF2-40B4-BE49-F238E27FC236}">
                    <a16:creationId xmlns:a16="http://schemas.microsoft.com/office/drawing/2014/main" id="{BC3DD90B-C27C-D06B-BC00-E19316AB532C}"/>
                  </a:ext>
                </a:extLst>
              </p:cNvPr>
              <p:cNvSpPr/>
              <p:nvPr/>
            </p:nvSpPr>
            <p:spPr>
              <a:xfrm>
                <a:off x="5772188" y="4767567"/>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4" name="Freeform: Shape 4163">
                <a:extLst>
                  <a:ext uri="{FF2B5EF4-FFF2-40B4-BE49-F238E27FC236}">
                    <a16:creationId xmlns:a16="http://schemas.microsoft.com/office/drawing/2014/main" id="{44C085F2-8AA5-FADB-1FD1-99911243F86F}"/>
                  </a:ext>
                </a:extLst>
              </p:cNvPr>
              <p:cNvSpPr/>
              <p:nvPr/>
            </p:nvSpPr>
            <p:spPr>
              <a:xfrm>
                <a:off x="6083884" y="4769662"/>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5" name="Freeform: Shape 4164">
                <a:extLst>
                  <a:ext uri="{FF2B5EF4-FFF2-40B4-BE49-F238E27FC236}">
                    <a16:creationId xmlns:a16="http://schemas.microsoft.com/office/drawing/2014/main" id="{A99E69D2-A471-EF54-B883-A53CEFDFF699}"/>
                  </a:ext>
                </a:extLst>
              </p:cNvPr>
              <p:cNvSpPr/>
              <p:nvPr/>
            </p:nvSpPr>
            <p:spPr>
              <a:xfrm>
                <a:off x="6395618" y="4771796"/>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6" name="Freeform: Shape 4165">
                <a:extLst>
                  <a:ext uri="{FF2B5EF4-FFF2-40B4-BE49-F238E27FC236}">
                    <a16:creationId xmlns:a16="http://schemas.microsoft.com/office/drawing/2014/main" id="{A9E80590-8A2E-2D0B-89D5-8B1C42547739}"/>
                  </a:ext>
                </a:extLst>
              </p:cNvPr>
              <p:cNvSpPr/>
              <p:nvPr/>
            </p:nvSpPr>
            <p:spPr>
              <a:xfrm>
                <a:off x="6707352" y="4773891"/>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7" name="Freeform: Shape 4166">
                <a:extLst>
                  <a:ext uri="{FF2B5EF4-FFF2-40B4-BE49-F238E27FC236}">
                    <a16:creationId xmlns:a16="http://schemas.microsoft.com/office/drawing/2014/main" id="{E63864D8-1765-E5C8-3094-5C5A014D5085}"/>
                  </a:ext>
                </a:extLst>
              </p:cNvPr>
              <p:cNvSpPr/>
              <p:nvPr/>
            </p:nvSpPr>
            <p:spPr>
              <a:xfrm>
                <a:off x="7019086" y="4776025"/>
                <a:ext cx="79286" cy="79286"/>
              </a:xfrm>
              <a:custGeom>
                <a:avLst/>
                <a:gdLst>
                  <a:gd name="connsiteX0" fmla="*/ 0 w 79286"/>
                  <a:gd name="connsiteY0" fmla="*/ 0 h 79286"/>
                  <a:gd name="connsiteX1" fmla="*/ 79286 w 79286"/>
                  <a:gd name="connsiteY1" fmla="*/ 0 h 79286"/>
                  <a:gd name="connsiteX2" fmla="*/ 79286 w 79286"/>
                  <a:gd name="connsiteY2" fmla="*/ 79287 h 79286"/>
                  <a:gd name="connsiteX3" fmla="*/ 0 w 79286"/>
                  <a:gd name="connsiteY3" fmla="*/ 79287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7"/>
                    </a:lnTo>
                    <a:lnTo>
                      <a:pt x="0" y="7928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8" name="Freeform: Shape 4167">
                <a:extLst>
                  <a:ext uri="{FF2B5EF4-FFF2-40B4-BE49-F238E27FC236}">
                    <a16:creationId xmlns:a16="http://schemas.microsoft.com/office/drawing/2014/main" id="{CDF893E1-94C0-2080-A4BA-7A606141578C}"/>
                  </a:ext>
                </a:extLst>
              </p:cNvPr>
              <p:cNvSpPr/>
              <p:nvPr/>
            </p:nvSpPr>
            <p:spPr>
              <a:xfrm>
                <a:off x="7330821" y="4778159"/>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69" name="Freeform: Shape 4168">
                <a:extLst>
                  <a:ext uri="{FF2B5EF4-FFF2-40B4-BE49-F238E27FC236}">
                    <a16:creationId xmlns:a16="http://schemas.microsoft.com/office/drawing/2014/main" id="{7B46EC43-EEE8-EC94-B962-9EE981DA3BEB}"/>
                  </a:ext>
                </a:extLst>
              </p:cNvPr>
              <p:cNvSpPr/>
              <p:nvPr/>
            </p:nvSpPr>
            <p:spPr>
              <a:xfrm>
                <a:off x="7642517" y="4780254"/>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0" name="Freeform: Shape 4169">
                <a:extLst>
                  <a:ext uri="{FF2B5EF4-FFF2-40B4-BE49-F238E27FC236}">
                    <a16:creationId xmlns:a16="http://schemas.microsoft.com/office/drawing/2014/main" id="{C1136A5C-69A4-6334-A653-037D630A049D}"/>
                  </a:ext>
                </a:extLst>
              </p:cNvPr>
              <p:cNvSpPr/>
              <p:nvPr/>
            </p:nvSpPr>
            <p:spPr>
              <a:xfrm>
                <a:off x="7954251" y="4782388"/>
                <a:ext cx="66560" cy="66560"/>
              </a:xfrm>
              <a:custGeom>
                <a:avLst/>
                <a:gdLst>
                  <a:gd name="connsiteX0" fmla="*/ 0 w 66560"/>
                  <a:gd name="connsiteY0" fmla="*/ 0 h 66560"/>
                  <a:gd name="connsiteX1" fmla="*/ 66561 w 66560"/>
                  <a:gd name="connsiteY1" fmla="*/ 0 h 66560"/>
                  <a:gd name="connsiteX2" fmla="*/ 66561 w 66560"/>
                  <a:gd name="connsiteY2" fmla="*/ 66560 h 66560"/>
                  <a:gd name="connsiteX3" fmla="*/ 0 w 66560"/>
                  <a:gd name="connsiteY3" fmla="*/ 66560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0"/>
                    </a:lnTo>
                    <a:lnTo>
                      <a:pt x="0" y="6656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1" name="Freeform: Shape 4170">
                <a:extLst>
                  <a:ext uri="{FF2B5EF4-FFF2-40B4-BE49-F238E27FC236}">
                    <a16:creationId xmlns:a16="http://schemas.microsoft.com/office/drawing/2014/main" id="{9E3A4A1B-5540-B6FB-D57E-45CF12B99885}"/>
                  </a:ext>
                </a:extLst>
              </p:cNvPr>
              <p:cNvSpPr/>
              <p:nvPr/>
            </p:nvSpPr>
            <p:spPr>
              <a:xfrm>
                <a:off x="8265985" y="4784483"/>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2" name="Freeform: Shape 4171">
                <a:extLst>
                  <a:ext uri="{FF2B5EF4-FFF2-40B4-BE49-F238E27FC236}">
                    <a16:creationId xmlns:a16="http://schemas.microsoft.com/office/drawing/2014/main" id="{A4F91721-4408-F153-C57A-4263B2528002}"/>
                  </a:ext>
                </a:extLst>
              </p:cNvPr>
              <p:cNvSpPr/>
              <p:nvPr/>
            </p:nvSpPr>
            <p:spPr>
              <a:xfrm>
                <a:off x="8577719" y="4786617"/>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3" name="Freeform: Shape 4172">
                <a:extLst>
                  <a:ext uri="{FF2B5EF4-FFF2-40B4-BE49-F238E27FC236}">
                    <a16:creationId xmlns:a16="http://schemas.microsoft.com/office/drawing/2014/main" id="{D4827762-AC9D-8D85-2752-A109570D024E}"/>
                  </a:ext>
                </a:extLst>
              </p:cNvPr>
              <p:cNvSpPr/>
              <p:nvPr/>
            </p:nvSpPr>
            <p:spPr>
              <a:xfrm>
                <a:off x="8889453" y="4788750"/>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4" name="Freeform: Shape 4173">
                <a:extLst>
                  <a:ext uri="{FF2B5EF4-FFF2-40B4-BE49-F238E27FC236}">
                    <a16:creationId xmlns:a16="http://schemas.microsoft.com/office/drawing/2014/main" id="{403BB295-81D9-83FE-684F-D42A858AD75C}"/>
                  </a:ext>
                </a:extLst>
              </p:cNvPr>
              <p:cNvSpPr/>
              <p:nvPr/>
            </p:nvSpPr>
            <p:spPr>
              <a:xfrm>
                <a:off x="9201150" y="4790846"/>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5" name="Freeform: Shape 4174">
                <a:extLst>
                  <a:ext uri="{FF2B5EF4-FFF2-40B4-BE49-F238E27FC236}">
                    <a16:creationId xmlns:a16="http://schemas.microsoft.com/office/drawing/2014/main" id="{93D94D8B-BF80-9870-629B-95FD253EC154}"/>
                  </a:ext>
                </a:extLst>
              </p:cNvPr>
              <p:cNvSpPr/>
              <p:nvPr/>
            </p:nvSpPr>
            <p:spPr>
              <a:xfrm>
                <a:off x="9512884" y="4792980"/>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6" name="Freeform: Shape 4175">
                <a:extLst>
                  <a:ext uri="{FF2B5EF4-FFF2-40B4-BE49-F238E27FC236}">
                    <a16:creationId xmlns:a16="http://schemas.microsoft.com/office/drawing/2014/main" id="{15A5581F-363C-D066-6551-BF3A333EFC5D}"/>
                  </a:ext>
                </a:extLst>
              </p:cNvPr>
              <p:cNvSpPr/>
              <p:nvPr/>
            </p:nvSpPr>
            <p:spPr>
              <a:xfrm>
                <a:off x="9824618" y="4795113"/>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7" name="Freeform: Shape 4176">
                <a:extLst>
                  <a:ext uri="{FF2B5EF4-FFF2-40B4-BE49-F238E27FC236}">
                    <a16:creationId xmlns:a16="http://schemas.microsoft.com/office/drawing/2014/main" id="{BB17940E-E888-5CF2-2AB3-1C619A92BFAD}"/>
                  </a:ext>
                </a:extLst>
              </p:cNvPr>
              <p:cNvSpPr/>
              <p:nvPr/>
            </p:nvSpPr>
            <p:spPr>
              <a:xfrm>
                <a:off x="10136352" y="4797209"/>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8" name="Freeform: Shape 4177">
                <a:extLst>
                  <a:ext uri="{FF2B5EF4-FFF2-40B4-BE49-F238E27FC236}">
                    <a16:creationId xmlns:a16="http://schemas.microsoft.com/office/drawing/2014/main" id="{2EF58F52-7C0B-52A2-9CC4-6F16B2C034AF}"/>
                  </a:ext>
                </a:extLst>
              </p:cNvPr>
              <p:cNvSpPr/>
              <p:nvPr/>
            </p:nvSpPr>
            <p:spPr>
              <a:xfrm>
                <a:off x="10448086" y="4799342"/>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79" name="Freeform: Shape 4178">
                <a:extLst>
                  <a:ext uri="{FF2B5EF4-FFF2-40B4-BE49-F238E27FC236}">
                    <a16:creationId xmlns:a16="http://schemas.microsoft.com/office/drawing/2014/main" id="{7991C251-CE13-8B5C-F0F6-1B30C0A088B8}"/>
                  </a:ext>
                </a:extLst>
              </p:cNvPr>
              <p:cNvSpPr/>
              <p:nvPr/>
            </p:nvSpPr>
            <p:spPr>
              <a:xfrm>
                <a:off x="10759782" y="4801438"/>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0" name="Freeform: Shape 4179">
                <a:extLst>
                  <a:ext uri="{FF2B5EF4-FFF2-40B4-BE49-F238E27FC236}">
                    <a16:creationId xmlns:a16="http://schemas.microsoft.com/office/drawing/2014/main" id="{6799FC57-FD5D-15CC-4C8E-E52C18CD6491}"/>
                  </a:ext>
                </a:extLst>
              </p:cNvPr>
              <p:cNvSpPr/>
              <p:nvPr/>
            </p:nvSpPr>
            <p:spPr>
              <a:xfrm>
                <a:off x="11071517" y="4803571"/>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1" name="Freeform: Shape 4180">
                <a:extLst>
                  <a:ext uri="{FF2B5EF4-FFF2-40B4-BE49-F238E27FC236}">
                    <a16:creationId xmlns:a16="http://schemas.microsoft.com/office/drawing/2014/main" id="{335806C0-2EC5-E54D-1065-6A36F35AF275}"/>
                  </a:ext>
                </a:extLst>
              </p:cNvPr>
              <p:cNvSpPr/>
              <p:nvPr/>
            </p:nvSpPr>
            <p:spPr>
              <a:xfrm>
                <a:off x="1096289" y="5043906"/>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2" name="Freeform: Shape 4181">
                <a:extLst>
                  <a:ext uri="{FF2B5EF4-FFF2-40B4-BE49-F238E27FC236}">
                    <a16:creationId xmlns:a16="http://schemas.microsoft.com/office/drawing/2014/main" id="{2E15D3E0-B390-27A1-7D57-FF05B4575C84}"/>
                  </a:ext>
                </a:extLst>
              </p:cNvPr>
              <p:cNvSpPr/>
              <p:nvPr/>
            </p:nvSpPr>
            <p:spPr>
              <a:xfrm>
                <a:off x="1408023" y="5046040"/>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3" name="Freeform: Shape 4182">
                <a:extLst>
                  <a:ext uri="{FF2B5EF4-FFF2-40B4-BE49-F238E27FC236}">
                    <a16:creationId xmlns:a16="http://schemas.microsoft.com/office/drawing/2014/main" id="{B8DEA032-39EC-7CD9-B191-7FF7137855C9}"/>
                  </a:ext>
                </a:extLst>
              </p:cNvPr>
              <p:cNvSpPr/>
              <p:nvPr/>
            </p:nvSpPr>
            <p:spPr>
              <a:xfrm>
                <a:off x="1719719" y="5048173"/>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4" name="Freeform: Shape 4183">
                <a:extLst>
                  <a:ext uri="{FF2B5EF4-FFF2-40B4-BE49-F238E27FC236}">
                    <a16:creationId xmlns:a16="http://schemas.microsoft.com/office/drawing/2014/main" id="{F9BDFF22-9F10-29E7-DF2A-E1493EA07D1A}"/>
                  </a:ext>
                </a:extLst>
              </p:cNvPr>
              <p:cNvSpPr/>
              <p:nvPr/>
            </p:nvSpPr>
            <p:spPr>
              <a:xfrm>
                <a:off x="2031453" y="5050269"/>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5" name="Freeform: Shape 4184">
                <a:extLst>
                  <a:ext uri="{FF2B5EF4-FFF2-40B4-BE49-F238E27FC236}">
                    <a16:creationId xmlns:a16="http://schemas.microsoft.com/office/drawing/2014/main" id="{69A96E73-709B-8CE2-864E-0661B67F92F2}"/>
                  </a:ext>
                </a:extLst>
              </p:cNvPr>
              <p:cNvSpPr/>
              <p:nvPr/>
            </p:nvSpPr>
            <p:spPr>
              <a:xfrm>
                <a:off x="2343188" y="5052402"/>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6" name="Freeform: Shape 4185">
                <a:extLst>
                  <a:ext uri="{FF2B5EF4-FFF2-40B4-BE49-F238E27FC236}">
                    <a16:creationId xmlns:a16="http://schemas.microsoft.com/office/drawing/2014/main" id="{A684CC09-B62C-C34D-F70C-D8B0E6BCDBF5}"/>
                  </a:ext>
                </a:extLst>
              </p:cNvPr>
              <p:cNvSpPr/>
              <p:nvPr/>
            </p:nvSpPr>
            <p:spPr>
              <a:xfrm>
                <a:off x="2654922" y="5054498"/>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7" name="Freeform: Shape 4186">
                <a:extLst>
                  <a:ext uri="{FF2B5EF4-FFF2-40B4-BE49-F238E27FC236}">
                    <a16:creationId xmlns:a16="http://schemas.microsoft.com/office/drawing/2014/main" id="{7276BA7E-3EA5-470B-D5A2-7868FB30B5B9}"/>
                  </a:ext>
                </a:extLst>
              </p:cNvPr>
              <p:cNvSpPr/>
              <p:nvPr/>
            </p:nvSpPr>
            <p:spPr>
              <a:xfrm>
                <a:off x="2966656" y="5056632"/>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8" name="Freeform: Shape 4187">
                <a:extLst>
                  <a:ext uri="{FF2B5EF4-FFF2-40B4-BE49-F238E27FC236}">
                    <a16:creationId xmlns:a16="http://schemas.microsoft.com/office/drawing/2014/main" id="{CA87AA14-BD4E-15CD-7EA4-FB8A07867D9A}"/>
                  </a:ext>
                </a:extLst>
              </p:cNvPr>
              <p:cNvSpPr/>
              <p:nvPr/>
            </p:nvSpPr>
            <p:spPr>
              <a:xfrm>
                <a:off x="3278352" y="5058765"/>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89" name="Freeform: Shape 4188">
                <a:extLst>
                  <a:ext uri="{FF2B5EF4-FFF2-40B4-BE49-F238E27FC236}">
                    <a16:creationId xmlns:a16="http://schemas.microsoft.com/office/drawing/2014/main" id="{1122F0D4-251F-6199-6EA0-1388BD98CF95}"/>
                  </a:ext>
                </a:extLst>
              </p:cNvPr>
              <p:cNvSpPr/>
              <p:nvPr/>
            </p:nvSpPr>
            <p:spPr>
              <a:xfrm>
                <a:off x="3590086" y="5060861"/>
                <a:ext cx="125882" cy="125882"/>
              </a:xfrm>
              <a:custGeom>
                <a:avLst/>
                <a:gdLst>
                  <a:gd name="connsiteX0" fmla="*/ 0 w 125882"/>
                  <a:gd name="connsiteY0" fmla="*/ 0 h 125882"/>
                  <a:gd name="connsiteX1" fmla="*/ 125882 w 125882"/>
                  <a:gd name="connsiteY1" fmla="*/ 0 h 125882"/>
                  <a:gd name="connsiteX2" fmla="*/ 125882 w 125882"/>
                  <a:gd name="connsiteY2" fmla="*/ 125883 h 125882"/>
                  <a:gd name="connsiteX3" fmla="*/ 0 w 125882"/>
                  <a:gd name="connsiteY3" fmla="*/ 125883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3"/>
                    </a:lnTo>
                    <a:lnTo>
                      <a:pt x="0" y="12588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0" name="Freeform: Shape 4189">
                <a:extLst>
                  <a:ext uri="{FF2B5EF4-FFF2-40B4-BE49-F238E27FC236}">
                    <a16:creationId xmlns:a16="http://schemas.microsoft.com/office/drawing/2014/main" id="{638FF372-9ED3-3009-74EB-66848F43EFA6}"/>
                  </a:ext>
                </a:extLst>
              </p:cNvPr>
              <p:cNvSpPr/>
              <p:nvPr/>
            </p:nvSpPr>
            <p:spPr>
              <a:xfrm>
                <a:off x="3901821" y="5062994"/>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1" name="Freeform: Shape 4190">
                <a:extLst>
                  <a:ext uri="{FF2B5EF4-FFF2-40B4-BE49-F238E27FC236}">
                    <a16:creationId xmlns:a16="http://schemas.microsoft.com/office/drawing/2014/main" id="{0B2623F6-9326-FD41-E9F2-A155B017028D}"/>
                  </a:ext>
                </a:extLst>
              </p:cNvPr>
              <p:cNvSpPr/>
              <p:nvPr/>
            </p:nvSpPr>
            <p:spPr>
              <a:xfrm>
                <a:off x="4213555" y="5065090"/>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2" name="Freeform: Shape 4191">
                <a:extLst>
                  <a:ext uri="{FF2B5EF4-FFF2-40B4-BE49-F238E27FC236}">
                    <a16:creationId xmlns:a16="http://schemas.microsoft.com/office/drawing/2014/main" id="{079E5BD2-752B-8105-B396-55A96411E0FE}"/>
                  </a:ext>
                </a:extLst>
              </p:cNvPr>
              <p:cNvSpPr/>
              <p:nvPr/>
            </p:nvSpPr>
            <p:spPr>
              <a:xfrm>
                <a:off x="4525289" y="5067223"/>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3" name="Freeform: Shape 4192">
                <a:extLst>
                  <a:ext uri="{FF2B5EF4-FFF2-40B4-BE49-F238E27FC236}">
                    <a16:creationId xmlns:a16="http://schemas.microsoft.com/office/drawing/2014/main" id="{D913AE6E-07BC-8AA8-FC56-BE470C2B0B45}"/>
                  </a:ext>
                </a:extLst>
              </p:cNvPr>
              <p:cNvSpPr/>
              <p:nvPr/>
            </p:nvSpPr>
            <p:spPr>
              <a:xfrm>
                <a:off x="4836985" y="5069357"/>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4" name="Freeform: Shape 4193">
                <a:extLst>
                  <a:ext uri="{FF2B5EF4-FFF2-40B4-BE49-F238E27FC236}">
                    <a16:creationId xmlns:a16="http://schemas.microsoft.com/office/drawing/2014/main" id="{9D58D238-19AC-256F-BBBD-06D26F4A2D30}"/>
                  </a:ext>
                </a:extLst>
              </p:cNvPr>
              <p:cNvSpPr/>
              <p:nvPr/>
            </p:nvSpPr>
            <p:spPr>
              <a:xfrm>
                <a:off x="5148719" y="5071452"/>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5" name="Freeform: Shape 4194">
                <a:extLst>
                  <a:ext uri="{FF2B5EF4-FFF2-40B4-BE49-F238E27FC236}">
                    <a16:creationId xmlns:a16="http://schemas.microsoft.com/office/drawing/2014/main" id="{0D82B9E6-E595-84C8-947B-CAD33DFFC326}"/>
                  </a:ext>
                </a:extLst>
              </p:cNvPr>
              <p:cNvSpPr/>
              <p:nvPr/>
            </p:nvSpPr>
            <p:spPr>
              <a:xfrm>
                <a:off x="5460453" y="5073586"/>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6" name="Freeform: Shape 4195">
                <a:extLst>
                  <a:ext uri="{FF2B5EF4-FFF2-40B4-BE49-F238E27FC236}">
                    <a16:creationId xmlns:a16="http://schemas.microsoft.com/office/drawing/2014/main" id="{7B2DDB97-B53A-B59E-17AB-7519A4963083}"/>
                  </a:ext>
                </a:extLst>
              </p:cNvPr>
              <p:cNvSpPr/>
              <p:nvPr/>
            </p:nvSpPr>
            <p:spPr>
              <a:xfrm>
                <a:off x="5772188" y="5075682"/>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7" name="Freeform: Shape 4196">
                <a:extLst>
                  <a:ext uri="{FF2B5EF4-FFF2-40B4-BE49-F238E27FC236}">
                    <a16:creationId xmlns:a16="http://schemas.microsoft.com/office/drawing/2014/main" id="{F80DC5EE-1221-0010-000B-5A73BDF29328}"/>
                  </a:ext>
                </a:extLst>
              </p:cNvPr>
              <p:cNvSpPr/>
              <p:nvPr/>
            </p:nvSpPr>
            <p:spPr>
              <a:xfrm>
                <a:off x="6083884" y="5077815"/>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8" name="Freeform: Shape 4197">
                <a:extLst>
                  <a:ext uri="{FF2B5EF4-FFF2-40B4-BE49-F238E27FC236}">
                    <a16:creationId xmlns:a16="http://schemas.microsoft.com/office/drawing/2014/main" id="{82C99F61-8ECC-62D2-6CE3-5787A4E1100C}"/>
                  </a:ext>
                </a:extLst>
              </p:cNvPr>
              <p:cNvSpPr/>
              <p:nvPr/>
            </p:nvSpPr>
            <p:spPr>
              <a:xfrm>
                <a:off x="6395618" y="5079949"/>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99" name="Freeform: Shape 4198">
                <a:extLst>
                  <a:ext uri="{FF2B5EF4-FFF2-40B4-BE49-F238E27FC236}">
                    <a16:creationId xmlns:a16="http://schemas.microsoft.com/office/drawing/2014/main" id="{E5F57BE9-6E29-9005-4F86-BB90632FD035}"/>
                  </a:ext>
                </a:extLst>
              </p:cNvPr>
              <p:cNvSpPr/>
              <p:nvPr/>
            </p:nvSpPr>
            <p:spPr>
              <a:xfrm>
                <a:off x="6707352" y="5082044"/>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0" name="Freeform: Shape 4199">
                <a:extLst>
                  <a:ext uri="{FF2B5EF4-FFF2-40B4-BE49-F238E27FC236}">
                    <a16:creationId xmlns:a16="http://schemas.microsoft.com/office/drawing/2014/main" id="{52AEEB25-9C2E-99BC-30B0-68BB716539E8}"/>
                  </a:ext>
                </a:extLst>
              </p:cNvPr>
              <p:cNvSpPr/>
              <p:nvPr/>
            </p:nvSpPr>
            <p:spPr>
              <a:xfrm>
                <a:off x="7019086" y="5084178"/>
                <a:ext cx="79286" cy="79286"/>
              </a:xfrm>
              <a:custGeom>
                <a:avLst/>
                <a:gdLst>
                  <a:gd name="connsiteX0" fmla="*/ 0 w 79286"/>
                  <a:gd name="connsiteY0" fmla="*/ 0 h 79286"/>
                  <a:gd name="connsiteX1" fmla="*/ 79286 w 79286"/>
                  <a:gd name="connsiteY1" fmla="*/ 0 h 79286"/>
                  <a:gd name="connsiteX2" fmla="*/ 79286 w 79286"/>
                  <a:gd name="connsiteY2" fmla="*/ 79287 h 79286"/>
                  <a:gd name="connsiteX3" fmla="*/ 0 w 79286"/>
                  <a:gd name="connsiteY3" fmla="*/ 79287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7"/>
                    </a:lnTo>
                    <a:lnTo>
                      <a:pt x="0" y="7928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1" name="Freeform: Shape 4200">
                <a:extLst>
                  <a:ext uri="{FF2B5EF4-FFF2-40B4-BE49-F238E27FC236}">
                    <a16:creationId xmlns:a16="http://schemas.microsoft.com/office/drawing/2014/main" id="{964648EE-F732-D9AB-07CB-F58AA4DDB80B}"/>
                  </a:ext>
                </a:extLst>
              </p:cNvPr>
              <p:cNvSpPr/>
              <p:nvPr/>
            </p:nvSpPr>
            <p:spPr>
              <a:xfrm>
                <a:off x="7330821" y="5086311"/>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2" name="Freeform: Shape 4201">
                <a:extLst>
                  <a:ext uri="{FF2B5EF4-FFF2-40B4-BE49-F238E27FC236}">
                    <a16:creationId xmlns:a16="http://schemas.microsoft.com/office/drawing/2014/main" id="{F2A9D118-CD8E-091F-DDBE-6F373EF3725D}"/>
                  </a:ext>
                </a:extLst>
              </p:cNvPr>
              <p:cNvSpPr/>
              <p:nvPr/>
            </p:nvSpPr>
            <p:spPr>
              <a:xfrm>
                <a:off x="7642517" y="5088407"/>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3" name="Freeform: Shape 4202">
                <a:extLst>
                  <a:ext uri="{FF2B5EF4-FFF2-40B4-BE49-F238E27FC236}">
                    <a16:creationId xmlns:a16="http://schemas.microsoft.com/office/drawing/2014/main" id="{155C9D11-FEBE-CA32-EBD1-FFDC9867B5D9}"/>
                  </a:ext>
                </a:extLst>
              </p:cNvPr>
              <p:cNvSpPr/>
              <p:nvPr/>
            </p:nvSpPr>
            <p:spPr>
              <a:xfrm>
                <a:off x="7954251" y="5090541"/>
                <a:ext cx="66560" cy="66560"/>
              </a:xfrm>
              <a:custGeom>
                <a:avLst/>
                <a:gdLst>
                  <a:gd name="connsiteX0" fmla="*/ 0 w 66560"/>
                  <a:gd name="connsiteY0" fmla="*/ 0 h 66560"/>
                  <a:gd name="connsiteX1" fmla="*/ 66561 w 66560"/>
                  <a:gd name="connsiteY1" fmla="*/ 0 h 66560"/>
                  <a:gd name="connsiteX2" fmla="*/ 66561 w 66560"/>
                  <a:gd name="connsiteY2" fmla="*/ 66560 h 66560"/>
                  <a:gd name="connsiteX3" fmla="*/ 0 w 66560"/>
                  <a:gd name="connsiteY3" fmla="*/ 66560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0"/>
                    </a:lnTo>
                    <a:lnTo>
                      <a:pt x="0" y="6656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4" name="Freeform: Shape 4203">
                <a:extLst>
                  <a:ext uri="{FF2B5EF4-FFF2-40B4-BE49-F238E27FC236}">
                    <a16:creationId xmlns:a16="http://schemas.microsoft.com/office/drawing/2014/main" id="{24BAB23B-317E-D6B5-F5B2-FBB158897207}"/>
                  </a:ext>
                </a:extLst>
              </p:cNvPr>
              <p:cNvSpPr/>
              <p:nvPr/>
            </p:nvSpPr>
            <p:spPr>
              <a:xfrm>
                <a:off x="8265985" y="5092636"/>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5" name="Freeform: Shape 4204">
                <a:extLst>
                  <a:ext uri="{FF2B5EF4-FFF2-40B4-BE49-F238E27FC236}">
                    <a16:creationId xmlns:a16="http://schemas.microsoft.com/office/drawing/2014/main" id="{0C862543-6338-506C-A0F1-41E73A14250A}"/>
                  </a:ext>
                </a:extLst>
              </p:cNvPr>
              <p:cNvSpPr/>
              <p:nvPr/>
            </p:nvSpPr>
            <p:spPr>
              <a:xfrm>
                <a:off x="8577719" y="5094770"/>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6" name="Freeform: Shape 4205">
                <a:extLst>
                  <a:ext uri="{FF2B5EF4-FFF2-40B4-BE49-F238E27FC236}">
                    <a16:creationId xmlns:a16="http://schemas.microsoft.com/office/drawing/2014/main" id="{39D4CC23-0756-5F4D-0A46-D705690EBE0A}"/>
                  </a:ext>
                </a:extLst>
              </p:cNvPr>
              <p:cNvSpPr/>
              <p:nvPr/>
            </p:nvSpPr>
            <p:spPr>
              <a:xfrm>
                <a:off x="8889453" y="5096903"/>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7" name="Freeform: Shape 4206">
                <a:extLst>
                  <a:ext uri="{FF2B5EF4-FFF2-40B4-BE49-F238E27FC236}">
                    <a16:creationId xmlns:a16="http://schemas.microsoft.com/office/drawing/2014/main" id="{CF9FB552-A0D3-63AB-F481-12EEFE6371A7}"/>
                  </a:ext>
                </a:extLst>
              </p:cNvPr>
              <p:cNvSpPr/>
              <p:nvPr/>
            </p:nvSpPr>
            <p:spPr>
              <a:xfrm>
                <a:off x="9201150" y="5098999"/>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8" name="Freeform: Shape 4207">
                <a:extLst>
                  <a:ext uri="{FF2B5EF4-FFF2-40B4-BE49-F238E27FC236}">
                    <a16:creationId xmlns:a16="http://schemas.microsoft.com/office/drawing/2014/main" id="{5570439A-1BBF-7FD2-01EA-F1B1837C64BA}"/>
                  </a:ext>
                </a:extLst>
              </p:cNvPr>
              <p:cNvSpPr/>
              <p:nvPr/>
            </p:nvSpPr>
            <p:spPr>
              <a:xfrm>
                <a:off x="9512884" y="5101132"/>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09" name="Freeform: Shape 4208">
                <a:extLst>
                  <a:ext uri="{FF2B5EF4-FFF2-40B4-BE49-F238E27FC236}">
                    <a16:creationId xmlns:a16="http://schemas.microsoft.com/office/drawing/2014/main" id="{C47EA5EE-9AA4-1260-8FF9-57E7E087CDEC}"/>
                  </a:ext>
                </a:extLst>
              </p:cNvPr>
              <p:cNvSpPr/>
              <p:nvPr/>
            </p:nvSpPr>
            <p:spPr>
              <a:xfrm>
                <a:off x="9824618" y="5103228"/>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0" name="Freeform: Shape 4209">
                <a:extLst>
                  <a:ext uri="{FF2B5EF4-FFF2-40B4-BE49-F238E27FC236}">
                    <a16:creationId xmlns:a16="http://schemas.microsoft.com/office/drawing/2014/main" id="{D16BDB80-6ABC-31D4-C461-30A226595BDF}"/>
                  </a:ext>
                </a:extLst>
              </p:cNvPr>
              <p:cNvSpPr/>
              <p:nvPr/>
            </p:nvSpPr>
            <p:spPr>
              <a:xfrm>
                <a:off x="10136352" y="5105361"/>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1" name="Freeform: Shape 4210">
                <a:extLst>
                  <a:ext uri="{FF2B5EF4-FFF2-40B4-BE49-F238E27FC236}">
                    <a16:creationId xmlns:a16="http://schemas.microsoft.com/office/drawing/2014/main" id="{7560594D-849F-A770-7B33-F5E38D18065B}"/>
                  </a:ext>
                </a:extLst>
              </p:cNvPr>
              <p:cNvSpPr/>
              <p:nvPr/>
            </p:nvSpPr>
            <p:spPr>
              <a:xfrm>
                <a:off x="10448086" y="5107495"/>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2" name="Freeform: Shape 4211">
                <a:extLst>
                  <a:ext uri="{FF2B5EF4-FFF2-40B4-BE49-F238E27FC236}">
                    <a16:creationId xmlns:a16="http://schemas.microsoft.com/office/drawing/2014/main" id="{E2589A15-D36C-9A85-7B94-52E4C1A7AD97}"/>
                  </a:ext>
                </a:extLst>
              </p:cNvPr>
              <p:cNvSpPr/>
              <p:nvPr/>
            </p:nvSpPr>
            <p:spPr>
              <a:xfrm>
                <a:off x="10759782" y="5109591"/>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3" name="Freeform: Shape 4212">
                <a:extLst>
                  <a:ext uri="{FF2B5EF4-FFF2-40B4-BE49-F238E27FC236}">
                    <a16:creationId xmlns:a16="http://schemas.microsoft.com/office/drawing/2014/main" id="{A4F2FF34-A63A-7F4C-9B31-76C58E94207E}"/>
                  </a:ext>
                </a:extLst>
              </p:cNvPr>
              <p:cNvSpPr/>
              <p:nvPr/>
            </p:nvSpPr>
            <p:spPr>
              <a:xfrm>
                <a:off x="11071517" y="5111724"/>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4" name="Freeform: Shape 4213">
                <a:extLst>
                  <a:ext uri="{FF2B5EF4-FFF2-40B4-BE49-F238E27FC236}">
                    <a16:creationId xmlns:a16="http://schemas.microsoft.com/office/drawing/2014/main" id="{A165687C-1DE0-BDE1-0617-9B679DB4EA47}"/>
                  </a:ext>
                </a:extLst>
              </p:cNvPr>
              <p:cNvSpPr/>
              <p:nvPr/>
            </p:nvSpPr>
            <p:spPr>
              <a:xfrm>
                <a:off x="1096289" y="5352059"/>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5" name="Freeform: Shape 4214">
                <a:extLst>
                  <a:ext uri="{FF2B5EF4-FFF2-40B4-BE49-F238E27FC236}">
                    <a16:creationId xmlns:a16="http://schemas.microsoft.com/office/drawing/2014/main" id="{C0C5896A-2254-2FDD-5271-69D62F6F77FC}"/>
                  </a:ext>
                </a:extLst>
              </p:cNvPr>
              <p:cNvSpPr/>
              <p:nvPr/>
            </p:nvSpPr>
            <p:spPr>
              <a:xfrm>
                <a:off x="1408023" y="5354193"/>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6" name="Freeform: Shape 4215">
                <a:extLst>
                  <a:ext uri="{FF2B5EF4-FFF2-40B4-BE49-F238E27FC236}">
                    <a16:creationId xmlns:a16="http://schemas.microsoft.com/office/drawing/2014/main" id="{6B8C83C7-E6EB-32CB-37C9-EF203A8488C6}"/>
                  </a:ext>
                </a:extLst>
              </p:cNvPr>
              <p:cNvSpPr/>
              <p:nvPr/>
            </p:nvSpPr>
            <p:spPr>
              <a:xfrm>
                <a:off x="1719719" y="5356288"/>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7" name="Freeform: Shape 4216">
                <a:extLst>
                  <a:ext uri="{FF2B5EF4-FFF2-40B4-BE49-F238E27FC236}">
                    <a16:creationId xmlns:a16="http://schemas.microsoft.com/office/drawing/2014/main" id="{CC465C0D-32B8-6ADC-E620-6DFFF7B0BB6C}"/>
                  </a:ext>
                </a:extLst>
              </p:cNvPr>
              <p:cNvSpPr/>
              <p:nvPr/>
            </p:nvSpPr>
            <p:spPr>
              <a:xfrm>
                <a:off x="2031453" y="5358422"/>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8" name="Freeform: Shape 4217">
                <a:extLst>
                  <a:ext uri="{FF2B5EF4-FFF2-40B4-BE49-F238E27FC236}">
                    <a16:creationId xmlns:a16="http://schemas.microsoft.com/office/drawing/2014/main" id="{F301D4DB-CE45-D5EB-6D57-5FA1EC591878}"/>
                  </a:ext>
                </a:extLst>
              </p:cNvPr>
              <p:cNvSpPr/>
              <p:nvPr/>
            </p:nvSpPr>
            <p:spPr>
              <a:xfrm>
                <a:off x="2343188" y="5360555"/>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19" name="Freeform: Shape 4218">
                <a:extLst>
                  <a:ext uri="{FF2B5EF4-FFF2-40B4-BE49-F238E27FC236}">
                    <a16:creationId xmlns:a16="http://schemas.microsoft.com/office/drawing/2014/main" id="{6906647D-4DFF-BA62-0DC6-2A0CEEFFC53E}"/>
                  </a:ext>
                </a:extLst>
              </p:cNvPr>
              <p:cNvSpPr/>
              <p:nvPr/>
            </p:nvSpPr>
            <p:spPr>
              <a:xfrm>
                <a:off x="2654922" y="5362651"/>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0" name="Freeform: Shape 4219">
                <a:extLst>
                  <a:ext uri="{FF2B5EF4-FFF2-40B4-BE49-F238E27FC236}">
                    <a16:creationId xmlns:a16="http://schemas.microsoft.com/office/drawing/2014/main" id="{9B56821F-C0A8-6D43-514A-C39BD9DF9182}"/>
                  </a:ext>
                </a:extLst>
              </p:cNvPr>
              <p:cNvSpPr/>
              <p:nvPr/>
            </p:nvSpPr>
            <p:spPr>
              <a:xfrm>
                <a:off x="2966656" y="5364784"/>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1" name="Freeform: Shape 4220">
                <a:extLst>
                  <a:ext uri="{FF2B5EF4-FFF2-40B4-BE49-F238E27FC236}">
                    <a16:creationId xmlns:a16="http://schemas.microsoft.com/office/drawing/2014/main" id="{A2D280F3-874F-DDD3-554A-B659D06028A6}"/>
                  </a:ext>
                </a:extLst>
              </p:cNvPr>
              <p:cNvSpPr/>
              <p:nvPr/>
            </p:nvSpPr>
            <p:spPr>
              <a:xfrm>
                <a:off x="3278352" y="5366880"/>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2" name="Freeform: Shape 4221">
                <a:extLst>
                  <a:ext uri="{FF2B5EF4-FFF2-40B4-BE49-F238E27FC236}">
                    <a16:creationId xmlns:a16="http://schemas.microsoft.com/office/drawing/2014/main" id="{27E1F775-3CC9-2706-52BF-C78F4ED18F87}"/>
                  </a:ext>
                </a:extLst>
              </p:cNvPr>
              <p:cNvSpPr/>
              <p:nvPr/>
            </p:nvSpPr>
            <p:spPr>
              <a:xfrm>
                <a:off x="3590086" y="5369013"/>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3" name="Freeform: Shape 4222">
                <a:extLst>
                  <a:ext uri="{FF2B5EF4-FFF2-40B4-BE49-F238E27FC236}">
                    <a16:creationId xmlns:a16="http://schemas.microsoft.com/office/drawing/2014/main" id="{B942CE92-3C58-D237-5B4A-3E46C8BBAAF9}"/>
                  </a:ext>
                </a:extLst>
              </p:cNvPr>
              <p:cNvSpPr/>
              <p:nvPr/>
            </p:nvSpPr>
            <p:spPr>
              <a:xfrm>
                <a:off x="3901821" y="5371147"/>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4" name="Freeform: Shape 4223">
                <a:extLst>
                  <a:ext uri="{FF2B5EF4-FFF2-40B4-BE49-F238E27FC236}">
                    <a16:creationId xmlns:a16="http://schemas.microsoft.com/office/drawing/2014/main" id="{203775BC-88BC-EFFA-E9F5-F15E054BC054}"/>
                  </a:ext>
                </a:extLst>
              </p:cNvPr>
              <p:cNvSpPr/>
              <p:nvPr/>
            </p:nvSpPr>
            <p:spPr>
              <a:xfrm>
                <a:off x="4213555" y="5373243"/>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5" name="Freeform: Shape 4224">
                <a:extLst>
                  <a:ext uri="{FF2B5EF4-FFF2-40B4-BE49-F238E27FC236}">
                    <a16:creationId xmlns:a16="http://schemas.microsoft.com/office/drawing/2014/main" id="{AB1DF697-7513-DEBB-91A6-9509B1ED6791}"/>
                  </a:ext>
                </a:extLst>
              </p:cNvPr>
              <p:cNvSpPr/>
              <p:nvPr/>
            </p:nvSpPr>
            <p:spPr>
              <a:xfrm>
                <a:off x="4525289" y="5375376"/>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6" name="Freeform: Shape 4225">
                <a:extLst>
                  <a:ext uri="{FF2B5EF4-FFF2-40B4-BE49-F238E27FC236}">
                    <a16:creationId xmlns:a16="http://schemas.microsoft.com/office/drawing/2014/main" id="{3C73312E-4669-7D41-2012-619FEC0271BC}"/>
                  </a:ext>
                </a:extLst>
              </p:cNvPr>
              <p:cNvSpPr/>
              <p:nvPr/>
            </p:nvSpPr>
            <p:spPr>
              <a:xfrm>
                <a:off x="4836985" y="537751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7" name="Freeform: Shape 4226">
                <a:extLst>
                  <a:ext uri="{FF2B5EF4-FFF2-40B4-BE49-F238E27FC236}">
                    <a16:creationId xmlns:a16="http://schemas.microsoft.com/office/drawing/2014/main" id="{C4278393-4FCB-3F33-215B-ADF023F0FB66}"/>
                  </a:ext>
                </a:extLst>
              </p:cNvPr>
              <p:cNvSpPr/>
              <p:nvPr/>
            </p:nvSpPr>
            <p:spPr>
              <a:xfrm>
                <a:off x="5148719" y="5379605"/>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8" name="Freeform: Shape 4227">
                <a:extLst>
                  <a:ext uri="{FF2B5EF4-FFF2-40B4-BE49-F238E27FC236}">
                    <a16:creationId xmlns:a16="http://schemas.microsoft.com/office/drawing/2014/main" id="{A2E3CB3F-ABC6-9946-2702-57C18A44B3DB}"/>
                  </a:ext>
                </a:extLst>
              </p:cNvPr>
              <p:cNvSpPr/>
              <p:nvPr/>
            </p:nvSpPr>
            <p:spPr>
              <a:xfrm>
                <a:off x="5460453" y="5381739"/>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29" name="Freeform: Shape 4228">
                <a:extLst>
                  <a:ext uri="{FF2B5EF4-FFF2-40B4-BE49-F238E27FC236}">
                    <a16:creationId xmlns:a16="http://schemas.microsoft.com/office/drawing/2014/main" id="{4A159EF3-2364-B207-3AE1-6FEC29992C2B}"/>
                  </a:ext>
                </a:extLst>
              </p:cNvPr>
              <p:cNvSpPr/>
              <p:nvPr/>
            </p:nvSpPr>
            <p:spPr>
              <a:xfrm>
                <a:off x="5772188" y="5383834"/>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0" name="Freeform: Shape 4229">
                <a:extLst>
                  <a:ext uri="{FF2B5EF4-FFF2-40B4-BE49-F238E27FC236}">
                    <a16:creationId xmlns:a16="http://schemas.microsoft.com/office/drawing/2014/main" id="{2D9FA625-2032-37BF-1761-A68EAB0240FD}"/>
                  </a:ext>
                </a:extLst>
              </p:cNvPr>
              <p:cNvSpPr/>
              <p:nvPr/>
            </p:nvSpPr>
            <p:spPr>
              <a:xfrm>
                <a:off x="6083884" y="5385968"/>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1" name="Freeform: Shape 4230">
                <a:extLst>
                  <a:ext uri="{FF2B5EF4-FFF2-40B4-BE49-F238E27FC236}">
                    <a16:creationId xmlns:a16="http://schemas.microsoft.com/office/drawing/2014/main" id="{72825C28-9E77-E545-B960-6E95ACFF1FB2}"/>
                  </a:ext>
                </a:extLst>
              </p:cNvPr>
              <p:cNvSpPr/>
              <p:nvPr/>
            </p:nvSpPr>
            <p:spPr>
              <a:xfrm>
                <a:off x="6395618" y="5388102"/>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2" name="Freeform: Shape 4231">
                <a:extLst>
                  <a:ext uri="{FF2B5EF4-FFF2-40B4-BE49-F238E27FC236}">
                    <a16:creationId xmlns:a16="http://schemas.microsoft.com/office/drawing/2014/main" id="{C2653DBA-CE11-5363-97AD-58A4429B380D}"/>
                  </a:ext>
                </a:extLst>
              </p:cNvPr>
              <p:cNvSpPr/>
              <p:nvPr/>
            </p:nvSpPr>
            <p:spPr>
              <a:xfrm>
                <a:off x="6707352" y="5390197"/>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3" name="Freeform: Shape 4232">
                <a:extLst>
                  <a:ext uri="{FF2B5EF4-FFF2-40B4-BE49-F238E27FC236}">
                    <a16:creationId xmlns:a16="http://schemas.microsoft.com/office/drawing/2014/main" id="{6D76A1BB-88B9-BD3F-50D3-6D467B8A0ED8}"/>
                  </a:ext>
                </a:extLst>
              </p:cNvPr>
              <p:cNvSpPr/>
              <p:nvPr/>
            </p:nvSpPr>
            <p:spPr>
              <a:xfrm>
                <a:off x="7019086" y="5392331"/>
                <a:ext cx="79286" cy="79286"/>
              </a:xfrm>
              <a:custGeom>
                <a:avLst/>
                <a:gdLst>
                  <a:gd name="connsiteX0" fmla="*/ 0 w 79286"/>
                  <a:gd name="connsiteY0" fmla="*/ 0 h 79286"/>
                  <a:gd name="connsiteX1" fmla="*/ 79286 w 79286"/>
                  <a:gd name="connsiteY1" fmla="*/ 0 h 79286"/>
                  <a:gd name="connsiteX2" fmla="*/ 79286 w 79286"/>
                  <a:gd name="connsiteY2" fmla="*/ 79287 h 79286"/>
                  <a:gd name="connsiteX3" fmla="*/ 0 w 79286"/>
                  <a:gd name="connsiteY3" fmla="*/ 79287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7"/>
                    </a:lnTo>
                    <a:lnTo>
                      <a:pt x="0" y="7928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4" name="Freeform: Shape 4233">
                <a:extLst>
                  <a:ext uri="{FF2B5EF4-FFF2-40B4-BE49-F238E27FC236}">
                    <a16:creationId xmlns:a16="http://schemas.microsoft.com/office/drawing/2014/main" id="{7D30408E-B02C-6A7E-3952-A99CACD8EF5D}"/>
                  </a:ext>
                </a:extLst>
              </p:cNvPr>
              <p:cNvSpPr/>
              <p:nvPr/>
            </p:nvSpPr>
            <p:spPr>
              <a:xfrm>
                <a:off x="7330821" y="5394426"/>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5" name="Freeform: Shape 4234">
                <a:extLst>
                  <a:ext uri="{FF2B5EF4-FFF2-40B4-BE49-F238E27FC236}">
                    <a16:creationId xmlns:a16="http://schemas.microsoft.com/office/drawing/2014/main" id="{6ECB9E18-E6B5-3337-3A7F-822BCE6592DB}"/>
                  </a:ext>
                </a:extLst>
              </p:cNvPr>
              <p:cNvSpPr/>
              <p:nvPr/>
            </p:nvSpPr>
            <p:spPr>
              <a:xfrm>
                <a:off x="7642517" y="5396560"/>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6" name="Freeform: Shape 4235">
                <a:extLst>
                  <a:ext uri="{FF2B5EF4-FFF2-40B4-BE49-F238E27FC236}">
                    <a16:creationId xmlns:a16="http://schemas.microsoft.com/office/drawing/2014/main" id="{D954FBAD-B955-5526-DDAC-D1B12945FED7}"/>
                  </a:ext>
                </a:extLst>
              </p:cNvPr>
              <p:cNvSpPr/>
              <p:nvPr/>
            </p:nvSpPr>
            <p:spPr>
              <a:xfrm>
                <a:off x="7954251" y="5398693"/>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7" name="Freeform: Shape 4236">
                <a:extLst>
                  <a:ext uri="{FF2B5EF4-FFF2-40B4-BE49-F238E27FC236}">
                    <a16:creationId xmlns:a16="http://schemas.microsoft.com/office/drawing/2014/main" id="{48140C2B-BBCF-AB78-5241-897EC2D00E14}"/>
                  </a:ext>
                </a:extLst>
              </p:cNvPr>
              <p:cNvSpPr/>
              <p:nvPr/>
            </p:nvSpPr>
            <p:spPr>
              <a:xfrm>
                <a:off x="8265985" y="5400789"/>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8" name="Freeform: Shape 4237">
                <a:extLst>
                  <a:ext uri="{FF2B5EF4-FFF2-40B4-BE49-F238E27FC236}">
                    <a16:creationId xmlns:a16="http://schemas.microsoft.com/office/drawing/2014/main" id="{116E7245-A451-6553-4722-1B08B1A12D7D}"/>
                  </a:ext>
                </a:extLst>
              </p:cNvPr>
              <p:cNvSpPr/>
              <p:nvPr/>
            </p:nvSpPr>
            <p:spPr>
              <a:xfrm>
                <a:off x="8577719" y="5402922"/>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39" name="Freeform: Shape 4238">
                <a:extLst>
                  <a:ext uri="{FF2B5EF4-FFF2-40B4-BE49-F238E27FC236}">
                    <a16:creationId xmlns:a16="http://schemas.microsoft.com/office/drawing/2014/main" id="{7DC06A1A-1F14-F477-EBAF-04C0F201271A}"/>
                  </a:ext>
                </a:extLst>
              </p:cNvPr>
              <p:cNvSpPr/>
              <p:nvPr/>
            </p:nvSpPr>
            <p:spPr>
              <a:xfrm>
                <a:off x="8889453" y="5405018"/>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0" name="Freeform: Shape 4239">
                <a:extLst>
                  <a:ext uri="{FF2B5EF4-FFF2-40B4-BE49-F238E27FC236}">
                    <a16:creationId xmlns:a16="http://schemas.microsoft.com/office/drawing/2014/main" id="{244712BE-ACA2-D0D3-CAED-8F894B0DC19E}"/>
                  </a:ext>
                </a:extLst>
              </p:cNvPr>
              <p:cNvSpPr/>
              <p:nvPr/>
            </p:nvSpPr>
            <p:spPr>
              <a:xfrm>
                <a:off x="9201150" y="5407152"/>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1" name="Freeform: Shape 4240">
                <a:extLst>
                  <a:ext uri="{FF2B5EF4-FFF2-40B4-BE49-F238E27FC236}">
                    <a16:creationId xmlns:a16="http://schemas.microsoft.com/office/drawing/2014/main" id="{E023BAB2-07DC-DB28-95A3-4AA4A199D821}"/>
                  </a:ext>
                </a:extLst>
              </p:cNvPr>
              <p:cNvSpPr/>
              <p:nvPr/>
            </p:nvSpPr>
            <p:spPr>
              <a:xfrm>
                <a:off x="9512884" y="5409285"/>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2" name="Freeform: Shape 4241">
                <a:extLst>
                  <a:ext uri="{FF2B5EF4-FFF2-40B4-BE49-F238E27FC236}">
                    <a16:creationId xmlns:a16="http://schemas.microsoft.com/office/drawing/2014/main" id="{6101F672-8C25-B23D-8A38-530740A05B06}"/>
                  </a:ext>
                </a:extLst>
              </p:cNvPr>
              <p:cNvSpPr/>
              <p:nvPr/>
            </p:nvSpPr>
            <p:spPr>
              <a:xfrm>
                <a:off x="9824618" y="5411381"/>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3" name="Freeform: Shape 4242">
                <a:extLst>
                  <a:ext uri="{FF2B5EF4-FFF2-40B4-BE49-F238E27FC236}">
                    <a16:creationId xmlns:a16="http://schemas.microsoft.com/office/drawing/2014/main" id="{B578FF8F-2957-D69A-0777-98125DFDF89B}"/>
                  </a:ext>
                </a:extLst>
              </p:cNvPr>
              <p:cNvSpPr/>
              <p:nvPr/>
            </p:nvSpPr>
            <p:spPr>
              <a:xfrm>
                <a:off x="10136352" y="5413514"/>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4" name="Freeform: Shape 4243">
                <a:extLst>
                  <a:ext uri="{FF2B5EF4-FFF2-40B4-BE49-F238E27FC236}">
                    <a16:creationId xmlns:a16="http://schemas.microsoft.com/office/drawing/2014/main" id="{35418CE0-57A0-8558-2845-E94D36D8017C}"/>
                  </a:ext>
                </a:extLst>
              </p:cNvPr>
              <p:cNvSpPr/>
              <p:nvPr/>
            </p:nvSpPr>
            <p:spPr>
              <a:xfrm>
                <a:off x="10448086" y="541564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5" name="Freeform: Shape 4244">
                <a:extLst>
                  <a:ext uri="{FF2B5EF4-FFF2-40B4-BE49-F238E27FC236}">
                    <a16:creationId xmlns:a16="http://schemas.microsoft.com/office/drawing/2014/main" id="{63B47329-46A5-A26C-2CD0-4DCE11235460}"/>
                  </a:ext>
                </a:extLst>
              </p:cNvPr>
              <p:cNvSpPr/>
              <p:nvPr/>
            </p:nvSpPr>
            <p:spPr>
              <a:xfrm>
                <a:off x="10759782" y="5417743"/>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6" name="Freeform: Shape 4245">
                <a:extLst>
                  <a:ext uri="{FF2B5EF4-FFF2-40B4-BE49-F238E27FC236}">
                    <a16:creationId xmlns:a16="http://schemas.microsoft.com/office/drawing/2014/main" id="{2FDD6200-9EEA-1005-F194-70208CB48CCD}"/>
                  </a:ext>
                </a:extLst>
              </p:cNvPr>
              <p:cNvSpPr/>
              <p:nvPr/>
            </p:nvSpPr>
            <p:spPr>
              <a:xfrm>
                <a:off x="11071517" y="5419877"/>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7" name="Freeform: Shape 4246">
                <a:extLst>
                  <a:ext uri="{FF2B5EF4-FFF2-40B4-BE49-F238E27FC236}">
                    <a16:creationId xmlns:a16="http://schemas.microsoft.com/office/drawing/2014/main" id="{E99B9361-3AC4-F991-D4FE-BECB17DDEAE3}"/>
                  </a:ext>
                </a:extLst>
              </p:cNvPr>
              <p:cNvSpPr/>
              <p:nvPr/>
            </p:nvSpPr>
            <p:spPr>
              <a:xfrm>
                <a:off x="1096289" y="5660212"/>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8" name="Freeform: Shape 4247">
                <a:extLst>
                  <a:ext uri="{FF2B5EF4-FFF2-40B4-BE49-F238E27FC236}">
                    <a16:creationId xmlns:a16="http://schemas.microsoft.com/office/drawing/2014/main" id="{0186B90B-6182-68C8-B0B6-EF5B447E4E1B}"/>
                  </a:ext>
                </a:extLst>
              </p:cNvPr>
              <p:cNvSpPr/>
              <p:nvPr/>
            </p:nvSpPr>
            <p:spPr>
              <a:xfrm>
                <a:off x="1408023" y="5662345"/>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49" name="Freeform: Shape 4248">
                <a:extLst>
                  <a:ext uri="{FF2B5EF4-FFF2-40B4-BE49-F238E27FC236}">
                    <a16:creationId xmlns:a16="http://schemas.microsoft.com/office/drawing/2014/main" id="{CD21AD77-2C64-4407-103A-D62306B57508}"/>
                  </a:ext>
                </a:extLst>
              </p:cNvPr>
              <p:cNvSpPr/>
              <p:nvPr/>
            </p:nvSpPr>
            <p:spPr>
              <a:xfrm>
                <a:off x="1719719" y="5664441"/>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0" name="Freeform: Shape 4249">
                <a:extLst>
                  <a:ext uri="{FF2B5EF4-FFF2-40B4-BE49-F238E27FC236}">
                    <a16:creationId xmlns:a16="http://schemas.microsoft.com/office/drawing/2014/main" id="{73C9FA25-6D85-937F-F369-DBF30A8A5DD5}"/>
                  </a:ext>
                </a:extLst>
              </p:cNvPr>
              <p:cNvSpPr/>
              <p:nvPr/>
            </p:nvSpPr>
            <p:spPr>
              <a:xfrm>
                <a:off x="2031453" y="5666574"/>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1" name="Freeform: Shape 4250">
                <a:extLst>
                  <a:ext uri="{FF2B5EF4-FFF2-40B4-BE49-F238E27FC236}">
                    <a16:creationId xmlns:a16="http://schemas.microsoft.com/office/drawing/2014/main" id="{049E3B77-DE95-027D-8560-A1F935FCDAB6}"/>
                  </a:ext>
                </a:extLst>
              </p:cNvPr>
              <p:cNvSpPr/>
              <p:nvPr/>
            </p:nvSpPr>
            <p:spPr>
              <a:xfrm>
                <a:off x="2343188" y="5668708"/>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2" name="Freeform: Shape 4251">
                <a:extLst>
                  <a:ext uri="{FF2B5EF4-FFF2-40B4-BE49-F238E27FC236}">
                    <a16:creationId xmlns:a16="http://schemas.microsoft.com/office/drawing/2014/main" id="{989C43DC-A806-D2A2-2B62-C307CBC7C1E9}"/>
                  </a:ext>
                </a:extLst>
              </p:cNvPr>
              <p:cNvSpPr/>
              <p:nvPr/>
            </p:nvSpPr>
            <p:spPr>
              <a:xfrm>
                <a:off x="2654922" y="5670804"/>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3" name="Freeform: Shape 4252">
                <a:extLst>
                  <a:ext uri="{FF2B5EF4-FFF2-40B4-BE49-F238E27FC236}">
                    <a16:creationId xmlns:a16="http://schemas.microsoft.com/office/drawing/2014/main" id="{C8F07BBA-5EB2-FA0D-13E1-568C31B4BA99}"/>
                  </a:ext>
                </a:extLst>
              </p:cNvPr>
              <p:cNvSpPr/>
              <p:nvPr/>
            </p:nvSpPr>
            <p:spPr>
              <a:xfrm>
                <a:off x="2966656" y="5672937"/>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4" name="Freeform: Shape 4253">
                <a:extLst>
                  <a:ext uri="{FF2B5EF4-FFF2-40B4-BE49-F238E27FC236}">
                    <a16:creationId xmlns:a16="http://schemas.microsoft.com/office/drawing/2014/main" id="{4106CCC5-CD17-2941-FF45-278E3B7B9157}"/>
                  </a:ext>
                </a:extLst>
              </p:cNvPr>
              <p:cNvSpPr/>
              <p:nvPr/>
            </p:nvSpPr>
            <p:spPr>
              <a:xfrm>
                <a:off x="3278352" y="5675033"/>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5" name="Freeform: Shape 4254">
                <a:extLst>
                  <a:ext uri="{FF2B5EF4-FFF2-40B4-BE49-F238E27FC236}">
                    <a16:creationId xmlns:a16="http://schemas.microsoft.com/office/drawing/2014/main" id="{DD548F5E-6FBF-6D44-0510-174CF7D1A7A3}"/>
                  </a:ext>
                </a:extLst>
              </p:cNvPr>
              <p:cNvSpPr/>
              <p:nvPr/>
            </p:nvSpPr>
            <p:spPr>
              <a:xfrm>
                <a:off x="3590086" y="5677166"/>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6" name="Freeform: Shape 4255">
                <a:extLst>
                  <a:ext uri="{FF2B5EF4-FFF2-40B4-BE49-F238E27FC236}">
                    <a16:creationId xmlns:a16="http://schemas.microsoft.com/office/drawing/2014/main" id="{831AFBBA-2424-221C-FDD7-8E6A3DDAF189}"/>
                  </a:ext>
                </a:extLst>
              </p:cNvPr>
              <p:cNvSpPr/>
              <p:nvPr/>
            </p:nvSpPr>
            <p:spPr>
              <a:xfrm>
                <a:off x="3901821" y="5679300"/>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7" name="Freeform: Shape 4256">
                <a:extLst>
                  <a:ext uri="{FF2B5EF4-FFF2-40B4-BE49-F238E27FC236}">
                    <a16:creationId xmlns:a16="http://schemas.microsoft.com/office/drawing/2014/main" id="{8CC4A3A3-E2AA-C4EC-C7D9-7FE69FF9A640}"/>
                  </a:ext>
                </a:extLst>
              </p:cNvPr>
              <p:cNvSpPr/>
              <p:nvPr/>
            </p:nvSpPr>
            <p:spPr>
              <a:xfrm>
                <a:off x="4213555" y="5681395"/>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8" name="Freeform: Shape 4257">
                <a:extLst>
                  <a:ext uri="{FF2B5EF4-FFF2-40B4-BE49-F238E27FC236}">
                    <a16:creationId xmlns:a16="http://schemas.microsoft.com/office/drawing/2014/main" id="{3E64B834-507D-1F26-17DC-BE500C402F13}"/>
                  </a:ext>
                </a:extLst>
              </p:cNvPr>
              <p:cNvSpPr/>
              <p:nvPr/>
            </p:nvSpPr>
            <p:spPr>
              <a:xfrm>
                <a:off x="4525289" y="5683529"/>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59" name="Freeform: Shape 4258">
                <a:extLst>
                  <a:ext uri="{FF2B5EF4-FFF2-40B4-BE49-F238E27FC236}">
                    <a16:creationId xmlns:a16="http://schemas.microsoft.com/office/drawing/2014/main" id="{4383D8AB-1F4B-BB56-91F1-EF184D0D4868}"/>
                  </a:ext>
                </a:extLst>
              </p:cNvPr>
              <p:cNvSpPr/>
              <p:nvPr/>
            </p:nvSpPr>
            <p:spPr>
              <a:xfrm>
                <a:off x="4836985" y="5685624"/>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0" name="Freeform: Shape 4259">
                <a:extLst>
                  <a:ext uri="{FF2B5EF4-FFF2-40B4-BE49-F238E27FC236}">
                    <a16:creationId xmlns:a16="http://schemas.microsoft.com/office/drawing/2014/main" id="{C3B18CB6-0B48-7C09-F180-2B18D98A2FF6}"/>
                  </a:ext>
                </a:extLst>
              </p:cNvPr>
              <p:cNvSpPr/>
              <p:nvPr/>
            </p:nvSpPr>
            <p:spPr>
              <a:xfrm>
                <a:off x="5148719" y="5687758"/>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1" name="Freeform: Shape 4260">
                <a:extLst>
                  <a:ext uri="{FF2B5EF4-FFF2-40B4-BE49-F238E27FC236}">
                    <a16:creationId xmlns:a16="http://schemas.microsoft.com/office/drawing/2014/main" id="{95217355-1E80-FD90-B50F-5A589D3417CD}"/>
                  </a:ext>
                </a:extLst>
              </p:cNvPr>
              <p:cNvSpPr/>
              <p:nvPr/>
            </p:nvSpPr>
            <p:spPr>
              <a:xfrm>
                <a:off x="5460453" y="5689892"/>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2" name="Freeform: Shape 4261">
                <a:extLst>
                  <a:ext uri="{FF2B5EF4-FFF2-40B4-BE49-F238E27FC236}">
                    <a16:creationId xmlns:a16="http://schemas.microsoft.com/office/drawing/2014/main" id="{E052EB6B-7A2D-542B-7431-05FE370A67BA}"/>
                  </a:ext>
                </a:extLst>
              </p:cNvPr>
              <p:cNvSpPr/>
              <p:nvPr/>
            </p:nvSpPr>
            <p:spPr>
              <a:xfrm>
                <a:off x="5772188" y="5691987"/>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3" name="Freeform: Shape 4262">
                <a:extLst>
                  <a:ext uri="{FF2B5EF4-FFF2-40B4-BE49-F238E27FC236}">
                    <a16:creationId xmlns:a16="http://schemas.microsoft.com/office/drawing/2014/main" id="{26457CDC-D3E9-6A9E-D6BE-1B67839A9329}"/>
                  </a:ext>
                </a:extLst>
              </p:cNvPr>
              <p:cNvSpPr/>
              <p:nvPr/>
            </p:nvSpPr>
            <p:spPr>
              <a:xfrm>
                <a:off x="6083884" y="5694121"/>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4" name="Freeform: Shape 4263">
                <a:extLst>
                  <a:ext uri="{FF2B5EF4-FFF2-40B4-BE49-F238E27FC236}">
                    <a16:creationId xmlns:a16="http://schemas.microsoft.com/office/drawing/2014/main" id="{BA0BD987-3A09-DA4F-07C9-9BD56CCE43E4}"/>
                  </a:ext>
                </a:extLst>
              </p:cNvPr>
              <p:cNvSpPr/>
              <p:nvPr/>
            </p:nvSpPr>
            <p:spPr>
              <a:xfrm>
                <a:off x="6395618" y="5696216"/>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5" name="Freeform: Shape 4264">
                <a:extLst>
                  <a:ext uri="{FF2B5EF4-FFF2-40B4-BE49-F238E27FC236}">
                    <a16:creationId xmlns:a16="http://schemas.microsoft.com/office/drawing/2014/main" id="{EFDC8E17-9E71-BBDB-6773-EFB28F123F30}"/>
                  </a:ext>
                </a:extLst>
              </p:cNvPr>
              <p:cNvSpPr/>
              <p:nvPr/>
            </p:nvSpPr>
            <p:spPr>
              <a:xfrm>
                <a:off x="6707352" y="5698350"/>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6" name="Freeform: Shape 4265">
                <a:extLst>
                  <a:ext uri="{FF2B5EF4-FFF2-40B4-BE49-F238E27FC236}">
                    <a16:creationId xmlns:a16="http://schemas.microsoft.com/office/drawing/2014/main" id="{EA4AF473-C7C8-C5CF-DFC5-14B7E383FEC7}"/>
                  </a:ext>
                </a:extLst>
              </p:cNvPr>
              <p:cNvSpPr/>
              <p:nvPr/>
            </p:nvSpPr>
            <p:spPr>
              <a:xfrm>
                <a:off x="7019086" y="5700483"/>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7" name="Freeform: Shape 4266">
                <a:extLst>
                  <a:ext uri="{FF2B5EF4-FFF2-40B4-BE49-F238E27FC236}">
                    <a16:creationId xmlns:a16="http://schemas.microsoft.com/office/drawing/2014/main" id="{323109E9-812E-D0FD-1F75-68DDCACD1DFA}"/>
                  </a:ext>
                </a:extLst>
              </p:cNvPr>
              <p:cNvSpPr/>
              <p:nvPr/>
            </p:nvSpPr>
            <p:spPr>
              <a:xfrm>
                <a:off x="7330821" y="5702579"/>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8" name="Freeform: Shape 4267">
                <a:extLst>
                  <a:ext uri="{FF2B5EF4-FFF2-40B4-BE49-F238E27FC236}">
                    <a16:creationId xmlns:a16="http://schemas.microsoft.com/office/drawing/2014/main" id="{01DCDA51-97DE-4CEB-2580-1B36554FB9B6}"/>
                  </a:ext>
                </a:extLst>
              </p:cNvPr>
              <p:cNvSpPr/>
              <p:nvPr/>
            </p:nvSpPr>
            <p:spPr>
              <a:xfrm>
                <a:off x="7642517" y="5704713"/>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69" name="Freeform: Shape 4268">
                <a:extLst>
                  <a:ext uri="{FF2B5EF4-FFF2-40B4-BE49-F238E27FC236}">
                    <a16:creationId xmlns:a16="http://schemas.microsoft.com/office/drawing/2014/main" id="{7090331F-D917-3197-3FC2-129EAD4B9631}"/>
                  </a:ext>
                </a:extLst>
              </p:cNvPr>
              <p:cNvSpPr/>
              <p:nvPr/>
            </p:nvSpPr>
            <p:spPr>
              <a:xfrm>
                <a:off x="7954251" y="5706846"/>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0" name="Freeform: Shape 4269">
                <a:extLst>
                  <a:ext uri="{FF2B5EF4-FFF2-40B4-BE49-F238E27FC236}">
                    <a16:creationId xmlns:a16="http://schemas.microsoft.com/office/drawing/2014/main" id="{79DE88F2-2590-88CF-BAEA-068C969BDEB6}"/>
                  </a:ext>
                </a:extLst>
              </p:cNvPr>
              <p:cNvSpPr/>
              <p:nvPr/>
            </p:nvSpPr>
            <p:spPr>
              <a:xfrm>
                <a:off x="8265985" y="5708942"/>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1" name="Freeform: Shape 4270">
                <a:extLst>
                  <a:ext uri="{FF2B5EF4-FFF2-40B4-BE49-F238E27FC236}">
                    <a16:creationId xmlns:a16="http://schemas.microsoft.com/office/drawing/2014/main" id="{492A37DF-B27B-AEA5-3D05-5BE76367384F}"/>
                  </a:ext>
                </a:extLst>
              </p:cNvPr>
              <p:cNvSpPr/>
              <p:nvPr/>
            </p:nvSpPr>
            <p:spPr>
              <a:xfrm>
                <a:off x="8577719" y="5711075"/>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2" name="Freeform: Shape 4271">
                <a:extLst>
                  <a:ext uri="{FF2B5EF4-FFF2-40B4-BE49-F238E27FC236}">
                    <a16:creationId xmlns:a16="http://schemas.microsoft.com/office/drawing/2014/main" id="{22753E95-AF28-4554-3B93-39D20924094C}"/>
                  </a:ext>
                </a:extLst>
              </p:cNvPr>
              <p:cNvSpPr/>
              <p:nvPr/>
            </p:nvSpPr>
            <p:spPr>
              <a:xfrm>
                <a:off x="8889453" y="5713171"/>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3" name="Freeform: Shape 4272">
                <a:extLst>
                  <a:ext uri="{FF2B5EF4-FFF2-40B4-BE49-F238E27FC236}">
                    <a16:creationId xmlns:a16="http://schemas.microsoft.com/office/drawing/2014/main" id="{2B634331-67F3-75AC-3B54-B81C6DCA81B0}"/>
                  </a:ext>
                </a:extLst>
              </p:cNvPr>
              <p:cNvSpPr/>
              <p:nvPr/>
            </p:nvSpPr>
            <p:spPr>
              <a:xfrm>
                <a:off x="9201150" y="5715304"/>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4" name="Freeform: Shape 4273">
                <a:extLst>
                  <a:ext uri="{FF2B5EF4-FFF2-40B4-BE49-F238E27FC236}">
                    <a16:creationId xmlns:a16="http://schemas.microsoft.com/office/drawing/2014/main" id="{AC3924A7-EF8B-CBF0-C595-F0719D19DC56}"/>
                  </a:ext>
                </a:extLst>
              </p:cNvPr>
              <p:cNvSpPr/>
              <p:nvPr/>
            </p:nvSpPr>
            <p:spPr>
              <a:xfrm>
                <a:off x="9512884" y="571743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5" name="Freeform: Shape 4274">
                <a:extLst>
                  <a:ext uri="{FF2B5EF4-FFF2-40B4-BE49-F238E27FC236}">
                    <a16:creationId xmlns:a16="http://schemas.microsoft.com/office/drawing/2014/main" id="{D4990A44-84DC-70DA-389B-4B0A29F9109C}"/>
                  </a:ext>
                </a:extLst>
              </p:cNvPr>
              <p:cNvSpPr/>
              <p:nvPr/>
            </p:nvSpPr>
            <p:spPr>
              <a:xfrm>
                <a:off x="9824618" y="5719533"/>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6" name="Freeform: Shape 4275">
                <a:extLst>
                  <a:ext uri="{FF2B5EF4-FFF2-40B4-BE49-F238E27FC236}">
                    <a16:creationId xmlns:a16="http://schemas.microsoft.com/office/drawing/2014/main" id="{9590D214-3F68-F09F-BC9B-E49935C4A046}"/>
                  </a:ext>
                </a:extLst>
              </p:cNvPr>
              <p:cNvSpPr/>
              <p:nvPr/>
            </p:nvSpPr>
            <p:spPr>
              <a:xfrm>
                <a:off x="10136352" y="5721667"/>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7" name="Freeform: Shape 4276">
                <a:extLst>
                  <a:ext uri="{FF2B5EF4-FFF2-40B4-BE49-F238E27FC236}">
                    <a16:creationId xmlns:a16="http://schemas.microsoft.com/office/drawing/2014/main" id="{BE3398C4-4456-F897-5A5E-A2E06DE8A052}"/>
                  </a:ext>
                </a:extLst>
              </p:cNvPr>
              <p:cNvSpPr/>
              <p:nvPr/>
            </p:nvSpPr>
            <p:spPr>
              <a:xfrm>
                <a:off x="10448086" y="5723763"/>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8" name="Freeform: Shape 4277">
                <a:extLst>
                  <a:ext uri="{FF2B5EF4-FFF2-40B4-BE49-F238E27FC236}">
                    <a16:creationId xmlns:a16="http://schemas.microsoft.com/office/drawing/2014/main" id="{0769DA2C-1A8E-7AD6-BA97-4E1BF4A8495F}"/>
                  </a:ext>
                </a:extLst>
              </p:cNvPr>
              <p:cNvSpPr/>
              <p:nvPr/>
            </p:nvSpPr>
            <p:spPr>
              <a:xfrm>
                <a:off x="10759782" y="5725896"/>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79" name="Freeform: Shape 4278">
                <a:extLst>
                  <a:ext uri="{FF2B5EF4-FFF2-40B4-BE49-F238E27FC236}">
                    <a16:creationId xmlns:a16="http://schemas.microsoft.com/office/drawing/2014/main" id="{471E94D2-A1A6-205B-5ED1-DC7C46BB7FF4}"/>
                  </a:ext>
                </a:extLst>
              </p:cNvPr>
              <p:cNvSpPr/>
              <p:nvPr/>
            </p:nvSpPr>
            <p:spPr>
              <a:xfrm>
                <a:off x="11071517" y="5728030"/>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0" name="Freeform: Shape 4279">
                <a:extLst>
                  <a:ext uri="{FF2B5EF4-FFF2-40B4-BE49-F238E27FC236}">
                    <a16:creationId xmlns:a16="http://schemas.microsoft.com/office/drawing/2014/main" id="{EB860879-E1B0-D1C2-F1F4-CCF729230873}"/>
                  </a:ext>
                </a:extLst>
              </p:cNvPr>
              <p:cNvSpPr/>
              <p:nvPr/>
            </p:nvSpPr>
            <p:spPr>
              <a:xfrm>
                <a:off x="1096289" y="5968365"/>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1" name="Freeform: Shape 4280">
                <a:extLst>
                  <a:ext uri="{FF2B5EF4-FFF2-40B4-BE49-F238E27FC236}">
                    <a16:creationId xmlns:a16="http://schemas.microsoft.com/office/drawing/2014/main" id="{687E1912-23B8-ACBC-6F3A-69325088F522}"/>
                  </a:ext>
                </a:extLst>
              </p:cNvPr>
              <p:cNvSpPr/>
              <p:nvPr/>
            </p:nvSpPr>
            <p:spPr>
              <a:xfrm>
                <a:off x="1408023" y="5970498"/>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2" name="Freeform: Shape 4281">
                <a:extLst>
                  <a:ext uri="{FF2B5EF4-FFF2-40B4-BE49-F238E27FC236}">
                    <a16:creationId xmlns:a16="http://schemas.microsoft.com/office/drawing/2014/main" id="{919E2B2B-4E99-DB97-C96D-E53EBF852354}"/>
                  </a:ext>
                </a:extLst>
              </p:cNvPr>
              <p:cNvSpPr/>
              <p:nvPr/>
            </p:nvSpPr>
            <p:spPr>
              <a:xfrm>
                <a:off x="1719719" y="5972594"/>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3" name="Freeform: Shape 4282">
                <a:extLst>
                  <a:ext uri="{FF2B5EF4-FFF2-40B4-BE49-F238E27FC236}">
                    <a16:creationId xmlns:a16="http://schemas.microsoft.com/office/drawing/2014/main" id="{08782C05-D8F3-C19D-C897-E6A01CD9CADC}"/>
                  </a:ext>
                </a:extLst>
              </p:cNvPr>
              <p:cNvSpPr/>
              <p:nvPr/>
            </p:nvSpPr>
            <p:spPr>
              <a:xfrm>
                <a:off x="2031453" y="5974727"/>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4" name="Freeform: Shape 4283">
                <a:extLst>
                  <a:ext uri="{FF2B5EF4-FFF2-40B4-BE49-F238E27FC236}">
                    <a16:creationId xmlns:a16="http://schemas.microsoft.com/office/drawing/2014/main" id="{6E3ACE86-6D0A-3ABF-84EC-D752133424D1}"/>
                  </a:ext>
                </a:extLst>
              </p:cNvPr>
              <p:cNvSpPr/>
              <p:nvPr/>
            </p:nvSpPr>
            <p:spPr>
              <a:xfrm>
                <a:off x="2343188" y="5976823"/>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5" name="Freeform: Shape 4284">
                <a:extLst>
                  <a:ext uri="{FF2B5EF4-FFF2-40B4-BE49-F238E27FC236}">
                    <a16:creationId xmlns:a16="http://schemas.microsoft.com/office/drawing/2014/main" id="{60C4856E-A42D-F262-712E-2A79B9B35ED4}"/>
                  </a:ext>
                </a:extLst>
              </p:cNvPr>
              <p:cNvSpPr/>
              <p:nvPr/>
            </p:nvSpPr>
            <p:spPr>
              <a:xfrm>
                <a:off x="2654922" y="5978956"/>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6" name="Freeform: Shape 4285">
                <a:extLst>
                  <a:ext uri="{FF2B5EF4-FFF2-40B4-BE49-F238E27FC236}">
                    <a16:creationId xmlns:a16="http://schemas.microsoft.com/office/drawing/2014/main" id="{67B32A4A-4125-B7CF-357E-405E2D686243}"/>
                  </a:ext>
                </a:extLst>
              </p:cNvPr>
              <p:cNvSpPr/>
              <p:nvPr/>
            </p:nvSpPr>
            <p:spPr>
              <a:xfrm>
                <a:off x="2966656" y="5981090"/>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7" name="Freeform: Shape 4286">
                <a:extLst>
                  <a:ext uri="{FF2B5EF4-FFF2-40B4-BE49-F238E27FC236}">
                    <a16:creationId xmlns:a16="http://schemas.microsoft.com/office/drawing/2014/main" id="{6F8BCD9C-7EC7-6223-ACC1-BC891CAAC730}"/>
                  </a:ext>
                </a:extLst>
              </p:cNvPr>
              <p:cNvSpPr/>
              <p:nvPr/>
            </p:nvSpPr>
            <p:spPr>
              <a:xfrm>
                <a:off x="3278352" y="5983185"/>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8" name="Freeform: Shape 4287">
                <a:extLst>
                  <a:ext uri="{FF2B5EF4-FFF2-40B4-BE49-F238E27FC236}">
                    <a16:creationId xmlns:a16="http://schemas.microsoft.com/office/drawing/2014/main" id="{D2E9246F-9C3F-E322-54E5-2FFADB116EA5}"/>
                  </a:ext>
                </a:extLst>
              </p:cNvPr>
              <p:cNvSpPr/>
              <p:nvPr/>
            </p:nvSpPr>
            <p:spPr>
              <a:xfrm>
                <a:off x="3590086" y="5985319"/>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89" name="Freeform: Shape 4288">
                <a:extLst>
                  <a:ext uri="{FF2B5EF4-FFF2-40B4-BE49-F238E27FC236}">
                    <a16:creationId xmlns:a16="http://schemas.microsoft.com/office/drawing/2014/main" id="{88E5FD09-D004-9A52-0BC4-1C6D887B10C3}"/>
                  </a:ext>
                </a:extLst>
              </p:cNvPr>
              <p:cNvSpPr/>
              <p:nvPr/>
            </p:nvSpPr>
            <p:spPr>
              <a:xfrm>
                <a:off x="3901821" y="5987415"/>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0" name="Freeform: Shape 4289">
                <a:extLst>
                  <a:ext uri="{FF2B5EF4-FFF2-40B4-BE49-F238E27FC236}">
                    <a16:creationId xmlns:a16="http://schemas.microsoft.com/office/drawing/2014/main" id="{B701974A-F418-188A-AA22-59C54366B4DB}"/>
                  </a:ext>
                </a:extLst>
              </p:cNvPr>
              <p:cNvSpPr/>
              <p:nvPr/>
            </p:nvSpPr>
            <p:spPr>
              <a:xfrm>
                <a:off x="4213555" y="5989548"/>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1" name="Freeform: Shape 4290">
                <a:extLst>
                  <a:ext uri="{FF2B5EF4-FFF2-40B4-BE49-F238E27FC236}">
                    <a16:creationId xmlns:a16="http://schemas.microsoft.com/office/drawing/2014/main" id="{28D781A0-31D3-9658-F045-26A326CAED41}"/>
                  </a:ext>
                </a:extLst>
              </p:cNvPr>
              <p:cNvSpPr/>
              <p:nvPr/>
            </p:nvSpPr>
            <p:spPr>
              <a:xfrm>
                <a:off x="4525289" y="5991682"/>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2" name="Freeform: Shape 4291">
                <a:extLst>
                  <a:ext uri="{FF2B5EF4-FFF2-40B4-BE49-F238E27FC236}">
                    <a16:creationId xmlns:a16="http://schemas.microsoft.com/office/drawing/2014/main" id="{EAE130D1-2ED5-2E2B-77A7-88B5C8EA7092}"/>
                  </a:ext>
                </a:extLst>
              </p:cNvPr>
              <p:cNvSpPr/>
              <p:nvPr/>
            </p:nvSpPr>
            <p:spPr>
              <a:xfrm>
                <a:off x="4836985" y="5993777"/>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3" name="Freeform: Shape 4292">
                <a:extLst>
                  <a:ext uri="{FF2B5EF4-FFF2-40B4-BE49-F238E27FC236}">
                    <a16:creationId xmlns:a16="http://schemas.microsoft.com/office/drawing/2014/main" id="{D8CD8609-E4A2-C3D5-71B6-3396672444F5}"/>
                  </a:ext>
                </a:extLst>
              </p:cNvPr>
              <p:cNvSpPr/>
              <p:nvPr/>
            </p:nvSpPr>
            <p:spPr>
              <a:xfrm>
                <a:off x="5148719" y="5995911"/>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4" name="Freeform: Shape 4293">
                <a:extLst>
                  <a:ext uri="{FF2B5EF4-FFF2-40B4-BE49-F238E27FC236}">
                    <a16:creationId xmlns:a16="http://schemas.microsoft.com/office/drawing/2014/main" id="{F6279675-66E8-F3CD-0B25-F591DA4273F4}"/>
                  </a:ext>
                </a:extLst>
              </p:cNvPr>
              <p:cNvSpPr/>
              <p:nvPr/>
            </p:nvSpPr>
            <p:spPr>
              <a:xfrm>
                <a:off x="5460453" y="5998044"/>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5" name="Freeform: Shape 4294">
                <a:extLst>
                  <a:ext uri="{FF2B5EF4-FFF2-40B4-BE49-F238E27FC236}">
                    <a16:creationId xmlns:a16="http://schemas.microsoft.com/office/drawing/2014/main" id="{7C5BC6E6-92E0-3A6F-05F4-FD0FBF4E9FC5}"/>
                  </a:ext>
                </a:extLst>
              </p:cNvPr>
              <p:cNvSpPr/>
              <p:nvPr/>
            </p:nvSpPr>
            <p:spPr>
              <a:xfrm>
                <a:off x="5772188" y="6000140"/>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6" name="Freeform: Shape 4295">
                <a:extLst>
                  <a:ext uri="{FF2B5EF4-FFF2-40B4-BE49-F238E27FC236}">
                    <a16:creationId xmlns:a16="http://schemas.microsoft.com/office/drawing/2014/main" id="{60224EA1-203C-A766-7DE3-658B2597F278}"/>
                  </a:ext>
                </a:extLst>
              </p:cNvPr>
              <p:cNvSpPr/>
              <p:nvPr/>
            </p:nvSpPr>
            <p:spPr>
              <a:xfrm>
                <a:off x="6083884" y="6002274"/>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7" name="Freeform: Shape 4296">
                <a:extLst>
                  <a:ext uri="{FF2B5EF4-FFF2-40B4-BE49-F238E27FC236}">
                    <a16:creationId xmlns:a16="http://schemas.microsoft.com/office/drawing/2014/main" id="{6B7FB1F3-E3A1-FCC0-7FF2-7DAEEFC7F394}"/>
                  </a:ext>
                </a:extLst>
              </p:cNvPr>
              <p:cNvSpPr/>
              <p:nvPr/>
            </p:nvSpPr>
            <p:spPr>
              <a:xfrm>
                <a:off x="6395618" y="6004369"/>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8" name="Freeform: Shape 4297">
                <a:extLst>
                  <a:ext uri="{FF2B5EF4-FFF2-40B4-BE49-F238E27FC236}">
                    <a16:creationId xmlns:a16="http://schemas.microsoft.com/office/drawing/2014/main" id="{56A2DAE8-6164-03E0-C578-33AD7445E700}"/>
                  </a:ext>
                </a:extLst>
              </p:cNvPr>
              <p:cNvSpPr/>
              <p:nvPr/>
            </p:nvSpPr>
            <p:spPr>
              <a:xfrm>
                <a:off x="6707352" y="6006503"/>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99" name="Freeform: Shape 4298">
                <a:extLst>
                  <a:ext uri="{FF2B5EF4-FFF2-40B4-BE49-F238E27FC236}">
                    <a16:creationId xmlns:a16="http://schemas.microsoft.com/office/drawing/2014/main" id="{7F1DAACA-F37A-AF8D-8511-04A9CF5DD68A}"/>
                  </a:ext>
                </a:extLst>
              </p:cNvPr>
              <p:cNvSpPr/>
              <p:nvPr/>
            </p:nvSpPr>
            <p:spPr>
              <a:xfrm>
                <a:off x="7019086" y="6008636"/>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0" name="Freeform: Shape 4299">
                <a:extLst>
                  <a:ext uri="{FF2B5EF4-FFF2-40B4-BE49-F238E27FC236}">
                    <a16:creationId xmlns:a16="http://schemas.microsoft.com/office/drawing/2014/main" id="{C444E744-8014-D268-CE00-E0F725704755}"/>
                  </a:ext>
                </a:extLst>
              </p:cNvPr>
              <p:cNvSpPr/>
              <p:nvPr/>
            </p:nvSpPr>
            <p:spPr>
              <a:xfrm>
                <a:off x="7330821" y="6010732"/>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1" name="Freeform: Shape 4300">
                <a:extLst>
                  <a:ext uri="{FF2B5EF4-FFF2-40B4-BE49-F238E27FC236}">
                    <a16:creationId xmlns:a16="http://schemas.microsoft.com/office/drawing/2014/main" id="{D7D5378F-669A-E334-7C25-97985017765C}"/>
                  </a:ext>
                </a:extLst>
              </p:cNvPr>
              <p:cNvSpPr/>
              <p:nvPr/>
            </p:nvSpPr>
            <p:spPr>
              <a:xfrm>
                <a:off x="7642517" y="6012865"/>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2" name="Freeform: Shape 4301">
                <a:extLst>
                  <a:ext uri="{FF2B5EF4-FFF2-40B4-BE49-F238E27FC236}">
                    <a16:creationId xmlns:a16="http://schemas.microsoft.com/office/drawing/2014/main" id="{D5D08E8C-4E81-C51E-D93C-17D27111FACF}"/>
                  </a:ext>
                </a:extLst>
              </p:cNvPr>
              <p:cNvSpPr/>
              <p:nvPr/>
            </p:nvSpPr>
            <p:spPr>
              <a:xfrm>
                <a:off x="7954251" y="6014961"/>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3" name="Freeform: Shape 4302">
                <a:extLst>
                  <a:ext uri="{FF2B5EF4-FFF2-40B4-BE49-F238E27FC236}">
                    <a16:creationId xmlns:a16="http://schemas.microsoft.com/office/drawing/2014/main" id="{30DEEC5C-9E22-F68C-E802-4CAFC3981387}"/>
                  </a:ext>
                </a:extLst>
              </p:cNvPr>
              <p:cNvSpPr/>
              <p:nvPr/>
            </p:nvSpPr>
            <p:spPr>
              <a:xfrm>
                <a:off x="8265985" y="6017094"/>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4" name="Freeform: Shape 4303">
                <a:extLst>
                  <a:ext uri="{FF2B5EF4-FFF2-40B4-BE49-F238E27FC236}">
                    <a16:creationId xmlns:a16="http://schemas.microsoft.com/office/drawing/2014/main" id="{A26C26CC-D068-FD93-7C34-8175A82D7C5F}"/>
                  </a:ext>
                </a:extLst>
              </p:cNvPr>
              <p:cNvSpPr/>
              <p:nvPr/>
            </p:nvSpPr>
            <p:spPr>
              <a:xfrm>
                <a:off x="8577719" y="6019228"/>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5" name="Freeform: Shape 4304">
                <a:extLst>
                  <a:ext uri="{FF2B5EF4-FFF2-40B4-BE49-F238E27FC236}">
                    <a16:creationId xmlns:a16="http://schemas.microsoft.com/office/drawing/2014/main" id="{B552DFB7-AB87-893D-6875-5424B86F6B37}"/>
                  </a:ext>
                </a:extLst>
              </p:cNvPr>
              <p:cNvSpPr/>
              <p:nvPr/>
            </p:nvSpPr>
            <p:spPr>
              <a:xfrm>
                <a:off x="8889453" y="6021324"/>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6" name="Freeform: Shape 4305">
                <a:extLst>
                  <a:ext uri="{FF2B5EF4-FFF2-40B4-BE49-F238E27FC236}">
                    <a16:creationId xmlns:a16="http://schemas.microsoft.com/office/drawing/2014/main" id="{F2130C0F-51A3-D47E-26D8-1B94CA1ACC5C}"/>
                  </a:ext>
                </a:extLst>
              </p:cNvPr>
              <p:cNvSpPr/>
              <p:nvPr/>
            </p:nvSpPr>
            <p:spPr>
              <a:xfrm>
                <a:off x="9201150" y="6023457"/>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7" name="Freeform: Shape 4306">
                <a:extLst>
                  <a:ext uri="{FF2B5EF4-FFF2-40B4-BE49-F238E27FC236}">
                    <a16:creationId xmlns:a16="http://schemas.microsoft.com/office/drawing/2014/main" id="{192F82C8-DFB3-54B8-812C-A30D7F6FD62B}"/>
                  </a:ext>
                </a:extLst>
              </p:cNvPr>
              <p:cNvSpPr/>
              <p:nvPr/>
            </p:nvSpPr>
            <p:spPr>
              <a:xfrm>
                <a:off x="9512884" y="6025553"/>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8" name="Freeform: Shape 4307">
                <a:extLst>
                  <a:ext uri="{FF2B5EF4-FFF2-40B4-BE49-F238E27FC236}">
                    <a16:creationId xmlns:a16="http://schemas.microsoft.com/office/drawing/2014/main" id="{9B6B65B6-F14B-7D25-643D-7A12B606C431}"/>
                  </a:ext>
                </a:extLst>
              </p:cNvPr>
              <p:cNvSpPr/>
              <p:nvPr/>
            </p:nvSpPr>
            <p:spPr>
              <a:xfrm>
                <a:off x="9824618" y="6027686"/>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09" name="Freeform: Shape 4308">
                <a:extLst>
                  <a:ext uri="{FF2B5EF4-FFF2-40B4-BE49-F238E27FC236}">
                    <a16:creationId xmlns:a16="http://schemas.microsoft.com/office/drawing/2014/main" id="{B25A96F6-F8EE-C20C-B00F-5362D77A0D77}"/>
                  </a:ext>
                </a:extLst>
              </p:cNvPr>
              <p:cNvSpPr/>
              <p:nvPr/>
            </p:nvSpPr>
            <p:spPr>
              <a:xfrm>
                <a:off x="10136352" y="6029820"/>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0" name="Freeform: Shape 4309">
                <a:extLst>
                  <a:ext uri="{FF2B5EF4-FFF2-40B4-BE49-F238E27FC236}">
                    <a16:creationId xmlns:a16="http://schemas.microsoft.com/office/drawing/2014/main" id="{E2219C15-FCD1-3F58-FC31-01BC18A10366}"/>
                  </a:ext>
                </a:extLst>
              </p:cNvPr>
              <p:cNvSpPr/>
              <p:nvPr/>
            </p:nvSpPr>
            <p:spPr>
              <a:xfrm>
                <a:off x="10448086" y="6031915"/>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1" name="Freeform: Shape 4310">
                <a:extLst>
                  <a:ext uri="{FF2B5EF4-FFF2-40B4-BE49-F238E27FC236}">
                    <a16:creationId xmlns:a16="http://schemas.microsoft.com/office/drawing/2014/main" id="{9DFEBBCA-FA97-2194-171F-C2FD6DB197A8}"/>
                  </a:ext>
                </a:extLst>
              </p:cNvPr>
              <p:cNvSpPr/>
              <p:nvPr/>
            </p:nvSpPr>
            <p:spPr>
              <a:xfrm>
                <a:off x="10759782" y="6034049"/>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2" name="Freeform: Shape 4311">
                <a:extLst>
                  <a:ext uri="{FF2B5EF4-FFF2-40B4-BE49-F238E27FC236}">
                    <a16:creationId xmlns:a16="http://schemas.microsoft.com/office/drawing/2014/main" id="{4FD26157-B04C-856D-2FC5-B6F295B36399}"/>
                  </a:ext>
                </a:extLst>
              </p:cNvPr>
              <p:cNvSpPr/>
              <p:nvPr/>
            </p:nvSpPr>
            <p:spPr>
              <a:xfrm>
                <a:off x="11071517" y="6036183"/>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3" name="Freeform: Shape 4312">
                <a:extLst>
                  <a:ext uri="{FF2B5EF4-FFF2-40B4-BE49-F238E27FC236}">
                    <a16:creationId xmlns:a16="http://schemas.microsoft.com/office/drawing/2014/main" id="{E3B039FD-5A4F-31E9-5295-2B09DE30BEB6}"/>
                  </a:ext>
                </a:extLst>
              </p:cNvPr>
              <p:cNvSpPr/>
              <p:nvPr/>
            </p:nvSpPr>
            <p:spPr>
              <a:xfrm>
                <a:off x="1096289" y="6276517"/>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4" name="Freeform: Shape 4313">
                <a:extLst>
                  <a:ext uri="{FF2B5EF4-FFF2-40B4-BE49-F238E27FC236}">
                    <a16:creationId xmlns:a16="http://schemas.microsoft.com/office/drawing/2014/main" id="{375F7AAC-8259-10E6-D3F6-26AE28F671E9}"/>
                  </a:ext>
                </a:extLst>
              </p:cNvPr>
              <p:cNvSpPr/>
              <p:nvPr/>
            </p:nvSpPr>
            <p:spPr>
              <a:xfrm>
                <a:off x="1408023" y="6278613"/>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5" name="Freeform: Shape 4314">
                <a:extLst>
                  <a:ext uri="{FF2B5EF4-FFF2-40B4-BE49-F238E27FC236}">
                    <a16:creationId xmlns:a16="http://schemas.microsoft.com/office/drawing/2014/main" id="{972E7C7A-2CB2-0F32-2503-D58362BE91E6}"/>
                  </a:ext>
                </a:extLst>
              </p:cNvPr>
              <p:cNvSpPr/>
              <p:nvPr/>
            </p:nvSpPr>
            <p:spPr>
              <a:xfrm>
                <a:off x="1719719" y="6280746"/>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6" name="Freeform: Shape 4315">
                <a:extLst>
                  <a:ext uri="{FF2B5EF4-FFF2-40B4-BE49-F238E27FC236}">
                    <a16:creationId xmlns:a16="http://schemas.microsoft.com/office/drawing/2014/main" id="{79242A4B-0144-8ED9-F6F5-DBC07158CE67}"/>
                  </a:ext>
                </a:extLst>
              </p:cNvPr>
              <p:cNvSpPr/>
              <p:nvPr/>
            </p:nvSpPr>
            <p:spPr>
              <a:xfrm>
                <a:off x="2031453" y="6282880"/>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7" name="Freeform: Shape 4316">
                <a:extLst>
                  <a:ext uri="{FF2B5EF4-FFF2-40B4-BE49-F238E27FC236}">
                    <a16:creationId xmlns:a16="http://schemas.microsoft.com/office/drawing/2014/main" id="{EFB5A213-42B2-2279-4B46-C5356A268978}"/>
                  </a:ext>
                </a:extLst>
              </p:cNvPr>
              <p:cNvSpPr/>
              <p:nvPr/>
            </p:nvSpPr>
            <p:spPr>
              <a:xfrm>
                <a:off x="2343188" y="6284976"/>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8" name="Freeform: Shape 4317">
                <a:extLst>
                  <a:ext uri="{FF2B5EF4-FFF2-40B4-BE49-F238E27FC236}">
                    <a16:creationId xmlns:a16="http://schemas.microsoft.com/office/drawing/2014/main" id="{09D96C9B-B4C2-5B52-2430-7FC01510BF2B}"/>
                  </a:ext>
                </a:extLst>
              </p:cNvPr>
              <p:cNvSpPr/>
              <p:nvPr/>
            </p:nvSpPr>
            <p:spPr>
              <a:xfrm>
                <a:off x="2654922" y="6287109"/>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19" name="Freeform: Shape 4318">
                <a:extLst>
                  <a:ext uri="{FF2B5EF4-FFF2-40B4-BE49-F238E27FC236}">
                    <a16:creationId xmlns:a16="http://schemas.microsoft.com/office/drawing/2014/main" id="{C993BCEC-E58F-3543-B8CE-D09A415D617F}"/>
                  </a:ext>
                </a:extLst>
              </p:cNvPr>
              <p:cNvSpPr/>
              <p:nvPr/>
            </p:nvSpPr>
            <p:spPr>
              <a:xfrm>
                <a:off x="2966656" y="628924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0" name="Freeform: Shape 4319">
                <a:extLst>
                  <a:ext uri="{FF2B5EF4-FFF2-40B4-BE49-F238E27FC236}">
                    <a16:creationId xmlns:a16="http://schemas.microsoft.com/office/drawing/2014/main" id="{CFDBDC48-D44E-888F-ACD1-7C9C565E22A5}"/>
                  </a:ext>
                </a:extLst>
              </p:cNvPr>
              <p:cNvSpPr/>
              <p:nvPr/>
            </p:nvSpPr>
            <p:spPr>
              <a:xfrm>
                <a:off x="3278352" y="6291338"/>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1" name="Freeform: Shape 4320">
                <a:extLst>
                  <a:ext uri="{FF2B5EF4-FFF2-40B4-BE49-F238E27FC236}">
                    <a16:creationId xmlns:a16="http://schemas.microsoft.com/office/drawing/2014/main" id="{630E92F1-07CC-0BA1-D2E6-261EE35B94EE}"/>
                  </a:ext>
                </a:extLst>
              </p:cNvPr>
              <p:cNvSpPr/>
              <p:nvPr/>
            </p:nvSpPr>
            <p:spPr>
              <a:xfrm>
                <a:off x="3590086" y="6293472"/>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2" name="Freeform: Shape 4321">
                <a:extLst>
                  <a:ext uri="{FF2B5EF4-FFF2-40B4-BE49-F238E27FC236}">
                    <a16:creationId xmlns:a16="http://schemas.microsoft.com/office/drawing/2014/main" id="{AD8291AF-ED93-5795-9EDE-521DD5E21C07}"/>
                  </a:ext>
                </a:extLst>
              </p:cNvPr>
              <p:cNvSpPr/>
              <p:nvPr/>
            </p:nvSpPr>
            <p:spPr>
              <a:xfrm>
                <a:off x="3901821" y="6295567"/>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3" name="Freeform: Shape 4322">
                <a:extLst>
                  <a:ext uri="{FF2B5EF4-FFF2-40B4-BE49-F238E27FC236}">
                    <a16:creationId xmlns:a16="http://schemas.microsoft.com/office/drawing/2014/main" id="{96B8222C-F508-09C1-CCC4-9D105A02205D}"/>
                  </a:ext>
                </a:extLst>
              </p:cNvPr>
              <p:cNvSpPr/>
              <p:nvPr/>
            </p:nvSpPr>
            <p:spPr>
              <a:xfrm>
                <a:off x="4213555" y="6297701"/>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4" name="Freeform: Shape 4323">
                <a:extLst>
                  <a:ext uri="{FF2B5EF4-FFF2-40B4-BE49-F238E27FC236}">
                    <a16:creationId xmlns:a16="http://schemas.microsoft.com/office/drawing/2014/main" id="{29B7C856-A9BF-7BC0-CC5A-8AEBD4E7CB79}"/>
                  </a:ext>
                </a:extLst>
              </p:cNvPr>
              <p:cNvSpPr/>
              <p:nvPr/>
            </p:nvSpPr>
            <p:spPr>
              <a:xfrm>
                <a:off x="4525289" y="6299835"/>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5" name="Freeform: Shape 4324">
                <a:extLst>
                  <a:ext uri="{FF2B5EF4-FFF2-40B4-BE49-F238E27FC236}">
                    <a16:creationId xmlns:a16="http://schemas.microsoft.com/office/drawing/2014/main" id="{68A27786-ABEA-28A1-BBC2-A64804B14D06}"/>
                  </a:ext>
                </a:extLst>
              </p:cNvPr>
              <p:cNvSpPr/>
              <p:nvPr/>
            </p:nvSpPr>
            <p:spPr>
              <a:xfrm>
                <a:off x="4836985" y="630193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6" name="Freeform: Shape 4325">
                <a:extLst>
                  <a:ext uri="{FF2B5EF4-FFF2-40B4-BE49-F238E27FC236}">
                    <a16:creationId xmlns:a16="http://schemas.microsoft.com/office/drawing/2014/main" id="{0065ED44-9F63-4D87-C168-8BE215D941E2}"/>
                  </a:ext>
                </a:extLst>
              </p:cNvPr>
              <p:cNvSpPr/>
              <p:nvPr/>
            </p:nvSpPr>
            <p:spPr>
              <a:xfrm>
                <a:off x="5148719" y="6304064"/>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7" name="Freeform: Shape 4326">
                <a:extLst>
                  <a:ext uri="{FF2B5EF4-FFF2-40B4-BE49-F238E27FC236}">
                    <a16:creationId xmlns:a16="http://schemas.microsoft.com/office/drawing/2014/main" id="{08809175-83F5-84D1-6738-E4B49C328B50}"/>
                  </a:ext>
                </a:extLst>
              </p:cNvPr>
              <p:cNvSpPr/>
              <p:nvPr/>
            </p:nvSpPr>
            <p:spPr>
              <a:xfrm>
                <a:off x="5460453" y="6306159"/>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8" name="Freeform: Shape 4327">
                <a:extLst>
                  <a:ext uri="{FF2B5EF4-FFF2-40B4-BE49-F238E27FC236}">
                    <a16:creationId xmlns:a16="http://schemas.microsoft.com/office/drawing/2014/main" id="{6C0CE45E-D743-E240-3327-B034C65AB570}"/>
                  </a:ext>
                </a:extLst>
              </p:cNvPr>
              <p:cNvSpPr/>
              <p:nvPr/>
            </p:nvSpPr>
            <p:spPr>
              <a:xfrm>
                <a:off x="5772188" y="6308293"/>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29" name="Freeform: Shape 4328">
                <a:extLst>
                  <a:ext uri="{FF2B5EF4-FFF2-40B4-BE49-F238E27FC236}">
                    <a16:creationId xmlns:a16="http://schemas.microsoft.com/office/drawing/2014/main" id="{B986ACDD-D80F-3E88-04C2-7F508E394CCF}"/>
                  </a:ext>
                </a:extLst>
              </p:cNvPr>
              <p:cNvSpPr/>
              <p:nvPr/>
            </p:nvSpPr>
            <p:spPr>
              <a:xfrm>
                <a:off x="6083884" y="6310426"/>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0" name="Freeform: Shape 4329">
                <a:extLst>
                  <a:ext uri="{FF2B5EF4-FFF2-40B4-BE49-F238E27FC236}">
                    <a16:creationId xmlns:a16="http://schemas.microsoft.com/office/drawing/2014/main" id="{31B886F6-E5F7-D673-C348-1B9EC5C29211}"/>
                  </a:ext>
                </a:extLst>
              </p:cNvPr>
              <p:cNvSpPr/>
              <p:nvPr/>
            </p:nvSpPr>
            <p:spPr>
              <a:xfrm>
                <a:off x="6395618" y="6312522"/>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1" name="Freeform: Shape 4330">
                <a:extLst>
                  <a:ext uri="{FF2B5EF4-FFF2-40B4-BE49-F238E27FC236}">
                    <a16:creationId xmlns:a16="http://schemas.microsoft.com/office/drawing/2014/main" id="{92CE07FC-91C9-FEA3-932B-CB7D324ED203}"/>
                  </a:ext>
                </a:extLst>
              </p:cNvPr>
              <p:cNvSpPr/>
              <p:nvPr/>
            </p:nvSpPr>
            <p:spPr>
              <a:xfrm>
                <a:off x="6707352" y="6314655"/>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2" name="Freeform: Shape 4331">
                <a:extLst>
                  <a:ext uri="{FF2B5EF4-FFF2-40B4-BE49-F238E27FC236}">
                    <a16:creationId xmlns:a16="http://schemas.microsoft.com/office/drawing/2014/main" id="{7651B286-5E00-5929-8B82-5BE7247D9F45}"/>
                  </a:ext>
                </a:extLst>
              </p:cNvPr>
              <p:cNvSpPr/>
              <p:nvPr/>
            </p:nvSpPr>
            <p:spPr>
              <a:xfrm>
                <a:off x="7019086" y="6316751"/>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3" name="Freeform: Shape 4332">
                <a:extLst>
                  <a:ext uri="{FF2B5EF4-FFF2-40B4-BE49-F238E27FC236}">
                    <a16:creationId xmlns:a16="http://schemas.microsoft.com/office/drawing/2014/main" id="{2BF24274-9C6D-0C1C-F67D-5512292F2040}"/>
                  </a:ext>
                </a:extLst>
              </p:cNvPr>
              <p:cNvSpPr/>
              <p:nvPr/>
            </p:nvSpPr>
            <p:spPr>
              <a:xfrm>
                <a:off x="7330821" y="6318885"/>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4" name="Freeform: Shape 4333">
                <a:extLst>
                  <a:ext uri="{FF2B5EF4-FFF2-40B4-BE49-F238E27FC236}">
                    <a16:creationId xmlns:a16="http://schemas.microsoft.com/office/drawing/2014/main" id="{ED7152C9-61FE-039E-DDE0-4E916046FE8F}"/>
                  </a:ext>
                </a:extLst>
              </p:cNvPr>
              <p:cNvSpPr/>
              <p:nvPr/>
            </p:nvSpPr>
            <p:spPr>
              <a:xfrm>
                <a:off x="7642517" y="6321018"/>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5" name="Freeform: Shape 4334">
                <a:extLst>
                  <a:ext uri="{FF2B5EF4-FFF2-40B4-BE49-F238E27FC236}">
                    <a16:creationId xmlns:a16="http://schemas.microsoft.com/office/drawing/2014/main" id="{FD229FFB-02E8-C132-2B44-F0048030F6B0}"/>
                  </a:ext>
                </a:extLst>
              </p:cNvPr>
              <p:cNvSpPr/>
              <p:nvPr/>
            </p:nvSpPr>
            <p:spPr>
              <a:xfrm>
                <a:off x="7954251" y="6323114"/>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6" name="Freeform: Shape 4335">
                <a:extLst>
                  <a:ext uri="{FF2B5EF4-FFF2-40B4-BE49-F238E27FC236}">
                    <a16:creationId xmlns:a16="http://schemas.microsoft.com/office/drawing/2014/main" id="{0312F720-1FB6-AF42-FA80-C12CFB86E7EF}"/>
                  </a:ext>
                </a:extLst>
              </p:cNvPr>
              <p:cNvSpPr/>
              <p:nvPr/>
            </p:nvSpPr>
            <p:spPr>
              <a:xfrm>
                <a:off x="8265985" y="6325247"/>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7" name="Freeform: Shape 4336">
                <a:extLst>
                  <a:ext uri="{FF2B5EF4-FFF2-40B4-BE49-F238E27FC236}">
                    <a16:creationId xmlns:a16="http://schemas.microsoft.com/office/drawing/2014/main" id="{3F613B03-2648-1191-3424-A15002AE12BA}"/>
                  </a:ext>
                </a:extLst>
              </p:cNvPr>
              <p:cNvSpPr/>
              <p:nvPr/>
            </p:nvSpPr>
            <p:spPr>
              <a:xfrm>
                <a:off x="8577719" y="6327381"/>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8" name="Freeform: Shape 4337">
                <a:extLst>
                  <a:ext uri="{FF2B5EF4-FFF2-40B4-BE49-F238E27FC236}">
                    <a16:creationId xmlns:a16="http://schemas.microsoft.com/office/drawing/2014/main" id="{113748F3-CE9A-B413-8FE2-BB80A337196E}"/>
                  </a:ext>
                </a:extLst>
              </p:cNvPr>
              <p:cNvSpPr/>
              <p:nvPr/>
            </p:nvSpPr>
            <p:spPr>
              <a:xfrm>
                <a:off x="8889453" y="6329476"/>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39" name="Freeform: Shape 4338">
                <a:extLst>
                  <a:ext uri="{FF2B5EF4-FFF2-40B4-BE49-F238E27FC236}">
                    <a16:creationId xmlns:a16="http://schemas.microsoft.com/office/drawing/2014/main" id="{B4E6BA4E-DB6E-7F13-3AF1-A2580232CB9C}"/>
                  </a:ext>
                </a:extLst>
              </p:cNvPr>
              <p:cNvSpPr/>
              <p:nvPr/>
            </p:nvSpPr>
            <p:spPr>
              <a:xfrm>
                <a:off x="9201150" y="6331610"/>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0" name="Freeform: Shape 4339">
                <a:extLst>
                  <a:ext uri="{FF2B5EF4-FFF2-40B4-BE49-F238E27FC236}">
                    <a16:creationId xmlns:a16="http://schemas.microsoft.com/office/drawing/2014/main" id="{1CF51AC3-6A59-E849-6FBE-5AD234071AED}"/>
                  </a:ext>
                </a:extLst>
              </p:cNvPr>
              <p:cNvSpPr/>
              <p:nvPr/>
            </p:nvSpPr>
            <p:spPr>
              <a:xfrm>
                <a:off x="9512884" y="6333705"/>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1" name="Freeform: Shape 4340">
                <a:extLst>
                  <a:ext uri="{FF2B5EF4-FFF2-40B4-BE49-F238E27FC236}">
                    <a16:creationId xmlns:a16="http://schemas.microsoft.com/office/drawing/2014/main" id="{EC56BDCA-F3F5-2F5B-1B9A-858861279EE2}"/>
                  </a:ext>
                </a:extLst>
              </p:cNvPr>
              <p:cNvSpPr/>
              <p:nvPr/>
            </p:nvSpPr>
            <p:spPr>
              <a:xfrm>
                <a:off x="9824618" y="6335839"/>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2" name="Freeform: Shape 4341">
                <a:extLst>
                  <a:ext uri="{FF2B5EF4-FFF2-40B4-BE49-F238E27FC236}">
                    <a16:creationId xmlns:a16="http://schemas.microsoft.com/office/drawing/2014/main" id="{0FA21375-BACD-6F15-CACA-71EC8DC6D2F7}"/>
                  </a:ext>
                </a:extLst>
              </p:cNvPr>
              <p:cNvSpPr/>
              <p:nvPr/>
            </p:nvSpPr>
            <p:spPr>
              <a:xfrm>
                <a:off x="10136352" y="633797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3" name="Freeform: Shape 4342">
                <a:extLst>
                  <a:ext uri="{FF2B5EF4-FFF2-40B4-BE49-F238E27FC236}">
                    <a16:creationId xmlns:a16="http://schemas.microsoft.com/office/drawing/2014/main" id="{48EB1695-A026-F7E1-5DF9-2A3100A5947F}"/>
                  </a:ext>
                </a:extLst>
              </p:cNvPr>
              <p:cNvSpPr/>
              <p:nvPr/>
            </p:nvSpPr>
            <p:spPr>
              <a:xfrm>
                <a:off x="10448086" y="634006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4" name="Freeform: Shape 4343">
                <a:extLst>
                  <a:ext uri="{FF2B5EF4-FFF2-40B4-BE49-F238E27FC236}">
                    <a16:creationId xmlns:a16="http://schemas.microsoft.com/office/drawing/2014/main" id="{FD20FD88-3427-7F78-1A34-D7BAD53008F0}"/>
                  </a:ext>
                </a:extLst>
              </p:cNvPr>
              <p:cNvSpPr/>
              <p:nvPr/>
            </p:nvSpPr>
            <p:spPr>
              <a:xfrm>
                <a:off x="10759782" y="6342202"/>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5" name="Freeform: Shape 4344">
                <a:extLst>
                  <a:ext uri="{FF2B5EF4-FFF2-40B4-BE49-F238E27FC236}">
                    <a16:creationId xmlns:a16="http://schemas.microsoft.com/office/drawing/2014/main" id="{BC0296C2-8706-3CA0-DC2D-3E4FBC1A68F7}"/>
                  </a:ext>
                </a:extLst>
              </p:cNvPr>
              <p:cNvSpPr/>
              <p:nvPr/>
            </p:nvSpPr>
            <p:spPr>
              <a:xfrm>
                <a:off x="11071517" y="6344297"/>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6" name="Freeform: Shape 4345">
                <a:extLst>
                  <a:ext uri="{FF2B5EF4-FFF2-40B4-BE49-F238E27FC236}">
                    <a16:creationId xmlns:a16="http://schemas.microsoft.com/office/drawing/2014/main" id="{894C8A50-523E-AE05-42EE-D9D903756200}"/>
                  </a:ext>
                </a:extLst>
              </p:cNvPr>
              <p:cNvSpPr/>
              <p:nvPr/>
            </p:nvSpPr>
            <p:spPr>
              <a:xfrm>
                <a:off x="1096289" y="6584670"/>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7" name="Freeform: Shape 4346">
                <a:extLst>
                  <a:ext uri="{FF2B5EF4-FFF2-40B4-BE49-F238E27FC236}">
                    <a16:creationId xmlns:a16="http://schemas.microsoft.com/office/drawing/2014/main" id="{8E550B82-48D5-C2A7-76E2-64E07BA35967}"/>
                  </a:ext>
                </a:extLst>
              </p:cNvPr>
              <p:cNvSpPr/>
              <p:nvPr/>
            </p:nvSpPr>
            <p:spPr>
              <a:xfrm>
                <a:off x="1408023" y="6586766"/>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8" name="Freeform: Shape 4347">
                <a:extLst>
                  <a:ext uri="{FF2B5EF4-FFF2-40B4-BE49-F238E27FC236}">
                    <a16:creationId xmlns:a16="http://schemas.microsoft.com/office/drawing/2014/main" id="{57071473-A87B-0C31-7F25-FC345713AF24}"/>
                  </a:ext>
                </a:extLst>
              </p:cNvPr>
              <p:cNvSpPr/>
              <p:nvPr/>
            </p:nvSpPr>
            <p:spPr>
              <a:xfrm>
                <a:off x="1719719" y="6588899"/>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49" name="Freeform: Shape 4348">
                <a:extLst>
                  <a:ext uri="{FF2B5EF4-FFF2-40B4-BE49-F238E27FC236}">
                    <a16:creationId xmlns:a16="http://schemas.microsoft.com/office/drawing/2014/main" id="{CC308F82-B644-CD90-41CA-DC53C5DCCB4C}"/>
                  </a:ext>
                </a:extLst>
              </p:cNvPr>
              <p:cNvSpPr/>
              <p:nvPr/>
            </p:nvSpPr>
            <p:spPr>
              <a:xfrm>
                <a:off x="2031453" y="6591033"/>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0" name="Freeform: Shape 4349">
                <a:extLst>
                  <a:ext uri="{FF2B5EF4-FFF2-40B4-BE49-F238E27FC236}">
                    <a16:creationId xmlns:a16="http://schemas.microsoft.com/office/drawing/2014/main" id="{A61880F2-D543-2E47-0991-CB4C6D6F54A9}"/>
                  </a:ext>
                </a:extLst>
              </p:cNvPr>
              <p:cNvSpPr/>
              <p:nvPr/>
            </p:nvSpPr>
            <p:spPr>
              <a:xfrm>
                <a:off x="2343188" y="6593128"/>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1" name="Freeform: Shape 4350">
                <a:extLst>
                  <a:ext uri="{FF2B5EF4-FFF2-40B4-BE49-F238E27FC236}">
                    <a16:creationId xmlns:a16="http://schemas.microsoft.com/office/drawing/2014/main" id="{79E095BD-2C45-48B8-95A3-5F96538D08D7}"/>
                  </a:ext>
                </a:extLst>
              </p:cNvPr>
              <p:cNvSpPr/>
              <p:nvPr/>
            </p:nvSpPr>
            <p:spPr>
              <a:xfrm>
                <a:off x="2654922" y="6595262"/>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2" name="Freeform: Shape 4351">
                <a:extLst>
                  <a:ext uri="{FF2B5EF4-FFF2-40B4-BE49-F238E27FC236}">
                    <a16:creationId xmlns:a16="http://schemas.microsoft.com/office/drawing/2014/main" id="{BF056E56-FEE2-D043-5751-4D599D469DD3}"/>
                  </a:ext>
                </a:extLst>
              </p:cNvPr>
              <p:cNvSpPr/>
              <p:nvPr/>
            </p:nvSpPr>
            <p:spPr>
              <a:xfrm>
                <a:off x="2966656" y="6597357"/>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3" name="Freeform: Shape 4352">
                <a:extLst>
                  <a:ext uri="{FF2B5EF4-FFF2-40B4-BE49-F238E27FC236}">
                    <a16:creationId xmlns:a16="http://schemas.microsoft.com/office/drawing/2014/main" id="{CA636921-F89F-0FE8-F8E9-4451E3ABDC2A}"/>
                  </a:ext>
                </a:extLst>
              </p:cNvPr>
              <p:cNvSpPr/>
              <p:nvPr/>
            </p:nvSpPr>
            <p:spPr>
              <a:xfrm>
                <a:off x="3278352" y="6599491"/>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4" name="Freeform: Shape 4353">
                <a:extLst>
                  <a:ext uri="{FF2B5EF4-FFF2-40B4-BE49-F238E27FC236}">
                    <a16:creationId xmlns:a16="http://schemas.microsoft.com/office/drawing/2014/main" id="{9D4BB761-421C-5305-8813-4EA203CF42E4}"/>
                  </a:ext>
                </a:extLst>
              </p:cNvPr>
              <p:cNvSpPr/>
              <p:nvPr/>
            </p:nvSpPr>
            <p:spPr>
              <a:xfrm>
                <a:off x="3590086" y="6601625"/>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5" name="Freeform: Shape 4354">
                <a:extLst>
                  <a:ext uri="{FF2B5EF4-FFF2-40B4-BE49-F238E27FC236}">
                    <a16:creationId xmlns:a16="http://schemas.microsoft.com/office/drawing/2014/main" id="{CBD77313-BD3B-D5AC-6519-D3E06AFBB067}"/>
                  </a:ext>
                </a:extLst>
              </p:cNvPr>
              <p:cNvSpPr/>
              <p:nvPr/>
            </p:nvSpPr>
            <p:spPr>
              <a:xfrm>
                <a:off x="3901821" y="6603720"/>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6" name="Freeform: Shape 4355">
                <a:extLst>
                  <a:ext uri="{FF2B5EF4-FFF2-40B4-BE49-F238E27FC236}">
                    <a16:creationId xmlns:a16="http://schemas.microsoft.com/office/drawing/2014/main" id="{BD76047D-B9EA-60D7-9301-415498200F4E}"/>
                  </a:ext>
                </a:extLst>
              </p:cNvPr>
              <p:cNvSpPr/>
              <p:nvPr/>
            </p:nvSpPr>
            <p:spPr>
              <a:xfrm>
                <a:off x="4213555" y="6605854"/>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7" name="Freeform: Shape 4356">
                <a:extLst>
                  <a:ext uri="{FF2B5EF4-FFF2-40B4-BE49-F238E27FC236}">
                    <a16:creationId xmlns:a16="http://schemas.microsoft.com/office/drawing/2014/main" id="{EA938641-8027-44EC-F137-F61D84D2ED36}"/>
                  </a:ext>
                </a:extLst>
              </p:cNvPr>
              <p:cNvSpPr/>
              <p:nvPr/>
            </p:nvSpPr>
            <p:spPr>
              <a:xfrm>
                <a:off x="4525289" y="6607949"/>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8" name="Freeform: Shape 4357">
                <a:extLst>
                  <a:ext uri="{FF2B5EF4-FFF2-40B4-BE49-F238E27FC236}">
                    <a16:creationId xmlns:a16="http://schemas.microsoft.com/office/drawing/2014/main" id="{2942440B-9090-3239-79F0-9A4C738D79F1}"/>
                  </a:ext>
                </a:extLst>
              </p:cNvPr>
              <p:cNvSpPr/>
              <p:nvPr/>
            </p:nvSpPr>
            <p:spPr>
              <a:xfrm>
                <a:off x="4836985" y="6610083"/>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59" name="Freeform: Shape 4358">
                <a:extLst>
                  <a:ext uri="{FF2B5EF4-FFF2-40B4-BE49-F238E27FC236}">
                    <a16:creationId xmlns:a16="http://schemas.microsoft.com/office/drawing/2014/main" id="{B5ACF684-404F-DB00-107A-C75C14E6BF47}"/>
                  </a:ext>
                </a:extLst>
              </p:cNvPr>
              <p:cNvSpPr/>
              <p:nvPr/>
            </p:nvSpPr>
            <p:spPr>
              <a:xfrm>
                <a:off x="5148719" y="6612216"/>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0" name="Freeform: Shape 4359">
                <a:extLst>
                  <a:ext uri="{FF2B5EF4-FFF2-40B4-BE49-F238E27FC236}">
                    <a16:creationId xmlns:a16="http://schemas.microsoft.com/office/drawing/2014/main" id="{D5D2DE1B-0EAF-2267-C324-E08621C2079A}"/>
                  </a:ext>
                </a:extLst>
              </p:cNvPr>
              <p:cNvSpPr/>
              <p:nvPr/>
            </p:nvSpPr>
            <p:spPr>
              <a:xfrm>
                <a:off x="5460453" y="6614312"/>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1" name="Freeform: Shape 4360">
                <a:extLst>
                  <a:ext uri="{FF2B5EF4-FFF2-40B4-BE49-F238E27FC236}">
                    <a16:creationId xmlns:a16="http://schemas.microsoft.com/office/drawing/2014/main" id="{95CC7309-83E4-6934-C9FF-640EE8634CD8}"/>
                  </a:ext>
                </a:extLst>
              </p:cNvPr>
              <p:cNvSpPr/>
              <p:nvPr/>
            </p:nvSpPr>
            <p:spPr>
              <a:xfrm>
                <a:off x="5772188" y="6616446"/>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2" name="Freeform: Shape 4361">
                <a:extLst>
                  <a:ext uri="{FF2B5EF4-FFF2-40B4-BE49-F238E27FC236}">
                    <a16:creationId xmlns:a16="http://schemas.microsoft.com/office/drawing/2014/main" id="{6CEBD757-89B2-F509-6BD8-9B77170EA381}"/>
                  </a:ext>
                </a:extLst>
              </p:cNvPr>
              <p:cNvSpPr/>
              <p:nvPr/>
            </p:nvSpPr>
            <p:spPr>
              <a:xfrm>
                <a:off x="6083884" y="6618579"/>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3" name="Freeform: Shape 4362">
                <a:extLst>
                  <a:ext uri="{FF2B5EF4-FFF2-40B4-BE49-F238E27FC236}">
                    <a16:creationId xmlns:a16="http://schemas.microsoft.com/office/drawing/2014/main" id="{831725CB-53CC-7792-805C-2E7D0292C23E}"/>
                  </a:ext>
                </a:extLst>
              </p:cNvPr>
              <p:cNvSpPr/>
              <p:nvPr/>
            </p:nvSpPr>
            <p:spPr>
              <a:xfrm>
                <a:off x="6395618" y="6620675"/>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4" name="Freeform: Shape 4363">
                <a:extLst>
                  <a:ext uri="{FF2B5EF4-FFF2-40B4-BE49-F238E27FC236}">
                    <a16:creationId xmlns:a16="http://schemas.microsoft.com/office/drawing/2014/main" id="{5AA98CD0-76B3-C3A9-C77E-17966FE76DFE}"/>
                  </a:ext>
                </a:extLst>
              </p:cNvPr>
              <p:cNvSpPr/>
              <p:nvPr/>
            </p:nvSpPr>
            <p:spPr>
              <a:xfrm>
                <a:off x="6707352" y="6622808"/>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5" name="Freeform: Shape 4364">
                <a:extLst>
                  <a:ext uri="{FF2B5EF4-FFF2-40B4-BE49-F238E27FC236}">
                    <a16:creationId xmlns:a16="http://schemas.microsoft.com/office/drawing/2014/main" id="{AE260AF8-1A88-9518-0C10-0B440474B3AC}"/>
                  </a:ext>
                </a:extLst>
              </p:cNvPr>
              <p:cNvSpPr/>
              <p:nvPr/>
            </p:nvSpPr>
            <p:spPr>
              <a:xfrm>
                <a:off x="7019086" y="6624904"/>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6" name="Freeform: Shape 4365">
                <a:extLst>
                  <a:ext uri="{FF2B5EF4-FFF2-40B4-BE49-F238E27FC236}">
                    <a16:creationId xmlns:a16="http://schemas.microsoft.com/office/drawing/2014/main" id="{62914B17-1F0F-23F2-51E5-D6E9201EB243}"/>
                  </a:ext>
                </a:extLst>
              </p:cNvPr>
              <p:cNvSpPr/>
              <p:nvPr/>
            </p:nvSpPr>
            <p:spPr>
              <a:xfrm>
                <a:off x="7330821" y="6627037"/>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7" name="Freeform: Shape 4366">
                <a:extLst>
                  <a:ext uri="{FF2B5EF4-FFF2-40B4-BE49-F238E27FC236}">
                    <a16:creationId xmlns:a16="http://schemas.microsoft.com/office/drawing/2014/main" id="{AE65A27D-98AB-B463-20F5-69A56A5942A9}"/>
                  </a:ext>
                </a:extLst>
              </p:cNvPr>
              <p:cNvSpPr/>
              <p:nvPr/>
            </p:nvSpPr>
            <p:spPr>
              <a:xfrm>
                <a:off x="7642517" y="6629171"/>
                <a:ext cx="70789" cy="70789"/>
              </a:xfrm>
              <a:custGeom>
                <a:avLst/>
                <a:gdLst>
                  <a:gd name="connsiteX0" fmla="*/ 0 w 70789"/>
                  <a:gd name="connsiteY0" fmla="*/ 0 h 70789"/>
                  <a:gd name="connsiteX1" fmla="*/ 70790 w 70789"/>
                  <a:gd name="connsiteY1" fmla="*/ 0 h 70789"/>
                  <a:gd name="connsiteX2" fmla="*/ 70790 w 70789"/>
                  <a:gd name="connsiteY2" fmla="*/ 70789 h 70789"/>
                  <a:gd name="connsiteX3" fmla="*/ 0 w 70789"/>
                  <a:gd name="connsiteY3" fmla="*/ 70789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89"/>
                    </a:lnTo>
                    <a:lnTo>
                      <a:pt x="0" y="7078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8" name="Freeform: Shape 4367">
                <a:extLst>
                  <a:ext uri="{FF2B5EF4-FFF2-40B4-BE49-F238E27FC236}">
                    <a16:creationId xmlns:a16="http://schemas.microsoft.com/office/drawing/2014/main" id="{979DF89E-68FE-FBF8-177E-22935D234DD7}"/>
                  </a:ext>
                </a:extLst>
              </p:cNvPr>
              <p:cNvSpPr/>
              <p:nvPr/>
            </p:nvSpPr>
            <p:spPr>
              <a:xfrm>
                <a:off x="7954251" y="6631266"/>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69" name="Freeform: Shape 4368">
                <a:extLst>
                  <a:ext uri="{FF2B5EF4-FFF2-40B4-BE49-F238E27FC236}">
                    <a16:creationId xmlns:a16="http://schemas.microsoft.com/office/drawing/2014/main" id="{2455BA1E-1D5B-8D9D-6246-0CECB262A8D0}"/>
                  </a:ext>
                </a:extLst>
              </p:cNvPr>
              <p:cNvSpPr/>
              <p:nvPr/>
            </p:nvSpPr>
            <p:spPr>
              <a:xfrm>
                <a:off x="8265985" y="6633400"/>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70" name="Freeform: Shape 4369">
                <a:extLst>
                  <a:ext uri="{FF2B5EF4-FFF2-40B4-BE49-F238E27FC236}">
                    <a16:creationId xmlns:a16="http://schemas.microsoft.com/office/drawing/2014/main" id="{5650BE00-3710-BD59-C6E9-73894CFF4903}"/>
                  </a:ext>
                </a:extLst>
              </p:cNvPr>
              <p:cNvSpPr/>
              <p:nvPr/>
            </p:nvSpPr>
            <p:spPr>
              <a:xfrm>
                <a:off x="8577719" y="6635496"/>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71" name="Freeform: Shape 4370">
                <a:extLst>
                  <a:ext uri="{FF2B5EF4-FFF2-40B4-BE49-F238E27FC236}">
                    <a16:creationId xmlns:a16="http://schemas.microsoft.com/office/drawing/2014/main" id="{24D5A44D-358E-8C2D-B520-B8B20FA08E50}"/>
                  </a:ext>
                </a:extLst>
              </p:cNvPr>
              <p:cNvSpPr/>
              <p:nvPr/>
            </p:nvSpPr>
            <p:spPr>
              <a:xfrm>
                <a:off x="8889453" y="6637629"/>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72" name="Freeform: Shape 4371">
                <a:extLst>
                  <a:ext uri="{FF2B5EF4-FFF2-40B4-BE49-F238E27FC236}">
                    <a16:creationId xmlns:a16="http://schemas.microsoft.com/office/drawing/2014/main" id="{19C652ED-624E-ED4C-7B7A-0E5D759C37D5}"/>
                  </a:ext>
                </a:extLst>
              </p:cNvPr>
              <p:cNvSpPr/>
              <p:nvPr/>
            </p:nvSpPr>
            <p:spPr>
              <a:xfrm>
                <a:off x="9201150" y="6639763"/>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73" name="Freeform: Shape 4372">
                <a:extLst>
                  <a:ext uri="{FF2B5EF4-FFF2-40B4-BE49-F238E27FC236}">
                    <a16:creationId xmlns:a16="http://schemas.microsoft.com/office/drawing/2014/main" id="{708FF477-3055-17A3-772A-75C14BD13B9D}"/>
                  </a:ext>
                </a:extLst>
              </p:cNvPr>
              <p:cNvSpPr/>
              <p:nvPr/>
            </p:nvSpPr>
            <p:spPr>
              <a:xfrm>
                <a:off x="9512884" y="664185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74" name="Freeform: Shape 4373">
                <a:extLst>
                  <a:ext uri="{FF2B5EF4-FFF2-40B4-BE49-F238E27FC236}">
                    <a16:creationId xmlns:a16="http://schemas.microsoft.com/office/drawing/2014/main" id="{762701B1-21BD-E1E8-7BD9-E0C5A1ED1899}"/>
                  </a:ext>
                </a:extLst>
              </p:cNvPr>
              <p:cNvSpPr/>
              <p:nvPr/>
            </p:nvSpPr>
            <p:spPr>
              <a:xfrm>
                <a:off x="9824618" y="6643992"/>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75" name="Freeform: Shape 4374">
                <a:extLst>
                  <a:ext uri="{FF2B5EF4-FFF2-40B4-BE49-F238E27FC236}">
                    <a16:creationId xmlns:a16="http://schemas.microsoft.com/office/drawing/2014/main" id="{F020CF10-E6EA-2132-3AE3-08747E098D34}"/>
                  </a:ext>
                </a:extLst>
              </p:cNvPr>
              <p:cNvSpPr/>
              <p:nvPr/>
            </p:nvSpPr>
            <p:spPr>
              <a:xfrm>
                <a:off x="10136352" y="6646087"/>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76" name="Freeform: Shape 4375">
                <a:extLst>
                  <a:ext uri="{FF2B5EF4-FFF2-40B4-BE49-F238E27FC236}">
                    <a16:creationId xmlns:a16="http://schemas.microsoft.com/office/drawing/2014/main" id="{2B58C061-8330-5807-C152-1B861C66CEE4}"/>
                  </a:ext>
                </a:extLst>
              </p:cNvPr>
              <p:cNvSpPr/>
              <p:nvPr/>
            </p:nvSpPr>
            <p:spPr>
              <a:xfrm>
                <a:off x="10448086" y="6648221"/>
                <a:ext cx="32651" cy="32651"/>
              </a:xfrm>
              <a:custGeom>
                <a:avLst/>
                <a:gdLst>
                  <a:gd name="connsiteX0" fmla="*/ 0 w 32651"/>
                  <a:gd name="connsiteY0" fmla="*/ 0 h 32651"/>
                  <a:gd name="connsiteX1" fmla="*/ 32652 w 32651"/>
                  <a:gd name="connsiteY1" fmla="*/ 0 h 32651"/>
                  <a:gd name="connsiteX2" fmla="*/ 32652 w 32651"/>
                  <a:gd name="connsiteY2" fmla="*/ 32651 h 32651"/>
                  <a:gd name="connsiteX3" fmla="*/ 0 w 32651"/>
                  <a:gd name="connsiteY3" fmla="*/ 32651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1"/>
                    </a:lnTo>
                    <a:lnTo>
                      <a:pt x="0" y="3265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77" name="Freeform: Shape 4376">
                <a:extLst>
                  <a:ext uri="{FF2B5EF4-FFF2-40B4-BE49-F238E27FC236}">
                    <a16:creationId xmlns:a16="http://schemas.microsoft.com/office/drawing/2014/main" id="{BF16C1E2-4222-D399-70A2-F1061A1ADFBC}"/>
                  </a:ext>
                </a:extLst>
              </p:cNvPr>
              <p:cNvSpPr/>
              <p:nvPr/>
            </p:nvSpPr>
            <p:spPr>
              <a:xfrm>
                <a:off x="10759782" y="6650355"/>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78" name="Freeform: Shape 4377">
                <a:extLst>
                  <a:ext uri="{FF2B5EF4-FFF2-40B4-BE49-F238E27FC236}">
                    <a16:creationId xmlns:a16="http://schemas.microsoft.com/office/drawing/2014/main" id="{8C4C079C-7C46-F87B-7001-5383F9767884}"/>
                  </a:ext>
                </a:extLst>
              </p:cNvPr>
              <p:cNvSpPr/>
              <p:nvPr/>
            </p:nvSpPr>
            <p:spPr>
              <a:xfrm>
                <a:off x="11071517" y="6652450"/>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grpSp>
          <p:nvGrpSpPr>
            <p:cNvPr id="2924" name="Graphic 5313">
              <a:extLst>
                <a:ext uri="{FF2B5EF4-FFF2-40B4-BE49-F238E27FC236}">
                  <a16:creationId xmlns:a16="http://schemas.microsoft.com/office/drawing/2014/main" id="{14AB6A2B-385A-89CA-84F8-185A271FFBDF}"/>
                </a:ext>
              </a:extLst>
            </p:cNvPr>
            <p:cNvGrpSpPr/>
            <p:nvPr userDrawn="1"/>
          </p:nvGrpSpPr>
          <p:grpSpPr>
            <a:xfrm flipH="1" flipV="1">
              <a:off x="4433103" y="1624738"/>
              <a:ext cx="7758896" cy="5145163"/>
              <a:chOff x="1096289" y="113538"/>
              <a:chExt cx="9999421" cy="6630924"/>
            </a:xfrm>
            <a:solidFill>
              <a:srgbClr val="FFFFFF">
                <a:lumMod val="95000"/>
              </a:srgbClr>
            </a:solidFill>
          </p:grpSpPr>
          <p:sp>
            <p:nvSpPr>
              <p:cNvPr id="2927" name="Freeform: Shape 2926">
                <a:extLst>
                  <a:ext uri="{FF2B5EF4-FFF2-40B4-BE49-F238E27FC236}">
                    <a16:creationId xmlns:a16="http://schemas.microsoft.com/office/drawing/2014/main" id="{F69887CC-4109-8695-E43A-C5035CB95CE7}"/>
                  </a:ext>
                </a:extLst>
              </p:cNvPr>
              <p:cNvSpPr/>
              <p:nvPr/>
            </p:nvSpPr>
            <p:spPr>
              <a:xfrm>
                <a:off x="1096289" y="113538"/>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28" name="Freeform: Shape 2927">
                <a:extLst>
                  <a:ext uri="{FF2B5EF4-FFF2-40B4-BE49-F238E27FC236}">
                    <a16:creationId xmlns:a16="http://schemas.microsoft.com/office/drawing/2014/main" id="{6243A218-5578-9058-0AEF-47649AA50105}"/>
                  </a:ext>
                </a:extLst>
              </p:cNvPr>
              <p:cNvSpPr/>
              <p:nvPr/>
            </p:nvSpPr>
            <p:spPr>
              <a:xfrm>
                <a:off x="1408023" y="115671"/>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29" name="Freeform: Shape 2928">
                <a:extLst>
                  <a:ext uri="{FF2B5EF4-FFF2-40B4-BE49-F238E27FC236}">
                    <a16:creationId xmlns:a16="http://schemas.microsoft.com/office/drawing/2014/main" id="{06DD0D18-DF24-1E43-64CA-AC7022735E83}"/>
                  </a:ext>
                </a:extLst>
              </p:cNvPr>
              <p:cNvSpPr/>
              <p:nvPr/>
            </p:nvSpPr>
            <p:spPr>
              <a:xfrm>
                <a:off x="1719719" y="117767"/>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0" name="Freeform: Shape 2929">
                <a:extLst>
                  <a:ext uri="{FF2B5EF4-FFF2-40B4-BE49-F238E27FC236}">
                    <a16:creationId xmlns:a16="http://schemas.microsoft.com/office/drawing/2014/main" id="{05BDB41E-F3E9-9FB0-5CC9-CD3C289B48CE}"/>
                  </a:ext>
                </a:extLst>
              </p:cNvPr>
              <p:cNvSpPr/>
              <p:nvPr/>
            </p:nvSpPr>
            <p:spPr>
              <a:xfrm>
                <a:off x="2031453" y="119900"/>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1" name="Freeform: Shape 2930">
                <a:extLst>
                  <a:ext uri="{FF2B5EF4-FFF2-40B4-BE49-F238E27FC236}">
                    <a16:creationId xmlns:a16="http://schemas.microsoft.com/office/drawing/2014/main" id="{C741A4F0-FC38-FB8E-BF73-F0CE5A0C348D}"/>
                  </a:ext>
                </a:extLst>
              </p:cNvPr>
              <p:cNvSpPr/>
              <p:nvPr/>
            </p:nvSpPr>
            <p:spPr>
              <a:xfrm>
                <a:off x="2343188" y="122034"/>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2" name="Freeform: Shape 2931">
                <a:extLst>
                  <a:ext uri="{FF2B5EF4-FFF2-40B4-BE49-F238E27FC236}">
                    <a16:creationId xmlns:a16="http://schemas.microsoft.com/office/drawing/2014/main" id="{83CA451C-9A33-6005-713E-7758D6BEEB6A}"/>
                  </a:ext>
                </a:extLst>
              </p:cNvPr>
              <p:cNvSpPr/>
              <p:nvPr/>
            </p:nvSpPr>
            <p:spPr>
              <a:xfrm>
                <a:off x="2654922" y="124129"/>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3" name="Freeform: Shape 2932">
                <a:extLst>
                  <a:ext uri="{FF2B5EF4-FFF2-40B4-BE49-F238E27FC236}">
                    <a16:creationId xmlns:a16="http://schemas.microsoft.com/office/drawing/2014/main" id="{0FF03B6D-ACBF-6CA0-2B67-C876FC567A21}"/>
                  </a:ext>
                </a:extLst>
              </p:cNvPr>
              <p:cNvSpPr/>
              <p:nvPr/>
            </p:nvSpPr>
            <p:spPr>
              <a:xfrm>
                <a:off x="2966656" y="12626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4" name="Freeform: Shape 2933">
                <a:extLst>
                  <a:ext uri="{FF2B5EF4-FFF2-40B4-BE49-F238E27FC236}">
                    <a16:creationId xmlns:a16="http://schemas.microsoft.com/office/drawing/2014/main" id="{72213A51-FF96-C890-B6FF-6D6993C51FB6}"/>
                  </a:ext>
                </a:extLst>
              </p:cNvPr>
              <p:cNvSpPr/>
              <p:nvPr/>
            </p:nvSpPr>
            <p:spPr>
              <a:xfrm>
                <a:off x="3278352" y="128358"/>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5" name="Freeform: Shape 2934">
                <a:extLst>
                  <a:ext uri="{FF2B5EF4-FFF2-40B4-BE49-F238E27FC236}">
                    <a16:creationId xmlns:a16="http://schemas.microsoft.com/office/drawing/2014/main" id="{891880B8-11EC-C383-D4A7-B37515F658B8}"/>
                  </a:ext>
                </a:extLst>
              </p:cNvPr>
              <p:cNvSpPr/>
              <p:nvPr/>
            </p:nvSpPr>
            <p:spPr>
              <a:xfrm>
                <a:off x="3590086" y="130492"/>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6" name="Freeform: Shape 2935">
                <a:extLst>
                  <a:ext uri="{FF2B5EF4-FFF2-40B4-BE49-F238E27FC236}">
                    <a16:creationId xmlns:a16="http://schemas.microsoft.com/office/drawing/2014/main" id="{C656F7E1-D67F-AAF7-5873-5C59E88ADF4F}"/>
                  </a:ext>
                </a:extLst>
              </p:cNvPr>
              <p:cNvSpPr/>
              <p:nvPr/>
            </p:nvSpPr>
            <p:spPr>
              <a:xfrm>
                <a:off x="3901821" y="132626"/>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7" name="Freeform: Shape 2936">
                <a:extLst>
                  <a:ext uri="{FF2B5EF4-FFF2-40B4-BE49-F238E27FC236}">
                    <a16:creationId xmlns:a16="http://schemas.microsoft.com/office/drawing/2014/main" id="{3B3800A1-6523-252F-EFED-BF70991C34AD}"/>
                  </a:ext>
                </a:extLst>
              </p:cNvPr>
              <p:cNvSpPr/>
              <p:nvPr/>
            </p:nvSpPr>
            <p:spPr>
              <a:xfrm>
                <a:off x="4213555" y="134721"/>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8" name="Freeform: Shape 2937">
                <a:extLst>
                  <a:ext uri="{FF2B5EF4-FFF2-40B4-BE49-F238E27FC236}">
                    <a16:creationId xmlns:a16="http://schemas.microsoft.com/office/drawing/2014/main" id="{FD807A3D-79F4-4259-3DFD-77E72C765591}"/>
                  </a:ext>
                </a:extLst>
              </p:cNvPr>
              <p:cNvSpPr/>
              <p:nvPr/>
            </p:nvSpPr>
            <p:spPr>
              <a:xfrm>
                <a:off x="4525289" y="136855"/>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39" name="Freeform: Shape 2938">
                <a:extLst>
                  <a:ext uri="{FF2B5EF4-FFF2-40B4-BE49-F238E27FC236}">
                    <a16:creationId xmlns:a16="http://schemas.microsoft.com/office/drawing/2014/main" id="{CCCAB91A-BA11-5F12-862C-ED97D48188E7}"/>
                  </a:ext>
                </a:extLst>
              </p:cNvPr>
              <p:cNvSpPr/>
              <p:nvPr/>
            </p:nvSpPr>
            <p:spPr>
              <a:xfrm>
                <a:off x="4836985" y="13895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0" name="Freeform: Shape 2939">
                <a:extLst>
                  <a:ext uri="{FF2B5EF4-FFF2-40B4-BE49-F238E27FC236}">
                    <a16:creationId xmlns:a16="http://schemas.microsoft.com/office/drawing/2014/main" id="{1BA86DC0-2D5A-4C69-9A7B-B844F5AE8968}"/>
                  </a:ext>
                </a:extLst>
              </p:cNvPr>
              <p:cNvSpPr/>
              <p:nvPr/>
            </p:nvSpPr>
            <p:spPr>
              <a:xfrm>
                <a:off x="5148719" y="141084"/>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1" name="Freeform: Shape 2940">
                <a:extLst>
                  <a:ext uri="{FF2B5EF4-FFF2-40B4-BE49-F238E27FC236}">
                    <a16:creationId xmlns:a16="http://schemas.microsoft.com/office/drawing/2014/main" id="{A7F802A7-4659-5857-1093-89A5DF5E9257}"/>
                  </a:ext>
                </a:extLst>
              </p:cNvPr>
              <p:cNvSpPr/>
              <p:nvPr/>
            </p:nvSpPr>
            <p:spPr>
              <a:xfrm>
                <a:off x="5460453" y="143217"/>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2" name="Freeform: Shape 2941">
                <a:extLst>
                  <a:ext uri="{FF2B5EF4-FFF2-40B4-BE49-F238E27FC236}">
                    <a16:creationId xmlns:a16="http://schemas.microsoft.com/office/drawing/2014/main" id="{E0FBF45E-12A1-D728-40BC-AC3136E832D5}"/>
                  </a:ext>
                </a:extLst>
              </p:cNvPr>
              <p:cNvSpPr/>
              <p:nvPr/>
            </p:nvSpPr>
            <p:spPr>
              <a:xfrm>
                <a:off x="5772188" y="145313"/>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3" name="Freeform: Shape 2942">
                <a:extLst>
                  <a:ext uri="{FF2B5EF4-FFF2-40B4-BE49-F238E27FC236}">
                    <a16:creationId xmlns:a16="http://schemas.microsoft.com/office/drawing/2014/main" id="{3A2DBF02-C202-027F-82E2-503BB61A68BB}"/>
                  </a:ext>
                </a:extLst>
              </p:cNvPr>
              <p:cNvSpPr/>
              <p:nvPr/>
            </p:nvSpPr>
            <p:spPr>
              <a:xfrm>
                <a:off x="6083884" y="147447"/>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4" name="Freeform: Shape 2943">
                <a:extLst>
                  <a:ext uri="{FF2B5EF4-FFF2-40B4-BE49-F238E27FC236}">
                    <a16:creationId xmlns:a16="http://schemas.microsoft.com/office/drawing/2014/main" id="{D1E5946E-D46F-80EB-BE61-0ED2321FA395}"/>
                  </a:ext>
                </a:extLst>
              </p:cNvPr>
              <p:cNvSpPr/>
              <p:nvPr/>
            </p:nvSpPr>
            <p:spPr>
              <a:xfrm>
                <a:off x="6395618" y="149580"/>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5" name="Freeform: Shape 2944">
                <a:extLst>
                  <a:ext uri="{FF2B5EF4-FFF2-40B4-BE49-F238E27FC236}">
                    <a16:creationId xmlns:a16="http://schemas.microsoft.com/office/drawing/2014/main" id="{0D4944A0-472B-6C75-0A0E-996CE1B2524D}"/>
                  </a:ext>
                </a:extLst>
              </p:cNvPr>
              <p:cNvSpPr/>
              <p:nvPr/>
            </p:nvSpPr>
            <p:spPr>
              <a:xfrm>
                <a:off x="6707352" y="151676"/>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6" name="Freeform: Shape 2945">
                <a:extLst>
                  <a:ext uri="{FF2B5EF4-FFF2-40B4-BE49-F238E27FC236}">
                    <a16:creationId xmlns:a16="http://schemas.microsoft.com/office/drawing/2014/main" id="{31E08A8D-C7CB-4DAF-5799-4AF2D4BB0628}"/>
                  </a:ext>
                </a:extLst>
              </p:cNvPr>
              <p:cNvSpPr/>
              <p:nvPr/>
            </p:nvSpPr>
            <p:spPr>
              <a:xfrm>
                <a:off x="7019086" y="153809"/>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7" name="Freeform: Shape 2946">
                <a:extLst>
                  <a:ext uri="{FF2B5EF4-FFF2-40B4-BE49-F238E27FC236}">
                    <a16:creationId xmlns:a16="http://schemas.microsoft.com/office/drawing/2014/main" id="{10CF2B75-13EA-CADF-5185-CA619343E150}"/>
                  </a:ext>
                </a:extLst>
              </p:cNvPr>
              <p:cNvSpPr/>
              <p:nvPr/>
            </p:nvSpPr>
            <p:spPr>
              <a:xfrm>
                <a:off x="7330821" y="155905"/>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8" name="Freeform: Shape 2947">
                <a:extLst>
                  <a:ext uri="{FF2B5EF4-FFF2-40B4-BE49-F238E27FC236}">
                    <a16:creationId xmlns:a16="http://schemas.microsoft.com/office/drawing/2014/main" id="{6303609F-7CF0-E100-F602-42055DE8E3B0}"/>
                  </a:ext>
                </a:extLst>
              </p:cNvPr>
              <p:cNvSpPr/>
              <p:nvPr/>
            </p:nvSpPr>
            <p:spPr>
              <a:xfrm>
                <a:off x="7642517" y="158038"/>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49" name="Freeform: Shape 2948">
                <a:extLst>
                  <a:ext uri="{FF2B5EF4-FFF2-40B4-BE49-F238E27FC236}">
                    <a16:creationId xmlns:a16="http://schemas.microsoft.com/office/drawing/2014/main" id="{9CFDC9B8-B613-31A3-234C-AE056CD7CCCF}"/>
                  </a:ext>
                </a:extLst>
              </p:cNvPr>
              <p:cNvSpPr/>
              <p:nvPr/>
            </p:nvSpPr>
            <p:spPr>
              <a:xfrm>
                <a:off x="7954251" y="160172"/>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0" name="Freeform: Shape 2949">
                <a:extLst>
                  <a:ext uri="{FF2B5EF4-FFF2-40B4-BE49-F238E27FC236}">
                    <a16:creationId xmlns:a16="http://schemas.microsoft.com/office/drawing/2014/main" id="{4CEEC970-812C-EC6F-EF29-AB705175F5F6}"/>
                  </a:ext>
                </a:extLst>
              </p:cNvPr>
              <p:cNvSpPr/>
              <p:nvPr/>
            </p:nvSpPr>
            <p:spPr>
              <a:xfrm>
                <a:off x="8265985" y="162267"/>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1" name="Freeform: Shape 2950">
                <a:extLst>
                  <a:ext uri="{FF2B5EF4-FFF2-40B4-BE49-F238E27FC236}">
                    <a16:creationId xmlns:a16="http://schemas.microsoft.com/office/drawing/2014/main" id="{59B464B1-DF13-8835-3D17-93F83E26048D}"/>
                  </a:ext>
                </a:extLst>
              </p:cNvPr>
              <p:cNvSpPr/>
              <p:nvPr/>
            </p:nvSpPr>
            <p:spPr>
              <a:xfrm>
                <a:off x="8577719" y="164401"/>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2" name="Freeform: Shape 2951">
                <a:extLst>
                  <a:ext uri="{FF2B5EF4-FFF2-40B4-BE49-F238E27FC236}">
                    <a16:creationId xmlns:a16="http://schemas.microsoft.com/office/drawing/2014/main" id="{FAA4726A-DD28-81B0-16BD-16CE079DF90F}"/>
                  </a:ext>
                </a:extLst>
              </p:cNvPr>
              <p:cNvSpPr/>
              <p:nvPr/>
            </p:nvSpPr>
            <p:spPr>
              <a:xfrm>
                <a:off x="8889453" y="166497"/>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3" name="Freeform: Shape 2952">
                <a:extLst>
                  <a:ext uri="{FF2B5EF4-FFF2-40B4-BE49-F238E27FC236}">
                    <a16:creationId xmlns:a16="http://schemas.microsoft.com/office/drawing/2014/main" id="{8C105BEB-A1D9-72A2-27D8-818376602201}"/>
                  </a:ext>
                </a:extLst>
              </p:cNvPr>
              <p:cNvSpPr/>
              <p:nvPr/>
            </p:nvSpPr>
            <p:spPr>
              <a:xfrm>
                <a:off x="9201150" y="168630"/>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4" name="Freeform: Shape 2953">
                <a:extLst>
                  <a:ext uri="{FF2B5EF4-FFF2-40B4-BE49-F238E27FC236}">
                    <a16:creationId xmlns:a16="http://schemas.microsoft.com/office/drawing/2014/main" id="{14DE7F70-6742-4C71-75E1-67603668C074}"/>
                  </a:ext>
                </a:extLst>
              </p:cNvPr>
              <p:cNvSpPr/>
              <p:nvPr/>
            </p:nvSpPr>
            <p:spPr>
              <a:xfrm>
                <a:off x="9512884" y="170764"/>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5" name="Freeform: Shape 2954">
                <a:extLst>
                  <a:ext uri="{FF2B5EF4-FFF2-40B4-BE49-F238E27FC236}">
                    <a16:creationId xmlns:a16="http://schemas.microsoft.com/office/drawing/2014/main" id="{42C75E14-85A7-40F4-9B1E-6FE22A72BD09}"/>
                  </a:ext>
                </a:extLst>
              </p:cNvPr>
              <p:cNvSpPr/>
              <p:nvPr/>
            </p:nvSpPr>
            <p:spPr>
              <a:xfrm>
                <a:off x="9824618" y="172859"/>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6" name="Freeform: Shape 2955">
                <a:extLst>
                  <a:ext uri="{FF2B5EF4-FFF2-40B4-BE49-F238E27FC236}">
                    <a16:creationId xmlns:a16="http://schemas.microsoft.com/office/drawing/2014/main" id="{05A3737B-D590-2A60-A0A7-5C0F103A1601}"/>
                  </a:ext>
                </a:extLst>
              </p:cNvPr>
              <p:cNvSpPr/>
              <p:nvPr/>
            </p:nvSpPr>
            <p:spPr>
              <a:xfrm>
                <a:off x="10136352" y="17499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7" name="Freeform: Shape 2956">
                <a:extLst>
                  <a:ext uri="{FF2B5EF4-FFF2-40B4-BE49-F238E27FC236}">
                    <a16:creationId xmlns:a16="http://schemas.microsoft.com/office/drawing/2014/main" id="{5DB0BE89-F959-422D-48A6-8D464C00F9FF}"/>
                  </a:ext>
                </a:extLst>
              </p:cNvPr>
              <p:cNvSpPr/>
              <p:nvPr/>
            </p:nvSpPr>
            <p:spPr>
              <a:xfrm>
                <a:off x="10448086" y="17708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8" name="Freeform: Shape 2957">
                <a:extLst>
                  <a:ext uri="{FF2B5EF4-FFF2-40B4-BE49-F238E27FC236}">
                    <a16:creationId xmlns:a16="http://schemas.microsoft.com/office/drawing/2014/main" id="{31149829-6D19-FB09-61E8-C8E309CD4C65}"/>
                  </a:ext>
                </a:extLst>
              </p:cNvPr>
              <p:cNvSpPr/>
              <p:nvPr/>
            </p:nvSpPr>
            <p:spPr>
              <a:xfrm>
                <a:off x="10759782" y="179222"/>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59" name="Freeform: Shape 2958">
                <a:extLst>
                  <a:ext uri="{FF2B5EF4-FFF2-40B4-BE49-F238E27FC236}">
                    <a16:creationId xmlns:a16="http://schemas.microsoft.com/office/drawing/2014/main" id="{C0E7E581-3CBB-DFF8-8A7C-88EBBD6DD0A5}"/>
                  </a:ext>
                </a:extLst>
              </p:cNvPr>
              <p:cNvSpPr/>
              <p:nvPr/>
            </p:nvSpPr>
            <p:spPr>
              <a:xfrm>
                <a:off x="11071517" y="181356"/>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0" name="Freeform: Shape 2959">
                <a:extLst>
                  <a:ext uri="{FF2B5EF4-FFF2-40B4-BE49-F238E27FC236}">
                    <a16:creationId xmlns:a16="http://schemas.microsoft.com/office/drawing/2014/main" id="{FF05A977-41C5-0A38-471D-4C45447E60D9}"/>
                  </a:ext>
                </a:extLst>
              </p:cNvPr>
              <p:cNvSpPr/>
              <p:nvPr/>
            </p:nvSpPr>
            <p:spPr>
              <a:xfrm>
                <a:off x="1096289" y="421690"/>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1" name="Freeform: Shape 2960">
                <a:extLst>
                  <a:ext uri="{FF2B5EF4-FFF2-40B4-BE49-F238E27FC236}">
                    <a16:creationId xmlns:a16="http://schemas.microsoft.com/office/drawing/2014/main" id="{D67F9732-CFA7-4906-58C9-1DD66815CC3A}"/>
                  </a:ext>
                </a:extLst>
              </p:cNvPr>
              <p:cNvSpPr/>
              <p:nvPr/>
            </p:nvSpPr>
            <p:spPr>
              <a:xfrm>
                <a:off x="1408023" y="423824"/>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2" name="Freeform: Shape 2961">
                <a:extLst>
                  <a:ext uri="{FF2B5EF4-FFF2-40B4-BE49-F238E27FC236}">
                    <a16:creationId xmlns:a16="http://schemas.microsoft.com/office/drawing/2014/main" id="{C0B89C22-965E-C6F7-6B54-620F0F9395AA}"/>
                  </a:ext>
                </a:extLst>
              </p:cNvPr>
              <p:cNvSpPr/>
              <p:nvPr/>
            </p:nvSpPr>
            <p:spPr>
              <a:xfrm>
                <a:off x="1719719" y="425919"/>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3" name="Freeform: Shape 2962">
                <a:extLst>
                  <a:ext uri="{FF2B5EF4-FFF2-40B4-BE49-F238E27FC236}">
                    <a16:creationId xmlns:a16="http://schemas.microsoft.com/office/drawing/2014/main" id="{885D265F-E8C3-E2AF-DC77-6019EDA37728}"/>
                  </a:ext>
                </a:extLst>
              </p:cNvPr>
              <p:cNvSpPr/>
              <p:nvPr/>
            </p:nvSpPr>
            <p:spPr>
              <a:xfrm>
                <a:off x="2031453" y="428053"/>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4" name="Freeform: Shape 2963">
                <a:extLst>
                  <a:ext uri="{FF2B5EF4-FFF2-40B4-BE49-F238E27FC236}">
                    <a16:creationId xmlns:a16="http://schemas.microsoft.com/office/drawing/2014/main" id="{13561500-E757-8F52-5DC7-945AD11DEA64}"/>
                  </a:ext>
                </a:extLst>
              </p:cNvPr>
              <p:cNvSpPr/>
              <p:nvPr/>
            </p:nvSpPr>
            <p:spPr>
              <a:xfrm>
                <a:off x="2343188" y="430149"/>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5" name="Freeform: Shape 2964">
                <a:extLst>
                  <a:ext uri="{FF2B5EF4-FFF2-40B4-BE49-F238E27FC236}">
                    <a16:creationId xmlns:a16="http://schemas.microsoft.com/office/drawing/2014/main" id="{DE21CDB8-0D87-E7E4-F999-7F70C204F6A9}"/>
                  </a:ext>
                </a:extLst>
              </p:cNvPr>
              <p:cNvSpPr/>
              <p:nvPr/>
            </p:nvSpPr>
            <p:spPr>
              <a:xfrm>
                <a:off x="2654922" y="432282"/>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6" name="Freeform: Shape 2965">
                <a:extLst>
                  <a:ext uri="{FF2B5EF4-FFF2-40B4-BE49-F238E27FC236}">
                    <a16:creationId xmlns:a16="http://schemas.microsoft.com/office/drawing/2014/main" id="{A84E2372-40F9-563F-2BDC-C937F3B62F27}"/>
                  </a:ext>
                </a:extLst>
              </p:cNvPr>
              <p:cNvSpPr/>
              <p:nvPr/>
            </p:nvSpPr>
            <p:spPr>
              <a:xfrm>
                <a:off x="2966656" y="434416"/>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7" name="Freeform: Shape 2966">
                <a:extLst>
                  <a:ext uri="{FF2B5EF4-FFF2-40B4-BE49-F238E27FC236}">
                    <a16:creationId xmlns:a16="http://schemas.microsoft.com/office/drawing/2014/main" id="{CFCE78DF-E8BE-065B-6474-B6A513A52D27}"/>
                  </a:ext>
                </a:extLst>
              </p:cNvPr>
              <p:cNvSpPr/>
              <p:nvPr/>
            </p:nvSpPr>
            <p:spPr>
              <a:xfrm>
                <a:off x="3278352" y="436511"/>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8" name="Freeform: Shape 2967">
                <a:extLst>
                  <a:ext uri="{FF2B5EF4-FFF2-40B4-BE49-F238E27FC236}">
                    <a16:creationId xmlns:a16="http://schemas.microsoft.com/office/drawing/2014/main" id="{76D26C8D-8B31-7FD0-C5AA-CEDEC77B9D4B}"/>
                  </a:ext>
                </a:extLst>
              </p:cNvPr>
              <p:cNvSpPr/>
              <p:nvPr/>
            </p:nvSpPr>
            <p:spPr>
              <a:xfrm>
                <a:off x="3590086" y="438645"/>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69" name="Freeform: Shape 2968">
                <a:extLst>
                  <a:ext uri="{FF2B5EF4-FFF2-40B4-BE49-F238E27FC236}">
                    <a16:creationId xmlns:a16="http://schemas.microsoft.com/office/drawing/2014/main" id="{EFEAA84C-6178-5464-1E3E-6560EDFA4F40}"/>
                  </a:ext>
                </a:extLst>
              </p:cNvPr>
              <p:cNvSpPr/>
              <p:nvPr/>
            </p:nvSpPr>
            <p:spPr>
              <a:xfrm>
                <a:off x="3901821" y="440778"/>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0" name="Freeform: Shape 2969">
                <a:extLst>
                  <a:ext uri="{FF2B5EF4-FFF2-40B4-BE49-F238E27FC236}">
                    <a16:creationId xmlns:a16="http://schemas.microsoft.com/office/drawing/2014/main" id="{6135D55A-F147-E5D0-4435-B13758492E20}"/>
                  </a:ext>
                </a:extLst>
              </p:cNvPr>
              <p:cNvSpPr/>
              <p:nvPr/>
            </p:nvSpPr>
            <p:spPr>
              <a:xfrm>
                <a:off x="4213555" y="442874"/>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1" name="Freeform: Shape 2970">
                <a:extLst>
                  <a:ext uri="{FF2B5EF4-FFF2-40B4-BE49-F238E27FC236}">
                    <a16:creationId xmlns:a16="http://schemas.microsoft.com/office/drawing/2014/main" id="{B8A975AA-2344-BFBF-6857-E05E6FEB7125}"/>
                  </a:ext>
                </a:extLst>
              </p:cNvPr>
              <p:cNvSpPr/>
              <p:nvPr/>
            </p:nvSpPr>
            <p:spPr>
              <a:xfrm>
                <a:off x="4525289" y="445008"/>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2" name="Freeform: Shape 2971">
                <a:extLst>
                  <a:ext uri="{FF2B5EF4-FFF2-40B4-BE49-F238E27FC236}">
                    <a16:creationId xmlns:a16="http://schemas.microsoft.com/office/drawing/2014/main" id="{1A86D025-E988-A30E-54C5-06B8700FC069}"/>
                  </a:ext>
                </a:extLst>
              </p:cNvPr>
              <p:cNvSpPr/>
              <p:nvPr/>
            </p:nvSpPr>
            <p:spPr>
              <a:xfrm>
                <a:off x="4836985" y="447103"/>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3" name="Freeform: Shape 2972">
                <a:extLst>
                  <a:ext uri="{FF2B5EF4-FFF2-40B4-BE49-F238E27FC236}">
                    <a16:creationId xmlns:a16="http://schemas.microsoft.com/office/drawing/2014/main" id="{1726670C-A6EC-4143-2E2A-C008CBA88AB3}"/>
                  </a:ext>
                </a:extLst>
              </p:cNvPr>
              <p:cNvSpPr/>
              <p:nvPr/>
            </p:nvSpPr>
            <p:spPr>
              <a:xfrm>
                <a:off x="5148719" y="449237"/>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4" name="Freeform: Shape 2973">
                <a:extLst>
                  <a:ext uri="{FF2B5EF4-FFF2-40B4-BE49-F238E27FC236}">
                    <a16:creationId xmlns:a16="http://schemas.microsoft.com/office/drawing/2014/main" id="{FFCE865C-0408-1920-B09B-6EF4C56E8242}"/>
                  </a:ext>
                </a:extLst>
              </p:cNvPr>
              <p:cNvSpPr/>
              <p:nvPr/>
            </p:nvSpPr>
            <p:spPr>
              <a:xfrm>
                <a:off x="5460453" y="451370"/>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5" name="Freeform: Shape 2974">
                <a:extLst>
                  <a:ext uri="{FF2B5EF4-FFF2-40B4-BE49-F238E27FC236}">
                    <a16:creationId xmlns:a16="http://schemas.microsoft.com/office/drawing/2014/main" id="{8C4DBAC2-4C4F-E3C4-A1CF-34DD525B5507}"/>
                  </a:ext>
                </a:extLst>
              </p:cNvPr>
              <p:cNvSpPr/>
              <p:nvPr/>
            </p:nvSpPr>
            <p:spPr>
              <a:xfrm>
                <a:off x="5772188" y="453466"/>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6" name="Freeform: Shape 2975">
                <a:extLst>
                  <a:ext uri="{FF2B5EF4-FFF2-40B4-BE49-F238E27FC236}">
                    <a16:creationId xmlns:a16="http://schemas.microsoft.com/office/drawing/2014/main" id="{6C6DF62E-286C-8CA6-E865-A280E7BEDC84}"/>
                  </a:ext>
                </a:extLst>
              </p:cNvPr>
              <p:cNvSpPr/>
              <p:nvPr/>
            </p:nvSpPr>
            <p:spPr>
              <a:xfrm>
                <a:off x="6083884" y="455599"/>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7" name="Freeform: Shape 2976">
                <a:extLst>
                  <a:ext uri="{FF2B5EF4-FFF2-40B4-BE49-F238E27FC236}">
                    <a16:creationId xmlns:a16="http://schemas.microsoft.com/office/drawing/2014/main" id="{CA7F87B4-1E35-5E53-4F2E-93ADCFADC798}"/>
                  </a:ext>
                </a:extLst>
              </p:cNvPr>
              <p:cNvSpPr/>
              <p:nvPr/>
            </p:nvSpPr>
            <p:spPr>
              <a:xfrm>
                <a:off x="6395618" y="457695"/>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8" name="Freeform: Shape 2977">
                <a:extLst>
                  <a:ext uri="{FF2B5EF4-FFF2-40B4-BE49-F238E27FC236}">
                    <a16:creationId xmlns:a16="http://schemas.microsoft.com/office/drawing/2014/main" id="{76E912F3-2D78-CD7B-8D82-09390E1612D9}"/>
                  </a:ext>
                </a:extLst>
              </p:cNvPr>
              <p:cNvSpPr/>
              <p:nvPr/>
            </p:nvSpPr>
            <p:spPr>
              <a:xfrm>
                <a:off x="6707352" y="459828"/>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79" name="Freeform: Shape 2978">
                <a:extLst>
                  <a:ext uri="{FF2B5EF4-FFF2-40B4-BE49-F238E27FC236}">
                    <a16:creationId xmlns:a16="http://schemas.microsoft.com/office/drawing/2014/main" id="{FFA255FE-B352-91AA-989D-0E3CD1C57F31}"/>
                  </a:ext>
                </a:extLst>
              </p:cNvPr>
              <p:cNvSpPr/>
              <p:nvPr/>
            </p:nvSpPr>
            <p:spPr>
              <a:xfrm>
                <a:off x="7019086" y="461962"/>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0" name="Freeform: Shape 2979">
                <a:extLst>
                  <a:ext uri="{FF2B5EF4-FFF2-40B4-BE49-F238E27FC236}">
                    <a16:creationId xmlns:a16="http://schemas.microsoft.com/office/drawing/2014/main" id="{CAC4DB8E-B352-55B1-58C6-0061FE2F6F69}"/>
                  </a:ext>
                </a:extLst>
              </p:cNvPr>
              <p:cNvSpPr/>
              <p:nvPr/>
            </p:nvSpPr>
            <p:spPr>
              <a:xfrm>
                <a:off x="7330821" y="464058"/>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1" name="Freeform: Shape 2980">
                <a:extLst>
                  <a:ext uri="{FF2B5EF4-FFF2-40B4-BE49-F238E27FC236}">
                    <a16:creationId xmlns:a16="http://schemas.microsoft.com/office/drawing/2014/main" id="{FA9400A2-54AC-69F5-19D1-D86C5570794F}"/>
                  </a:ext>
                </a:extLst>
              </p:cNvPr>
              <p:cNvSpPr/>
              <p:nvPr/>
            </p:nvSpPr>
            <p:spPr>
              <a:xfrm>
                <a:off x="7642517" y="466191"/>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2" name="Freeform: Shape 2981">
                <a:extLst>
                  <a:ext uri="{FF2B5EF4-FFF2-40B4-BE49-F238E27FC236}">
                    <a16:creationId xmlns:a16="http://schemas.microsoft.com/office/drawing/2014/main" id="{8038BB59-FB1C-9D90-DD57-F577515E1CD0}"/>
                  </a:ext>
                </a:extLst>
              </p:cNvPr>
              <p:cNvSpPr/>
              <p:nvPr/>
            </p:nvSpPr>
            <p:spPr>
              <a:xfrm>
                <a:off x="7954251" y="468287"/>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3" name="Freeform: Shape 2982">
                <a:extLst>
                  <a:ext uri="{FF2B5EF4-FFF2-40B4-BE49-F238E27FC236}">
                    <a16:creationId xmlns:a16="http://schemas.microsoft.com/office/drawing/2014/main" id="{C689E10C-C183-C462-2BDC-BC3C9163D45F}"/>
                  </a:ext>
                </a:extLst>
              </p:cNvPr>
              <p:cNvSpPr/>
              <p:nvPr/>
            </p:nvSpPr>
            <p:spPr>
              <a:xfrm>
                <a:off x="8265985" y="470420"/>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4" name="Freeform: Shape 2983">
                <a:extLst>
                  <a:ext uri="{FF2B5EF4-FFF2-40B4-BE49-F238E27FC236}">
                    <a16:creationId xmlns:a16="http://schemas.microsoft.com/office/drawing/2014/main" id="{341A3F4C-A99B-9716-920E-D68DC45191B2}"/>
                  </a:ext>
                </a:extLst>
              </p:cNvPr>
              <p:cNvSpPr/>
              <p:nvPr/>
            </p:nvSpPr>
            <p:spPr>
              <a:xfrm>
                <a:off x="8577719" y="472554"/>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5" name="Freeform: Shape 2984">
                <a:extLst>
                  <a:ext uri="{FF2B5EF4-FFF2-40B4-BE49-F238E27FC236}">
                    <a16:creationId xmlns:a16="http://schemas.microsoft.com/office/drawing/2014/main" id="{484585F8-2C8C-CBEC-7CE1-61422F0633C3}"/>
                  </a:ext>
                </a:extLst>
              </p:cNvPr>
              <p:cNvSpPr/>
              <p:nvPr/>
            </p:nvSpPr>
            <p:spPr>
              <a:xfrm>
                <a:off x="8889453" y="474649"/>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6" name="Freeform: Shape 2985">
                <a:extLst>
                  <a:ext uri="{FF2B5EF4-FFF2-40B4-BE49-F238E27FC236}">
                    <a16:creationId xmlns:a16="http://schemas.microsoft.com/office/drawing/2014/main" id="{9772E843-CFFB-8B75-D8F3-1A8F96B3AE53}"/>
                  </a:ext>
                </a:extLst>
              </p:cNvPr>
              <p:cNvSpPr/>
              <p:nvPr/>
            </p:nvSpPr>
            <p:spPr>
              <a:xfrm>
                <a:off x="9201150" y="476783"/>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7" name="Freeform: Shape 2986">
                <a:extLst>
                  <a:ext uri="{FF2B5EF4-FFF2-40B4-BE49-F238E27FC236}">
                    <a16:creationId xmlns:a16="http://schemas.microsoft.com/office/drawing/2014/main" id="{CDE6607C-3862-42C6-E6E7-362DED9D1FF2}"/>
                  </a:ext>
                </a:extLst>
              </p:cNvPr>
              <p:cNvSpPr/>
              <p:nvPr/>
            </p:nvSpPr>
            <p:spPr>
              <a:xfrm>
                <a:off x="9512884" y="47887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8" name="Freeform: Shape 2987">
                <a:extLst>
                  <a:ext uri="{FF2B5EF4-FFF2-40B4-BE49-F238E27FC236}">
                    <a16:creationId xmlns:a16="http://schemas.microsoft.com/office/drawing/2014/main" id="{E8B468CE-479B-2DA9-B6CE-7C2333653917}"/>
                  </a:ext>
                </a:extLst>
              </p:cNvPr>
              <p:cNvSpPr/>
              <p:nvPr/>
            </p:nvSpPr>
            <p:spPr>
              <a:xfrm>
                <a:off x="9824618" y="481012"/>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89" name="Freeform: Shape 2988">
                <a:extLst>
                  <a:ext uri="{FF2B5EF4-FFF2-40B4-BE49-F238E27FC236}">
                    <a16:creationId xmlns:a16="http://schemas.microsoft.com/office/drawing/2014/main" id="{BF71032F-CA38-4032-B80E-216D254F9A85}"/>
                  </a:ext>
                </a:extLst>
              </p:cNvPr>
              <p:cNvSpPr/>
              <p:nvPr/>
            </p:nvSpPr>
            <p:spPr>
              <a:xfrm>
                <a:off x="10136352" y="483146"/>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0" name="Freeform: Shape 2989">
                <a:extLst>
                  <a:ext uri="{FF2B5EF4-FFF2-40B4-BE49-F238E27FC236}">
                    <a16:creationId xmlns:a16="http://schemas.microsoft.com/office/drawing/2014/main" id="{5D0A645A-B4FA-4D25-6644-AA0BFDFBD1BE}"/>
                  </a:ext>
                </a:extLst>
              </p:cNvPr>
              <p:cNvSpPr/>
              <p:nvPr/>
            </p:nvSpPr>
            <p:spPr>
              <a:xfrm>
                <a:off x="10448086" y="485241"/>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1" name="Freeform: Shape 2990">
                <a:extLst>
                  <a:ext uri="{FF2B5EF4-FFF2-40B4-BE49-F238E27FC236}">
                    <a16:creationId xmlns:a16="http://schemas.microsoft.com/office/drawing/2014/main" id="{E5A6599A-7379-F13D-382B-83B81DFA1187}"/>
                  </a:ext>
                </a:extLst>
              </p:cNvPr>
              <p:cNvSpPr/>
              <p:nvPr/>
            </p:nvSpPr>
            <p:spPr>
              <a:xfrm>
                <a:off x="10759782" y="487375"/>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2" name="Freeform: Shape 2991">
                <a:extLst>
                  <a:ext uri="{FF2B5EF4-FFF2-40B4-BE49-F238E27FC236}">
                    <a16:creationId xmlns:a16="http://schemas.microsoft.com/office/drawing/2014/main" id="{362EE2E1-1BE2-0542-2D9F-1E02506C3ABD}"/>
                  </a:ext>
                </a:extLst>
              </p:cNvPr>
              <p:cNvSpPr/>
              <p:nvPr/>
            </p:nvSpPr>
            <p:spPr>
              <a:xfrm>
                <a:off x="11071517" y="489508"/>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3" name="Freeform: Shape 2992">
                <a:extLst>
                  <a:ext uri="{FF2B5EF4-FFF2-40B4-BE49-F238E27FC236}">
                    <a16:creationId xmlns:a16="http://schemas.microsoft.com/office/drawing/2014/main" id="{21D37FF8-1959-5F3A-6847-44A711E0D871}"/>
                  </a:ext>
                </a:extLst>
              </p:cNvPr>
              <p:cNvSpPr/>
              <p:nvPr/>
            </p:nvSpPr>
            <p:spPr>
              <a:xfrm>
                <a:off x="1096289" y="729843"/>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4" name="Freeform: Shape 2993">
                <a:extLst>
                  <a:ext uri="{FF2B5EF4-FFF2-40B4-BE49-F238E27FC236}">
                    <a16:creationId xmlns:a16="http://schemas.microsoft.com/office/drawing/2014/main" id="{5D119929-BFFB-AC81-B47C-D29008FDDA7F}"/>
                  </a:ext>
                </a:extLst>
              </p:cNvPr>
              <p:cNvSpPr/>
              <p:nvPr/>
            </p:nvSpPr>
            <p:spPr>
              <a:xfrm>
                <a:off x="1408023" y="731939"/>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5" name="Freeform: Shape 2994">
                <a:extLst>
                  <a:ext uri="{FF2B5EF4-FFF2-40B4-BE49-F238E27FC236}">
                    <a16:creationId xmlns:a16="http://schemas.microsoft.com/office/drawing/2014/main" id="{0B3F2DFA-CC4D-405C-E02D-9F82557ACFF3}"/>
                  </a:ext>
                </a:extLst>
              </p:cNvPr>
              <p:cNvSpPr/>
              <p:nvPr/>
            </p:nvSpPr>
            <p:spPr>
              <a:xfrm>
                <a:off x="1719719" y="734072"/>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6" name="Freeform: Shape 2995">
                <a:extLst>
                  <a:ext uri="{FF2B5EF4-FFF2-40B4-BE49-F238E27FC236}">
                    <a16:creationId xmlns:a16="http://schemas.microsoft.com/office/drawing/2014/main" id="{7186636A-6404-B86E-1EB8-2723097F0615}"/>
                  </a:ext>
                </a:extLst>
              </p:cNvPr>
              <p:cNvSpPr/>
              <p:nvPr/>
            </p:nvSpPr>
            <p:spPr>
              <a:xfrm>
                <a:off x="2031453" y="736206"/>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7" name="Freeform: Shape 2996">
                <a:extLst>
                  <a:ext uri="{FF2B5EF4-FFF2-40B4-BE49-F238E27FC236}">
                    <a16:creationId xmlns:a16="http://schemas.microsoft.com/office/drawing/2014/main" id="{CB02F418-9B9D-4285-5469-86E0C03AE94F}"/>
                  </a:ext>
                </a:extLst>
              </p:cNvPr>
              <p:cNvSpPr/>
              <p:nvPr/>
            </p:nvSpPr>
            <p:spPr>
              <a:xfrm>
                <a:off x="2343188" y="738301"/>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8" name="Freeform: Shape 2997">
                <a:extLst>
                  <a:ext uri="{FF2B5EF4-FFF2-40B4-BE49-F238E27FC236}">
                    <a16:creationId xmlns:a16="http://schemas.microsoft.com/office/drawing/2014/main" id="{A2C5320B-A26D-C805-2659-E3A555288FC9}"/>
                  </a:ext>
                </a:extLst>
              </p:cNvPr>
              <p:cNvSpPr/>
              <p:nvPr/>
            </p:nvSpPr>
            <p:spPr>
              <a:xfrm>
                <a:off x="2654922" y="740435"/>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999" name="Freeform: Shape 2998">
                <a:extLst>
                  <a:ext uri="{FF2B5EF4-FFF2-40B4-BE49-F238E27FC236}">
                    <a16:creationId xmlns:a16="http://schemas.microsoft.com/office/drawing/2014/main" id="{B768E364-CC27-024E-3048-07AE19D1CEBE}"/>
                  </a:ext>
                </a:extLst>
              </p:cNvPr>
              <p:cNvSpPr/>
              <p:nvPr/>
            </p:nvSpPr>
            <p:spPr>
              <a:xfrm>
                <a:off x="2966656" y="742569"/>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0" name="Freeform: Shape 2999">
                <a:extLst>
                  <a:ext uri="{FF2B5EF4-FFF2-40B4-BE49-F238E27FC236}">
                    <a16:creationId xmlns:a16="http://schemas.microsoft.com/office/drawing/2014/main" id="{CD51666A-3AF9-7ABF-A18A-D034CE50BEF3}"/>
                  </a:ext>
                </a:extLst>
              </p:cNvPr>
              <p:cNvSpPr/>
              <p:nvPr/>
            </p:nvSpPr>
            <p:spPr>
              <a:xfrm>
                <a:off x="3278352" y="744664"/>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1" name="Freeform: Shape 3000">
                <a:extLst>
                  <a:ext uri="{FF2B5EF4-FFF2-40B4-BE49-F238E27FC236}">
                    <a16:creationId xmlns:a16="http://schemas.microsoft.com/office/drawing/2014/main" id="{3660CDE1-AD9E-20C4-24A6-C83D36523B8A}"/>
                  </a:ext>
                </a:extLst>
              </p:cNvPr>
              <p:cNvSpPr/>
              <p:nvPr/>
            </p:nvSpPr>
            <p:spPr>
              <a:xfrm>
                <a:off x="3590086" y="746798"/>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2" name="Freeform: Shape 3001">
                <a:extLst>
                  <a:ext uri="{FF2B5EF4-FFF2-40B4-BE49-F238E27FC236}">
                    <a16:creationId xmlns:a16="http://schemas.microsoft.com/office/drawing/2014/main" id="{26D7F77F-BA99-9147-47DF-5BFF2F472EF4}"/>
                  </a:ext>
                </a:extLst>
              </p:cNvPr>
              <p:cNvSpPr/>
              <p:nvPr/>
            </p:nvSpPr>
            <p:spPr>
              <a:xfrm>
                <a:off x="3901821" y="748893"/>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3" name="Freeform: Shape 3002">
                <a:extLst>
                  <a:ext uri="{FF2B5EF4-FFF2-40B4-BE49-F238E27FC236}">
                    <a16:creationId xmlns:a16="http://schemas.microsoft.com/office/drawing/2014/main" id="{92EECD6A-311C-CD8A-0B29-DA6DDD966204}"/>
                  </a:ext>
                </a:extLst>
              </p:cNvPr>
              <p:cNvSpPr/>
              <p:nvPr/>
            </p:nvSpPr>
            <p:spPr>
              <a:xfrm>
                <a:off x="4213555" y="751027"/>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4" name="Freeform: Shape 3003">
                <a:extLst>
                  <a:ext uri="{FF2B5EF4-FFF2-40B4-BE49-F238E27FC236}">
                    <a16:creationId xmlns:a16="http://schemas.microsoft.com/office/drawing/2014/main" id="{568A2339-8AD7-21E3-CDCD-3CA1BCA45775}"/>
                  </a:ext>
                </a:extLst>
              </p:cNvPr>
              <p:cNvSpPr/>
              <p:nvPr/>
            </p:nvSpPr>
            <p:spPr>
              <a:xfrm>
                <a:off x="4525289" y="753160"/>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5" name="Freeform: Shape 3004">
                <a:extLst>
                  <a:ext uri="{FF2B5EF4-FFF2-40B4-BE49-F238E27FC236}">
                    <a16:creationId xmlns:a16="http://schemas.microsoft.com/office/drawing/2014/main" id="{04D5CB03-27DA-0375-3914-C0E79A312E3C}"/>
                  </a:ext>
                </a:extLst>
              </p:cNvPr>
              <p:cNvSpPr/>
              <p:nvPr/>
            </p:nvSpPr>
            <p:spPr>
              <a:xfrm>
                <a:off x="4836985" y="755256"/>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6" name="Freeform: Shape 3005">
                <a:extLst>
                  <a:ext uri="{FF2B5EF4-FFF2-40B4-BE49-F238E27FC236}">
                    <a16:creationId xmlns:a16="http://schemas.microsoft.com/office/drawing/2014/main" id="{1661A8BE-F9A7-BDFD-01B3-AD1F2CB7313E}"/>
                  </a:ext>
                </a:extLst>
              </p:cNvPr>
              <p:cNvSpPr/>
              <p:nvPr/>
            </p:nvSpPr>
            <p:spPr>
              <a:xfrm>
                <a:off x="5148719" y="757389"/>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7" name="Freeform: Shape 3006">
                <a:extLst>
                  <a:ext uri="{FF2B5EF4-FFF2-40B4-BE49-F238E27FC236}">
                    <a16:creationId xmlns:a16="http://schemas.microsoft.com/office/drawing/2014/main" id="{AEC015DE-78A9-4CEF-DFEA-64B73342E1CD}"/>
                  </a:ext>
                </a:extLst>
              </p:cNvPr>
              <p:cNvSpPr/>
              <p:nvPr/>
            </p:nvSpPr>
            <p:spPr>
              <a:xfrm>
                <a:off x="5460453" y="759485"/>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8" name="Freeform: Shape 3007">
                <a:extLst>
                  <a:ext uri="{FF2B5EF4-FFF2-40B4-BE49-F238E27FC236}">
                    <a16:creationId xmlns:a16="http://schemas.microsoft.com/office/drawing/2014/main" id="{BD4F71D6-02AD-C2D1-F584-848594750666}"/>
                  </a:ext>
                </a:extLst>
              </p:cNvPr>
              <p:cNvSpPr/>
              <p:nvPr/>
            </p:nvSpPr>
            <p:spPr>
              <a:xfrm>
                <a:off x="5772188" y="761619"/>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09" name="Freeform: Shape 3008">
                <a:extLst>
                  <a:ext uri="{FF2B5EF4-FFF2-40B4-BE49-F238E27FC236}">
                    <a16:creationId xmlns:a16="http://schemas.microsoft.com/office/drawing/2014/main" id="{F5F7FFFC-894E-A929-ED80-0E97F57AB5A1}"/>
                  </a:ext>
                </a:extLst>
              </p:cNvPr>
              <p:cNvSpPr/>
              <p:nvPr/>
            </p:nvSpPr>
            <p:spPr>
              <a:xfrm>
                <a:off x="6083884" y="763752"/>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0" name="Freeform: Shape 3009">
                <a:extLst>
                  <a:ext uri="{FF2B5EF4-FFF2-40B4-BE49-F238E27FC236}">
                    <a16:creationId xmlns:a16="http://schemas.microsoft.com/office/drawing/2014/main" id="{590B402B-86E9-2519-2D75-6723A76EC8BD}"/>
                  </a:ext>
                </a:extLst>
              </p:cNvPr>
              <p:cNvSpPr/>
              <p:nvPr/>
            </p:nvSpPr>
            <p:spPr>
              <a:xfrm>
                <a:off x="6395618" y="765848"/>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1" name="Freeform: Shape 3010">
                <a:extLst>
                  <a:ext uri="{FF2B5EF4-FFF2-40B4-BE49-F238E27FC236}">
                    <a16:creationId xmlns:a16="http://schemas.microsoft.com/office/drawing/2014/main" id="{7E938FB0-BD08-CD69-0D0D-D49DF22F7CED}"/>
                  </a:ext>
                </a:extLst>
              </p:cNvPr>
              <p:cNvSpPr/>
              <p:nvPr/>
            </p:nvSpPr>
            <p:spPr>
              <a:xfrm>
                <a:off x="6707352" y="767981"/>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2" name="Freeform: Shape 3011">
                <a:extLst>
                  <a:ext uri="{FF2B5EF4-FFF2-40B4-BE49-F238E27FC236}">
                    <a16:creationId xmlns:a16="http://schemas.microsoft.com/office/drawing/2014/main" id="{C1A78777-AC8E-0738-34BF-D4393F5B1C4C}"/>
                  </a:ext>
                </a:extLst>
              </p:cNvPr>
              <p:cNvSpPr/>
              <p:nvPr/>
            </p:nvSpPr>
            <p:spPr>
              <a:xfrm>
                <a:off x="7019086" y="770077"/>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3" name="Freeform: Shape 3012">
                <a:extLst>
                  <a:ext uri="{FF2B5EF4-FFF2-40B4-BE49-F238E27FC236}">
                    <a16:creationId xmlns:a16="http://schemas.microsoft.com/office/drawing/2014/main" id="{26D67CCA-B19F-7189-D161-A946C5D52176}"/>
                  </a:ext>
                </a:extLst>
              </p:cNvPr>
              <p:cNvSpPr/>
              <p:nvPr/>
            </p:nvSpPr>
            <p:spPr>
              <a:xfrm>
                <a:off x="7330821" y="772210"/>
                <a:ext cx="75057" cy="75056"/>
              </a:xfrm>
              <a:custGeom>
                <a:avLst/>
                <a:gdLst>
                  <a:gd name="connsiteX0" fmla="*/ 0 w 75057"/>
                  <a:gd name="connsiteY0" fmla="*/ 0 h 75056"/>
                  <a:gd name="connsiteX1" fmla="*/ 75057 w 75057"/>
                  <a:gd name="connsiteY1" fmla="*/ 0 h 75056"/>
                  <a:gd name="connsiteX2" fmla="*/ 75057 w 75057"/>
                  <a:gd name="connsiteY2" fmla="*/ 75057 h 75056"/>
                  <a:gd name="connsiteX3" fmla="*/ 0 w 75057"/>
                  <a:gd name="connsiteY3" fmla="*/ 75057 h 75056"/>
                </a:gdLst>
                <a:ahLst/>
                <a:cxnLst>
                  <a:cxn ang="0">
                    <a:pos x="connsiteX0" y="connsiteY0"/>
                  </a:cxn>
                  <a:cxn ang="0">
                    <a:pos x="connsiteX1" y="connsiteY1"/>
                  </a:cxn>
                  <a:cxn ang="0">
                    <a:pos x="connsiteX2" y="connsiteY2"/>
                  </a:cxn>
                  <a:cxn ang="0">
                    <a:pos x="connsiteX3" y="connsiteY3"/>
                  </a:cxn>
                </a:cxnLst>
                <a:rect l="l" t="t" r="r" b="b"/>
                <a:pathLst>
                  <a:path w="75057" h="75056">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4" name="Freeform: Shape 3013">
                <a:extLst>
                  <a:ext uri="{FF2B5EF4-FFF2-40B4-BE49-F238E27FC236}">
                    <a16:creationId xmlns:a16="http://schemas.microsoft.com/office/drawing/2014/main" id="{3F2F0F6B-D823-6AC1-DB70-BF281F0F99BC}"/>
                  </a:ext>
                </a:extLst>
              </p:cNvPr>
              <p:cNvSpPr/>
              <p:nvPr/>
            </p:nvSpPr>
            <p:spPr>
              <a:xfrm>
                <a:off x="7642517" y="774344"/>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5" name="Freeform: Shape 3014">
                <a:extLst>
                  <a:ext uri="{FF2B5EF4-FFF2-40B4-BE49-F238E27FC236}">
                    <a16:creationId xmlns:a16="http://schemas.microsoft.com/office/drawing/2014/main" id="{578DA9BB-5842-8149-8C01-BF44AD95C8D9}"/>
                  </a:ext>
                </a:extLst>
              </p:cNvPr>
              <p:cNvSpPr/>
              <p:nvPr/>
            </p:nvSpPr>
            <p:spPr>
              <a:xfrm>
                <a:off x="7954251" y="776439"/>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6" name="Freeform: Shape 3015">
                <a:extLst>
                  <a:ext uri="{FF2B5EF4-FFF2-40B4-BE49-F238E27FC236}">
                    <a16:creationId xmlns:a16="http://schemas.microsoft.com/office/drawing/2014/main" id="{DD0210CC-1A93-C2BC-AA50-979813EE6507}"/>
                  </a:ext>
                </a:extLst>
              </p:cNvPr>
              <p:cNvSpPr/>
              <p:nvPr/>
            </p:nvSpPr>
            <p:spPr>
              <a:xfrm>
                <a:off x="8265985" y="778573"/>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7" name="Freeform: Shape 3016">
                <a:extLst>
                  <a:ext uri="{FF2B5EF4-FFF2-40B4-BE49-F238E27FC236}">
                    <a16:creationId xmlns:a16="http://schemas.microsoft.com/office/drawing/2014/main" id="{B2FDB3BF-1CAA-4A91-5961-F689593F0F88}"/>
                  </a:ext>
                </a:extLst>
              </p:cNvPr>
              <p:cNvSpPr/>
              <p:nvPr/>
            </p:nvSpPr>
            <p:spPr>
              <a:xfrm>
                <a:off x="8577719" y="780707"/>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8" name="Freeform: Shape 3017">
                <a:extLst>
                  <a:ext uri="{FF2B5EF4-FFF2-40B4-BE49-F238E27FC236}">
                    <a16:creationId xmlns:a16="http://schemas.microsoft.com/office/drawing/2014/main" id="{DEC78B85-6F30-77DC-1409-D1C7CE8808C7}"/>
                  </a:ext>
                </a:extLst>
              </p:cNvPr>
              <p:cNvSpPr/>
              <p:nvPr/>
            </p:nvSpPr>
            <p:spPr>
              <a:xfrm>
                <a:off x="8889453" y="782802"/>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19" name="Freeform: Shape 3018">
                <a:extLst>
                  <a:ext uri="{FF2B5EF4-FFF2-40B4-BE49-F238E27FC236}">
                    <a16:creationId xmlns:a16="http://schemas.microsoft.com/office/drawing/2014/main" id="{4C7DD9A3-C7AB-949A-BC82-02E30F5DCF35}"/>
                  </a:ext>
                </a:extLst>
              </p:cNvPr>
              <p:cNvSpPr/>
              <p:nvPr/>
            </p:nvSpPr>
            <p:spPr>
              <a:xfrm>
                <a:off x="9201150" y="784936"/>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0" name="Freeform: Shape 3019">
                <a:extLst>
                  <a:ext uri="{FF2B5EF4-FFF2-40B4-BE49-F238E27FC236}">
                    <a16:creationId xmlns:a16="http://schemas.microsoft.com/office/drawing/2014/main" id="{93A69A81-2E9F-4F43-6D4E-A19748F64318}"/>
                  </a:ext>
                </a:extLst>
              </p:cNvPr>
              <p:cNvSpPr/>
              <p:nvPr/>
            </p:nvSpPr>
            <p:spPr>
              <a:xfrm>
                <a:off x="9512884" y="787031"/>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1" name="Freeform: Shape 3020">
                <a:extLst>
                  <a:ext uri="{FF2B5EF4-FFF2-40B4-BE49-F238E27FC236}">
                    <a16:creationId xmlns:a16="http://schemas.microsoft.com/office/drawing/2014/main" id="{3D6D6C20-CCA5-CEDB-3674-621E2397FD7D}"/>
                  </a:ext>
                </a:extLst>
              </p:cNvPr>
              <p:cNvSpPr/>
              <p:nvPr/>
            </p:nvSpPr>
            <p:spPr>
              <a:xfrm>
                <a:off x="9824618" y="789165"/>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2" name="Freeform: Shape 3021">
                <a:extLst>
                  <a:ext uri="{FF2B5EF4-FFF2-40B4-BE49-F238E27FC236}">
                    <a16:creationId xmlns:a16="http://schemas.microsoft.com/office/drawing/2014/main" id="{35DDA9CD-29CF-FA29-61C3-ED0B0AD6912C}"/>
                  </a:ext>
                </a:extLst>
              </p:cNvPr>
              <p:cNvSpPr/>
              <p:nvPr/>
            </p:nvSpPr>
            <p:spPr>
              <a:xfrm>
                <a:off x="10136352" y="791298"/>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3" name="Freeform: Shape 3022">
                <a:extLst>
                  <a:ext uri="{FF2B5EF4-FFF2-40B4-BE49-F238E27FC236}">
                    <a16:creationId xmlns:a16="http://schemas.microsoft.com/office/drawing/2014/main" id="{C8FB0EE4-20A8-C924-828B-0C6D4431FD6F}"/>
                  </a:ext>
                </a:extLst>
              </p:cNvPr>
              <p:cNvSpPr/>
              <p:nvPr/>
            </p:nvSpPr>
            <p:spPr>
              <a:xfrm>
                <a:off x="10448086" y="793394"/>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4" name="Freeform: Shape 3023">
                <a:extLst>
                  <a:ext uri="{FF2B5EF4-FFF2-40B4-BE49-F238E27FC236}">
                    <a16:creationId xmlns:a16="http://schemas.microsoft.com/office/drawing/2014/main" id="{C005ADBC-2F58-F365-156B-1513F559249E}"/>
                  </a:ext>
                </a:extLst>
              </p:cNvPr>
              <p:cNvSpPr/>
              <p:nvPr/>
            </p:nvSpPr>
            <p:spPr>
              <a:xfrm>
                <a:off x="10759782" y="795528"/>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5" name="Freeform: Shape 3024">
                <a:extLst>
                  <a:ext uri="{FF2B5EF4-FFF2-40B4-BE49-F238E27FC236}">
                    <a16:creationId xmlns:a16="http://schemas.microsoft.com/office/drawing/2014/main" id="{2DB46EDB-5387-6598-C02A-177284A9609D}"/>
                  </a:ext>
                </a:extLst>
              </p:cNvPr>
              <p:cNvSpPr/>
              <p:nvPr/>
            </p:nvSpPr>
            <p:spPr>
              <a:xfrm>
                <a:off x="11071517" y="797623"/>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6" name="Freeform: Shape 3025">
                <a:extLst>
                  <a:ext uri="{FF2B5EF4-FFF2-40B4-BE49-F238E27FC236}">
                    <a16:creationId xmlns:a16="http://schemas.microsoft.com/office/drawing/2014/main" id="{BF286137-0132-FC37-0802-405D7897F9DF}"/>
                  </a:ext>
                </a:extLst>
              </p:cNvPr>
              <p:cNvSpPr/>
              <p:nvPr/>
            </p:nvSpPr>
            <p:spPr>
              <a:xfrm>
                <a:off x="1096289" y="1037996"/>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7" name="Freeform: Shape 3026">
                <a:extLst>
                  <a:ext uri="{FF2B5EF4-FFF2-40B4-BE49-F238E27FC236}">
                    <a16:creationId xmlns:a16="http://schemas.microsoft.com/office/drawing/2014/main" id="{CE6AD6D7-B473-09B7-FDDE-A6B29FE0E38F}"/>
                  </a:ext>
                </a:extLst>
              </p:cNvPr>
              <p:cNvSpPr/>
              <p:nvPr/>
            </p:nvSpPr>
            <p:spPr>
              <a:xfrm>
                <a:off x="1408023" y="1040091"/>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8" name="Freeform: Shape 3027">
                <a:extLst>
                  <a:ext uri="{FF2B5EF4-FFF2-40B4-BE49-F238E27FC236}">
                    <a16:creationId xmlns:a16="http://schemas.microsoft.com/office/drawing/2014/main" id="{5DE78BF0-6708-7947-CF0B-190BABAD4798}"/>
                  </a:ext>
                </a:extLst>
              </p:cNvPr>
              <p:cNvSpPr/>
              <p:nvPr/>
            </p:nvSpPr>
            <p:spPr>
              <a:xfrm>
                <a:off x="1719719" y="1042225"/>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29" name="Freeform: Shape 3028">
                <a:extLst>
                  <a:ext uri="{FF2B5EF4-FFF2-40B4-BE49-F238E27FC236}">
                    <a16:creationId xmlns:a16="http://schemas.microsoft.com/office/drawing/2014/main" id="{955FEBA9-667A-D8E3-3740-76365801C788}"/>
                  </a:ext>
                </a:extLst>
              </p:cNvPr>
              <p:cNvSpPr/>
              <p:nvPr/>
            </p:nvSpPr>
            <p:spPr>
              <a:xfrm>
                <a:off x="2031453" y="1044359"/>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0" name="Freeform: Shape 3029">
                <a:extLst>
                  <a:ext uri="{FF2B5EF4-FFF2-40B4-BE49-F238E27FC236}">
                    <a16:creationId xmlns:a16="http://schemas.microsoft.com/office/drawing/2014/main" id="{A26626B2-FC3E-F42F-8971-47BEA31B90E3}"/>
                  </a:ext>
                </a:extLst>
              </p:cNvPr>
              <p:cNvSpPr/>
              <p:nvPr/>
            </p:nvSpPr>
            <p:spPr>
              <a:xfrm>
                <a:off x="2343188" y="1046454"/>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1" name="Freeform: Shape 3030">
                <a:extLst>
                  <a:ext uri="{FF2B5EF4-FFF2-40B4-BE49-F238E27FC236}">
                    <a16:creationId xmlns:a16="http://schemas.microsoft.com/office/drawing/2014/main" id="{899852B0-C1AC-BA1C-CEC8-B59040DE1AAD}"/>
                  </a:ext>
                </a:extLst>
              </p:cNvPr>
              <p:cNvSpPr/>
              <p:nvPr/>
            </p:nvSpPr>
            <p:spPr>
              <a:xfrm>
                <a:off x="2654922" y="1048588"/>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2" name="Freeform: Shape 3031">
                <a:extLst>
                  <a:ext uri="{FF2B5EF4-FFF2-40B4-BE49-F238E27FC236}">
                    <a16:creationId xmlns:a16="http://schemas.microsoft.com/office/drawing/2014/main" id="{D78FEF7A-7056-01DC-88F3-CE6A0DA69D5D}"/>
                  </a:ext>
                </a:extLst>
              </p:cNvPr>
              <p:cNvSpPr/>
              <p:nvPr/>
            </p:nvSpPr>
            <p:spPr>
              <a:xfrm>
                <a:off x="2966656" y="105068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3" name="Freeform: Shape 3032">
                <a:extLst>
                  <a:ext uri="{FF2B5EF4-FFF2-40B4-BE49-F238E27FC236}">
                    <a16:creationId xmlns:a16="http://schemas.microsoft.com/office/drawing/2014/main" id="{E09BC1F8-9FBA-7F12-77AB-67D6A33026E4}"/>
                  </a:ext>
                </a:extLst>
              </p:cNvPr>
              <p:cNvSpPr/>
              <p:nvPr/>
            </p:nvSpPr>
            <p:spPr>
              <a:xfrm>
                <a:off x="3278352" y="1052817"/>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4" name="Freeform: Shape 3033">
                <a:extLst>
                  <a:ext uri="{FF2B5EF4-FFF2-40B4-BE49-F238E27FC236}">
                    <a16:creationId xmlns:a16="http://schemas.microsoft.com/office/drawing/2014/main" id="{41F356FE-F5A1-4842-7F98-83481D9DFF0E}"/>
                  </a:ext>
                </a:extLst>
              </p:cNvPr>
              <p:cNvSpPr/>
              <p:nvPr/>
            </p:nvSpPr>
            <p:spPr>
              <a:xfrm>
                <a:off x="3590086" y="1054950"/>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5" name="Freeform: Shape 3034">
                <a:extLst>
                  <a:ext uri="{FF2B5EF4-FFF2-40B4-BE49-F238E27FC236}">
                    <a16:creationId xmlns:a16="http://schemas.microsoft.com/office/drawing/2014/main" id="{406BB9B3-08AE-19F5-0529-BD3199E99F64}"/>
                  </a:ext>
                </a:extLst>
              </p:cNvPr>
              <p:cNvSpPr/>
              <p:nvPr/>
            </p:nvSpPr>
            <p:spPr>
              <a:xfrm>
                <a:off x="3901821" y="1057046"/>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6" name="Freeform: Shape 3035">
                <a:extLst>
                  <a:ext uri="{FF2B5EF4-FFF2-40B4-BE49-F238E27FC236}">
                    <a16:creationId xmlns:a16="http://schemas.microsoft.com/office/drawing/2014/main" id="{678E8FE5-9EF9-45E2-214B-BE2D6FBD1033}"/>
                  </a:ext>
                </a:extLst>
              </p:cNvPr>
              <p:cNvSpPr/>
              <p:nvPr/>
            </p:nvSpPr>
            <p:spPr>
              <a:xfrm>
                <a:off x="4213555" y="1059180"/>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7" name="Freeform: Shape 3036">
                <a:extLst>
                  <a:ext uri="{FF2B5EF4-FFF2-40B4-BE49-F238E27FC236}">
                    <a16:creationId xmlns:a16="http://schemas.microsoft.com/office/drawing/2014/main" id="{0F605E67-2087-8537-3753-EF5E91E5D9FE}"/>
                  </a:ext>
                </a:extLst>
              </p:cNvPr>
              <p:cNvSpPr/>
              <p:nvPr/>
            </p:nvSpPr>
            <p:spPr>
              <a:xfrm>
                <a:off x="4525289" y="1061313"/>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8" name="Freeform: Shape 3037">
                <a:extLst>
                  <a:ext uri="{FF2B5EF4-FFF2-40B4-BE49-F238E27FC236}">
                    <a16:creationId xmlns:a16="http://schemas.microsoft.com/office/drawing/2014/main" id="{F3C11A6C-84C2-8568-A363-B890A45432C4}"/>
                  </a:ext>
                </a:extLst>
              </p:cNvPr>
              <p:cNvSpPr/>
              <p:nvPr/>
            </p:nvSpPr>
            <p:spPr>
              <a:xfrm>
                <a:off x="4836985" y="1063409"/>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39" name="Freeform: Shape 3038">
                <a:extLst>
                  <a:ext uri="{FF2B5EF4-FFF2-40B4-BE49-F238E27FC236}">
                    <a16:creationId xmlns:a16="http://schemas.microsoft.com/office/drawing/2014/main" id="{C198429A-FBB2-B309-6336-8C2DE08CF0C8}"/>
                  </a:ext>
                </a:extLst>
              </p:cNvPr>
              <p:cNvSpPr/>
              <p:nvPr/>
            </p:nvSpPr>
            <p:spPr>
              <a:xfrm>
                <a:off x="5148719" y="1065542"/>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0" name="Freeform: Shape 3039">
                <a:extLst>
                  <a:ext uri="{FF2B5EF4-FFF2-40B4-BE49-F238E27FC236}">
                    <a16:creationId xmlns:a16="http://schemas.microsoft.com/office/drawing/2014/main" id="{E52A95C6-F772-D365-134D-8C4F64CCA6B3}"/>
                  </a:ext>
                </a:extLst>
              </p:cNvPr>
              <p:cNvSpPr/>
              <p:nvPr/>
            </p:nvSpPr>
            <p:spPr>
              <a:xfrm>
                <a:off x="5460453" y="1067638"/>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1" name="Freeform: Shape 3040">
                <a:extLst>
                  <a:ext uri="{FF2B5EF4-FFF2-40B4-BE49-F238E27FC236}">
                    <a16:creationId xmlns:a16="http://schemas.microsoft.com/office/drawing/2014/main" id="{48C8A9F8-0721-AA57-D0F7-D33EAC441717}"/>
                  </a:ext>
                </a:extLst>
              </p:cNvPr>
              <p:cNvSpPr/>
              <p:nvPr/>
            </p:nvSpPr>
            <p:spPr>
              <a:xfrm>
                <a:off x="5772188" y="1069771"/>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2" name="Freeform: Shape 3041">
                <a:extLst>
                  <a:ext uri="{FF2B5EF4-FFF2-40B4-BE49-F238E27FC236}">
                    <a16:creationId xmlns:a16="http://schemas.microsoft.com/office/drawing/2014/main" id="{E18A9AD2-151B-94E1-CD2E-8C22155EF18F}"/>
                  </a:ext>
                </a:extLst>
              </p:cNvPr>
              <p:cNvSpPr/>
              <p:nvPr/>
            </p:nvSpPr>
            <p:spPr>
              <a:xfrm>
                <a:off x="6083884" y="1071905"/>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3" name="Freeform: Shape 3042">
                <a:extLst>
                  <a:ext uri="{FF2B5EF4-FFF2-40B4-BE49-F238E27FC236}">
                    <a16:creationId xmlns:a16="http://schemas.microsoft.com/office/drawing/2014/main" id="{9D6E544A-106C-1DD9-F723-2BF4787484F8}"/>
                  </a:ext>
                </a:extLst>
              </p:cNvPr>
              <p:cNvSpPr/>
              <p:nvPr/>
            </p:nvSpPr>
            <p:spPr>
              <a:xfrm>
                <a:off x="6395618" y="1074000"/>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4" name="Freeform: Shape 3043">
                <a:extLst>
                  <a:ext uri="{FF2B5EF4-FFF2-40B4-BE49-F238E27FC236}">
                    <a16:creationId xmlns:a16="http://schemas.microsoft.com/office/drawing/2014/main" id="{896F88C1-FC50-9663-0FE5-8C375F386975}"/>
                  </a:ext>
                </a:extLst>
              </p:cNvPr>
              <p:cNvSpPr/>
              <p:nvPr/>
            </p:nvSpPr>
            <p:spPr>
              <a:xfrm>
                <a:off x="6707352" y="1076134"/>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5" name="Freeform: Shape 3044">
                <a:extLst>
                  <a:ext uri="{FF2B5EF4-FFF2-40B4-BE49-F238E27FC236}">
                    <a16:creationId xmlns:a16="http://schemas.microsoft.com/office/drawing/2014/main" id="{BBBFDB70-7A79-1CCB-0637-2EBC3EF07867}"/>
                  </a:ext>
                </a:extLst>
              </p:cNvPr>
              <p:cNvSpPr/>
              <p:nvPr/>
            </p:nvSpPr>
            <p:spPr>
              <a:xfrm>
                <a:off x="7019086" y="1078230"/>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6" name="Freeform: Shape 3045">
                <a:extLst>
                  <a:ext uri="{FF2B5EF4-FFF2-40B4-BE49-F238E27FC236}">
                    <a16:creationId xmlns:a16="http://schemas.microsoft.com/office/drawing/2014/main" id="{B5235A3E-9E67-86B3-2EBB-D571828E064A}"/>
                  </a:ext>
                </a:extLst>
              </p:cNvPr>
              <p:cNvSpPr/>
              <p:nvPr/>
            </p:nvSpPr>
            <p:spPr>
              <a:xfrm>
                <a:off x="7330821" y="1080363"/>
                <a:ext cx="75057" cy="75056"/>
              </a:xfrm>
              <a:custGeom>
                <a:avLst/>
                <a:gdLst>
                  <a:gd name="connsiteX0" fmla="*/ 0 w 75057"/>
                  <a:gd name="connsiteY0" fmla="*/ 0 h 75056"/>
                  <a:gd name="connsiteX1" fmla="*/ 75057 w 75057"/>
                  <a:gd name="connsiteY1" fmla="*/ 0 h 75056"/>
                  <a:gd name="connsiteX2" fmla="*/ 75057 w 75057"/>
                  <a:gd name="connsiteY2" fmla="*/ 75057 h 75056"/>
                  <a:gd name="connsiteX3" fmla="*/ 0 w 75057"/>
                  <a:gd name="connsiteY3" fmla="*/ 75057 h 75056"/>
                </a:gdLst>
                <a:ahLst/>
                <a:cxnLst>
                  <a:cxn ang="0">
                    <a:pos x="connsiteX0" y="connsiteY0"/>
                  </a:cxn>
                  <a:cxn ang="0">
                    <a:pos x="connsiteX1" y="connsiteY1"/>
                  </a:cxn>
                  <a:cxn ang="0">
                    <a:pos x="connsiteX2" y="connsiteY2"/>
                  </a:cxn>
                  <a:cxn ang="0">
                    <a:pos x="connsiteX3" y="connsiteY3"/>
                  </a:cxn>
                </a:cxnLst>
                <a:rect l="l" t="t" r="r" b="b"/>
                <a:pathLst>
                  <a:path w="75057" h="75056">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7" name="Freeform: Shape 3046">
                <a:extLst>
                  <a:ext uri="{FF2B5EF4-FFF2-40B4-BE49-F238E27FC236}">
                    <a16:creationId xmlns:a16="http://schemas.microsoft.com/office/drawing/2014/main" id="{D11EFDD0-5909-BA4E-02C9-D354AA1A81EF}"/>
                  </a:ext>
                </a:extLst>
              </p:cNvPr>
              <p:cNvSpPr/>
              <p:nvPr/>
            </p:nvSpPr>
            <p:spPr>
              <a:xfrm>
                <a:off x="7642517" y="1082497"/>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8" name="Freeform: Shape 3047">
                <a:extLst>
                  <a:ext uri="{FF2B5EF4-FFF2-40B4-BE49-F238E27FC236}">
                    <a16:creationId xmlns:a16="http://schemas.microsoft.com/office/drawing/2014/main" id="{01A1F5E3-1A35-296A-6DDF-2B421A2700C4}"/>
                  </a:ext>
                </a:extLst>
              </p:cNvPr>
              <p:cNvSpPr/>
              <p:nvPr/>
            </p:nvSpPr>
            <p:spPr>
              <a:xfrm>
                <a:off x="7954251" y="1084592"/>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49" name="Freeform: Shape 3048">
                <a:extLst>
                  <a:ext uri="{FF2B5EF4-FFF2-40B4-BE49-F238E27FC236}">
                    <a16:creationId xmlns:a16="http://schemas.microsoft.com/office/drawing/2014/main" id="{AFC12856-8644-6334-20DE-7D204238C9A8}"/>
                  </a:ext>
                </a:extLst>
              </p:cNvPr>
              <p:cNvSpPr/>
              <p:nvPr/>
            </p:nvSpPr>
            <p:spPr>
              <a:xfrm>
                <a:off x="8265985" y="1086726"/>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0" name="Freeform: Shape 3049">
                <a:extLst>
                  <a:ext uri="{FF2B5EF4-FFF2-40B4-BE49-F238E27FC236}">
                    <a16:creationId xmlns:a16="http://schemas.microsoft.com/office/drawing/2014/main" id="{4CCD64C0-D9D2-CBCB-40B9-D9885222FE54}"/>
                  </a:ext>
                </a:extLst>
              </p:cNvPr>
              <p:cNvSpPr/>
              <p:nvPr/>
            </p:nvSpPr>
            <p:spPr>
              <a:xfrm>
                <a:off x="8577719" y="1088821"/>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1" name="Freeform: Shape 3050">
                <a:extLst>
                  <a:ext uri="{FF2B5EF4-FFF2-40B4-BE49-F238E27FC236}">
                    <a16:creationId xmlns:a16="http://schemas.microsoft.com/office/drawing/2014/main" id="{1978AD3A-1C29-6542-13A6-1FC726CAAF6D}"/>
                  </a:ext>
                </a:extLst>
              </p:cNvPr>
              <p:cNvSpPr/>
              <p:nvPr/>
            </p:nvSpPr>
            <p:spPr>
              <a:xfrm>
                <a:off x="8889453" y="1090955"/>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2" name="Freeform: Shape 3051">
                <a:extLst>
                  <a:ext uri="{FF2B5EF4-FFF2-40B4-BE49-F238E27FC236}">
                    <a16:creationId xmlns:a16="http://schemas.microsoft.com/office/drawing/2014/main" id="{9E9050B2-D7E5-3289-AFF6-E0C399F4F10E}"/>
                  </a:ext>
                </a:extLst>
              </p:cNvPr>
              <p:cNvSpPr/>
              <p:nvPr/>
            </p:nvSpPr>
            <p:spPr>
              <a:xfrm>
                <a:off x="9201150" y="1093089"/>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3" name="Freeform: Shape 3052">
                <a:extLst>
                  <a:ext uri="{FF2B5EF4-FFF2-40B4-BE49-F238E27FC236}">
                    <a16:creationId xmlns:a16="http://schemas.microsoft.com/office/drawing/2014/main" id="{DF272730-3759-F7BA-A92D-AC7C7E37ADEA}"/>
                  </a:ext>
                </a:extLst>
              </p:cNvPr>
              <p:cNvSpPr/>
              <p:nvPr/>
            </p:nvSpPr>
            <p:spPr>
              <a:xfrm>
                <a:off x="9512884" y="1095184"/>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4" name="Freeform: Shape 3053">
                <a:extLst>
                  <a:ext uri="{FF2B5EF4-FFF2-40B4-BE49-F238E27FC236}">
                    <a16:creationId xmlns:a16="http://schemas.microsoft.com/office/drawing/2014/main" id="{6CAE9BDB-1BD7-075C-8EF8-B9121D062D34}"/>
                  </a:ext>
                </a:extLst>
              </p:cNvPr>
              <p:cNvSpPr/>
              <p:nvPr/>
            </p:nvSpPr>
            <p:spPr>
              <a:xfrm>
                <a:off x="9824618" y="1097318"/>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5" name="Freeform: Shape 3054">
                <a:extLst>
                  <a:ext uri="{FF2B5EF4-FFF2-40B4-BE49-F238E27FC236}">
                    <a16:creationId xmlns:a16="http://schemas.microsoft.com/office/drawing/2014/main" id="{15C78299-E013-A595-7F01-363BB178F549}"/>
                  </a:ext>
                </a:extLst>
              </p:cNvPr>
              <p:cNvSpPr/>
              <p:nvPr/>
            </p:nvSpPr>
            <p:spPr>
              <a:xfrm>
                <a:off x="10136352" y="109941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6" name="Freeform: Shape 3055">
                <a:extLst>
                  <a:ext uri="{FF2B5EF4-FFF2-40B4-BE49-F238E27FC236}">
                    <a16:creationId xmlns:a16="http://schemas.microsoft.com/office/drawing/2014/main" id="{CBA36D0B-47FF-FFE5-1E43-6B6AA291F915}"/>
                  </a:ext>
                </a:extLst>
              </p:cNvPr>
              <p:cNvSpPr/>
              <p:nvPr/>
            </p:nvSpPr>
            <p:spPr>
              <a:xfrm>
                <a:off x="10448086" y="1101547"/>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7" name="Freeform: Shape 3056">
                <a:extLst>
                  <a:ext uri="{FF2B5EF4-FFF2-40B4-BE49-F238E27FC236}">
                    <a16:creationId xmlns:a16="http://schemas.microsoft.com/office/drawing/2014/main" id="{59EF13D5-E2DC-BD5F-6041-8B4F6CABC397}"/>
                  </a:ext>
                </a:extLst>
              </p:cNvPr>
              <p:cNvSpPr/>
              <p:nvPr/>
            </p:nvSpPr>
            <p:spPr>
              <a:xfrm>
                <a:off x="10759782" y="1103680"/>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8" name="Freeform: Shape 3057">
                <a:extLst>
                  <a:ext uri="{FF2B5EF4-FFF2-40B4-BE49-F238E27FC236}">
                    <a16:creationId xmlns:a16="http://schemas.microsoft.com/office/drawing/2014/main" id="{12394B05-DFB1-6789-E133-33D1E3040DC1}"/>
                  </a:ext>
                </a:extLst>
              </p:cNvPr>
              <p:cNvSpPr/>
              <p:nvPr/>
            </p:nvSpPr>
            <p:spPr>
              <a:xfrm>
                <a:off x="11071517" y="1105776"/>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59" name="Freeform: Shape 3058">
                <a:extLst>
                  <a:ext uri="{FF2B5EF4-FFF2-40B4-BE49-F238E27FC236}">
                    <a16:creationId xmlns:a16="http://schemas.microsoft.com/office/drawing/2014/main" id="{9ED9E6EE-41BA-0591-BB82-86AB68099166}"/>
                  </a:ext>
                </a:extLst>
              </p:cNvPr>
              <p:cNvSpPr/>
              <p:nvPr/>
            </p:nvSpPr>
            <p:spPr>
              <a:xfrm>
                <a:off x="1096289" y="1346149"/>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0" name="Freeform: Shape 3059">
                <a:extLst>
                  <a:ext uri="{FF2B5EF4-FFF2-40B4-BE49-F238E27FC236}">
                    <a16:creationId xmlns:a16="http://schemas.microsoft.com/office/drawing/2014/main" id="{3DEFF56F-B57F-30A9-855F-380F639BB0F4}"/>
                  </a:ext>
                </a:extLst>
              </p:cNvPr>
              <p:cNvSpPr/>
              <p:nvPr/>
            </p:nvSpPr>
            <p:spPr>
              <a:xfrm>
                <a:off x="1408023" y="1348244"/>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1" name="Freeform: Shape 3060">
                <a:extLst>
                  <a:ext uri="{FF2B5EF4-FFF2-40B4-BE49-F238E27FC236}">
                    <a16:creationId xmlns:a16="http://schemas.microsoft.com/office/drawing/2014/main" id="{8216C4A0-1304-488F-021C-11EB821B3370}"/>
                  </a:ext>
                </a:extLst>
              </p:cNvPr>
              <p:cNvSpPr/>
              <p:nvPr/>
            </p:nvSpPr>
            <p:spPr>
              <a:xfrm>
                <a:off x="1719719" y="1350378"/>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2" name="Freeform: Shape 3061">
                <a:extLst>
                  <a:ext uri="{FF2B5EF4-FFF2-40B4-BE49-F238E27FC236}">
                    <a16:creationId xmlns:a16="http://schemas.microsoft.com/office/drawing/2014/main" id="{EB4C425D-0455-A971-AEBB-C576703BCA03}"/>
                  </a:ext>
                </a:extLst>
              </p:cNvPr>
              <p:cNvSpPr/>
              <p:nvPr/>
            </p:nvSpPr>
            <p:spPr>
              <a:xfrm>
                <a:off x="2031453" y="1352473"/>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3" name="Freeform: Shape 3062">
                <a:extLst>
                  <a:ext uri="{FF2B5EF4-FFF2-40B4-BE49-F238E27FC236}">
                    <a16:creationId xmlns:a16="http://schemas.microsoft.com/office/drawing/2014/main" id="{8519C74C-F9A6-AA24-EE56-80E4A135F966}"/>
                  </a:ext>
                </a:extLst>
              </p:cNvPr>
              <p:cNvSpPr/>
              <p:nvPr/>
            </p:nvSpPr>
            <p:spPr>
              <a:xfrm>
                <a:off x="2343188" y="1354607"/>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4" name="Freeform: Shape 3063">
                <a:extLst>
                  <a:ext uri="{FF2B5EF4-FFF2-40B4-BE49-F238E27FC236}">
                    <a16:creationId xmlns:a16="http://schemas.microsoft.com/office/drawing/2014/main" id="{BCC20547-04D9-5C79-A646-A32BE8976226}"/>
                  </a:ext>
                </a:extLst>
              </p:cNvPr>
              <p:cNvSpPr/>
              <p:nvPr/>
            </p:nvSpPr>
            <p:spPr>
              <a:xfrm>
                <a:off x="2654922" y="1356741"/>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5" name="Freeform: Shape 3064">
                <a:extLst>
                  <a:ext uri="{FF2B5EF4-FFF2-40B4-BE49-F238E27FC236}">
                    <a16:creationId xmlns:a16="http://schemas.microsoft.com/office/drawing/2014/main" id="{76BFEAD8-BCE7-200E-AEB2-E50532E090D5}"/>
                  </a:ext>
                </a:extLst>
              </p:cNvPr>
              <p:cNvSpPr/>
              <p:nvPr/>
            </p:nvSpPr>
            <p:spPr>
              <a:xfrm>
                <a:off x="2966656" y="1358836"/>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6" name="Freeform: Shape 3065">
                <a:extLst>
                  <a:ext uri="{FF2B5EF4-FFF2-40B4-BE49-F238E27FC236}">
                    <a16:creationId xmlns:a16="http://schemas.microsoft.com/office/drawing/2014/main" id="{85920A23-8C68-F7AB-A221-8558E0D73F4F}"/>
                  </a:ext>
                </a:extLst>
              </p:cNvPr>
              <p:cNvSpPr/>
              <p:nvPr/>
            </p:nvSpPr>
            <p:spPr>
              <a:xfrm>
                <a:off x="3278352" y="1360970"/>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7" name="Freeform: Shape 3066">
                <a:extLst>
                  <a:ext uri="{FF2B5EF4-FFF2-40B4-BE49-F238E27FC236}">
                    <a16:creationId xmlns:a16="http://schemas.microsoft.com/office/drawing/2014/main" id="{9A5753D4-4CF8-DE6C-71CD-1C9B1E210DF3}"/>
                  </a:ext>
                </a:extLst>
              </p:cNvPr>
              <p:cNvSpPr/>
              <p:nvPr/>
            </p:nvSpPr>
            <p:spPr>
              <a:xfrm>
                <a:off x="3590086" y="1363103"/>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8" name="Freeform: Shape 3067">
                <a:extLst>
                  <a:ext uri="{FF2B5EF4-FFF2-40B4-BE49-F238E27FC236}">
                    <a16:creationId xmlns:a16="http://schemas.microsoft.com/office/drawing/2014/main" id="{4CAF85F6-FBC3-35D8-4161-54E1BE101E8F}"/>
                  </a:ext>
                </a:extLst>
              </p:cNvPr>
              <p:cNvSpPr/>
              <p:nvPr/>
            </p:nvSpPr>
            <p:spPr>
              <a:xfrm>
                <a:off x="3901821" y="1365199"/>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69" name="Freeform: Shape 3068">
                <a:extLst>
                  <a:ext uri="{FF2B5EF4-FFF2-40B4-BE49-F238E27FC236}">
                    <a16:creationId xmlns:a16="http://schemas.microsoft.com/office/drawing/2014/main" id="{F07CC336-DB50-657F-E4A2-456098DF1EE2}"/>
                  </a:ext>
                </a:extLst>
              </p:cNvPr>
              <p:cNvSpPr/>
              <p:nvPr/>
            </p:nvSpPr>
            <p:spPr>
              <a:xfrm>
                <a:off x="4213555" y="1367332"/>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0" name="Freeform: Shape 3069">
                <a:extLst>
                  <a:ext uri="{FF2B5EF4-FFF2-40B4-BE49-F238E27FC236}">
                    <a16:creationId xmlns:a16="http://schemas.microsoft.com/office/drawing/2014/main" id="{0F23C4CC-6C3D-9C31-6E85-85F1CD8BF6F4}"/>
                  </a:ext>
                </a:extLst>
              </p:cNvPr>
              <p:cNvSpPr/>
              <p:nvPr/>
            </p:nvSpPr>
            <p:spPr>
              <a:xfrm>
                <a:off x="4525289" y="1369428"/>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1" name="Freeform: Shape 3070">
                <a:extLst>
                  <a:ext uri="{FF2B5EF4-FFF2-40B4-BE49-F238E27FC236}">
                    <a16:creationId xmlns:a16="http://schemas.microsoft.com/office/drawing/2014/main" id="{98458B93-9910-8C27-ADB7-2F34327C2794}"/>
                  </a:ext>
                </a:extLst>
              </p:cNvPr>
              <p:cNvSpPr/>
              <p:nvPr/>
            </p:nvSpPr>
            <p:spPr>
              <a:xfrm>
                <a:off x="4836985" y="1371561"/>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2" name="Freeform: Shape 3071">
                <a:extLst>
                  <a:ext uri="{FF2B5EF4-FFF2-40B4-BE49-F238E27FC236}">
                    <a16:creationId xmlns:a16="http://schemas.microsoft.com/office/drawing/2014/main" id="{1141890B-B1E5-B876-8D71-BB079AED4E1D}"/>
                  </a:ext>
                </a:extLst>
              </p:cNvPr>
              <p:cNvSpPr/>
              <p:nvPr/>
            </p:nvSpPr>
            <p:spPr>
              <a:xfrm>
                <a:off x="5148719" y="1373695"/>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3" name="Freeform: Shape 3072">
                <a:extLst>
                  <a:ext uri="{FF2B5EF4-FFF2-40B4-BE49-F238E27FC236}">
                    <a16:creationId xmlns:a16="http://schemas.microsoft.com/office/drawing/2014/main" id="{65E5811E-B738-E745-8C35-9FC3F22533CC}"/>
                  </a:ext>
                </a:extLst>
              </p:cNvPr>
              <p:cNvSpPr/>
              <p:nvPr/>
            </p:nvSpPr>
            <p:spPr>
              <a:xfrm>
                <a:off x="5460453" y="1375791"/>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4" name="Freeform: Shape 3073">
                <a:extLst>
                  <a:ext uri="{FF2B5EF4-FFF2-40B4-BE49-F238E27FC236}">
                    <a16:creationId xmlns:a16="http://schemas.microsoft.com/office/drawing/2014/main" id="{86FFB278-84F8-E71E-8B33-82E0AF3A9654}"/>
                  </a:ext>
                </a:extLst>
              </p:cNvPr>
              <p:cNvSpPr/>
              <p:nvPr/>
            </p:nvSpPr>
            <p:spPr>
              <a:xfrm>
                <a:off x="5772188" y="1377924"/>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5" name="Freeform: Shape 3074">
                <a:extLst>
                  <a:ext uri="{FF2B5EF4-FFF2-40B4-BE49-F238E27FC236}">
                    <a16:creationId xmlns:a16="http://schemas.microsoft.com/office/drawing/2014/main" id="{78417A5B-B8FB-CFBD-C90E-349973CC5F8F}"/>
                  </a:ext>
                </a:extLst>
              </p:cNvPr>
              <p:cNvSpPr/>
              <p:nvPr/>
            </p:nvSpPr>
            <p:spPr>
              <a:xfrm>
                <a:off x="6083884" y="1380020"/>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6" name="Freeform: Shape 3075">
                <a:extLst>
                  <a:ext uri="{FF2B5EF4-FFF2-40B4-BE49-F238E27FC236}">
                    <a16:creationId xmlns:a16="http://schemas.microsoft.com/office/drawing/2014/main" id="{96E0ACEB-1C8E-FC72-1F79-C6666830D3D6}"/>
                  </a:ext>
                </a:extLst>
              </p:cNvPr>
              <p:cNvSpPr/>
              <p:nvPr/>
            </p:nvSpPr>
            <p:spPr>
              <a:xfrm>
                <a:off x="6395618" y="1382153"/>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7" name="Freeform: Shape 3076">
                <a:extLst>
                  <a:ext uri="{FF2B5EF4-FFF2-40B4-BE49-F238E27FC236}">
                    <a16:creationId xmlns:a16="http://schemas.microsoft.com/office/drawing/2014/main" id="{35E39E40-6B9F-BFC9-EDFE-414B64D227BF}"/>
                  </a:ext>
                </a:extLst>
              </p:cNvPr>
              <p:cNvSpPr/>
              <p:nvPr/>
            </p:nvSpPr>
            <p:spPr>
              <a:xfrm>
                <a:off x="6707352" y="1384287"/>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8" name="Freeform: Shape 3077">
                <a:extLst>
                  <a:ext uri="{FF2B5EF4-FFF2-40B4-BE49-F238E27FC236}">
                    <a16:creationId xmlns:a16="http://schemas.microsoft.com/office/drawing/2014/main" id="{9957AC40-E174-B0E3-89C5-2F71B5C66D2C}"/>
                  </a:ext>
                </a:extLst>
              </p:cNvPr>
              <p:cNvSpPr/>
              <p:nvPr/>
            </p:nvSpPr>
            <p:spPr>
              <a:xfrm>
                <a:off x="7019086" y="1386382"/>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79" name="Freeform: Shape 3078">
                <a:extLst>
                  <a:ext uri="{FF2B5EF4-FFF2-40B4-BE49-F238E27FC236}">
                    <a16:creationId xmlns:a16="http://schemas.microsoft.com/office/drawing/2014/main" id="{429CC4F7-683B-0E6F-2264-AE414D93EE6B}"/>
                  </a:ext>
                </a:extLst>
              </p:cNvPr>
              <p:cNvSpPr/>
              <p:nvPr/>
            </p:nvSpPr>
            <p:spPr>
              <a:xfrm>
                <a:off x="7330821" y="1388516"/>
                <a:ext cx="75057" cy="75056"/>
              </a:xfrm>
              <a:custGeom>
                <a:avLst/>
                <a:gdLst>
                  <a:gd name="connsiteX0" fmla="*/ 0 w 75057"/>
                  <a:gd name="connsiteY0" fmla="*/ 0 h 75056"/>
                  <a:gd name="connsiteX1" fmla="*/ 75057 w 75057"/>
                  <a:gd name="connsiteY1" fmla="*/ 0 h 75056"/>
                  <a:gd name="connsiteX2" fmla="*/ 75057 w 75057"/>
                  <a:gd name="connsiteY2" fmla="*/ 75057 h 75056"/>
                  <a:gd name="connsiteX3" fmla="*/ 0 w 75057"/>
                  <a:gd name="connsiteY3" fmla="*/ 75057 h 75056"/>
                </a:gdLst>
                <a:ahLst/>
                <a:cxnLst>
                  <a:cxn ang="0">
                    <a:pos x="connsiteX0" y="connsiteY0"/>
                  </a:cxn>
                  <a:cxn ang="0">
                    <a:pos x="connsiteX1" y="connsiteY1"/>
                  </a:cxn>
                  <a:cxn ang="0">
                    <a:pos x="connsiteX2" y="connsiteY2"/>
                  </a:cxn>
                  <a:cxn ang="0">
                    <a:pos x="connsiteX3" y="connsiteY3"/>
                  </a:cxn>
                </a:cxnLst>
                <a:rect l="l" t="t" r="r" b="b"/>
                <a:pathLst>
                  <a:path w="75057" h="75056">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0" name="Freeform: Shape 3079">
                <a:extLst>
                  <a:ext uri="{FF2B5EF4-FFF2-40B4-BE49-F238E27FC236}">
                    <a16:creationId xmlns:a16="http://schemas.microsoft.com/office/drawing/2014/main" id="{E85233F2-8608-E4F4-ECFD-12067CAB6B08}"/>
                  </a:ext>
                </a:extLst>
              </p:cNvPr>
              <p:cNvSpPr/>
              <p:nvPr/>
            </p:nvSpPr>
            <p:spPr>
              <a:xfrm>
                <a:off x="7642517" y="1390611"/>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1" name="Freeform: Shape 3080">
                <a:extLst>
                  <a:ext uri="{FF2B5EF4-FFF2-40B4-BE49-F238E27FC236}">
                    <a16:creationId xmlns:a16="http://schemas.microsoft.com/office/drawing/2014/main" id="{601C60A0-7722-A707-1EE3-046F2FD65A78}"/>
                  </a:ext>
                </a:extLst>
              </p:cNvPr>
              <p:cNvSpPr/>
              <p:nvPr/>
            </p:nvSpPr>
            <p:spPr>
              <a:xfrm>
                <a:off x="7954251" y="1392745"/>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2" name="Freeform: Shape 3081">
                <a:extLst>
                  <a:ext uri="{FF2B5EF4-FFF2-40B4-BE49-F238E27FC236}">
                    <a16:creationId xmlns:a16="http://schemas.microsoft.com/office/drawing/2014/main" id="{CC250315-3997-CA68-D34C-C54A9C0934DA}"/>
                  </a:ext>
                </a:extLst>
              </p:cNvPr>
              <p:cNvSpPr/>
              <p:nvPr/>
            </p:nvSpPr>
            <p:spPr>
              <a:xfrm>
                <a:off x="8265985" y="1394879"/>
                <a:ext cx="62331" cy="62331"/>
              </a:xfrm>
              <a:custGeom>
                <a:avLst/>
                <a:gdLst>
                  <a:gd name="connsiteX0" fmla="*/ 0 w 62331"/>
                  <a:gd name="connsiteY0" fmla="*/ 0 h 62331"/>
                  <a:gd name="connsiteX1" fmla="*/ 62332 w 62331"/>
                  <a:gd name="connsiteY1" fmla="*/ 0 h 62331"/>
                  <a:gd name="connsiteX2" fmla="*/ 62332 w 62331"/>
                  <a:gd name="connsiteY2" fmla="*/ 62331 h 62331"/>
                  <a:gd name="connsiteX3" fmla="*/ 0 w 62331"/>
                  <a:gd name="connsiteY3" fmla="*/ 62331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1"/>
                    </a:lnTo>
                    <a:lnTo>
                      <a:pt x="0" y="6233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3" name="Freeform: Shape 3082">
                <a:extLst>
                  <a:ext uri="{FF2B5EF4-FFF2-40B4-BE49-F238E27FC236}">
                    <a16:creationId xmlns:a16="http://schemas.microsoft.com/office/drawing/2014/main" id="{3DEB1C14-F52A-4F4F-8518-EDDD510A6523}"/>
                  </a:ext>
                </a:extLst>
              </p:cNvPr>
              <p:cNvSpPr/>
              <p:nvPr/>
            </p:nvSpPr>
            <p:spPr>
              <a:xfrm>
                <a:off x="8577719" y="1396974"/>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4" name="Freeform: Shape 3083">
                <a:extLst>
                  <a:ext uri="{FF2B5EF4-FFF2-40B4-BE49-F238E27FC236}">
                    <a16:creationId xmlns:a16="http://schemas.microsoft.com/office/drawing/2014/main" id="{3AEB8CA3-8533-DBAC-B259-18A65E45E0CB}"/>
                  </a:ext>
                </a:extLst>
              </p:cNvPr>
              <p:cNvSpPr/>
              <p:nvPr/>
            </p:nvSpPr>
            <p:spPr>
              <a:xfrm>
                <a:off x="8889453" y="1399108"/>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5" name="Freeform: Shape 3084">
                <a:extLst>
                  <a:ext uri="{FF2B5EF4-FFF2-40B4-BE49-F238E27FC236}">
                    <a16:creationId xmlns:a16="http://schemas.microsoft.com/office/drawing/2014/main" id="{BF4A0846-24C0-4765-3520-9EFE6C310B1A}"/>
                  </a:ext>
                </a:extLst>
              </p:cNvPr>
              <p:cNvSpPr/>
              <p:nvPr/>
            </p:nvSpPr>
            <p:spPr>
              <a:xfrm>
                <a:off x="9201150" y="1401241"/>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6" name="Freeform: Shape 3085">
                <a:extLst>
                  <a:ext uri="{FF2B5EF4-FFF2-40B4-BE49-F238E27FC236}">
                    <a16:creationId xmlns:a16="http://schemas.microsoft.com/office/drawing/2014/main" id="{161F3AFB-AF49-BF7A-D4DB-B351066CC748}"/>
                  </a:ext>
                </a:extLst>
              </p:cNvPr>
              <p:cNvSpPr/>
              <p:nvPr/>
            </p:nvSpPr>
            <p:spPr>
              <a:xfrm>
                <a:off x="9512884" y="1403337"/>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7" name="Freeform: Shape 3086">
                <a:extLst>
                  <a:ext uri="{FF2B5EF4-FFF2-40B4-BE49-F238E27FC236}">
                    <a16:creationId xmlns:a16="http://schemas.microsoft.com/office/drawing/2014/main" id="{619BA046-226F-D71C-34A8-797F7B739D96}"/>
                  </a:ext>
                </a:extLst>
              </p:cNvPr>
              <p:cNvSpPr/>
              <p:nvPr/>
            </p:nvSpPr>
            <p:spPr>
              <a:xfrm>
                <a:off x="9824618" y="1405470"/>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8" name="Freeform: Shape 3087">
                <a:extLst>
                  <a:ext uri="{FF2B5EF4-FFF2-40B4-BE49-F238E27FC236}">
                    <a16:creationId xmlns:a16="http://schemas.microsoft.com/office/drawing/2014/main" id="{29A9172F-3178-5904-01A4-BACA89E1C783}"/>
                  </a:ext>
                </a:extLst>
              </p:cNvPr>
              <p:cNvSpPr/>
              <p:nvPr/>
            </p:nvSpPr>
            <p:spPr>
              <a:xfrm>
                <a:off x="10136352" y="1407566"/>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89" name="Freeform: Shape 3088">
                <a:extLst>
                  <a:ext uri="{FF2B5EF4-FFF2-40B4-BE49-F238E27FC236}">
                    <a16:creationId xmlns:a16="http://schemas.microsoft.com/office/drawing/2014/main" id="{4F0EC098-5885-183E-0381-62C038BBCF3F}"/>
                  </a:ext>
                </a:extLst>
              </p:cNvPr>
              <p:cNvSpPr/>
              <p:nvPr/>
            </p:nvSpPr>
            <p:spPr>
              <a:xfrm>
                <a:off x="10448086" y="1409700"/>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0" name="Freeform: Shape 3089">
                <a:extLst>
                  <a:ext uri="{FF2B5EF4-FFF2-40B4-BE49-F238E27FC236}">
                    <a16:creationId xmlns:a16="http://schemas.microsoft.com/office/drawing/2014/main" id="{851EF5D2-2A6D-5198-3297-CD80DC09D3F2}"/>
                  </a:ext>
                </a:extLst>
              </p:cNvPr>
              <p:cNvSpPr/>
              <p:nvPr/>
            </p:nvSpPr>
            <p:spPr>
              <a:xfrm>
                <a:off x="10759782" y="1411833"/>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1" name="Freeform: Shape 3090">
                <a:extLst>
                  <a:ext uri="{FF2B5EF4-FFF2-40B4-BE49-F238E27FC236}">
                    <a16:creationId xmlns:a16="http://schemas.microsoft.com/office/drawing/2014/main" id="{BC924292-021E-47A7-F6CC-6655C0E9C053}"/>
                  </a:ext>
                </a:extLst>
              </p:cNvPr>
              <p:cNvSpPr/>
              <p:nvPr/>
            </p:nvSpPr>
            <p:spPr>
              <a:xfrm>
                <a:off x="11071517" y="1413929"/>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2" name="Freeform: Shape 3091">
                <a:extLst>
                  <a:ext uri="{FF2B5EF4-FFF2-40B4-BE49-F238E27FC236}">
                    <a16:creationId xmlns:a16="http://schemas.microsoft.com/office/drawing/2014/main" id="{DBA8D080-8D29-75D8-B74F-DF327519D772}"/>
                  </a:ext>
                </a:extLst>
              </p:cNvPr>
              <p:cNvSpPr/>
              <p:nvPr/>
            </p:nvSpPr>
            <p:spPr>
              <a:xfrm>
                <a:off x="1096289" y="1654302"/>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3" name="Freeform: Shape 3092">
                <a:extLst>
                  <a:ext uri="{FF2B5EF4-FFF2-40B4-BE49-F238E27FC236}">
                    <a16:creationId xmlns:a16="http://schemas.microsoft.com/office/drawing/2014/main" id="{8D1512D1-99D1-9345-B208-F66F8C749F06}"/>
                  </a:ext>
                </a:extLst>
              </p:cNvPr>
              <p:cNvSpPr/>
              <p:nvPr/>
            </p:nvSpPr>
            <p:spPr>
              <a:xfrm>
                <a:off x="1408023" y="1656397"/>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4" name="Freeform: Shape 3093">
                <a:extLst>
                  <a:ext uri="{FF2B5EF4-FFF2-40B4-BE49-F238E27FC236}">
                    <a16:creationId xmlns:a16="http://schemas.microsoft.com/office/drawing/2014/main" id="{DC1847EF-4803-672F-006C-261E712123B3}"/>
                  </a:ext>
                </a:extLst>
              </p:cNvPr>
              <p:cNvSpPr/>
              <p:nvPr/>
            </p:nvSpPr>
            <p:spPr>
              <a:xfrm>
                <a:off x="1719719" y="1658531"/>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5" name="Freeform: Shape 3094">
                <a:extLst>
                  <a:ext uri="{FF2B5EF4-FFF2-40B4-BE49-F238E27FC236}">
                    <a16:creationId xmlns:a16="http://schemas.microsoft.com/office/drawing/2014/main" id="{C9E9318B-0689-96C4-8931-3F8539BAE62F}"/>
                  </a:ext>
                </a:extLst>
              </p:cNvPr>
              <p:cNvSpPr/>
              <p:nvPr/>
            </p:nvSpPr>
            <p:spPr>
              <a:xfrm>
                <a:off x="2031453" y="1660626"/>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6" name="Freeform: Shape 3095">
                <a:extLst>
                  <a:ext uri="{FF2B5EF4-FFF2-40B4-BE49-F238E27FC236}">
                    <a16:creationId xmlns:a16="http://schemas.microsoft.com/office/drawing/2014/main" id="{2CA54B8D-BB71-02AE-63B9-73FA5AAE3BEF}"/>
                  </a:ext>
                </a:extLst>
              </p:cNvPr>
              <p:cNvSpPr/>
              <p:nvPr/>
            </p:nvSpPr>
            <p:spPr>
              <a:xfrm>
                <a:off x="2343188" y="1662760"/>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7" name="Freeform: Shape 3096">
                <a:extLst>
                  <a:ext uri="{FF2B5EF4-FFF2-40B4-BE49-F238E27FC236}">
                    <a16:creationId xmlns:a16="http://schemas.microsoft.com/office/drawing/2014/main" id="{71AC9590-512B-8D9F-FA60-A38146031A33}"/>
                  </a:ext>
                </a:extLst>
              </p:cNvPr>
              <p:cNvSpPr/>
              <p:nvPr/>
            </p:nvSpPr>
            <p:spPr>
              <a:xfrm>
                <a:off x="2654922" y="1664893"/>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8" name="Freeform: Shape 3097">
                <a:extLst>
                  <a:ext uri="{FF2B5EF4-FFF2-40B4-BE49-F238E27FC236}">
                    <a16:creationId xmlns:a16="http://schemas.microsoft.com/office/drawing/2014/main" id="{FBDC1B48-31DC-A8B7-5D8F-B919532066F0}"/>
                  </a:ext>
                </a:extLst>
              </p:cNvPr>
              <p:cNvSpPr/>
              <p:nvPr/>
            </p:nvSpPr>
            <p:spPr>
              <a:xfrm>
                <a:off x="2966656" y="1666989"/>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099" name="Freeform: Shape 3098">
                <a:extLst>
                  <a:ext uri="{FF2B5EF4-FFF2-40B4-BE49-F238E27FC236}">
                    <a16:creationId xmlns:a16="http://schemas.microsoft.com/office/drawing/2014/main" id="{D22D785A-9CF8-EC9C-E2F6-B7E0154CDD3C}"/>
                  </a:ext>
                </a:extLst>
              </p:cNvPr>
              <p:cNvSpPr/>
              <p:nvPr/>
            </p:nvSpPr>
            <p:spPr>
              <a:xfrm>
                <a:off x="3278352" y="1669122"/>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0" name="Freeform: Shape 3099">
                <a:extLst>
                  <a:ext uri="{FF2B5EF4-FFF2-40B4-BE49-F238E27FC236}">
                    <a16:creationId xmlns:a16="http://schemas.microsoft.com/office/drawing/2014/main" id="{B5C0E9A4-7407-235F-8143-84B14148C407}"/>
                  </a:ext>
                </a:extLst>
              </p:cNvPr>
              <p:cNvSpPr/>
              <p:nvPr/>
            </p:nvSpPr>
            <p:spPr>
              <a:xfrm>
                <a:off x="3590086" y="1671218"/>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1" name="Freeform: Shape 3100">
                <a:extLst>
                  <a:ext uri="{FF2B5EF4-FFF2-40B4-BE49-F238E27FC236}">
                    <a16:creationId xmlns:a16="http://schemas.microsoft.com/office/drawing/2014/main" id="{BF6A4904-A871-5D0B-FF2D-48B9FA785972}"/>
                  </a:ext>
                </a:extLst>
              </p:cNvPr>
              <p:cNvSpPr/>
              <p:nvPr/>
            </p:nvSpPr>
            <p:spPr>
              <a:xfrm>
                <a:off x="3901821" y="1673352"/>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2" name="Freeform: Shape 3101">
                <a:extLst>
                  <a:ext uri="{FF2B5EF4-FFF2-40B4-BE49-F238E27FC236}">
                    <a16:creationId xmlns:a16="http://schemas.microsoft.com/office/drawing/2014/main" id="{E6A40311-6FC7-0499-AECB-0A4A27E6990E}"/>
                  </a:ext>
                </a:extLst>
              </p:cNvPr>
              <p:cNvSpPr/>
              <p:nvPr/>
            </p:nvSpPr>
            <p:spPr>
              <a:xfrm>
                <a:off x="4213555" y="1675485"/>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3" name="Freeform: Shape 3102">
                <a:extLst>
                  <a:ext uri="{FF2B5EF4-FFF2-40B4-BE49-F238E27FC236}">
                    <a16:creationId xmlns:a16="http://schemas.microsoft.com/office/drawing/2014/main" id="{B6FA3C18-95A0-D1C2-818D-69F60996F220}"/>
                  </a:ext>
                </a:extLst>
              </p:cNvPr>
              <p:cNvSpPr/>
              <p:nvPr/>
            </p:nvSpPr>
            <p:spPr>
              <a:xfrm>
                <a:off x="4525289" y="1677581"/>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4" name="Freeform: Shape 3103">
                <a:extLst>
                  <a:ext uri="{FF2B5EF4-FFF2-40B4-BE49-F238E27FC236}">
                    <a16:creationId xmlns:a16="http://schemas.microsoft.com/office/drawing/2014/main" id="{631ADFFD-9D48-072E-C044-69F68D4AC8D9}"/>
                  </a:ext>
                </a:extLst>
              </p:cNvPr>
              <p:cNvSpPr/>
              <p:nvPr/>
            </p:nvSpPr>
            <p:spPr>
              <a:xfrm>
                <a:off x="4836985" y="1679714"/>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5" name="Freeform: Shape 3104">
                <a:extLst>
                  <a:ext uri="{FF2B5EF4-FFF2-40B4-BE49-F238E27FC236}">
                    <a16:creationId xmlns:a16="http://schemas.microsoft.com/office/drawing/2014/main" id="{9F5B0E65-A24C-CC5C-A111-82120B08C7AC}"/>
                  </a:ext>
                </a:extLst>
              </p:cNvPr>
              <p:cNvSpPr/>
              <p:nvPr/>
            </p:nvSpPr>
            <p:spPr>
              <a:xfrm>
                <a:off x="5148719" y="1681848"/>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6" name="Freeform: Shape 3105">
                <a:extLst>
                  <a:ext uri="{FF2B5EF4-FFF2-40B4-BE49-F238E27FC236}">
                    <a16:creationId xmlns:a16="http://schemas.microsoft.com/office/drawing/2014/main" id="{B19FD1E9-839E-23A6-CB3C-92ED7AE67F70}"/>
                  </a:ext>
                </a:extLst>
              </p:cNvPr>
              <p:cNvSpPr/>
              <p:nvPr/>
            </p:nvSpPr>
            <p:spPr>
              <a:xfrm>
                <a:off x="5460453" y="1683943"/>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7" name="Freeform: Shape 3106">
                <a:extLst>
                  <a:ext uri="{FF2B5EF4-FFF2-40B4-BE49-F238E27FC236}">
                    <a16:creationId xmlns:a16="http://schemas.microsoft.com/office/drawing/2014/main" id="{617D2A2A-2141-B61F-08CD-27697DB9F474}"/>
                  </a:ext>
                </a:extLst>
              </p:cNvPr>
              <p:cNvSpPr/>
              <p:nvPr/>
            </p:nvSpPr>
            <p:spPr>
              <a:xfrm>
                <a:off x="5772188" y="1686077"/>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8" name="Freeform: Shape 3107">
                <a:extLst>
                  <a:ext uri="{FF2B5EF4-FFF2-40B4-BE49-F238E27FC236}">
                    <a16:creationId xmlns:a16="http://schemas.microsoft.com/office/drawing/2014/main" id="{1A7754F9-F306-C5E4-6825-410014BAF828}"/>
                  </a:ext>
                </a:extLst>
              </p:cNvPr>
              <p:cNvSpPr/>
              <p:nvPr/>
            </p:nvSpPr>
            <p:spPr>
              <a:xfrm>
                <a:off x="6083884" y="1688172"/>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09" name="Freeform: Shape 3108">
                <a:extLst>
                  <a:ext uri="{FF2B5EF4-FFF2-40B4-BE49-F238E27FC236}">
                    <a16:creationId xmlns:a16="http://schemas.microsoft.com/office/drawing/2014/main" id="{A35C91EF-3581-15E0-A17A-311DEB93BD0B}"/>
                  </a:ext>
                </a:extLst>
              </p:cNvPr>
              <p:cNvSpPr/>
              <p:nvPr/>
            </p:nvSpPr>
            <p:spPr>
              <a:xfrm>
                <a:off x="6395618" y="1690306"/>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0" name="Freeform: Shape 3109">
                <a:extLst>
                  <a:ext uri="{FF2B5EF4-FFF2-40B4-BE49-F238E27FC236}">
                    <a16:creationId xmlns:a16="http://schemas.microsoft.com/office/drawing/2014/main" id="{0DBD32FC-2230-2D4A-69CA-97D2EA85316A}"/>
                  </a:ext>
                </a:extLst>
              </p:cNvPr>
              <p:cNvSpPr/>
              <p:nvPr/>
            </p:nvSpPr>
            <p:spPr>
              <a:xfrm>
                <a:off x="6707352" y="1692440"/>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1" name="Freeform: Shape 3110">
                <a:extLst>
                  <a:ext uri="{FF2B5EF4-FFF2-40B4-BE49-F238E27FC236}">
                    <a16:creationId xmlns:a16="http://schemas.microsoft.com/office/drawing/2014/main" id="{183A1457-1AE7-D85F-293E-9A85E1A93047}"/>
                  </a:ext>
                </a:extLst>
              </p:cNvPr>
              <p:cNvSpPr/>
              <p:nvPr/>
            </p:nvSpPr>
            <p:spPr>
              <a:xfrm>
                <a:off x="7019086" y="1694535"/>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2" name="Freeform: Shape 3111">
                <a:extLst>
                  <a:ext uri="{FF2B5EF4-FFF2-40B4-BE49-F238E27FC236}">
                    <a16:creationId xmlns:a16="http://schemas.microsoft.com/office/drawing/2014/main" id="{C511F5DB-6D7F-9D5C-D72B-9D9EC4FBE913}"/>
                  </a:ext>
                </a:extLst>
              </p:cNvPr>
              <p:cNvSpPr/>
              <p:nvPr/>
            </p:nvSpPr>
            <p:spPr>
              <a:xfrm>
                <a:off x="7330821" y="1696669"/>
                <a:ext cx="75057" cy="75056"/>
              </a:xfrm>
              <a:custGeom>
                <a:avLst/>
                <a:gdLst>
                  <a:gd name="connsiteX0" fmla="*/ 0 w 75057"/>
                  <a:gd name="connsiteY0" fmla="*/ 0 h 75056"/>
                  <a:gd name="connsiteX1" fmla="*/ 75057 w 75057"/>
                  <a:gd name="connsiteY1" fmla="*/ 0 h 75056"/>
                  <a:gd name="connsiteX2" fmla="*/ 75057 w 75057"/>
                  <a:gd name="connsiteY2" fmla="*/ 75057 h 75056"/>
                  <a:gd name="connsiteX3" fmla="*/ 0 w 75057"/>
                  <a:gd name="connsiteY3" fmla="*/ 75057 h 75056"/>
                </a:gdLst>
                <a:ahLst/>
                <a:cxnLst>
                  <a:cxn ang="0">
                    <a:pos x="connsiteX0" y="connsiteY0"/>
                  </a:cxn>
                  <a:cxn ang="0">
                    <a:pos x="connsiteX1" y="connsiteY1"/>
                  </a:cxn>
                  <a:cxn ang="0">
                    <a:pos x="connsiteX2" y="connsiteY2"/>
                  </a:cxn>
                  <a:cxn ang="0">
                    <a:pos x="connsiteX3" y="connsiteY3"/>
                  </a:cxn>
                </a:cxnLst>
                <a:rect l="l" t="t" r="r" b="b"/>
                <a:pathLst>
                  <a:path w="75057" h="75056">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3" name="Freeform: Shape 3112">
                <a:extLst>
                  <a:ext uri="{FF2B5EF4-FFF2-40B4-BE49-F238E27FC236}">
                    <a16:creationId xmlns:a16="http://schemas.microsoft.com/office/drawing/2014/main" id="{CA6579FB-F2B0-70CA-31DA-90C9BAD169CA}"/>
                  </a:ext>
                </a:extLst>
              </p:cNvPr>
              <p:cNvSpPr/>
              <p:nvPr/>
            </p:nvSpPr>
            <p:spPr>
              <a:xfrm>
                <a:off x="7642517" y="1698764"/>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4" name="Freeform: Shape 3113">
                <a:extLst>
                  <a:ext uri="{FF2B5EF4-FFF2-40B4-BE49-F238E27FC236}">
                    <a16:creationId xmlns:a16="http://schemas.microsoft.com/office/drawing/2014/main" id="{FF8A4D3B-CF3C-E65A-0BE6-4A7E60EDE201}"/>
                  </a:ext>
                </a:extLst>
              </p:cNvPr>
              <p:cNvSpPr/>
              <p:nvPr/>
            </p:nvSpPr>
            <p:spPr>
              <a:xfrm>
                <a:off x="7954251" y="1700898"/>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5" name="Freeform: Shape 3114">
                <a:extLst>
                  <a:ext uri="{FF2B5EF4-FFF2-40B4-BE49-F238E27FC236}">
                    <a16:creationId xmlns:a16="http://schemas.microsoft.com/office/drawing/2014/main" id="{B02B5716-269F-032E-419A-034AD43B4243}"/>
                  </a:ext>
                </a:extLst>
              </p:cNvPr>
              <p:cNvSpPr/>
              <p:nvPr/>
            </p:nvSpPr>
            <p:spPr>
              <a:xfrm>
                <a:off x="8265985" y="1703031"/>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6" name="Freeform: Shape 3115">
                <a:extLst>
                  <a:ext uri="{FF2B5EF4-FFF2-40B4-BE49-F238E27FC236}">
                    <a16:creationId xmlns:a16="http://schemas.microsoft.com/office/drawing/2014/main" id="{2C99A7AB-EADB-0048-EA75-49C6C4721C97}"/>
                  </a:ext>
                </a:extLst>
              </p:cNvPr>
              <p:cNvSpPr/>
              <p:nvPr/>
            </p:nvSpPr>
            <p:spPr>
              <a:xfrm>
                <a:off x="8577719" y="1705127"/>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7" name="Freeform: Shape 3116">
                <a:extLst>
                  <a:ext uri="{FF2B5EF4-FFF2-40B4-BE49-F238E27FC236}">
                    <a16:creationId xmlns:a16="http://schemas.microsoft.com/office/drawing/2014/main" id="{DB4D6DC8-54AA-E99A-F03E-62EC1161837F}"/>
                  </a:ext>
                </a:extLst>
              </p:cNvPr>
              <p:cNvSpPr/>
              <p:nvPr/>
            </p:nvSpPr>
            <p:spPr>
              <a:xfrm>
                <a:off x="8889453" y="1707261"/>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8" name="Freeform: Shape 3117">
                <a:extLst>
                  <a:ext uri="{FF2B5EF4-FFF2-40B4-BE49-F238E27FC236}">
                    <a16:creationId xmlns:a16="http://schemas.microsoft.com/office/drawing/2014/main" id="{604006C7-D545-5A38-79AA-E88ED6B9DC57}"/>
                  </a:ext>
                </a:extLst>
              </p:cNvPr>
              <p:cNvSpPr/>
              <p:nvPr/>
            </p:nvSpPr>
            <p:spPr>
              <a:xfrm>
                <a:off x="9201150" y="1709356"/>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19" name="Freeform: Shape 3118">
                <a:extLst>
                  <a:ext uri="{FF2B5EF4-FFF2-40B4-BE49-F238E27FC236}">
                    <a16:creationId xmlns:a16="http://schemas.microsoft.com/office/drawing/2014/main" id="{FE90A5EA-95DE-6FD8-2FD1-81D2EA080BEA}"/>
                  </a:ext>
                </a:extLst>
              </p:cNvPr>
              <p:cNvSpPr/>
              <p:nvPr/>
            </p:nvSpPr>
            <p:spPr>
              <a:xfrm>
                <a:off x="9512884" y="1711490"/>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0" name="Freeform: Shape 3119">
                <a:extLst>
                  <a:ext uri="{FF2B5EF4-FFF2-40B4-BE49-F238E27FC236}">
                    <a16:creationId xmlns:a16="http://schemas.microsoft.com/office/drawing/2014/main" id="{5DDE93EE-BEE7-C9D8-8EF5-81408E9BE794}"/>
                  </a:ext>
                </a:extLst>
              </p:cNvPr>
              <p:cNvSpPr/>
              <p:nvPr/>
            </p:nvSpPr>
            <p:spPr>
              <a:xfrm>
                <a:off x="9824618" y="1713623"/>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1" name="Freeform: Shape 3120">
                <a:extLst>
                  <a:ext uri="{FF2B5EF4-FFF2-40B4-BE49-F238E27FC236}">
                    <a16:creationId xmlns:a16="http://schemas.microsoft.com/office/drawing/2014/main" id="{52F6CF30-F465-D2DE-68D6-8E8D5EFD5BDB}"/>
                  </a:ext>
                </a:extLst>
              </p:cNvPr>
              <p:cNvSpPr/>
              <p:nvPr/>
            </p:nvSpPr>
            <p:spPr>
              <a:xfrm>
                <a:off x="10136352" y="1715719"/>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2" name="Freeform: Shape 3121">
                <a:extLst>
                  <a:ext uri="{FF2B5EF4-FFF2-40B4-BE49-F238E27FC236}">
                    <a16:creationId xmlns:a16="http://schemas.microsoft.com/office/drawing/2014/main" id="{26576C03-D203-A1EE-37B8-ECDC70CACBC5}"/>
                  </a:ext>
                </a:extLst>
              </p:cNvPr>
              <p:cNvSpPr/>
              <p:nvPr/>
            </p:nvSpPr>
            <p:spPr>
              <a:xfrm>
                <a:off x="10448086" y="1717852"/>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3" name="Freeform: Shape 3122">
                <a:extLst>
                  <a:ext uri="{FF2B5EF4-FFF2-40B4-BE49-F238E27FC236}">
                    <a16:creationId xmlns:a16="http://schemas.microsoft.com/office/drawing/2014/main" id="{94BD7D69-F5BD-62A8-46FB-D7E0BBFFCCD9}"/>
                  </a:ext>
                </a:extLst>
              </p:cNvPr>
              <p:cNvSpPr/>
              <p:nvPr/>
            </p:nvSpPr>
            <p:spPr>
              <a:xfrm>
                <a:off x="10759782" y="1719986"/>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4" name="Freeform: Shape 3123">
                <a:extLst>
                  <a:ext uri="{FF2B5EF4-FFF2-40B4-BE49-F238E27FC236}">
                    <a16:creationId xmlns:a16="http://schemas.microsoft.com/office/drawing/2014/main" id="{BD6C7089-9B3A-1E5F-15AC-93E22A7E0CF1}"/>
                  </a:ext>
                </a:extLst>
              </p:cNvPr>
              <p:cNvSpPr/>
              <p:nvPr/>
            </p:nvSpPr>
            <p:spPr>
              <a:xfrm>
                <a:off x="11071517" y="1722081"/>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5" name="Freeform: Shape 3124">
                <a:extLst>
                  <a:ext uri="{FF2B5EF4-FFF2-40B4-BE49-F238E27FC236}">
                    <a16:creationId xmlns:a16="http://schemas.microsoft.com/office/drawing/2014/main" id="{2B7A86F4-BBC7-363E-E60A-8D6692C8C447}"/>
                  </a:ext>
                </a:extLst>
              </p:cNvPr>
              <p:cNvSpPr/>
              <p:nvPr/>
            </p:nvSpPr>
            <p:spPr>
              <a:xfrm>
                <a:off x="1096289" y="1962416"/>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6" name="Freeform: Shape 3125">
                <a:extLst>
                  <a:ext uri="{FF2B5EF4-FFF2-40B4-BE49-F238E27FC236}">
                    <a16:creationId xmlns:a16="http://schemas.microsoft.com/office/drawing/2014/main" id="{45E9CAFB-FFEA-C48D-32B7-69CDEE693007}"/>
                  </a:ext>
                </a:extLst>
              </p:cNvPr>
              <p:cNvSpPr/>
              <p:nvPr/>
            </p:nvSpPr>
            <p:spPr>
              <a:xfrm>
                <a:off x="1408023" y="1964550"/>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7" name="Freeform: Shape 3126">
                <a:extLst>
                  <a:ext uri="{FF2B5EF4-FFF2-40B4-BE49-F238E27FC236}">
                    <a16:creationId xmlns:a16="http://schemas.microsoft.com/office/drawing/2014/main" id="{7797C0D7-D049-2FBB-B53A-DDF107A4A63B}"/>
                  </a:ext>
                </a:extLst>
              </p:cNvPr>
              <p:cNvSpPr/>
              <p:nvPr/>
            </p:nvSpPr>
            <p:spPr>
              <a:xfrm>
                <a:off x="1719719" y="1966683"/>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8" name="Freeform: Shape 3127">
                <a:extLst>
                  <a:ext uri="{FF2B5EF4-FFF2-40B4-BE49-F238E27FC236}">
                    <a16:creationId xmlns:a16="http://schemas.microsoft.com/office/drawing/2014/main" id="{D25D7303-C159-C6A4-F0D5-2A178AA2FED0}"/>
                  </a:ext>
                </a:extLst>
              </p:cNvPr>
              <p:cNvSpPr/>
              <p:nvPr/>
            </p:nvSpPr>
            <p:spPr>
              <a:xfrm>
                <a:off x="2031453" y="1968779"/>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29" name="Freeform: Shape 3128">
                <a:extLst>
                  <a:ext uri="{FF2B5EF4-FFF2-40B4-BE49-F238E27FC236}">
                    <a16:creationId xmlns:a16="http://schemas.microsoft.com/office/drawing/2014/main" id="{5E1DBFF3-8598-1E81-D4CA-7A12D6277E4E}"/>
                  </a:ext>
                </a:extLst>
              </p:cNvPr>
              <p:cNvSpPr/>
              <p:nvPr/>
            </p:nvSpPr>
            <p:spPr>
              <a:xfrm>
                <a:off x="2343188" y="1970912"/>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0" name="Freeform: Shape 3129">
                <a:extLst>
                  <a:ext uri="{FF2B5EF4-FFF2-40B4-BE49-F238E27FC236}">
                    <a16:creationId xmlns:a16="http://schemas.microsoft.com/office/drawing/2014/main" id="{5F132F28-D5E5-2B6D-8739-5E5A2449E3FA}"/>
                  </a:ext>
                </a:extLst>
              </p:cNvPr>
              <p:cNvSpPr/>
              <p:nvPr/>
            </p:nvSpPr>
            <p:spPr>
              <a:xfrm>
                <a:off x="2654922" y="1973008"/>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1" name="Freeform: Shape 3130">
                <a:extLst>
                  <a:ext uri="{FF2B5EF4-FFF2-40B4-BE49-F238E27FC236}">
                    <a16:creationId xmlns:a16="http://schemas.microsoft.com/office/drawing/2014/main" id="{9E6CD880-9D8E-7F7A-156B-FB1EF3DE8339}"/>
                  </a:ext>
                </a:extLst>
              </p:cNvPr>
              <p:cNvSpPr/>
              <p:nvPr/>
            </p:nvSpPr>
            <p:spPr>
              <a:xfrm>
                <a:off x="2966656" y="1975142"/>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2" name="Freeform: Shape 3131">
                <a:extLst>
                  <a:ext uri="{FF2B5EF4-FFF2-40B4-BE49-F238E27FC236}">
                    <a16:creationId xmlns:a16="http://schemas.microsoft.com/office/drawing/2014/main" id="{06373AD7-59A5-C5A3-98D9-30275114616A}"/>
                  </a:ext>
                </a:extLst>
              </p:cNvPr>
              <p:cNvSpPr/>
              <p:nvPr/>
            </p:nvSpPr>
            <p:spPr>
              <a:xfrm>
                <a:off x="3278352" y="1977275"/>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3" name="Freeform: Shape 3132">
                <a:extLst>
                  <a:ext uri="{FF2B5EF4-FFF2-40B4-BE49-F238E27FC236}">
                    <a16:creationId xmlns:a16="http://schemas.microsoft.com/office/drawing/2014/main" id="{D122CF01-F0AA-B521-2B85-AE918E530CF2}"/>
                  </a:ext>
                </a:extLst>
              </p:cNvPr>
              <p:cNvSpPr/>
              <p:nvPr/>
            </p:nvSpPr>
            <p:spPr>
              <a:xfrm>
                <a:off x="3590086" y="1979371"/>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4" name="Freeform: Shape 3133">
                <a:extLst>
                  <a:ext uri="{FF2B5EF4-FFF2-40B4-BE49-F238E27FC236}">
                    <a16:creationId xmlns:a16="http://schemas.microsoft.com/office/drawing/2014/main" id="{27F84326-73AA-272A-7EDC-9B31351A6C13}"/>
                  </a:ext>
                </a:extLst>
              </p:cNvPr>
              <p:cNvSpPr/>
              <p:nvPr/>
            </p:nvSpPr>
            <p:spPr>
              <a:xfrm>
                <a:off x="3901821" y="1981504"/>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5" name="Freeform: Shape 3134">
                <a:extLst>
                  <a:ext uri="{FF2B5EF4-FFF2-40B4-BE49-F238E27FC236}">
                    <a16:creationId xmlns:a16="http://schemas.microsoft.com/office/drawing/2014/main" id="{4AC1911B-1633-2721-4047-6B3F8CDB2749}"/>
                  </a:ext>
                </a:extLst>
              </p:cNvPr>
              <p:cNvSpPr/>
              <p:nvPr/>
            </p:nvSpPr>
            <p:spPr>
              <a:xfrm>
                <a:off x="4213555" y="1983638"/>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6" name="Freeform: Shape 3135">
                <a:extLst>
                  <a:ext uri="{FF2B5EF4-FFF2-40B4-BE49-F238E27FC236}">
                    <a16:creationId xmlns:a16="http://schemas.microsoft.com/office/drawing/2014/main" id="{1537D264-CF5D-06AB-EE60-7FEED8416D61}"/>
                  </a:ext>
                </a:extLst>
              </p:cNvPr>
              <p:cNvSpPr/>
              <p:nvPr/>
            </p:nvSpPr>
            <p:spPr>
              <a:xfrm>
                <a:off x="4525289" y="1985733"/>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7" name="Freeform: Shape 3136">
                <a:extLst>
                  <a:ext uri="{FF2B5EF4-FFF2-40B4-BE49-F238E27FC236}">
                    <a16:creationId xmlns:a16="http://schemas.microsoft.com/office/drawing/2014/main" id="{F52A11AD-1CC0-0337-8F6C-E5ADAD8E5A1B}"/>
                  </a:ext>
                </a:extLst>
              </p:cNvPr>
              <p:cNvSpPr/>
              <p:nvPr/>
            </p:nvSpPr>
            <p:spPr>
              <a:xfrm>
                <a:off x="4836985" y="1987867"/>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8" name="Freeform: Shape 3137">
                <a:extLst>
                  <a:ext uri="{FF2B5EF4-FFF2-40B4-BE49-F238E27FC236}">
                    <a16:creationId xmlns:a16="http://schemas.microsoft.com/office/drawing/2014/main" id="{977F1A47-FA17-3A10-49BE-059AA37646E7}"/>
                  </a:ext>
                </a:extLst>
              </p:cNvPr>
              <p:cNvSpPr/>
              <p:nvPr/>
            </p:nvSpPr>
            <p:spPr>
              <a:xfrm>
                <a:off x="5148719" y="1989962"/>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39" name="Freeform: Shape 3138">
                <a:extLst>
                  <a:ext uri="{FF2B5EF4-FFF2-40B4-BE49-F238E27FC236}">
                    <a16:creationId xmlns:a16="http://schemas.microsoft.com/office/drawing/2014/main" id="{72ADCF9A-029F-E513-E263-C6438F7BBBBE}"/>
                  </a:ext>
                </a:extLst>
              </p:cNvPr>
              <p:cNvSpPr/>
              <p:nvPr/>
            </p:nvSpPr>
            <p:spPr>
              <a:xfrm>
                <a:off x="5460453" y="1992096"/>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0" name="Freeform: Shape 3139">
                <a:extLst>
                  <a:ext uri="{FF2B5EF4-FFF2-40B4-BE49-F238E27FC236}">
                    <a16:creationId xmlns:a16="http://schemas.microsoft.com/office/drawing/2014/main" id="{D4FEE6C0-E076-28EE-1A5A-3FD94B720A8B}"/>
                  </a:ext>
                </a:extLst>
              </p:cNvPr>
              <p:cNvSpPr/>
              <p:nvPr/>
            </p:nvSpPr>
            <p:spPr>
              <a:xfrm>
                <a:off x="5772188" y="1994230"/>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1" name="Freeform: Shape 3140">
                <a:extLst>
                  <a:ext uri="{FF2B5EF4-FFF2-40B4-BE49-F238E27FC236}">
                    <a16:creationId xmlns:a16="http://schemas.microsoft.com/office/drawing/2014/main" id="{4F58F161-90A2-1A40-3D07-53B68AA2785A}"/>
                  </a:ext>
                </a:extLst>
              </p:cNvPr>
              <p:cNvSpPr/>
              <p:nvPr/>
            </p:nvSpPr>
            <p:spPr>
              <a:xfrm>
                <a:off x="6083884" y="1996325"/>
                <a:ext cx="92011" cy="92011"/>
              </a:xfrm>
              <a:custGeom>
                <a:avLst/>
                <a:gdLst>
                  <a:gd name="connsiteX0" fmla="*/ 0 w 92011"/>
                  <a:gd name="connsiteY0" fmla="*/ 0 h 92011"/>
                  <a:gd name="connsiteX1" fmla="*/ 92011 w 92011"/>
                  <a:gd name="connsiteY1" fmla="*/ 0 h 92011"/>
                  <a:gd name="connsiteX2" fmla="*/ 92011 w 92011"/>
                  <a:gd name="connsiteY2" fmla="*/ 92011 h 92011"/>
                  <a:gd name="connsiteX3" fmla="*/ 0 w 92011"/>
                  <a:gd name="connsiteY3" fmla="*/ 92011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1"/>
                    </a:lnTo>
                    <a:lnTo>
                      <a:pt x="0" y="9201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2" name="Freeform: Shape 3141">
                <a:extLst>
                  <a:ext uri="{FF2B5EF4-FFF2-40B4-BE49-F238E27FC236}">
                    <a16:creationId xmlns:a16="http://schemas.microsoft.com/office/drawing/2014/main" id="{F334AC3B-34CD-9297-AFC8-D94EC32E2576}"/>
                  </a:ext>
                </a:extLst>
              </p:cNvPr>
              <p:cNvSpPr/>
              <p:nvPr/>
            </p:nvSpPr>
            <p:spPr>
              <a:xfrm>
                <a:off x="6395618" y="1998459"/>
                <a:ext cx="87744" cy="87744"/>
              </a:xfrm>
              <a:custGeom>
                <a:avLst/>
                <a:gdLst>
                  <a:gd name="connsiteX0" fmla="*/ 0 w 87744"/>
                  <a:gd name="connsiteY0" fmla="*/ 0 h 87744"/>
                  <a:gd name="connsiteX1" fmla="*/ 87744 w 87744"/>
                  <a:gd name="connsiteY1" fmla="*/ 0 h 87744"/>
                  <a:gd name="connsiteX2" fmla="*/ 87744 w 87744"/>
                  <a:gd name="connsiteY2" fmla="*/ 87745 h 87744"/>
                  <a:gd name="connsiteX3" fmla="*/ 0 w 87744"/>
                  <a:gd name="connsiteY3" fmla="*/ 87745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5"/>
                    </a:lnTo>
                    <a:lnTo>
                      <a:pt x="0" y="8774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3" name="Freeform: Shape 3142">
                <a:extLst>
                  <a:ext uri="{FF2B5EF4-FFF2-40B4-BE49-F238E27FC236}">
                    <a16:creationId xmlns:a16="http://schemas.microsoft.com/office/drawing/2014/main" id="{C5B02C71-58A9-21F5-2BA7-E41FBF4F5750}"/>
                  </a:ext>
                </a:extLst>
              </p:cNvPr>
              <p:cNvSpPr/>
              <p:nvPr/>
            </p:nvSpPr>
            <p:spPr>
              <a:xfrm>
                <a:off x="6707352" y="2000554"/>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4" name="Freeform: Shape 3143">
                <a:extLst>
                  <a:ext uri="{FF2B5EF4-FFF2-40B4-BE49-F238E27FC236}">
                    <a16:creationId xmlns:a16="http://schemas.microsoft.com/office/drawing/2014/main" id="{D5ADF735-79F1-CA04-68D3-4FD24D2F7A05}"/>
                  </a:ext>
                </a:extLst>
              </p:cNvPr>
              <p:cNvSpPr/>
              <p:nvPr/>
            </p:nvSpPr>
            <p:spPr>
              <a:xfrm>
                <a:off x="7019086" y="2002688"/>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5" name="Freeform: Shape 3144">
                <a:extLst>
                  <a:ext uri="{FF2B5EF4-FFF2-40B4-BE49-F238E27FC236}">
                    <a16:creationId xmlns:a16="http://schemas.microsoft.com/office/drawing/2014/main" id="{E6386193-5CD1-6E52-7ADB-BD42B35FDC6C}"/>
                  </a:ext>
                </a:extLst>
              </p:cNvPr>
              <p:cNvSpPr/>
              <p:nvPr/>
            </p:nvSpPr>
            <p:spPr>
              <a:xfrm>
                <a:off x="7330821" y="2004822"/>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6" name="Freeform: Shape 3145">
                <a:extLst>
                  <a:ext uri="{FF2B5EF4-FFF2-40B4-BE49-F238E27FC236}">
                    <a16:creationId xmlns:a16="http://schemas.microsoft.com/office/drawing/2014/main" id="{3359B8C6-B9E8-3598-CC6D-BB5FA9FA9229}"/>
                  </a:ext>
                </a:extLst>
              </p:cNvPr>
              <p:cNvSpPr/>
              <p:nvPr/>
            </p:nvSpPr>
            <p:spPr>
              <a:xfrm>
                <a:off x="7642517" y="2006917"/>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7" name="Freeform: Shape 3146">
                <a:extLst>
                  <a:ext uri="{FF2B5EF4-FFF2-40B4-BE49-F238E27FC236}">
                    <a16:creationId xmlns:a16="http://schemas.microsoft.com/office/drawing/2014/main" id="{7D0CE814-AC84-323A-120A-51CBE814E323}"/>
                  </a:ext>
                </a:extLst>
              </p:cNvPr>
              <p:cNvSpPr/>
              <p:nvPr/>
            </p:nvSpPr>
            <p:spPr>
              <a:xfrm>
                <a:off x="7954251" y="2009051"/>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8" name="Freeform: Shape 3147">
                <a:extLst>
                  <a:ext uri="{FF2B5EF4-FFF2-40B4-BE49-F238E27FC236}">
                    <a16:creationId xmlns:a16="http://schemas.microsoft.com/office/drawing/2014/main" id="{BA3EE74F-0A7C-32ED-A44C-CAB6002D3F00}"/>
                  </a:ext>
                </a:extLst>
              </p:cNvPr>
              <p:cNvSpPr/>
              <p:nvPr/>
            </p:nvSpPr>
            <p:spPr>
              <a:xfrm>
                <a:off x="8265985" y="2011146"/>
                <a:ext cx="62331" cy="62331"/>
              </a:xfrm>
              <a:custGeom>
                <a:avLst/>
                <a:gdLst>
                  <a:gd name="connsiteX0" fmla="*/ 0 w 62331"/>
                  <a:gd name="connsiteY0" fmla="*/ 0 h 62331"/>
                  <a:gd name="connsiteX1" fmla="*/ 62332 w 62331"/>
                  <a:gd name="connsiteY1" fmla="*/ 0 h 62331"/>
                  <a:gd name="connsiteX2" fmla="*/ 62332 w 62331"/>
                  <a:gd name="connsiteY2" fmla="*/ 62331 h 62331"/>
                  <a:gd name="connsiteX3" fmla="*/ 0 w 62331"/>
                  <a:gd name="connsiteY3" fmla="*/ 62331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1"/>
                    </a:lnTo>
                    <a:lnTo>
                      <a:pt x="0" y="6233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49" name="Freeform: Shape 3148">
                <a:extLst>
                  <a:ext uri="{FF2B5EF4-FFF2-40B4-BE49-F238E27FC236}">
                    <a16:creationId xmlns:a16="http://schemas.microsoft.com/office/drawing/2014/main" id="{2141A9B3-5AA3-FF96-39DD-5ECF671075EA}"/>
                  </a:ext>
                </a:extLst>
              </p:cNvPr>
              <p:cNvSpPr/>
              <p:nvPr/>
            </p:nvSpPr>
            <p:spPr>
              <a:xfrm>
                <a:off x="8577719" y="2013280"/>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0" name="Freeform: Shape 3149">
                <a:extLst>
                  <a:ext uri="{FF2B5EF4-FFF2-40B4-BE49-F238E27FC236}">
                    <a16:creationId xmlns:a16="http://schemas.microsoft.com/office/drawing/2014/main" id="{B500ED0B-1A57-D6CA-8DFD-A4FAD2605691}"/>
                  </a:ext>
                </a:extLst>
              </p:cNvPr>
              <p:cNvSpPr/>
              <p:nvPr/>
            </p:nvSpPr>
            <p:spPr>
              <a:xfrm>
                <a:off x="8889453" y="2015413"/>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1" name="Freeform: Shape 3150">
                <a:extLst>
                  <a:ext uri="{FF2B5EF4-FFF2-40B4-BE49-F238E27FC236}">
                    <a16:creationId xmlns:a16="http://schemas.microsoft.com/office/drawing/2014/main" id="{11F32FB5-D067-4A40-B82F-1276DFC237EF}"/>
                  </a:ext>
                </a:extLst>
              </p:cNvPr>
              <p:cNvSpPr/>
              <p:nvPr/>
            </p:nvSpPr>
            <p:spPr>
              <a:xfrm>
                <a:off x="9201150" y="2017509"/>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2" name="Freeform: Shape 3151">
                <a:extLst>
                  <a:ext uri="{FF2B5EF4-FFF2-40B4-BE49-F238E27FC236}">
                    <a16:creationId xmlns:a16="http://schemas.microsoft.com/office/drawing/2014/main" id="{C6AE84FC-1521-BC5D-2036-9856AD1A4398}"/>
                  </a:ext>
                </a:extLst>
              </p:cNvPr>
              <p:cNvSpPr/>
              <p:nvPr/>
            </p:nvSpPr>
            <p:spPr>
              <a:xfrm>
                <a:off x="9512884" y="2019642"/>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3" name="Freeform: Shape 3152">
                <a:extLst>
                  <a:ext uri="{FF2B5EF4-FFF2-40B4-BE49-F238E27FC236}">
                    <a16:creationId xmlns:a16="http://schemas.microsoft.com/office/drawing/2014/main" id="{A859819C-E92B-0FAA-715F-366A5F0DCE83}"/>
                  </a:ext>
                </a:extLst>
              </p:cNvPr>
              <p:cNvSpPr/>
              <p:nvPr/>
            </p:nvSpPr>
            <p:spPr>
              <a:xfrm>
                <a:off x="9824618" y="2021776"/>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4" name="Freeform: Shape 3153">
                <a:extLst>
                  <a:ext uri="{FF2B5EF4-FFF2-40B4-BE49-F238E27FC236}">
                    <a16:creationId xmlns:a16="http://schemas.microsoft.com/office/drawing/2014/main" id="{EBFBEF91-8F8C-8F0C-2B7D-B34179AB44B5}"/>
                  </a:ext>
                </a:extLst>
              </p:cNvPr>
              <p:cNvSpPr/>
              <p:nvPr/>
            </p:nvSpPr>
            <p:spPr>
              <a:xfrm>
                <a:off x="10136352" y="2023872"/>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5" name="Freeform: Shape 3154">
                <a:extLst>
                  <a:ext uri="{FF2B5EF4-FFF2-40B4-BE49-F238E27FC236}">
                    <a16:creationId xmlns:a16="http://schemas.microsoft.com/office/drawing/2014/main" id="{CB71951C-5452-9975-FC65-FB3323CE6B9C}"/>
                  </a:ext>
                </a:extLst>
              </p:cNvPr>
              <p:cNvSpPr/>
              <p:nvPr/>
            </p:nvSpPr>
            <p:spPr>
              <a:xfrm>
                <a:off x="10448086" y="2026005"/>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6" name="Freeform: Shape 3155">
                <a:extLst>
                  <a:ext uri="{FF2B5EF4-FFF2-40B4-BE49-F238E27FC236}">
                    <a16:creationId xmlns:a16="http://schemas.microsoft.com/office/drawing/2014/main" id="{24C1938F-D33E-6A17-33E6-0A9C228ECF9A}"/>
                  </a:ext>
                </a:extLst>
              </p:cNvPr>
              <p:cNvSpPr/>
              <p:nvPr/>
            </p:nvSpPr>
            <p:spPr>
              <a:xfrm>
                <a:off x="10759782" y="2028101"/>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7" name="Freeform: Shape 3156">
                <a:extLst>
                  <a:ext uri="{FF2B5EF4-FFF2-40B4-BE49-F238E27FC236}">
                    <a16:creationId xmlns:a16="http://schemas.microsoft.com/office/drawing/2014/main" id="{E7CB51C1-0901-C3EC-57DF-5B0043572D6E}"/>
                  </a:ext>
                </a:extLst>
              </p:cNvPr>
              <p:cNvSpPr/>
              <p:nvPr/>
            </p:nvSpPr>
            <p:spPr>
              <a:xfrm>
                <a:off x="11071517" y="2030234"/>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8" name="Freeform: Shape 3157">
                <a:extLst>
                  <a:ext uri="{FF2B5EF4-FFF2-40B4-BE49-F238E27FC236}">
                    <a16:creationId xmlns:a16="http://schemas.microsoft.com/office/drawing/2014/main" id="{69E71BFD-C5B0-83E6-BD02-6CF7065C8E4C}"/>
                  </a:ext>
                </a:extLst>
              </p:cNvPr>
              <p:cNvSpPr/>
              <p:nvPr/>
            </p:nvSpPr>
            <p:spPr>
              <a:xfrm>
                <a:off x="1096289" y="2270569"/>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59" name="Freeform: Shape 3158">
                <a:extLst>
                  <a:ext uri="{FF2B5EF4-FFF2-40B4-BE49-F238E27FC236}">
                    <a16:creationId xmlns:a16="http://schemas.microsoft.com/office/drawing/2014/main" id="{5986A391-9E2B-BBCD-AC74-00FBB85A439D}"/>
                  </a:ext>
                </a:extLst>
              </p:cNvPr>
              <p:cNvSpPr/>
              <p:nvPr/>
            </p:nvSpPr>
            <p:spPr>
              <a:xfrm>
                <a:off x="1408023" y="2272703"/>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0" name="Freeform: Shape 3159">
                <a:extLst>
                  <a:ext uri="{FF2B5EF4-FFF2-40B4-BE49-F238E27FC236}">
                    <a16:creationId xmlns:a16="http://schemas.microsoft.com/office/drawing/2014/main" id="{CC7AF1CC-D13B-8439-E5E1-464A05EEFEEB}"/>
                  </a:ext>
                </a:extLst>
              </p:cNvPr>
              <p:cNvSpPr/>
              <p:nvPr/>
            </p:nvSpPr>
            <p:spPr>
              <a:xfrm>
                <a:off x="1719719" y="2274836"/>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1" name="Freeform: Shape 3160">
                <a:extLst>
                  <a:ext uri="{FF2B5EF4-FFF2-40B4-BE49-F238E27FC236}">
                    <a16:creationId xmlns:a16="http://schemas.microsoft.com/office/drawing/2014/main" id="{623CD8B9-0A54-FF40-7074-3CDA3AAF0E21}"/>
                  </a:ext>
                </a:extLst>
              </p:cNvPr>
              <p:cNvSpPr/>
              <p:nvPr/>
            </p:nvSpPr>
            <p:spPr>
              <a:xfrm>
                <a:off x="2031453" y="2276932"/>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2" name="Freeform: Shape 3161">
                <a:extLst>
                  <a:ext uri="{FF2B5EF4-FFF2-40B4-BE49-F238E27FC236}">
                    <a16:creationId xmlns:a16="http://schemas.microsoft.com/office/drawing/2014/main" id="{515B7B09-F5FA-8D19-7291-79FCA5B555AC}"/>
                  </a:ext>
                </a:extLst>
              </p:cNvPr>
              <p:cNvSpPr/>
              <p:nvPr/>
            </p:nvSpPr>
            <p:spPr>
              <a:xfrm>
                <a:off x="2343188" y="2279065"/>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3" name="Freeform: Shape 3162">
                <a:extLst>
                  <a:ext uri="{FF2B5EF4-FFF2-40B4-BE49-F238E27FC236}">
                    <a16:creationId xmlns:a16="http://schemas.microsoft.com/office/drawing/2014/main" id="{AABAF174-1E7C-E1FE-2D4B-8F78FF1674B2}"/>
                  </a:ext>
                </a:extLst>
              </p:cNvPr>
              <p:cNvSpPr/>
              <p:nvPr/>
            </p:nvSpPr>
            <p:spPr>
              <a:xfrm>
                <a:off x="2654922" y="2281161"/>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4" name="Freeform: Shape 3163">
                <a:extLst>
                  <a:ext uri="{FF2B5EF4-FFF2-40B4-BE49-F238E27FC236}">
                    <a16:creationId xmlns:a16="http://schemas.microsoft.com/office/drawing/2014/main" id="{D44B65B7-4AF4-96FE-A166-994A067836FE}"/>
                  </a:ext>
                </a:extLst>
              </p:cNvPr>
              <p:cNvSpPr/>
              <p:nvPr/>
            </p:nvSpPr>
            <p:spPr>
              <a:xfrm>
                <a:off x="2966656" y="2283294"/>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5" name="Freeform: Shape 3164">
                <a:extLst>
                  <a:ext uri="{FF2B5EF4-FFF2-40B4-BE49-F238E27FC236}">
                    <a16:creationId xmlns:a16="http://schemas.microsoft.com/office/drawing/2014/main" id="{56A72605-550A-37F2-4514-AFD6BA93C80F}"/>
                  </a:ext>
                </a:extLst>
              </p:cNvPr>
              <p:cNvSpPr/>
              <p:nvPr/>
            </p:nvSpPr>
            <p:spPr>
              <a:xfrm>
                <a:off x="3278352" y="2285428"/>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6" name="Freeform: Shape 3165">
                <a:extLst>
                  <a:ext uri="{FF2B5EF4-FFF2-40B4-BE49-F238E27FC236}">
                    <a16:creationId xmlns:a16="http://schemas.microsoft.com/office/drawing/2014/main" id="{AB55AB6F-51B9-1824-97E8-B545340AAE81}"/>
                  </a:ext>
                </a:extLst>
              </p:cNvPr>
              <p:cNvSpPr/>
              <p:nvPr/>
            </p:nvSpPr>
            <p:spPr>
              <a:xfrm>
                <a:off x="3590086" y="2287524"/>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7" name="Freeform: Shape 3166">
                <a:extLst>
                  <a:ext uri="{FF2B5EF4-FFF2-40B4-BE49-F238E27FC236}">
                    <a16:creationId xmlns:a16="http://schemas.microsoft.com/office/drawing/2014/main" id="{C5E7E82D-4E59-04BB-E6A6-0AE51FF9CEFE}"/>
                  </a:ext>
                </a:extLst>
              </p:cNvPr>
              <p:cNvSpPr/>
              <p:nvPr/>
            </p:nvSpPr>
            <p:spPr>
              <a:xfrm>
                <a:off x="3901821" y="2289657"/>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8" name="Freeform: Shape 3167">
                <a:extLst>
                  <a:ext uri="{FF2B5EF4-FFF2-40B4-BE49-F238E27FC236}">
                    <a16:creationId xmlns:a16="http://schemas.microsoft.com/office/drawing/2014/main" id="{0A6452AE-0B70-E9A1-FD52-9AD3B7B6B66C}"/>
                  </a:ext>
                </a:extLst>
              </p:cNvPr>
              <p:cNvSpPr/>
              <p:nvPr/>
            </p:nvSpPr>
            <p:spPr>
              <a:xfrm>
                <a:off x="4213555" y="2291753"/>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69" name="Freeform: Shape 3168">
                <a:extLst>
                  <a:ext uri="{FF2B5EF4-FFF2-40B4-BE49-F238E27FC236}">
                    <a16:creationId xmlns:a16="http://schemas.microsoft.com/office/drawing/2014/main" id="{453BACE4-8D38-021C-C44C-9672F917153C}"/>
                  </a:ext>
                </a:extLst>
              </p:cNvPr>
              <p:cNvSpPr/>
              <p:nvPr/>
            </p:nvSpPr>
            <p:spPr>
              <a:xfrm>
                <a:off x="4525289" y="2293886"/>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0" name="Freeform: Shape 3169">
                <a:extLst>
                  <a:ext uri="{FF2B5EF4-FFF2-40B4-BE49-F238E27FC236}">
                    <a16:creationId xmlns:a16="http://schemas.microsoft.com/office/drawing/2014/main" id="{091812CD-824F-44F7-A653-81195097EB5D}"/>
                  </a:ext>
                </a:extLst>
              </p:cNvPr>
              <p:cNvSpPr/>
              <p:nvPr/>
            </p:nvSpPr>
            <p:spPr>
              <a:xfrm>
                <a:off x="4836985" y="229602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1" name="Freeform: Shape 3170">
                <a:extLst>
                  <a:ext uri="{FF2B5EF4-FFF2-40B4-BE49-F238E27FC236}">
                    <a16:creationId xmlns:a16="http://schemas.microsoft.com/office/drawing/2014/main" id="{EC96D0BE-CBDE-82FD-D7B9-6EF11294C306}"/>
                  </a:ext>
                </a:extLst>
              </p:cNvPr>
              <p:cNvSpPr/>
              <p:nvPr/>
            </p:nvSpPr>
            <p:spPr>
              <a:xfrm>
                <a:off x="5148719" y="2298115"/>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2" name="Freeform: Shape 3171">
                <a:extLst>
                  <a:ext uri="{FF2B5EF4-FFF2-40B4-BE49-F238E27FC236}">
                    <a16:creationId xmlns:a16="http://schemas.microsoft.com/office/drawing/2014/main" id="{DBC5265F-0DB6-0D5C-F542-8E24EF53B766}"/>
                  </a:ext>
                </a:extLst>
              </p:cNvPr>
              <p:cNvSpPr/>
              <p:nvPr/>
            </p:nvSpPr>
            <p:spPr>
              <a:xfrm>
                <a:off x="5460453" y="2300249"/>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3" name="Freeform: Shape 3172">
                <a:extLst>
                  <a:ext uri="{FF2B5EF4-FFF2-40B4-BE49-F238E27FC236}">
                    <a16:creationId xmlns:a16="http://schemas.microsoft.com/office/drawing/2014/main" id="{90C3BCE6-13B3-36E6-BC41-FA638AC593CE}"/>
                  </a:ext>
                </a:extLst>
              </p:cNvPr>
              <p:cNvSpPr/>
              <p:nvPr/>
            </p:nvSpPr>
            <p:spPr>
              <a:xfrm>
                <a:off x="5772188" y="2302383"/>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4" name="Freeform: Shape 3173">
                <a:extLst>
                  <a:ext uri="{FF2B5EF4-FFF2-40B4-BE49-F238E27FC236}">
                    <a16:creationId xmlns:a16="http://schemas.microsoft.com/office/drawing/2014/main" id="{BDA25E09-8381-6052-455C-F3528F380897}"/>
                  </a:ext>
                </a:extLst>
              </p:cNvPr>
              <p:cNvSpPr/>
              <p:nvPr/>
            </p:nvSpPr>
            <p:spPr>
              <a:xfrm>
                <a:off x="6083884" y="2304478"/>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5" name="Freeform: Shape 3174">
                <a:extLst>
                  <a:ext uri="{FF2B5EF4-FFF2-40B4-BE49-F238E27FC236}">
                    <a16:creationId xmlns:a16="http://schemas.microsoft.com/office/drawing/2014/main" id="{4E00E133-6A3C-38C3-CFC3-3ED49799641A}"/>
                  </a:ext>
                </a:extLst>
              </p:cNvPr>
              <p:cNvSpPr/>
              <p:nvPr/>
            </p:nvSpPr>
            <p:spPr>
              <a:xfrm>
                <a:off x="6395618" y="2306612"/>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6" name="Freeform: Shape 3175">
                <a:extLst>
                  <a:ext uri="{FF2B5EF4-FFF2-40B4-BE49-F238E27FC236}">
                    <a16:creationId xmlns:a16="http://schemas.microsoft.com/office/drawing/2014/main" id="{FC0CCC65-0F43-6624-6D8B-C708421FC6B5}"/>
                  </a:ext>
                </a:extLst>
              </p:cNvPr>
              <p:cNvSpPr/>
              <p:nvPr/>
            </p:nvSpPr>
            <p:spPr>
              <a:xfrm>
                <a:off x="6707352" y="2308707"/>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7" name="Freeform: Shape 3176">
                <a:extLst>
                  <a:ext uri="{FF2B5EF4-FFF2-40B4-BE49-F238E27FC236}">
                    <a16:creationId xmlns:a16="http://schemas.microsoft.com/office/drawing/2014/main" id="{7BAD69B4-F17A-031D-7BDA-BB78576813E5}"/>
                  </a:ext>
                </a:extLst>
              </p:cNvPr>
              <p:cNvSpPr/>
              <p:nvPr/>
            </p:nvSpPr>
            <p:spPr>
              <a:xfrm>
                <a:off x="7019086" y="2310841"/>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8" name="Freeform: Shape 3177">
                <a:extLst>
                  <a:ext uri="{FF2B5EF4-FFF2-40B4-BE49-F238E27FC236}">
                    <a16:creationId xmlns:a16="http://schemas.microsoft.com/office/drawing/2014/main" id="{E123813D-09F1-D750-A235-FF7D9B5F740D}"/>
                  </a:ext>
                </a:extLst>
              </p:cNvPr>
              <p:cNvSpPr/>
              <p:nvPr/>
            </p:nvSpPr>
            <p:spPr>
              <a:xfrm>
                <a:off x="7330821" y="2312974"/>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79" name="Freeform: Shape 3178">
                <a:extLst>
                  <a:ext uri="{FF2B5EF4-FFF2-40B4-BE49-F238E27FC236}">
                    <a16:creationId xmlns:a16="http://schemas.microsoft.com/office/drawing/2014/main" id="{2B534243-8760-2DC7-1E3F-9CC7AE28FCAF}"/>
                  </a:ext>
                </a:extLst>
              </p:cNvPr>
              <p:cNvSpPr/>
              <p:nvPr/>
            </p:nvSpPr>
            <p:spPr>
              <a:xfrm>
                <a:off x="7642517" y="2315070"/>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0" name="Freeform: Shape 3179">
                <a:extLst>
                  <a:ext uri="{FF2B5EF4-FFF2-40B4-BE49-F238E27FC236}">
                    <a16:creationId xmlns:a16="http://schemas.microsoft.com/office/drawing/2014/main" id="{43E31E55-5AC7-DB55-F576-5FFB0BBDEB7C}"/>
                  </a:ext>
                </a:extLst>
              </p:cNvPr>
              <p:cNvSpPr/>
              <p:nvPr/>
            </p:nvSpPr>
            <p:spPr>
              <a:xfrm>
                <a:off x="7954251" y="2317203"/>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1" name="Freeform: Shape 3180">
                <a:extLst>
                  <a:ext uri="{FF2B5EF4-FFF2-40B4-BE49-F238E27FC236}">
                    <a16:creationId xmlns:a16="http://schemas.microsoft.com/office/drawing/2014/main" id="{D96BF81A-3867-4D30-296B-DE1CD5E4F668}"/>
                  </a:ext>
                </a:extLst>
              </p:cNvPr>
              <p:cNvSpPr/>
              <p:nvPr/>
            </p:nvSpPr>
            <p:spPr>
              <a:xfrm>
                <a:off x="8265985" y="2319299"/>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2" name="Freeform: Shape 3181">
                <a:extLst>
                  <a:ext uri="{FF2B5EF4-FFF2-40B4-BE49-F238E27FC236}">
                    <a16:creationId xmlns:a16="http://schemas.microsoft.com/office/drawing/2014/main" id="{3E493FEC-0358-FDD7-92D0-F825FF2FAAFC}"/>
                  </a:ext>
                </a:extLst>
              </p:cNvPr>
              <p:cNvSpPr/>
              <p:nvPr/>
            </p:nvSpPr>
            <p:spPr>
              <a:xfrm>
                <a:off x="8577719" y="2321433"/>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3" name="Freeform: Shape 3182">
                <a:extLst>
                  <a:ext uri="{FF2B5EF4-FFF2-40B4-BE49-F238E27FC236}">
                    <a16:creationId xmlns:a16="http://schemas.microsoft.com/office/drawing/2014/main" id="{64055930-34CC-897D-41C3-C24DAC1B47D9}"/>
                  </a:ext>
                </a:extLst>
              </p:cNvPr>
              <p:cNvSpPr/>
              <p:nvPr/>
            </p:nvSpPr>
            <p:spPr>
              <a:xfrm>
                <a:off x="8889453" y="2323566"/>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4" name="Freeform: Shape 3183">
                <a:extLst>
                  <a:ext uri="{FF2B5EF4-FFF2-40B4-BE49-F238E27FC236}">
                    <a16:creationId xmlns:a16="http://schemas.microsoft.com/office/drawing/2014/main" id="{1A6B8C20-DF7F-99CF-B9CA-0A811AA1E4C8}"/>
                  </a:ext>
                </a:extLst>
              </p:cNvPr>
              <p:cNvSpPr/>
              <p:nvPr/>
            </p:nvSpPr>
            <p:spPr>
              <a:xfrm>
                <a:off x="9201150" y="2325662"/>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5" name="Freeform: Shape 3184">
                <a:extLst>
                  <a:ext uri="{FF2B5EF4-FFF2-40B4-BE49-F238E27FC236}">
                    <a16:creationId xmlns:a16="http://schemas.microsoft.com/office/drawing/2014/main" id="{35DA2D2F-1B33-0475-0E5A-E625AE10FB38}"/>
                  </a:ext>
                </a:extLst>
              </p:cNvPr>
              <p:cNvSpPr/>
              <p:nvPr/>
            </p:nvSpPr>
            <p:spPr>
              <a:xfrm>
                <a:off x="9512884" y="2327795"/>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6" name="Freeform: Shape 3185">
                <a:extLst>
                  <a:ext uri="{FF2B5EF4-FFF2-40B4-BE49-F238E27FC236}">
                    <a16:creationId xmlns:a16="http://schemas.microsoft.com/office/drawing/2014/main" id="{02633B71-C53A-E926-7E7C-05FEBB4F2FEF}"/>
                  </a:ext>
                </a:extLst>
              </p:cNvPr>
              <p:cNvSpPr/>
              <p:nvPr/>
            </p:nvSpPr>
            <p:spPr>
              <a:xfrm>
                <a:off x="9824618" y="2329891"/>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7" name="Freeform: Shape 3186">
                <a:extLst>
                  <a:ext uri="{FF2B5EF4-FFF2-40B4-BE49-F238E27FC236}">
                    <a16:creationId xmlns:a16="http://schemas.microsoft.com/office/drawing/2014/main" id="{3CFCBCC6-646C-FCF7-FCCA-D8F5BC22F473}"/>
                  </a:ext>
                </a:extLst>
              </p:cNvPr>
              <p:cNvSpPr/>
              <p:nvPr/>
            </p:nvSpPr>
            <p:spPr>
              <a:xfrm>
                <a:off x="10136352" y="2332024"/>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8" name="Freeform: Shape 3187">
                <a:extLst>
                  <a:ext uri="{FF2B5EF4-FFF2-40B4-BE49-F238E27FC236}">
                    <a16:creationId xmlns:a16="http://schemas.microsoft.com/office/drawing/2014/main" id="{01D3660D-82FA-5054-FC39-AFE6D3E95FA4}"/>
                  </a:ext>
                </a:extLst>
              </p:cNvPr>
              <p:cNvSpPr/>
              <p:nvPr/>
            </p:nvSpPr>
            <p:spPr>
              <a:xfrm>
                <a:off x="10448086" y="233415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89" name="Freeform: Shape 3188">
                <a:extLst>
                  <a:ext uri="{FF2B5EF4-FFF2-40B4-BE49-F238E27FC236}">
                    <a16:creationId xmlns:a16="http://schemas.microsoft.com/office/drawing/2014/main" id="{78D2CEE7-624E-5788-9F10-04BB4BFD6BAC}"/>
                  </a:ext>
                </a:extLst>
              </p:cNvPr>
              <p:cNvSpPr/>
              <p:nvPr/>
            </p:nvSpPr>
            <p:spPr>
              <a:xfrm>
                <a:off x="10759782" y="2336253"/>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0" name="Freeform: Shape 3189">
                <a:extLst>
                  <a:ext uri="{FF2B5EF4-FFF2-40B4-BE49-F238E27FC236}">
                    <a16:creationId xmlns:a16="http://schemas.microsoft.com/office/drawing/2014/main" id="{DC3E1438-5B83-8BC4-F42E-1D0902D1EC80}"/>
                  </a:ext>
                </a:extLst>
              </p:cNvPr>
              <p:cNvSpPr/>
              <p:nvPr/>
            </p:nvSpPr>
            <p:spPr>
              <a:xfrm>
                <a:off x="11071517" y="2338387"/>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1" name="Freeform: Shape 3190">
                <a:extLst>
                  <a:ext uri="{FF2B5EF4-FFF2-40B4-BE49-F238E27FC236}">
                    <a16:creationId xmlns:a16="http://schemas.microsoft.com/office/drawing/2014/main" id="{C3C55883-9278-9883-1CBE-286B0549FBDE}"/>
                  </a:ext>
                </a:extLst>
              </p:cNvPr>
              <p:cNvSpPr/>
              <p:nvPr/>
            </p:nvSpPr>
            <p:spPr>
              <a:xfrm>
                <a:off x="1096289" y="2578722"/>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2" name="Freeform: Shape 3191">
                <a:extLst>
                  <a:ext uri="{FF2B5EF4-FFF2-40B4-BE49-F238E27FC236}">
                    <a16:creationId xmlns:a16="http://schemas.microsoft.com/office/drawing/2014/main" id="{8CFB812E-8239-964D-E6A3-A2EEE8333CE3}"/>
                  </a:ext>
                </a:extLst>
              </p:cNvPr>
              <p:cNvSpPr/>
              <p:nvPr/>
            </p:nvSpPr>
            <p:spPr>
              <a:xfrm>
                <a:off x="1408023" y="2580855"/>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3" name="Freeform: Shape 3192">
                <a:extLst>
                  <a:ext uri="{FF2B5EF4-FFF2-40B4-BE49-F238E27FC236}">
                    <a16:creationId xmlns:a16="http://schemas.microsoft.com/office/drawing/2014/main" id="{C2AEAFA9-DD04-9561-0B77-F14FCD4CC1F3}"/>
                  </a:ext>
                </a:extLst>
              </p:cNvPr>
              <p:cNvSpPr/>
              <p:nvPr/>
            </p:nvSpPr>
            <p:spPr>
              <a:xfrm>
                <a:off x="1719719" y="2582951"/>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4" name="Freeform: Shape 3193">
                <a:extLst>
                  <a:ext uri="{FF2B5EF4-FFF2-40B4-BE49-F238E27FC236}">
                    <a16:creationId xmlns:a16="http://schemas.microsoft.com/office/drawing/2014/main" id="{0F78B522-2CDD-45A1-0081-E7599E13B326}"/>
                  </a:ext>
                </a:extLst>
              </p:cNvPr>
              <p:cNvSpPr/>
              <p:nvPr/>
            </p:nvSpPr>
            <p:spPr>
              <a:xfrm>
                <a:off x="2031453" y="2585085"/>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5" name="Freeform: Shape 3194">
                <a:extLst>
                  <a:ext uri="{FF2B5EF4-FFF2-40B4-BE49-F238E27FC236}">
                    <a16:creationId xmlns:a16="http://schemas.microsoft.com/office/drawing/2014/main" id="{37C41E59-3E5B-BE1E-0BDC-0D728DF8D113}"/>
                  </a:ext>
                </a:extLst>
              </p:cNvPr>
              <p:cNvSpPr/>
              <p:nvPr/>
            </p:nvSpPr>
            <p:spPr>
              <a:xfrm>
                <a:off x="2343188" y="2587218"/>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6" name="Freeform: Shape 3195">
                <a:extLst>
                  <a:ext uri="{FF2B5EF4-FFF2-40B4-BE49-F238E27FC236}">
                    <a16:creationId xmlns:a16="http://schemas.microsoft.com/office/drawing/2014/main" id="{E6A890A4-A6CB-FE87-D7B6-AC7DF4A59CE4}"/>
                  </a:ext>
                </a:extLst>
              </p:cNvPr>
              <p:cNvSpPr/>
              <p:nvPr/>
            </p:nvSpPr>
            <p:spPr>
              <a:xfrm>
                <a:off x="2654922" y="2589314"/>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7" name="Freeform: Shape 3196">
                <a:extLst>
                  <a:ext uri="{FF2B5EF4-FFF2-40B4-BE49-F238E27FC236}">
                    <a16:creationId xmlns:a16="http://schemas.microsoft.com/office/drawing/2014/main" id="{A7CE1F09-2BEB-1492-1702-4C8FD587D0EB}"/>
                  </a:ext>
                </a:extLst>
              </p:cNvPr>
              <p:cNvSpPr/>
              <p:nvPr/>
            </p:nvSpPr>
            <p:spPr>
              <a:xfrm>
                <a:off x="2966656" y="2591447"/>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8" name="Freeform: Shape 3197">
                <a:extLst>
                  <a:ext uri="{FF2B5EF4-FFF2-40B4-BE49-F238E27FC236}">
                    <a16:creationId xmlns:a16="http://schemas.microsoft.com/office/drawing/2014/main" id="{FABA22BF-8ADA-2CAE-4F0C-CFA568C1AE3E}"/>
                  </a:ext>
                </a:extLst>
              </p:cNvPr>
              <p:cNvSpPr/>
              <p:nvPr/>
            </p:nvSpPr>
            <p:spPr>
              <a:xfrm>
                <a:off x="3278352" y="2593581"/>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199" name="Freeform: Shape 3198">
                <a:extLst>
                  <a:ext uri="{FF2B5EF4-FFF2-40B4-BE49-F238E27FC236}">
                    <a16:creationId xmlns:a16="http://schemas.microsoft.com/office/drawing/2014/main" id="{D2892AD3-7877-B024-9336-94FAD4DF3CD6}"/>
                  </a:ext>
                </a:extLst>
              </p:cNvPr>
              <p:cNvSpPr/>
              <p:nvPr/>
            </p:nvSpPr>
            <p:spPr>
              <a:xfrm>
                <a:off x="3590086" y="2595676"/>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0" name="Freeform: Shape 3199">
                <a:extLst>
                  <a:ext uri="{FF2B5EF4-FFF2-40B4-BE49-F238E27FC236}">
                    <a16:creationId xmlns:a16="http://schemas.microsoft.com/office/drawing/2014/main" id="{3C5DF65C-65C8-9955-15BA-1BA106F5C00C}"/>
                  </a:ext>
                </a:extLst>
              </p:cNvPr>
              <p:cNvSpPr/>
              <p:nvPr/>
            </p:nvSpPr>
            <p:spPr>
              <a:xfrm>
                <a:off x="3901821" y="2597810"/>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1" name="Freeform: Shape 3200">
                <a:extLst>
                  <a:ext uri="{FF2B5EF4-FFF2-40B4-BE49-F238E27FC236}">
                    <a16:creationId xmlns:a16="http://schemas.microsoft.com/office/drawing/2014/main" id="{74C69064-780E-2C2F-7E80-F3DA9929B4D9}"/>
                  </a:ext>
                </a:extLst>
              </p:cNvPr>
              <p:cNvSpPr/>
              <p:nvPr/>
            </p:nvSpPr>
            <p:spPr>
              <a:xfrm>
                <a:off x="4213555" y="2599905"/>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2" name="Freeform: Shape 3201">
                <a:extLst>
                  <a:ext uri="{FF2B5EF4-FFF2-40B4-BE49-F238E27FC236}">
                    <a16:creationId xmlns:a16="http://schemas.microsoft.com/office/drawing/2014/main" id="{BC80748D-F024-D791-37BC-CA0563FB7D96}"/>
                  </a:ext>
                </a:extLst>
              </p:cNvPr>
              <p:cNvSpPr/>
              <p:nvPr/>
            </p:nvSpPr>
            <p:spPr>
              <a:xfrm>
                <a:off x="4525289" y="2602039"/>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3" name="Freeform: Shape 3202">
                <a:extLst>
                  <a:ext uri="{FF2B5EF4-FFF2-40B4-BE49-F238E27FC236}">
                    <a16:creationId xmlns:a16="http://schemas.microsoft.com/office/drawing/2014/main" id="{C73CC067-BB9E-37F2-CD63-5E98471E8BDF}"/>
                  </a:ext>
                </a:extLst>
              </p:cNvPr>
              <p:cNvSpPr/>
              <p:nvPr/>
            </p:nvSpPr>
            <p:spPr>
              <a:xfrm>
                <a:off x="4836985" y="2604173"/>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4" name="Freeform: Shape 3203">
                <a:extLst>
                  <a:ext uri="{FF2B5EF4-FFF2-40B4-BE49-F238E27FC236}">
                    <a16:creationId xmlns:a16="http://schemas.microsoft.com/office/drawing/2014/main" id="{E8D81BED-05B5-F7A0-5AAA-EF35A80D8634}"/>
                  </a:ext>
                </a:extLst>
              </p:cNvPr>
              <p:cNvSpPr/>
              <p:nvPr/>
            </p:nvSpPr>
            <p:spPr>
              <a:xfrm>
                <a:off x="5148719" y="2606268"/>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5" name="Freeform: Shape 3204">
                <a:extLst>
                  <a:ext uri="{FF2B5EF4-FFF2-40B4-BE49-F238E27FC236}">
                    <a16:creationId xmlns:a16="http://schemas.microsoft.com/office/drawing/2014/main" id="{5B61A8CD-F33A-8531-C2B4-E3D594B507BF}"/>
                  </a:ext>
                </a:extLst>
              </p:cNvPr>
              <p:cNvSpPr/>
              <p:nvPr/>
            </p:nvSpPr>
            <p:spPr>
              <a:xfrm>
                <a:off x="5460453" y="2608402"/>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6" name="Freeform: Shape 3205">
                <a:extLst>
                  <a:ext uri="{FF2B5EF4-FFF2-40B4-BE49-F238E27FC236}">
                    <a16:creationId xmlns:a16="http://schemas.microsoft.com/office/drawing/2014/main" id="{73FF46B9-3704-28E8-114C-4C3E853F4B82}"/>
                  </a:ext>
                </a:extLst>
              </p:cNvPr>
              <p:cNvSpPr/>
              <p:nvPr/>
            </p:nvSpPr>
            <p:spPr>
              <a:xfrm>
                <a:off x="5772188" y="2610497"/>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7" name="Freeform: Shape 3206">
                <a:extLst>
                  <a:ext uri="{FF2B5EF4-FFF2-40B4-BE49-F238E27FC236}">
                    <a16:creationId xmlns:a16="http://schemas.microsoft.com/office/drawing/2014/main" id="{CE126C56-0A46-876C-2A9F-E4F7F9FD7AFB}"/>
                  </a:ext>
                </a:extLst>
              </p:cNvPr>
              <p:cNvSpPr/>
              <p:nvPr/>
            </p:nvSpPr>
            <p:spPr>
              <a:xfrm>
                <a:off x="6083884" y="2612631"/>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8" name="Freeform: Shape 3207">
                <a:extLst>
                  <a:ext uri="{FF2B5EF4-FFF2-40B4-BE49-F238E27FC236}">
                    <a16:creationId xmlns:a16="http://schemas.microsoft.com/office/drawing/2014/main" id="{48F05410-7543-0031-0374-42E0FA8B715F}"/>
                  </a:ext>
                </a:extLst>
              </p:cNvPr>
              <p:cNvSpPr/>
              <p:nvPr/>
            </p:nvSpPr>
            <p:spPr>
              <a:xfrm>
                <a:off x="6395618" y="2614764"/>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09" name="Freeform: Shape 3208">
                <a:extLst>
                  <a:ext uri="{FF2B5EF4-FFF2-40B4-BE49-F238E27FC236}">
                    <a16:creationId xmlns:a16="http://schemas.microsoft.com/office/drawing/2014/main" id="{832D7047-D2E1-B5C4-D3F6-4D532867F21A}"/>
                  </a:ext>
                </a:extLst>
              </p:cNvPr>
              <p:cNvSpPr/>
              <p:nvPr/>
            </p:nvSpPr>
            <p:spPr>
              <a:xfrm>
                <a:off x="6707352" y="2616860"/>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0" name="Freeform: Shape 3209">
                <a:extLst>
                  <a:ext uri="{FF2B5EF4-FFF2-40B4-BE49-F238E27FC236}">
                    <a16:creationId xmlns:a16="http://schemas.microsoft.com/office/drawing/2014/main" id="{9A2D081B-644E-B4F8-D2C4-6396AD7259E7}"/>
                  </a:ext>
                </a:extLst>
              </p:cNvPr>
              <p:cNvSpPr/>
              <p:nvPr/>
            </p:nvSpPr>
            <p:spPr>
              <a:xfrm>
                <a:off x="7019086" y="2618994"/>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1" name="Freeform: Shape 3210">
                <a:extLst>
                  <a:ext uri="{FF2B5EF4-FFF2-40B4-BE49-F238E27FC236}">
                    <a16:creationId xmlns:a16="http://schemas.microsoft.com/office/drawing/2014/main" id="{071E805B-2901-1C48-7623-FD1ED7477E8D}"/>
                  </a:ext>
                </a:extLst>
              </p:cNvPr>
              <p:cNvSpPr/>
              <p:nvPr/>
            </p:nvSpPr>
            <p:spPr>
              <a:xfrm>
                <a:off x="7330821" y="2621089"/>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2" name="Freeform: Shape 3211">
                <a:extLst>
                  <a:ext uri="{FF2B5EF4-FFF2-40B4-BE49-F238E27FC236}">
                    <a16:creationId xmlns:a16="http://schemas.microsoft.com/office/drawing/2014/main" id="{67750829-82E9-E3B8-0127-A9961F96EECE}"/>
                  </a:ext>
                </a:extLst>
              </p:cNvPr>
              <p:cNvSpPr/>
              <p:nvPr/>
            </p:nvSpPr>
            <p:spPr>
              <a:xfrm>
                <a:off x="7642517" y="2623223"/>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3" name="Freeform: Shape 3212">
                <a:extLst>
                  <a:ext uri="{FF2B5EF4-FFF2-40B4-BE49-F238E27FC236}">
                    <a16:creationId xmlns:a16="http://schemas.microsoft.com/office/drawing/2014/main" id="{C2A9E5A3-282C-1967-6069-613EAFE4189D}"/>
                  </a:ext>
                </a:extLst>
              </p:cNvPr>
              <p:cNvSpPr/>
              <p:nvPr/>
            </p:nvSpPr>
            <p:spPr>
              <a:xfrm>
                <a:off x="7954251" y="2625356"/>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4" name="Freeform: Shape 3213">
                <a:extLst>
                  <a:ext uri="{FF2B5EF4-FFF2-40B4-BE49-F238E27FC236}">
                    <a16:creationId xmlns:a16="http://schemas.microsoft.com/office/drawing/2014/main" id="{F3D2B410-C6BD-C30B-E809-A2B41052409D}"/>
                  </a:ext>
                </a:extLst>
              </p:cNvPr>
              <p:cNvSpPr/>
              <p:nvPr/>
            </p:nvSpPr>
            <p:spPr>
              <a:xfrm>
                <a:off x="8265985" y="2627452"/>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5" name="Freeform: Shape 3214">
                <a:extLst>
                  <a:ext uri="{FF2B5EF4-FFF2-40B4-BE49-F238E27FC236}">
                    <a16:creationId xmlns:a16="http://schemas.microsoft.com/office/drawing/2014/main" id="{C9DDE3E8-1CD6-7911-48D6-D59B6CFEC976}"/>
                  </a:ext>
                </a:extLst>
              </p:cNvPr>
              <p:cNvSpPr/>
              <p:nvPr/>
            </p:nvSpPr>
            <p:spPr>
              <a:xfrm>
                <a:off x="8577719" y="2629585"/>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6" name="Freeform: Shape 3215">
                <a:extLst>
                  <a:ext uri="{FF2B5EF4-FFF2-40B4-BE49-F238E27FC236}">
                    <a16:creationId xmlns:a16="http://schemas.microsoft.com/office/drawing/2014/main" id="{EFFFFC0F-7D3B-B3E7-DACF-457CF4F3266B}"/>
                  </a:ext>
                </a:extLst>
              </p:cNvPr>
              <p:cNvSpPr/>
              <p:nvPr/>
            </p:nvSpPr>
            <p:spPr>
              <a:xfrm>
                <a:off x="8889453" y="2631681"/>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7" name="Freeform: Shape 3216">
                <a:extLst>
                  <a:ext uri="{FF2B5EF4-FFF2-40B4-BE49-F238E27FC236}">
                    <a16:creationId xmlns:a16="http://schemas.microsoft.com/office/drawing/2014/main" id="{2988D603-5822-7227-AC6D-9A73F1757C52}"/>
                  </a:ext>
                </a:extLst>
              </p:cNvPr>
              <p:cNvSpPr/>
              <p:nvPr/>
            </p:nvSpPr>
            <p:spPr>
              <a:xfrm>
                <a:off x="9201150" y="2633814"/>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8" name="Freeform: Shape 3217">
                <a:extLst>
                  <a:ext uri="{FF2B5EF4-FFF2-40B4-BE49-F238E27FC236}">
                    <a16:creationId xmlns:a16="http://schemas.microsoft.com/office/drawing/2014/main" id="{B483607D-A0E1-077A-5D69-8EECCC071FBE}"/>
                  </a:ext>
                </a:extLst>
              </p:cNvPr>
              <p:cNvSpPr/>
              <p:nvPr/>
            </p:nvSpPr>
            <p:spPr>
              <a:xfrm>
                <a:off x="9512884" y="263594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19" name="Freeform: Shape 3218">
                <a:extLst>
                  <a:ext uri="{FF2B5EF4-FFF2-40B4-BE49-F238E27FC236}">
                    <a16:creationId xmlns:a16="http://schemas.microsoft.com/office/drawing/2014/main" id="{A611D458-DF0B-3304-F91C-DFE69C6075BF}"/>
                  </a:ext>
                </a:extLst>
              </p:cNvPr>
              <p:cNvSpPr/>
              <p:nvPr/>
            </p:nvSpPr>
            <p:spPr>
              <a:xfrm>
                <a:off x="9824618" y="2638044"/>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0" name="Freeform: Shape 3219">
                <a:extLst>
                  <a:ext uri="{FF2B5EF4-FFF2-40B4-BE49-F238E27FC236}">
                    <a16:creationId xmlns:a16="http://schemas.microsoft.com/office/drawing/2014/main" id="{F1B82BA7-69F4-ECFB-3DE8-3E2ECBFC53C0}"/>
                  </a:ext>
                </a:extLst>
              </p:cNvPr>
              <p:cNvSpPr/>
              <p:nvPr/>
            </p:nvSpPr>
            <p:spPr>
              <a:xfrm>
                <a:off x="10136352" y="2640177"/>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1" name="Freeform: Shape 3220">
                <a:extLst>
                  <a:ext uri="{FF2B5EF4-FFF2-40B4-BE49-F238E27FC236}">
                    <a16:creationId xmlns:a16="http://schemas.microsoft.com/office/drawing/2014/main" id="{44746C2D-2A0B-C7A8-CE0A-A3916061DC6B}"/>
                  </a:ext>
                </a:extLst>
              </p:cNvPr>
              <p:cNvSpPr/>
              <p:nvPr/>
            </p:nvSpPr>
            <p:spPr>
              <a:xfrm>
                <a:off x="10448086" y="2642311"/>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2" name="Freeform: Shape 3221">
                <a:extLst>
                  <a:ext uri="{FF2B5EF4-FFF2-40B4-BE49-F238E27FC236}">
                    <a16:creationId xmlns:a16="http://schemas.microsoft.com/office/drawing/2014/main" id="{A6B7358C-E306-2C90-B07D-A18F926258B8}"/>
                  </a:ext>
                </a:extLst>
              </p:cNvPr>
              <p:cNvSpPr/>
              <p:nvPr/>
            </p:nvSpPr>
            <p:spPr>
              <a:xfrm>
                <a:off x="10759782" y="2644406"/>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3" name="Freeform: Shape 3222">
                <a:extLst>
                  <a:ext uri="{FF2B5EF4-FFF2-40B4-BE49-F238E27FC236}">
                    <a16:creationId xmlns:a16="http://schemas.microsoft.com/office/drawing/2014/main" id="{A8962E3A-C58F-DB1F-339E-62B37ABD23AA}"/>
                  </a:ext>
                </a:extLst>
              </p:cNvPr>
              <p:cNvSpPr/>
              <p:nvPr/>
            </p:nvSpPr>
            <p:spPr>
              <a:xfrm>
                <a:off x="11071517" y="2646540"/>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4" name="Freeform: Shape 3223">
                <a:extLst>
                  <a:ext uri="{FF2B5EF4-FFF2-40B4-BE49-F238E27FC236}">
                    <a16:creationId xmlns:a16="http://schemas.microsoft.com/office/drawing/2014/main" id="{37DA7735-0B0B-5C92-CBA9-4ED9B72BCC7D}"/>
                  </a:ext>
                </a:extLst>
              </p:cNvPr>
              <p:cNvSpPr/>
              <p:nvPr/>
            </p:nvSpPr>
            <p:spPr>
              <a:xfrm>
                <a:off x="1096289" y="2886875"/>
                <a:ext cx="159791" cy="159791"/>
              </a:xfrm>
              <a:custGeom>
                <a:avLst/>
                <a:gdLst>
                  <a:gd name="connsiteX0" fmla="*/ 0 w 159791"/>
                  <a:gd name="connsiteY0" fmla="*/ 0 h 159791"/>
                  <a:gd name="connsiteX1" fmla="*/ 159791 w 159791"/>
                  <a:gd name="connsiteY1" fmla="*/ 0 h 159791"/>
                  <a:gd name="connsiteX2" fmla="*/ 159791 w 159791"/>
                  <a:gd name="connsiteY2" fmla="*/ 159792 h 159791"/>
                  <a:gd name="connsiteX3" fmla="*/ 0 w 159791"/>
                  <a:gd name="connsiteY3" fmla="*/ 159792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2"/>
                    </a:lnTo>
                    <a:lnTo>
                      <a:pt x="0" y="15979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5" name="Freeform: Shape 3224">
                <a:extLst>
                  <a:ext uri="{FF2B5EF4-FFF2-40B4-BE49-F238E27FC236}">
                    <a16:creationId xmlns:a16="http://schemas.microsoft.com/office/drawing/2014/main" id="{3C88F23E-F698-AD2A-2EDE-296E4141F601}"/>
                  </a:ext>
                </a:extLst>
              </p:cNvPr>
              <p:cNvSpPr/>
              <p:nvPr/>
            </p:nvSpPr>
            <p:spPr>
              <a:xfrm>
                <a:off x="1408023" y="2889008"/>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6" name="Freeform: Shape 3225">
                <a:extLst>
                  <a:ext uri="{FF2B5EF4-FFF2-40B4-BE49-F238E27FC236}">
                    <a16:creationId xmlns:a16="http://schemas.microsoft.com/office/drawing/2014/main" id="{C4651319-CE72-7D98-8B79-4151CEB0A14F}"/>
                  </a:ext>
                </a:extLst>
              </p:cNvPr>
              <p:cNvSpPr/>
              <p:nvPr/>
            </p:nvSpPr>
            <p:spPr>
              <a:xfrm>
                <a:off x="1719719" y="2891104"/>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7" name="Freeform: Shape 3226">
                <a:extLst>
                  <a:ext uri="{FF2B5EF4-FFF2-40B4-BE49-F238E27FC236}">
                    <a16:creationId xmlns:a16="http://schemas.microsoft.com/office/drawing/2014/main" id="{0FDE3664-420D-4A38-9D3C-B825EDCAF555}"/>
                  </a:ext>
                </a:extLst>
              </p:cNvPr>
              <p:cNvSpPr/>
              <p:nvPr/>
            </p:nvSpPr>
            <p:spPr>
              <a:xfrm>
                <a:off x="2031453" y="2893237"/>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8" name="Freeform: Shape 3227">
                <a:extLst>
                  <a:ext uri="{FF2B5EF4-FFF2-40B4-BE49-F238E27FC236}">
                    <a16:creationId xmlns:a16="http://schemas.microsoft.com/office/drawing/2014/main" id="{AB49B920-8EA5-8523-554D-BC380E6F6633}"/>
                  </a:ext>
                </a:extLst>
              </p:cNvPr>
              <p:cNvSpPr/>
              <p:nvPr/>
            </p:nvSpPr>
            <p:spPr>
              <a:xfrm>
                <a:off x="2343188" y="2895371"/>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29" name="Freeform: Shape 3228">
                <a:extLst>
                  <a:ext uri="{FF2B5EF4-FFF2-40B4-BE49-F238E27FC236}">
                    <a16:creationId xmlns:a16="http://schemas.microsoft.com/office/drawing/2014/main" id="{F882E322-E0C8-65DD-DE94-B0FD2B74B205}"/>
                  </a:ext>
                </a:extLst>
              </p:cNvPr>
              <p:cNvSpPr/>
              <p:nvPr/>
            </p:nvSpPr>
            <p:spPr>
              <a:xfrm>
                <a:off x="2654922" y="2897466"/>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0" name="Freeform: Shape 3229">
                <a:extLst>
                  <a:ext uri="{FF2B5EF4-FFF2-40B4-BE49-F238E27FC236}">
                    <a16:creationId xmlns:a16="http://schemas.microsoft.com/office/drawing/2014/main" id="{BE898205-67C5-3013-C288-CD00FBE1A90F}"/>
                  </a:ext>
                </a:extLst>
              </p:cNvPr>
              <p:cNvSpPr/>
              <p:nvPr/>
            </p:nvSpPr>
            <p:spPr>
              <a:xfrm>
                <a:off x="2966656" y="2899600"/>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1" name="Freeform: Shape 3230">
                <a:extLst>
                  <a:ext uri="{FF2B5EF4-FFF2-40B4-BE49-F238E27FC236}">
                    <a16:creationId xmlns:a16="http://schemas.microsoft.com/office/drawing/2014/main" id="{1CE5590F-8EA1-71B3-0B58-BFB6C15C7404}"/>
                  </a:ext>
                </a:extLst>
              </p:cNvPr>
              <p:cNvSpPr/>
              <p:nvPr/>
            </p:nvSpPr>
            <p:spPr>
              <a:xfrm>
                <a:off x="3278352" y="2901696"/>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2" name="Freeform: Shape 3231">
                <a:extLst>
                  <a:ext uri="{FF2B5EF4-FFF2-40B4-BE49-F238E27FC236}">
                    <a16:creationId xmlns:a16="http://schemas.microsoft.com/office/drawing/2014/main" id="{7B245CE5-6C86-F3DB-C710-E79A80E87649}"/>
                  </a:ext>
                </a:extLst>
              </p:cNvPr>
              <p:cNvSpPr/>
              <p:nvPr/>
            </p:nvSpPr>
            <p:spPr>
              <a:xfrm>
                <a:off x="3590086" y="2903829"/>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3" name="Freeform: Shape 3232">
                <a:extLst>
                  <a:ext uri="{FF2B5EF4-FFF2-40B4-BE49-F238E27FC236}">
                    <a16:creationId xmlns:a16="http://schemas.microsoft.com/office/drawing/2014/main" id="{09F39F93-B5C1-9C6F-F096-3220C077182B}"/>
                  </a:ext>
                </a:extLst>
              </p:cNvPr>
              <p:cNvSpPr/>
              <p:nvPr/>
            </p:nvSpPr>
            <p:spPr>
              <a:xfrm>
                <a:off x="3901821" y="2905963"/>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4" name="Freeform: Shape 3233">
                <a:extLst>
                  <a:ext uri="{FF2B5EF4-FFF2-40B4-BE49-F238E27FC236}">
                    <a16:creationId xmlns:a16="http://schemas.microsoft.com/office/drawing/2014/main" id="{15E332FC-F040-1704-CE6D-8E1A5080493C}"/>
                  </a:ext>
                </a:extLst>
              </p:cNvPr>
              <p:cNvSpPr/>
              <p:nvPr/>
            </p:nvSpPr>
            <p:spPr>
              <a:xfrm>
                <a:off x="4213555" y="2908058"/>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5" name="Freeform: Shape 3234">
                <a:extLst>
                  <a:ext uri="{FF2B5EF4-FFF2-40B4-BE49-F238E27FC236}">
                    <a16:creationId xmlns:a16="http://schemas.microsoft.com/office/drawing/2014/main" id="{50CEF314-4D1E-72FF-883E-2308A2E44502}"/>
                  </a:ext>
                </a:extLst>
              </p:cNvPr>
              <p:cNvSpPr/>
              <p:nvPr/>
            </p:nvSpPr>
            <p:spPr>
              <a:xfrm>
                <a:off x="4525289" y="2910192"/>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6" name="Freeform: Shape 3235">
                <a:extLst>
                  <a:ext uri="{FF2B5EF4-FFF2-40B4-BE49-F238E27FC236}">
                    <a16:creationId xmlns:a16="http://schemas.microsoft.com/office/drawing/2014/main" id="{E3B66E29-150D-1FC5-5A48-93FD9E5A26A7}"/>
                  </a:ext>
                </a:extLst>
              </p:cNvPr>
              <p:cNvSpPr/>
              <p:nvPr/>
            </p:nvSpPr>
            <p:spPr>
              <a:xfrm>
                <a:off x="4836985" y="2912287"/>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7" name="Freeform: Shape 3236">
                <a:extLst>
                  <a:ext uri="{FF2B5EF4-FFF2-40B4-BE49-F238E27FC236}">
                    <a16:creationId xmlns:a16="http://schemas.microsoft.com/office/drawing/2014/main" id="{5898CC41-A77F-8670-6722-CF3BCA6EE3C9}"/>
                  </a:ext>
                </a:extLst>
              </p:cNvPr>
              <p:cNvSpPr/>
              <p:nvPr/>
            </p:nvSpPr>
            <p:spPr>
              <a:xfrm>
                <a:off x="5148719" y="2914421"/>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8" name="Freeform: Shape 3237">
                <a:extLst>
                  <a:ext uri="{FF2B5EF4-FFF2-40B4-BE49-F238E27FC236}">
                    <a16:creationId xmlns:a16="http://schemas.microsoft.com/office/drawing/2014/main" id="{13E0D365-9118-490E-E2F3-42A7EE07D588}"/>
                  </a:ext>
                </a:extLst>
              </p:cNvPr>
              <p:cNvSpPr/>
              <p:nvPr/>
            </p:nvSpPr>
            <p:spPr>
              <a:xfrm>
                <a:off x="5460453" y="2916555"/>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39" name="Freeform: Shape 3238">
                <a:extLst>
                  <a:ext uri="{FF2B5EF4-FFF2-40B4-BE49-F238E27FC236}">
                    <a16:creationId xmlns:a16="http://schemas.microsoft.com/office/drawing/2014/main" id="{293F82D2-D033-79AE-ED7C-A7F58744764C}"/>
                  </a:ext>
                </a:extLst>
              </p:cNvPr>
              <p:cNvSpPr/>
              <p:nvPr/>
            </p:nvSpPr>
            <p:spPr>
              <a:xfrm>
                <a:off x="5772188" y="2918650"/>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0" name="Freeform: Shape 3239">
                <a:extLst>
                  <a:ext uri="{FF2B5EF4-FFF2-40B4-BE49-F238E27FC236}">
                    <a16:creationId xmlns:a16="http://schemas.microsoft.com/office/drawing/2014/main" id="{C75A7460-C0E3-75C9-258F-71781402370F}"/>
                  </a:ext>
                </a:extLst>
              </p:cNvPr>
              <p:cNvSpPr/>
              <p:nvPr/>
            </p:nvSpPr>
            <p:spPr>
              <a:xfrm>
                <a:off x="6083884" y="2920784"/>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1" name="Freeform: Shape 3240">
                <a:extLst>
                  <a:ext uri="{FF2B5EF4-FFF2-40B4-BE49-F238E27FC236}">
                    <a16:creationId xmlns:a16="http://schemas.microsoft.com/office/drawing/2014/main" id="{1AF3F6D2-E389-286C-3D2B-B392B0938133}"/>
                  </a:ext>
                </a:extLst>
              </p:cNvPr>
              <p:cNvSpPr/>
              <p:nvPr/>
            </p:nvSpPr>
            <p:spPr>
              <a:xfrm>
                <a:off x="6395618" y="2922879"/>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2" name="Freeform: Shape 3241">
                <a:extLst>
                  <a:ext uri="{FF2B5EF4-FFF2-40B4-BE49-F238E27FC236}">
                    <a16:creationId xmlns:a16="http://schemas.microsoft.com/office/drawing/2014/main" id="{3F191313-278C-116E-EA37-A59EB4C6D9F3}"/>
                  </a:ext>
                </a:extLst>
              </p:cNvPr>
              <p:cNvSpPr/>
              <p:nvPr/>
            </p:nvSpPr>
            <p:spPr>
              <a:xfrm>
                <a:off x="6707352" y="2925013"/>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3" name="Freeform: Shape 3242">
                <a:extLst>
                  <a:ext uri="{FF2B5EF4-FFF2-40B4-BE49-F238E27FC236}">
                    <a16:creationId xmlns:a16="http://schemas.microsoft.com/office/drawing/2014/main" id="{76ECDBEE-7FDD-B6EA-3CA4-1793583B8627}"/>
                  </a:ext>
                </a:extLst>
              </p:cNvPr>
              <p:cNvSpPr/>
              <p:nvPr/>
            </p:nvSpPr>
            <p:spPr>
              <a:xfrm>
                <a:off x="7019086" y="2927146"/>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4" name="Freeform: Shape 3243">
                <a:extLst>
                  <a:ext uri="{FF2B5EF4-FFF2-40B4-BE49-F238E27FC236}">
                    <a16:creationId xmlns:a16="http://schemas.microsoft.com/office/drawing/2014/main" id="{5B98AB0A-C50D-DB5E-7A10-AC3D7545EB73}"/>
                  </a:ext>
                </a:extLst>
              </p:cNvPr>
              <p:cNvSpPr/>
              <p:nvPr/>
            </p:nvSpPr>
            <p:spPr>
              <a:xfrm>
                <a:off x="7330821" y="2929242"/>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5" name="Freeform: Shape 3244">
                <a:extLst>
                  <a:ext uri="{FF2B5EF4-FFF2-40B4-BE49-F238E27FC236}">
                    <a16:creationId xmlns:a16="http://schemas.microsoft.com/office/drawing/2014/main" id="{E92088EB-0EC5-5BC7-D533-3465BC3CF02C}"/>
                  </a:ext>
                </a:extLst>
              </p:cNvPr>
              <p:cNvSpPr/>
              <p:nvPr/>
            </p:nvSpPr>
            <p:spPr>
              <a:xfrm>
                <a:off x="7642517" y="2931375"/>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6" name="Freeform: Shape 3245">
                <a:extLst>
                  <a:ext uri="{FF2B5EF4-FFF2-40B4-BE49-F238E27FC236}">
                    <a16:creationId xmlns:a16="http://schemas.microsoft.com/office/drawing/2014/main" id="{2EF18040-FD48-99B7-0198-1CF037C591D5}"/>
                  </a:ext>
                </a:extLst>
              </p:cNvPr>
              <p:cNvSpPr/>
              <p:nvPr/>
            </p:nvSpPr>
            <p:spPr>
              <a:xfrm>
                <a:off x="7954251" y="2933509"/>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7" name="Freeform: Shape 3246">
                <a:extLst>
                  <a:ext uri="{FF2B5EF4-FFF2-40B4-BE49-F238E27FC236}">
                    <a16:creationId xmlns:a16="http://schemas.microsoft.com/office/drawing/2014/main" id="{0136B227-7B76-B68B-BF7F-B0E0D398D22F}"/>
                  </a:ext>
                </a:extLst>
              </p:cNvPr>
              <p:cNvSpPr/>
              <p:nvPr/>
            </p:nvSpPr>
            <p:spPr>
              <a:xfrm>
                <a:off x="8265985" y="2935605"/>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8" name="Freeform: Shape 3247">
                <a:extLst>
                  <a:ext uri="{FF2B5EF4-FFF2-40B4-BE49-F238E27FC236}">
                    <a16:creationId xmlns:a16="http://schemas.microsoft.com/office/drawing/2014/main" id="{EF602A3B-0FAA-7264-3262-403DDDAD6034}"/>
                  </a:ext>
                </a:extLst>
              </p:cNvPr>
              <p:cNvSpPr/>
              <p:nvPr/>
            </p:nvSpPr>
            <p:spPr>
              <a:xfrm>
                <a:off x="8577719" y="2937738"/>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49" name="Freeform: Shape 3248">
                <a:extLst>
                  <a:ext uri="{FF2B5EF4-FFF2-40B4-BE49-F238E27FC236}">
                    <a16:creationId xmlns:a16="http://schemas.microsoft.com/office/drawing/2014/main" id="{9EDCD858-C272-C1A2-D3E6-6FF1B6D31A8C}"/>
                  </a:ext>
                </a:extLst>
              </p:cNvPr>
              <p:cNvSpPr/>
              <p:nvPr/>
            </p:nvSpPr>
            <p:spPr>
              <a:xfrm>
                <a:off x="8889453" y="2939834"/>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0" name="Freeform: Shape 3249">
                <a:extLst>
                  <a:ext uri="{FF2B5EF4-FFF2-40B4-BE49-F238E27FC236}">
                    <a16:creationId xmlns:a16="http://schemas.microsoft.com/office/drawing/2014/main" id="{405C89B4-296B-C2FF-C238-694C55EB945E}"/>
                  </a:ext>
                </a:extLst>
              </p:cNvPr>
              <p:cNvSpPr/>
              <p:nvPr/>
            </p:nvSpPr>
            <p:spPr>
              <a:xfrm>
                <a:off x="9201150" y="2941967"/>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1" name="Freeform: Shape 3250">
                <a:extLst>
                  <a:ext uri="{FF2B5EF4-FFF2-40B4-BE49-F238E27FC236}">
                    <a16:creationId xmlns:a16="http://schemas.microsoft.com/office/drawing/2014/main" id="{174D20EB-64A6-0B0F-79D9-6F47736DD8A1}"/>
                  </a:ext>
                </a:extLst>
              </p:cNvPr>
              <p:cNvSpPr/>
              <p:nvPr/>
            </p:nvSpPr>
            <p:spPr>
              <a:xfrm>
                <a:off x="9512884" y="2944101"/>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2" name="Freeform: Shape 3251">
                <a:extLst>
                  <a:ext uri="{FF2B5EF4-FFF2-40B4-BE49-F238E27FC236}">
                    <a16:creationId xmlns:a16="http://schemas.microsoft.com/office/drawing/2014/main" id="{EBA16C59-4DFB-36EF-1A19-5C1418489983}"/>
                  </a:ext>
                </a:extLst>
              </p:cNvPr>
              <p:cNvSpPr/>
              <p:nvPr/>
            </p:nvSpPr>
            <p:spPr>
              <a:xfrm>
                <a:off x="9824618" y="2946196"/>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3" name="Freeform: Shape 3252">
                <a:extLst>
                  <a:ext uri="{FF2B5EF4-FFF2-40B4-BE49-F238E27FC236}">
                    <a16:creationId xmlns:a16="http://schemas.microsoft.com/office/drawing/2014/main" id="{460F4256-C4C0-DA85-46A5-BF284909FFE1}"/>
                  </a:ext>
                </a:extLst>
              </p:cNvPr>
              <p:cNvSpPr/>
              <p:nvPr/>
            </p:nvSpPr>
            <p:spPr>
              <a:xfrm>
                <a:off x="10136352" y="2948330"/>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4" name="Freeform: Shape 3253">
                <a:extLst>
                  <a:ext uri="{FF2B5EF4-FFF2-40B4-BE49-F238E27FC236}">
                    <a16:creationId xmlns:a16="http://schemas.microsoft.com/office/drawing/2014/main" id="{4FA98E85-823E-EB72-D127-6CE8B2B99F8C}"/>
                  </a:ext>
                </a:extLst>
              </p:cNvPr>
              <p:cNvSpPr/>
              <p:nvPr/>
            </p:nvSpPr>
            <p:spPr>
              <a:xfrm>
                <a:off x="10448086" y="2950425"/>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5" name="Freeform: Shape 3254">
                <a:extLst>
                  <a:ext uri="{FF2B5EF4-FFF2-40B4-BE49-F238E27FC236}">
                    <a16:creationId xmlns:a16="http://schemas.microsoft.com/office/drawing/2014/main" id="{ABBCC051-BA97-EA30-8D36-EEC8239FDC41}"/>
                  </a:ext>
                </a:extLst>
              </p:cNvPr>
              <p:cNvSpPr/>
              <p:nvPr/>
            </p:nvSpPr>
            <p:spPr>
              <a:xfrm>
                <a:off x="10759782" y="2952559"/>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6" name="Freeform: Shape 3255">
                <a:extLst>
                  <a:ext uri="{FF2B5EF4-FFF2-40B4-BE49-F238E27FC236}">
                    <a16:creationId xmlns:a16="http://schemas.microsoft.com/office/drawing/2014/main" id="{FA197C60-F7AD-2169-5874-35691F3664F8}"/>
                  </a:ext>
                </a:extLst>
              </p:cNvPr>
              <p:cNvSpPr/>
              <p:nvPr/>
            </p:nvSpPr>
            <p:spPr>
              <a:xfrm>
                <a:off x="11071517" y="2954693"/>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7" name="Freeform: Shape 3256">
                <a:extLst>
                  <a:ext uri="{FF2B5EF4-FFF2-40B4-BE49-F238E27FC236}">
                    <a16:creationId xmlns:a16="http://schemas.microsoft.com/office/drawing/2014/main" id="{75ADBEAC-6C48-18D3-344F-D63D61A5BB3C}"/>
                  </a:ext>
                </a:extLst>
              </p:cNvPr>
              <p:cNvSpPr/>
              <p:nvPr/>
            </p:nvSpPr>
            <p:spPr>
              <a:xfrm>
                <a:off x="1096289" y="3195027"/>
                <a:ext cx="159791" cy="159791"/>
              </a:xfrm>
              <a:custGeom>
                <a:avLst/>
                <a:gdLst>
                  <a:gd name="connsiteX0" fmla="*/ 0 w 159791"/>
                  <a:gd name="connsiteY0" fmla="*/ 0 h 159791"/>
                  <a:gd name="connsiteX1" fmla="*/ 159791 w 159791"/>
                  <a:gd name="connsiteY1" fmla="*/ 0 h 159791"/>
                  <a:gd name="connsiteX2" fmla="*/ 159791 w 159791"/>
                  <a:gd name="connsiteY2" fmla="*/ 159792 h 159791"/>
                  <a:gd name="connsiteX3" fmla="*/ 0 w 159791"/>
                  <a:gd name="connsiteY3" fmla="*/ 159792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2"/>
                    </a:lnTo>
                    <a:lnTo>
                      <a:pt x="0" y="15979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8" name="Freeform: Shape 3257">
                <a:extLst>
                  <a:ext uri="{FF2B5EF4-FFF2-40B4-BE49-F238E27FC236}">
                    <a16:creationId xmlns:a16="http://schemas.microsoft.com/office/drawing/2014/main" id="{65F46328-B7CA-68D9-B93A-795D62AD23FF}"/>
                  </a:ext>
                </a:extLst>
              </p:cNvPr>
              <p:cNvSpPr/>
              <p:nvPr/>
            </p:nvSpPr>
            <p:spPr>
              <a:xfrm>
                <a:off x="1408023" y="3197161"/>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59" name="Freeform: Shape 3258">
                <a:extLst>
                  <a:ext uri="{FF2B5EF4-FFF2-40B4-BE49-F238E27FC236}">
                    <a16:creationId xmlns:a16="http://schemas.microsoft.com/office/drawing/2014/main" id="{EF42A691-7AA7-2D0C-9C99-EB543EB54880}"/>
                  </a:ext>
                </a:extLst>
              </p:cNvPr>
              <p:cNvSpPr/>
              <p:nvPr/>
            </p:nvSpPr>
            <p:spPr>
              <a:xfrm>
                <a:off x="1719719" y="3199257"/>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0" name="Freeform: Shape 3259">
                <a:extLst>
                  <a:ext uri="{FF2B5EF4-FFF2-40B4-BE49-F238E27FC236}">
                    <a16:creationId xmlns:a16="http://schemas.microsoft.com/office/drawing/2014/main" id="{D8E8CD2C-24E4-D0D8-4CBD-B8B776317472}"/>
                  </a:ext>
                </a:extLst>
              </p:cNvPr>
              <p:cNvSpPr/>
              <p:nvPr/>
            </p:nvSpPr>
            <p:spPr>
              <a:xfrm>
                <a:off x="2031453" y="3201390"/>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1" name="Freeform: Shape 3260">
                <a:extLst>
                  <a:ext uri="{FF2B5EF4-FFF2-40B4-BE49-F238E27FC236}">
                    <a16:creationId xmlns:a16="http://schemas.microsoft.com/office/drawing/2014/main" id="{8D8492A4-A258-9570-83CE-E4D69A0A05C6}"/>
                  </a:ext>
                </a:extLst>
              </p:cNvPr>
              <p:cNvSpPr/>
              <p:nvPr/>
            </p:nvSpPr>
            <p:spPr>
              <a:xfrm>
                <a:off x="2343188" y="3203486"/>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2" name="Freeform: Shape 3261">
                <a:extLst>
                  <a:ext uri="{FF2B5EF4-FFF2-40B4-BE49-F238E27FC236}">
                    <a16:creationId xmlns:a16="http://schemas.microsoft.com/office/drawing/2014/main" id="{6E360A35-505B-E63F-354E-C2860CFE7FE8}"/>
                  </a:ext>
                </a:extLst>
              </p:cNvPr>
              <p:cNvSpPr/>
              <p:nvPr/>
            </p:nvSpPr>
            <p:spPr>
              <a:xfrm>
                <a:off x="2654922" y="3205619"/>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3" name="Freeform: Shape 3262">
                <a:extLst>
                  <a:ext uri="{FF2B5EF4-FFF2-40B4-BE49-F238E27FC236}">
                    <a16:creationId xmlns:a16="http://schemas.microsoft.com/office/drawing/2014/main" id="{31463080-BD15-3695-A1AB-9E8CDE8775FD}"/>
                  </a:ext>
                </a:extLst>
              </p:cNvPr>
              <p:cNvSpPr/>
              <p:nvPr/>
            </p:nvSpPr>
            <p:spPr>
              <a:xfrm>
                <a:off x="2966656" y="320775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4" name="Freeform: Shape 3263">
                <a:extLst>
                  <a:ext uri="{FF2B5EF4-FFF2-40B4-BE49-F238E27FC236}">
                    <a16:creationId xmlns:a16="http://schemas.microsoft.com/office/drawing/2014/main" id="{E983CDFF-DBF5-73C2-984F-DCA55639E55D}"/>
                  </a:ext>
                </a:extLst>
              </p:cNvPr>
              <p:cNvSpPr/>
              <p:nvPr/>
            </p:nvSpPr>
            <p:spPr>
              <a:xfrm>
                <a:off x="3278352" y="3209848"/>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5" name="Freeform: Shape 3264">
                <a:extLst>
                  <a:ext uri="{FF2B5EF4-FFF2-40B4-BE49-F238E27FC236}">
                    <a16:creationId xmlns:a16="http://schemas.microsoft.com/office/drawing/2014/main" id="{A41ED5CD-0B7F-ED8A-52BB-72908886838B}"/>
                  </a:ext>
                </a:extLst>
              </p:cNvPr>
              <p:cNvSpPr/>
              <p:nvPr/>
            </p:nvSpPr>
            <p:spPr>
              <a:xfrm>
                <a:off x="3590086" y="3211982"/>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6" name="Freeform: Shape 3265">
                <a:extLst>
                  <a:ext uri="{FF2B5EF4-FFF2-40B4-BE49-F238E27FC236}">
                    <a16:creationId xmlns:a16="http://schemas.microsoft.com/office/drawing/2014/main" id="{34670D35-982A-959B-5CF6-1F7304C00F72}"/>
                  </a:ext>
                </a:extLst>
              </p:cNvPr>
              <p:cNvSpPr/>
              <p:nvPr/>
            </p:nvSpPr>
            <p:spPr>
              <a:xfrm>
                <a:off x="3901821" y="3214077"/>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7" name="Freeform: Shape 3266">
                <a:extLst>
                  <a:ext uri="{FF2B5EF4-FFF2-40B4-BE49-F238E27FC236}">
                    <a16:creationId xmlns:a16="http://schemas.microsoft.com/office/drawing/2014/main" id="{60195EB7-268D-9655-614E-3C8B35C54DCA}"/>
                  </a:ext>
                </a:extLst>
              </p:cNvPr>
              <p:cNvSpPr/>
              <p:nvPr/>
            </p:nvSpPr>
            <p:spPr>
              <a:xfrm>
                <a:off x="4213555" y="3216211"/>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8" name="Freeform: Shape 3267">
                <a:extLst>
                  <a:ext uri="{FF2B5EF4-FFF2-40B4-BE49-F238E27FC236}">
                    <a16:creationId xmlns:a16="http://schemas.microsoft.com/office/drawing/2014/main" id="{295B9EEB-0D43-2738-FD9E-7438022AC065}"/>
                  </a:ext>
                </a:extLst>
              </p:cNvPr>
              <p:cNvSpPr/>
              <p:nvPr/>
            </p:nvSpPr>
            <p:spPr>
              <a:xfrm>
                <a:off x="4525289" y="3218345"/>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69" name="Freeform: Shape 3268">
                <a:extLst>
                  <a:ext uri="{FF2B5EF4-FFF2-40B4-BE49-F238E27FC236}">
                    <a16:creationId xmlns:a16="http://schemas.microsoft.com/office/drawing/2014/main" id="{34FD41BE-D9AC-08AB-D67F-D3B6308261A2}"/>
                  </a:ext>
                </a:extLst>
              </p:cNvPr>
              <p:cNvSpPr/>
              <p:nvPr/>
            </p:nvSpPr>
            <p:spPr>
              <a:xfrm>
                <a:off x="4836985" y="322044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0" name="Freeform: Shape 3269">
                <a:extLst>
                  <a:ext uri="{FF2B5EF4-FFF2-40B4-BE49-F238E27FC236}">
                    <a16:creationId xmlns:a16="http://schemas.microsoft.com/office/drawing/2014/main" id="{7BA3CCE3-C0D0-D120-90B7-FBCBD56BE775}"/>
                  </a:ext>
                </a:extLst>
              </p:cNvPr>
              <p:cNvSpPr/>
              <p:nvPr/>
            </p:nvSpPr>
            <p:spPr>
              <a:xfrm>
                <a:off x="5148719" y="3222574"/>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1" name="Freeform: Shape 3270">
                <a:extLst>
                  <a:ext uri="{FF2B5EF4-FFF2-40B4-BE49-F238E27FC236}">
                    <a16:creationId xmlns:a16="http://schemas.microsoft.com/office/drawing/2014/main" id="{01B96F7E-8F41-519A-5A1F-65CCA5911E33}"/>
                  </a:ext>
                </a:extLst>
              </p:cNvPr>
              <p:cNvSpPr/>
              <p:nvPr/>
            </p:nvSpPr>
            <p:spPr>
              <a:xfrm>
                <a:off x="5460453" y="3224707"/>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2" name="Freeform: Shape 3271">
                <a:extLst>
                  <a:ext uri="{FF2B5EF4-FFF2-40B4-BE49-F238E27FC236}">
                    <a16:creationId xmlns:a16="http://schemas.microsoft.com/office/drawing/2014/main" id="{BD04F1CB-7433-1286-9A10-0616FA572B4B}"/>
                  </a:ext>
                </a:extLst>
              </p:cNvPr>
              <p:cNvSpPr/>
              <p:nvPr/>
            </p:nvSpPr>
            <p:spPr>
              <a:xfrm>
                <a:off x="5772188" y="3226803"/>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3" name="Freeform: Shape 3272">
                <a:extLst>
                  <a:ext uri="{FF2B5EF4-FFF2-40B4-BE49-F238E27FC236}">
                    <a16:creationId xmlns:a16="http://schemas.microsoft.com/office/drawing/2014/main" id="{55F109B3-8577-A584-38A0-E673A34A7039}"/>
                  </a:ext>
                </a:extLst>
              </p:cNvPr>
              <p:cNvSpPr/>
              <p:nvPr/>
            </p:nvSpPr>
            <p:spPr>
              <a:xfrm>
                <a:off x="6083884" y="3228936"/>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4" name="Freeform: Shape 3273">
                <a:extLst>
                  <a:ext uri="{FF2B5EF4-FFF2-40B4-BE49-F238E27FC236}">
                    <a16:creationId xmlns:a16="http://schemas.microsoft.com/office/drawing/2014/main" id="{967A4BF4-19CC-3530-9BB6-7E0162E2C537}"/>
                  </a:ext>
                </a:extLst>
              </p:cNvPr>
              <p:cNvSpPr/>
              <p:nvPr/>
            </p:nvSpPr>
            <p:spPr>
              <a:xfrm>
                <a:off x="6395618" y="3231032"/>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5" name="Freeform: Shape 3274">
                <a:extLst>
                  <a:ext uri="{FF2B5EF4-FFF2-40B4-BE49-F238E27FC236}">
                    <a16:creationId xmlns:a16="http://schemas.microsoft.com/office/drawing/2014/main" id="{D6464BE2-B003-FB2C-0818-A2A6B93CC5FE}"/>
                  </a:ext>
                </a:extLst>
              </p:cNvPr>
              <p:cNvSpPr/>
              <p:nvPr/>
            </p:nvSpPr>
            <p:spPr>
              <a:xfrm>
                <a:off x="6707352" y="3233166"/>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6" name="Freeform: Shape 3275">
                <a:extLst>
                  <a:ext uri="{FF2B5EF4-FFF2-40B4-BE49-F238E27FC236}">
                    <a16:creationId xmlns:a16="http://schemas.microsoft.com/office/drawing/2014/main" id="{72435680-2934-4F7F-0222-F7B9C33DE796}"/>
                  </a:ext>
                </a:extLst>
              </p:cNvPr>
              <p:cNvSpPr/>
              <p:nvPr/>
            </p:nvSpPr>
            <p:spPr>
              <a:xfrm>
                <a:off x="7019086" y="3235299"/>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7" name="Freeform: Shape 3276">
                <a:extLst>
                  <a:ext uri="{FF2B5EF4-FFF2-40B4-BE49-F238E27FC236}">
                    <a16:creationId xmlns:a16="http://schemas.microsoft.com/office/drawing/2014/main" id="{569219EB-7D95-5351-5ACD-183C4824D81D}"/>
                  </a:ext>
                </a:extLst>
              </p:cNvPr>
              <p:cNvSpPr/>
              <p:nvPr/>
            </p:nvSpPr>
            <p:spPr>
              <a:xfrm>
                <a:off x="7330821" y="3237395"/>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8" name="Freeform: Shape 3277">
                <a:extLst>
                  <a:ext uri="{FF2B5EF4-FFF2-40B4-BE49-F238E27FC236}">
                    <a16:creationId xmlns:a16="http://schemas.microsoft.com/office/drawing/2014/main" id="{5814164C-0BF9-CD83-0444-AAA2684E31B8}"/>
                  </a:ext>
                </a:extLst>
              </p:cNvPr>
              <p:cNvSpPr/>
              <p:nvPr/>
            </p:nvSpPr>
            <p:spPr>
              <a:xfrm>
                <a:off x="7642517" y="3239528"/>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79" name="Freeform: Shape 3278">
                <a:extLst>
                  <a:ext uri="{FF2B5EF4-FFF2-40B4-BE49-F238E27FC236}">
                    <a16:creationId xmlns:a16="http://schemas.microsoft.com/office/drawing/2014/main" id="{17BBF21F-3A19-9724-AA06-C1849CC252CC}"/>
                  </a:ext>
                </a:extLst>
              </p:cNvPr>
              <p:cNvSpPr/>
              <p:nvPr/>
            </p:nvSpPr>
            <p:spPr>
              <a:xfrm>
                <a:off x="7954251" y="3241624"/>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0" name="Freeform: Shape 3279">
                <a:extLst>
                  <a:ext uri="{FF2B5EF4-FFF2-40B4-BE49-F238E27FC236}">
                    <a16:creationId xmlns:a16="http://schemas.microsoft.com/office/drawing/2014/main" id="{9FA51E9D-ED81-F529-4E21-E0A5485D4BBC}"/>
                  </a:ext>
                </a:extLst>
              </p:cNvPr>
              <p:cNvSpPr/>
              <p:nvPr/>
            </p:nvSpPr>
            <p:spPr>
              <a:xfrm>
                <a:off x="8265985" y="3243757"/>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1" name="Freeform: Shape 3280">
                <a:extLst>
                  <a:ext uri="{FF2B5EF4-FFF2-40B4-BE49-F238E27FC236}">
                    <a16:creationId xmlns:a16="http://schemas.microsoft.com/office/drawing/2014/main" id="{804E5C1A-7DF0-6942-AB31-F8BF51B2B811}"/>
                  </a:ext>
                </a:extLst>
              </p:cNvPr>
              <p:cNvSpPr/>
              <p:nvPr/>
            </p:nvSpPr>
            <p:spPr>
              <a:xfrm>
                <a:off x="8577719" y="3245891"/>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2" name="Freeform: Shape 3281">
                <a:extLst>
                  <a:ext uri="{FF2B5EF4-FFF2-40B4-BE49-F238E27FC236}">
                    <a16:creationId xmlns:a16="http://schemas.microsoft.com/office/drawing/2014/main" id="{D6300CC5-04C2-02FE-C574-24E5180595E0}"/>
                  </a:ext>
                </a:extLst>
              </p:cNvPr>
              <p:cNvSpPr/>
              <p:nvPr/>
            </p:nvSpPr>
            <p:spPr>
              <a:xfrm>
                <a:off x="8889453" y="3247986"/>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3" name="Freeform: Shape 3282">
                <a:extLst>
                  <a:ext uri="{FF2B5EF4-FFF2-40B4-BE49-F238E27FC236}">
                    <a16:creationId xmlns:a16="http://schemas.microsoft.com/office/drawing/2014/main" id="{A3FAECAF-3C1F-C7BA-C016-9AD772291149}"/>
                  </a:ext>
                </a:extLst>
              </p:cNvPr>
              <p:cNvSpPr/>
              <p:nvPr/>
            </p:nvSpPr>
            <p:spPr>
              <a:xfrm>
                <a:off x="9201150" y="3250120"/>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4" name="Freeform: Shape 3283">
                <a:extLst>
                  <a:ext uri="{FF2B5EF4-FFF2-40B4-BE49-F238E27FC236}">
                    <a16:creationId xmlns:a16="http://schemas.microsoft.com/office/drawing/2014/main" id="{FA0785C9-E56A-6716-EE25-22AB65AA6170}"/>
                  </a:ext>
                </a:extLst>
              </p:cNvPr>
              <p:cNvSpPr/>
              <p:nvPr/>
            </p:nvSpPr>
            <p:spPr>
              <a:xfrm>
                <a:off x="9512884" y="3252216"/>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5" name="Freeform: Shape 3284">
                <a:extLst>
                  <a:ext uri="{FF2B5EF4-FFF2-40B4-BE49-F238E27FC236}">
                    <a16:creationId xmlns:a16="http://schemas.microsoft.com/office/drawing/2014/main" id="{F72BA651-9C53-03E7-ABC6-7D44CD29AE8F}"/>
                  </a:ext>
                </a:extLst>
              </p:cNvPr>
              <p:cNvSpPr/>
              <p:nvPr/>
            </p:nvSpPr>
            <p:spPr>
              <a:xfrm>
                <a:off x="9824618" y="3254349"/>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6" name="Freeform: Shape 3285">
                <a:extLst>
                  <a:ext uri="{FF2B5EF4-FFF2-40B4-BE49-F238E27FC236}">
                    <a16:creationId xmlns:a16="http://schemas.microsoft.com/office/drawing/2014/main" id="{FE35A531-00A3-7D46-3C9B-656CAFC5151F}"/>
                  </a:ext>
                </a:extLst>
              </p:cNvPr>
              <p:cNvSpPr/>
              <p:nvPr/>
            </p:nvSpPr>
            <p:spPr>
              <a:xfrm>
                <a:off x="10136352" y="325648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7" name="Freeform: Shape 3286">
                <a:extLst>
                  <a:ext uri="{FF2B5EF4-FFF2-40B4-BE49-F238E27FC236}">
                    <a16:creationId xmlns:a16="http://schemas.microsoft.com/office/drawing/2014/main" id="{BA5F7013-215C-D0E7-E683-46CDE3C1E22B}"/>
                  </a:ext>
                </a:extLst>
              </p:cNvPr>
              <p:cNvSpPr/>
              <p:nvPr/>
            </p:nvSpPr>
            <p:spPr>
              <a:xfrm>
                <a:off x="10448086" y="325857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8" name="Freeform: Shape 3287">
                <a:extLst>
                  <a:ext uri="{FF2B5EF4-FFF2-40B4-BE49-F238E27FC236}">
                    <a16:creationId xmlns:a16="http://schemas.microsoft.com/office/drawing/2014/main" id="{3086219C-853B-0349-D098-143349A4DF07}"/>
                  </a:ext>
                </a:extLst>
              </p:cNvPr>
              <p:cNvSpPr/>
              <p:nvPr/>
            </p:nvSpPr>
            <p:spPr>
              <a:xfrm>
                <a:off x="10759782" y="3260712"/>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89" name="Freeform: Shape 3288">
                <a:extLst>
                  <a:ext uri="{FF2B5EF4-FFF2-40B4-BE49-F238E27FC236}">
                    <a16:creationId xmlns:a16="http://schemas.microsoft.com/office/drawing/2014/main" id="{1494C2D6-64CB-F877-0FBE-F399CC2F7501}"/>
                  </a:ext>
                </a:extLst>
              </p:cNvPr>
              <p:cNvSpPr/>
              <p:nvPr/>
            </p:nvSpPr>
            <p:spPr>
              <a:xfrm>
                <a:off x="11071517" y="3262845"/>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0" name="Freeform: Shape 3289">
                <a:extLst>
                  <a:ext uri="{FF2B5EF4-FFF2-40B4-BE49-F238E27FC236}">
                    <a16:creationId xmlns:a16="http://schemas.microsoft.com/office/drawing/2014/main" id="{5025F1E3-7AA5-FDBB-B85D-D968723FA4EF}"/>
                  </a:ext>
                </a:extLst>
              </p:cNvPr>
              <p:cNvSpPr/>
              <p:nvPr/>
            </p:nvSpPr>
            <p:spPr>
              <a:xfrm>
                <a:off x="1096289" y="3503180"/>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1" name="Freeform: Shape 3290">
                <a:extLst>
                  <a:ext uri="{FF2B5EF4-FFF2-40B4-BE49-F238E27FC236}">
                    <a16:creationId xmlns:a16="http://schemas.microsoft.com/office/drawing/2014/main" id="{3A7E0D94-0FB0-A6C8-0BE7-D29E8A51B798}"/>
                  </a:ext>
                </a:extLst>
              </p:cNvPr>
              <p:cNvSpPr/>
              <p:nvPr/>
            </p:nvSpPr>
            <p:spPr>
              <a:xfrm>
                <a:off x="1408023" y="3505276"/>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2" name="Freeform: Shape 3291">
                <a:extLst>
                  <a:ext uri="{FF2B5EF4-FFF2-40B4-BE49-F238E27FC236}">
                    <a16:creationId xmlns:a16="http://schemas.microsoft.com/office/drawing/2014/main" id="{032841A8-47D5-7BA8-483A-B67770D25F36}"/>
                  </a:ext>
                </a:extLst>
              </p:cNvPr>
              <p:cNvSpPr/>
              <p:nvPr/>
            </p:nvSpPr>
            <p:spPr>
              <a:xfrm>
                <a:off x="1719719" y="3507409"/>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3" name="Freeform: Shape 3292">
                <a:extLst>
                  <a:ext uri="{FF2B5EF4-FFF2-40B4-BE49-F238E27FC236}">
                    <a16:creationId xmlns:a16="http://schemas.microsoft.com/office/drawing/2014/main" id="{E5692476-C0FD-107C-7654-90EED1B00D49}"/>
                  </a:ext>
                </a:extLst>
              </p:cNvPr>
              <p:cNvSpPr/>
              <p:nvPr/>
            </p:nvSpPr>
            <p:spPr>
              <a:xfrm>
                <a:off x="2031453" y="3509543"/>
                <a:ext cx="147066" cy="147066"/>
              </a:xfrm>
              <a:custGeom>
                <a:avLst/>
                <a:gdLst>
                  <a:gd name="connsiteX0" fmla="*/ 0 w 147066"/>
                  <a:gd name="connsiteY0" fmla="*/ 0 h 147066"/>
                  <a:gd name="connsiteX1" fmla="*/ 147066 w 147066"/>
                  <a:gd name="connsiteY1" fmla="*/ 0 h 147066"/>
                  <a:gd name="connsiteX2" fmla="*/ 147066 w 147066"/>
                  <a:gd name="connsiteY2" fmla="*/ 147066 h 147066"/>
                  <a:gd name="connsiteX3" fmla="*/ 0 w 147066"/>
                  <a:gd name="connsiteY3" fmla="*/ 147066 h 147066"/>
                </a:gdLst>
                <a:ahLst/>
                <a:cxnLst>
                  <a:cxn ang="0">
                    <a:pos x="connsiteX0" y="connsiteY0"/>
                  </a:cxn>
                  <a:cxn ang="0">
                    <a:pos x="connsiteX1" y="connsiteY1"/>
                  </a:cxn>
                  <a:cxn ang="0">
                    <a:pos x="connsiteX2" y="connsiteY2"/>
                  </a:cxn>
                  <a:cxn ang="0">
                    <a:pos x="connsiteX3" y="connsiteY3"/>
                  </a:cxn>
                </a:cxnLst>
                <a:rect l="l" t="t" r="r" b="b"/>
                <a:pathLst>
                  <a:path w="147066" h="147066">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4" name="Freeform: Shape 3293">
                <a:extLst>
                  <a:ext uri="{FF2B5EF4-FFF2-40B4-BE49-F238E27FC236}">
                    <a16:creationId xmlns:a16="http://schemas.microsoft.com/office/drawing/2014/main" id="{2A29D918-441D-B735-E57B-D7A6F7488294}"/>
                  </a:ext>
                </a:extLst>
              </p:cNvPr>
              <p:cNvSpPr/>
              <p:nvPr/>
            </p:nvSpPr>
            <p:spPr>
              <a:xfrm>
                <a:off x="2343188" y="3511638"/>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5" name="Freeform: Shape 3294">
                <a:extLst>
                  <a:ext uri="{FF2B5EF4-FFF2-40B4-BE49-F238E27FC236}">
                    <a16:creationId xmlns:a16="http://schemas.microsoft.com/office/drawing/2014/main" id="{3013C4AA-027B-68D7-A589-A1E105DC213A}"/>
                  </a:ext>
                </a:extLst>
              </p:cNvPr>
              <p:cNvSpPr/>
              <p:nvPr/>
            </p:nvSpPr>
            <p:spPr>
              <a:xfrm>
                <a:off x="2654922" y="3513772"/>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6" name="Freeform: Shape 3295">
                <a:extLst>
                  <a:ext uri="{FF2B5EF4-FFF2-40B4-BE49-F238E27FC236}">
                    <a16:creationId xmlns:a16="http://schemas.microsoft.com/office/drawing/2014/main" id="{8EC1D600-05B7-4843-2400-22E38A845252}"/>
                  </a:ext>
                </a:extLst>
              </p:cNvPr>
              <p:cNvSpPr/>
              <p:nvPr/>
            </p:nvSpPr>
            <p:spPr>
              <a:xfrm>
                <a:off x="2966656" y="3515906"/>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7" name="Freeform: Shape 3296">
                <a:extLst>
                  <a:ext uri="{FF2B5EF4-FFF2-40B4-BE49-F238E27FC236}">
                    <a16:creationId xmlns:a16="http://schemas.microsoft.com/office/drawing/2014/main" id="{D33833D6-AD3A-18C1-B377-5B3EB6217EBB}"/>
                  </a:ext>
                </a:extLst>
              </p:cNvPr>
              <p:cNvSpPr/>
              <p:nvPr/>
            </p:nvSpPr>
            <p:spPr>
              <a:xfrm>
                <a:off x="3278352" y="3518001"/>
                <a:ext cx="130149" cy="130149"/>
              </a:xfrm>
              <a:custGeom>
                <a:avLst/>
                <a:gdLst>
                  <a:gd name="connsiteX0" fmla="*/ 0 w 130149"/>
                  <a:gd name="connsiteY0" fmla="*/ 0 h 130149"/>
                  <a:gd name="connsiteX1" fmla="*/ 130150 w 130149"/>
                  <a:gd name="connsiteY1" fmla="*/ 0 h 130149"/>
                  <a:gd name="connsiteX2" fmla="*/ 130150 w 130149"/>
                  <a:gd name="connsiteY2" fmla="*/ 130149 h 130149"/>
                  <a:gd name="connsiteX3" fmla="*/ 0 w 130149"/>
                  <a:gd name="connsiteY3" fmla="*/ 130149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49"/>
                    </a:lnTo>
                    <a:lnTo>
                      <a:pt x="0" y="13014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8" name="Freeform: Shape 3297">
                <a:extLst>
                  <a:ext uri="{FF2B5EF4-FFF2-40B4-BE49-F238E27FC236}">
                    <a16:creationId xmlns:a16="http://schemas.microsoft.com/office/drawing/2014/main" id="{EC55193E-A3B3-6273-1661-9C0A6B8D5F06}"/>
                  </a:ext>
                </a:extLst>
              </p:cNvPr>
              <p:cNvSpPr/>
              <p:nvPr/>
            </p:nvSpPr>
            <p:spPr>
              <a:xfrm>
                <a:off x="3590086" y="3520135"/>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299" name="Freeform: Shape 3298">
                <a:extLst>
                  <a:ext uri="{FF2B5EF4-FFF2-40B4-BE49-F238E27FC236}">
                    <a16:creationId xmlns:a16="http://schemas.microsoft.com/office/drawing/2014/main" id="{BA3D8FB9-3029-82D6-17B2-376093CC22D4}"/>
                  </a:ext>
                </a:extLst>
              </p:cNvPr>
              <p:cNvSpPr/>
              <p:nvPr/>
            </p:nvSpPr>
            <p:spPr>
              <a:xfrm>
                <a:off x="3901821" y="3522230"/>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0" name="Freeform: Shape 3299">
                <a:extLst>
                  <a:ext uri="{FF2B5EF4-FFF2-40B4-BE49-F238E27FC236}">
                    <a16:creationId xmlns:a16="http://schemas.microsoft.com/office/drawing/2014/main" id="{3FACE17C-40FD-39C1-E482-FE6CC886D94B}"/>
                  </a:ext>
                </a:extLst>
              </p:cNvPr>
              <p:cNvSpPr/>
              <p:nvPr/>
            </p:nvSpPr>
            <p:spPr>
              <a:xfrm>
                <a:off x="4213555" y="3524364"/>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1" name="Freeform: Shape 3300">
                <a:extLst>
                  <a:ext uri="{FF2B5EF4-FFF2-40B4-BE49-F238E27FC236}">
                    <a16:creationId xmlns:a16="http://schemas.microsoft.com/office/drawing/2014/main" id="{9CAB3416-75AC-9899-1161-DEAF08E2F52C}"/>
                  </a:ext>
                </a:extLst>
              </p:cNvPr>
              <p:cNvSpPr/>
              <p:nvPr/>
            </p:nvSpPr>
            <p:spPr>
              <a:xfrm>
                <a:off x="4525289" y="3526497"/>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2" name="Freeform: Shape 3301">
                <a:extLst>
                  <a:ext uri="{FF2B5EF4-FFF2-40B4-BE49-F238E27FC236}">
                    <a16:creationId xmlns:a16="http://schemas.microsoft.com/office/drawing/2014/main" id="{57944CFC-0DF5-A146-0E6D-D2FC4D294DFA}"/>
                  </a:ext>
                </a:extLst>
              </p:cNvPr>
              <p:cNvSpPr/>
              <p:nvPr/>
            </p:nvSpPr>
            <p:spPr>
              <a:xfrm>
                <a:off x="4836985" y="3528593"/>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3" name="Freeform: Shape 3302">
                <a:extLst>
                  <a:ext uri="{FF2B5EF4-FFF2-40B4-BE49-F238E27FC236}">
                    <a16:creationId xmlns:a16="http://schemas.microsoft.com/office/drawing/2014/main" id="{89525D6F-9723-AA05-00D1-05C6DF79551D}"/>
                  </a:ext>
                </a:extLst>
              </p:cNvPr>
              <p:cNvSpPr/>
              <p:nvPr/>
            </p:nvSpPr>
            <p:spPr>
              <a:xfrm>
                <a:off x="5148719" y="3530727"/>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4" name="Freeform: Shape 3303">
                <a:extLst>
                  <a:ext uri="{FF2B5EF4-FFF2-40B4-BE49-F238E27FC236}">
                    <a16:creationId xmlns:a16="http://schemas.microsoft.com/office/drawing/2014/main" id="{4BCFA9DF-AA53-226B-3058-A34BA5D06544}"/>
                  </a:ext>
                </a:extLst>
              </p:cNvPr>
              <p:cNvSpPr/>
              <p:nvPr/>
            </p:nvSpPr>
            <p:spPr>
              <a:xfrm>
                <a:off x="5460453" y="3532822"/>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5" name="Freeform: Shape 3304">
                <a:extLst>
                  <a:ext uri="{FF2B5EF4-FFF2-40B4-BE49-F238E27FC236}">
                    <a16:creationId xmlns:a16="http://schemas.microsoft.com/office/drawing/2014/main" id="{FFE027AD-2865-0978-DCB0-DF78DDE0D45F}"/>
                  </a:ext>
                </a:extLst>
              </p:cNvPr>
              <p:cNvSpPr/>
              <p:nvPr/>
            </p:nvSpPr>
            <p:spPr>
              <a:xfrm>
                <a:off x="5772188" y="3534956"/>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6" name="Freeform: Shape 3305">
                <a:extLst>
                  <a:ext uri="{FF2B5EF4-FFF2-40B4-BE49-F238E27FC236}">
                    <a16:creationId xmlns:a16="http://schemas.microsoft.com/office/drawing/2014/main" id="{70F1DA20-5F8A-88ED-3A6B-B7B42E0F33C3}"/>
                  </a:ext>
                </a:extLst>
              </p:cNvPr>
              <p:cNvSpPr/>
              <p:nvPr/>
            </p:nvSpPr>
            <p:spPr>
              <a:xfrm>
                <a:off x="6083884" y="3537089"/>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7" name="Freeform: Shape 3306">
                <a:extLst>
                  <a:ext uri="{FF2B5EF4-FFF2-40B4-BE49-F238E27FC236}">
                    <a16:creationId xmlns:a16="http://schemas.microsoft.com/office/drawing/2014/main" id="{B0DE638B-C04A-2FFC-3F8D-7805FA589F4A}"/>
                  </a:ext>
                </a:extLst>
              </p:cNvPr>
              <p:cNvSpPr/>
              <p:nvPr/>
            </p:nvSpPr>
            <p:spPr>
              <a:xfrm>
                <a:off x="6395618" y="3539185"/>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8" name="Freeform: Shape 3307">
                <a:extLst>
                  <a:ext uri="{FF2B5EF4-FFF2-40B4-BE49-F238E27FC236}">
                    <a16:creationId xmlns:a16="http://schemas.microsoft.com/office/drawing/2014/main" id="{76F1B0C5-4A91-4B12-C024-732C16A792D6}"/>
                  </a:ext>
                </a:extLst>
              </p:cNvPr>
              <p:cNvSpPr/>
              <p:nvPr/>
            </p:nvSpPr>
            <p:spPr>
              <a:xfrm>
                <a:off x="6707352" y="3541318"/>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09" name="Freeform: Shape 3308">
                <a:extLst>
                  <a:ext uri="{FF2B5EF4-FFF2-40B4-BE49-F238E27FC236}">
                    <a16:creationId xmlns:a16="http://schemas.microsoft.com/office/drawing/2014/main" id="{8C19DCEF-E12A-CED2-B212-B759170A72F2}"/>
                  </a:ext>
                </a:extLst>
              </p:cNvPr>
              <p:cNvSpPr/>
              <p:nvPr/>
            </p:nvSpPr>
            <p:spPr>
              <a:xfrm>
                <a:off x="7019086" y="3543414"/>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0" name="Freeform: Shape 3309">
                <a:extLst>
                  <a:ext uri="{FF2B5EF4-FFF2-40B4-BE49-F238E27FC236}">
                    <a16:creationId xmlns:a16="http://schemas.microsoft.com/office/drawing/2014/main" id="{2B60A5D7-A36A-7AA5-8291-0DD1B7E4440B}"/>
                  </a:ext>
                </a:extLst>
              </p:cNvPr>
              <p:cNvSpPr/>
              <p:nvPr/>
            </p:nvSpPr>
            <p:spPr>
              <a:xfrm>
                <a:off x="7330821" y="3545547"/>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1" name="Freeform: Shape 3310">
                <a:extLst>
                  <a:ext uri="{FF2B5EF4-FFF2-40B4-BE49-F238E27FC236}">
                    <a16:creationId xmlns:a16="http://schemas.microsoft.com/office/drawing/2014/main" id="{7DAD6E2B-B287-384F-257B-34E948FD61C8}"/>
                  </a:ext>
                </a:extLst>
              </p:cNvPr>
              <p:cNvSpPr/>
              <p:nvPr/>
            </p:nvSpPr>
            <p:spPr>
              <a:xfrm>
                <a:off x="7642517" y="3547681"/>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2" name="Freeform: Shape 3311">
                <a:extLst>
                  <a:ext uri="{FF2B5EF4-FFF2-40B4-BE49-F238E27FC236}">
                    <a16:creationId xmlns:a16="http://schemas.microsoft.com/office/drawing/2014/main" id="{A153B70C-1D65-7AED-A97A-31E1685D76DA}"/>
                  </a:ext>
                </a:extLst>
              </p:cNvPr>
              <p:cNvSpPr/>
              <p:nvPr/>
            </p:nvSpPr>
            <p:spPr>
              <a:xfrm>
                <a:off x="7954251" y="3549777"/>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3" name="Freeform: Shape 3312">
                <a:extLst>
                  <a:ext uri="{FF2B5EF4-FFF2-40B4-BE49-F238E27FC236}">
                    <a16:creationId xmlns:a16="http://schemas.microsoft.com/office/drawing/2014/main" id="{28448BA3-26B0-9737-9AEC-978B10ADE317}"/>
                  </a:ext>
                </a:extLst>
              </p:cNvPr>
              <p:cNvSpPr/>
              <p:nvPr/>
            </p:nvSpPr>
            <p:spPr>
              <a:xfrm>
                <a:off x="8265985" y="3551910"/>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4" name="Freeform: Shape 3313">
                <a:extLst>
                  <a:ext uri="{FF2B5EF4-FFF2-40B4-BE49-F238E27FC236}">
                    <a16:creationId xmlns:a16="http://schemas.microsoft.com/office/drawing/2014/main" id="{283EAC42-8D95-87BD-9647-859012CD06F7}"/>
                  </a:ext>
                </a:extLst>
              </p:cNvPr>
              <p:cNvSpPr/>
              <p:nvPr/>
            </p:nvSpPr>
            <p:spPr>
              <a:xfrm>
                <a:off x="8577719" y="3554044"/>
                <a:ext cx="58102" cy="58102"/>
              </a:xfrm>
              <a:custGeom>
                <a:avLst/>
                <a:gdLst>
                  <a:gd name="connsiteX0" fmla="*/ 0 w 58102"/>
                  <a:gd name="connsiteY0" fmla="*/ 0 h 58102"/>
                  <a:gd name="connsiteX1" fmla="*/ 58102 w 58102"/>
                  <a:gd name="connsiteY1" fmla="*/ 0 h 58102"/>
                  <a:gd name="connsiteX2" fmla="*/ 58102 w 58102"/>
                  <a:gd name="connsiteY2" fmla="*/ 58103 h 58102"/>
                  <a:gd name="connsiteX3" fmla="*/ 0 w 58102"/>
                  <a:gd name="connsiteY3" fmla="*/ 58103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3"/>
                    </a:lnTo>
                    <a:lnTo>
                      <a:pt x="0" y="5810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5" name="Freeform: Shape 3314">
                <a:extLst>
                  <a:ext uri="{FF2B5EF4-FFF2-40B4-BE49-F238E27FC236}">
                    <a16:creationId xmlns:a16="http://schemas.microsoft.com/office/drawing/2014/main" id="{3D017618-675A-C251-DED1-5C5CA5216B87}"/>
                  </a:ext>
                </a:extLst>
              </p:cNvPr>
              <p:cNvSpPr/>
              <p:nvPr/>
            </p:nvSpPr>
            <p:spPr>
              <a:xfrm>
                <a:off x="8889453" y="3556139"/>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6" name="Freeform: Shape 3315">
                <a:extLst>
                  <a:ext uri="{FF2B5EF4-FFF2-40B4-BE49-F238E27FC236}">
                    <a16:creationId xmlns:a16="http://schemas.microsoft.com/office/drawing/2014/main" id="{811F3B06-43A9-CCB4-A982-A99DF67F5CF9}"/>
                  </a:ext>
                </a:extLst>
              </p:cNvPr>
              <p:cNvSpPr/>
              <p:nvPr/>
            </p:nvSpPr>
            <p:spPr>
              <a:xfrm>
                <a:off x="9201150" y="3558273"/>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7" name="Freeform: Shape 3316">
                <a:extLst>
                  <a:ext uri="{FF2B5EF4-FFF2-40B4-BE49-F238E27FC236}">
                    <a16:creationId xmlns:a16="http://schemas.microsoft.com/office/drawing/2014/main" id="{ABA04E3A-5170-11E0-2382-3B00A743AD8C}"/>
                  </a:ext>
                </a:extLst>
              </p:cNvPr>
              <p:cNvSpPr/>
              <p:nvPr/>
            </p:nvSpPr>
            <p:spPr>
              <a:xfrm>
                <a:off x="9512884" y="356036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8" name="Freeform: Shape 3317">
                <a:extLst>
                  <a:ext uri="{FF2B5EF4-FFF2-40B4-BE49-F238E27FC236}">
                    <a16:creationId xmlns:a16="http://schemas.microsoft.com/office/drawing/2014/main" id="{FE45C2B0-392E-A965-4627-E819A8A1E132}"/>
                  </a:ext>
                </a:extLst>
              </p:cNvPr>
              <p:cNvSpPr/>
              <p:nvPr/>
            </p:nvSpPr>
            <p:spPr>
              <a:xfrm>
                <a:off x="9824618" y="3562502"/>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19" name="Freeform: Shape 3318">
                <a:extLst>
                  <a:ext uri="{FF2B5EF4-FFF2-40B4-BE49-F238E27FC236}">
                    <a16:creationId xmlns:a16="http://schemas.microsoft.com/office/drawing/2014/main" id="{E4DF96DE-3352-A905-0FCB-31838DEDE46E}"/>
                  </a:ext>
                </a:extLst>
              </p:cNvPr>
              <p:cNvSpPr/>
              <p:nvPr/>
            </p:nvSpPr>
            <p:spPr>
              <a:xfrm>
                <a:off x="10136352" y="3564636"/>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0" name="Freeform: Shape 3319">
                <a:extLst>
                  <a:ext uri="{FF2B5EF4-FFF2-40B4-BE49-F238E27FC236}">
                    <a16:creationId xmlns:a16="http://schemas.microsoft.com/office/drawing/2014/main" id="{0F414739-EED3-0709-AED6-D3507D57AF0B}"/>
                  </a:ext>
                </a:extLst>
              </p:cNvPr>
              <p:cNvSpPr/>
              <p:nvPr/>
            </p:nvSpPr>
            <p:spPr>
              <a:xfrm>
                <a:off x="10448086" y="3566731"/>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1" name="Freeform: Shape 3320">
                <a:extLst>
                  <a:ext uri="{FF2B5EF4-FFF2-40B4-BE49-F238E27FC236}">
                    <a16:creationId xmlns:a16="http://schemas.microsoft.com/office/drawing/2014/main" id="{28473559-D5BE-1480-674A-E8AF3FD3C00E}"/>
                  </a:ext>
                </a:extLst>
              </p:cNvPr>
              <p:cNvSpPr/>
              <p:nvPr/>
            </p:nvSpPr>
            <p:spPr>
              <a:xfrm>
                <a:off x="10759782" y="3568865"/>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2" name="Freeform: Shape 3321">
                <a:extLst>
                  <a:ext uri="{FF2B5EF4-FFF2-40B4-BE49-F238E27FC236}">
                    <a16:creationId xmlns:a16="http://schemas.microsoft.com/office/drawing/2014/main" id="{78A0D3D2-1D01-6009-FF85-17B2F00FC12A}"/>
                  </a:ext>
                </a:extLst>
              </p:cNvPr>
              <p:cNvSpPr/>
              <p:nvPr/>
            </p:nvSpPr>
            <p:spPr>
              <a:xfrm>
                <a:off x="11071517" y="3570960"/>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3" name="Freeform: Shape 3322">
                <a:extLst>
                  <a:ext uri="{FF2B5EF4-FFF2-40B4-BE49-F238E27FC236}">
                    <a16:creationId xmlns:a16="http://schemas.microsoft.com/office/drawing/2014/main" id="{29A53086-62E7-0853-E9A3-F6E78F285B2A}"/>
                  </a:ext>
                </a:extLst>
              </p:cNvPr>
              <p:cNvSpPr/>
              <p:nvPr/>
            </p:nvSpPr>
            <p:spPr>
              <a:xfrm>
                <a:off x="1096289" y="3811333"/>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4" name="Freeform: Shape 3323">
                <a:extLst>
                  <a:ext uri="{FF2B5EF4-FFF2-40B4-BE49-F238E27FC236}">
                    <a16:creationId xmlns:a16="http://schemas.microsoft.com/office/drawing/2014/main" id="{4FB88186-4FEB-57D9-DEC4-06042830356E}"/>
                  </a:ext>
                </a:extLst>
              </p:cNvPr>
              <p:cNvSpPr/>
              <p:nvPr/>
            </p:nvSpPr>
            <p:spPr>
              <a:xfrm>
                <a:off x="1408023" y="3813429"/>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5" name="Freeform: Shape 3324">
                <a:extLst>
                  <a:ext uri="{FF2B5EF4-FFF2-40B4-BE49-F238E27FC236}">
                    <a16:creationId xmlns:a16="http://schemas.microsoft.com/office/drawing/2014/main" id="{F1409B2A-6F18-0D2A-9372-B35AA004CDAB}"/>
                  </a:ext>
                </a:extLst>
              </p:cNvPr>
              <p:cNvSpPr/>
              <p:nvPr/>
            </p:nvSpPr>
            <p:spPr>
              <a:xfrm>
                <a:off x="1719719" y="3815562"/>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6" name="Freeform: Shape 3325">
                <a:extLst>
                  <a:ext uri="{FF2B5EF4-FFF2-40B4-BE49-F238E27FC236}">
                    <a16:creationId xmlns:a16="http://schemas.microsoft.com/office/drawing/2014/main" id="{2D3B5495-F31C-5A25-0C8C-4E71FAF93DBE}"/>
                  </a:ext>
                </a:extLst>
              </p:cNvPr>
              <p:cNvSpPr/>
              <p:nvPr/>
            </p:nvSpPr>
            <p:spPr>
              <a:xfrm>
                <a:off x="2031453" y="3817696"/>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7" name="Freeform: Shape 3326">
                <a:extLst>
                  <a:ext uri="{FF2B5EF4-FFF2-40B4-BE49-F238E27FC236}">
                    <a16:creationId xmlns:a16="http://schemas.microsoft.com/office/drawing/2014/main" id="{AED1A354-2953-57C7-C5D7-1D023113A3E6}"/>
                  </a:ext>
                </a:extLst>
              </p:cNvPr>
              <p:cNvSpPr/>
              <p:nvPr/>
            </p:nvSpPr>
            <p:spPr>
              <a:xfrm>
                <a:off x="2343188" y="3819791"/>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8" name="Freeform: Shape 3327">
                <a:extLst>
                  <a:ext uri="{FF2B5EF4-FFF2-40B4-BE49-F238E27FC236}">
                    <a16:creationId xmlns:a16="http://schemas.microsoft.com/office/drawing/2014/main" id="{CC4D7892-7D50-A454-3330-804B1C67BF31}"/>
                  </a:ext>
                </a:extLst>
              </p:cNvPr>
              <p:cNvSpPr/>
              <p:nvPr/>
            </p:nvSpPr>
            <p:spPr>
              <a:xfrm>
                <a:off x="2654922" y="3821925"/>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29" name="Freeform: Shape 3328">
                <a:extLst>
                  <a:ext uri="{FF2B5EF4-FFF2-40B4-BE49-F238E27FC236}">
                    <a16:creationId xmlns:a16="http://schemas.microsoft.com/office/drawing/2014/main" id="{DFC6BED0-13AA-35E7-21A3-8D69F6D06D04}"/>
                  </a:ext>
                </a:extLst>
              </p:cNvPr>
              <p:cNvSpPr/>
              <p:nvPr/>
            </p:nvSpPr>
            <p:spPr>
              <a:xfrm>
                <a:off x="2966656" y="3824020"/>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0" name="Freeform: Shape 3329">
                <a:extLst>
                  <a:ext uri="{FF2B5EF4-FFF2-40B4-BE49-F238E27FC236}">
                    <a16:creationId xmlns:a16="http://schemas.microsoft.com/office/drawing/2014/main" id="{CC02E398-35AD-4B9B-4329-7061992F62A4}"/>
                  </a:ext>
                </a:extLst>
              </p:cNvPr>
              <p:cNvSpPr/>
              <p:nvPr/>
            </p:nvSpPr>
            <p:spPr>
              <a:xfrm>
                <a:off x="3278352" y="3826154"/>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1" name="Freeform: Shape 3330">
                <a:extLst>
                  <a:ext uri="{FF2B5EF4-FFF2-40B4-BE49-F238E27FC236}">
                    <a16:creationId xmlns:a16="http://schemas.microsoft.com/office/drawing/2014/main" id="{47546DC0-AF7E-7D45-BF98-0EA05FB183FF}"/>
                  </a:ext>
                </a:extLst>
              </p:cNvPr>
              <p:cNvSpPr/>
              <p:nvPr/>
            </p:nvSpPr>
            <p:spPr>
              <a:xfrm>
                <a:off x="3590086" y="3828288"/>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2" name="Freeform: Shape 3331">
                <a:extLst>
                  <a:ext uri="{FF2B5EF4-FFF2-40B4-BE49-F238E27FC236}">
                    <a16:creationId xmlns:a16="http://schemas.microsoft.com/office/drawing/2014/main" id="{12869FBB-AC2E-5D79-967D-07EF19775574}"/>
                  </a:ext>
                </a:extLst>
              </p:cNvPr>
              <p:cNvSpPr/>
              <p:nvPr/>
            </p:nvSpPr>
            <p:spPr>
              <a:xfrm>
                <a:off x="3901821" y="3830383"/>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3" name="Freeform: Shape 3332">
                <a:extLst>
                  <a:ext uri="{FF2B5EF4-FFF2-40B4-BE49-F238E27FC236}">
                    <a16:creationId xmlns:a16="http://schemas.microsoft.com/office/drawing/2014/main" id="{454675C8-AD07-AEFD-0647-0B1E401802DE}"/>
                  </a:ext>
                </a:extLst>
              </p:cNvPr>
              <p:cNvSpPr/>
              <p:nvPr/>
            </p:nvSpPr>
            <p:spPr>
              <a:xfrm>
                <a:off x="4213555" y="3832517"/>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4" name="Freeform: Shape 3333">
                <a:extLst>
                  <a:ext uri="{FF2B5EF4-FFF2-40B4-BE49-F238E27FC236}">
                    <a16:creationId xmlns:a16="http://schemas.microsoft.com/office/drawing/2014/main" id="{BA0F8620-40D4-4C18-39D2-892BF4868D15}"/>
                  </a:ext>
                </a:extLst>
              </p:cNvPr>
              <p:cNvSpPr/>
              <p:nvPr/>
            </p:nvSpPr>
            <p:spPr>
              <a:xfrm>
                <a:off x="4525289" y="3834612"/>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5" name="Freeform: Shape 3334">
                <a:extLst>
                  <a:ext uri="{FF2B5EF4-FFF2-40B4-BE49-F238E27FC236}">
                    <a16:creationId xmlns:a16="http://schemas.microsoft.com/office/drawing/2014/main" id="{7A419C8A-1156-1780-E744-8C310C90D297}"/>
                  </a:ext>
                </a:extLst>
              </p:cNvPr>
              <p:cNvSpPr/>
              <p:nvPr/>
            </p:nvSpPr>
            <p:spPr>
              <a:xfrm>
                <a:off x="4836985" y="3836746"/>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6" name="Freeform: Shape 3335">
                <a:extLst>
                  <a:ext uri="{FF2B5EF4-FFF2-40B4-BE49-F238E27FC236}">
                    <a16:creationId xmlns:a16="http://schemas.microsoft.com/office/drawing/2014/main" id="{14DAB6D3-6CB2-8815-4A8D-515E888297E9}"/>
                  </a:ext>
                </a:extLst>
              </p:cNvPr>
              <p:cNvSpPr/>
              <p:nvPr/>
            </p:nvSpPr>
            <p:spPr>
              <a:xfrm>
                <a:off x="5148719" y="3838879"/>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7" name="Freeform: Shape 3336">
                <a:extLst>
                  <a:ext uri="{FF2B5EF4-FFF2-40B4-BE49-F238E27FC236}">
                    <a16:creationId xmlns:a16="http://schemas.microsoft.com/office/drawing/2014/main" id="{50684D3D-5E6F-95B9-A52E-F084F98F189A}"/>
                  </a:ext>
                </a:extLst>
              </p:cNvPr>
              <p:cNvSpPr/>
              <p:nvPr/>
            </p:nvSpPr>
            <p:spPr>
              <a:xfrm>
                <a:off x="5460453" y="3840975"/>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8" name="Freeform: Shape 3337">
                <a:extLst>
                  <a:ext uri="{FF2B5EF4-FFF2-40B4-BE49-F238E27FC236}">
                    <a16:creationId xmlns:a16="http://schemas.microsoft.com/office/drawing/2014/main" id="{2C9398E5-C14D-4321-116B-CE82022F65AC}"/>
                  </a:ext>
                </a:extLst>
              </p:cNvPr>
              <p:cNvSpPr/>
              <p:nvPr/>
            </p:nvSpPr>
            <p:spPr>
              <a:xfrm>
                <a:off x="5772188" y="3843108"/>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39" name="Freeform: Shape 3338">
                <a:extLst>
                  <a:ext uri="{FF2B5EF4-FFF2-40B4-BE49-F238E27FC236}">
                    <a16:creationId xmlns:a16="http://schemas.microsoft.com/office/drawing/2014/main" id="{F2DAD742-11C6-26CC-F4FA-A2F6E9E6423B}"/>
                  </a:ext>
                </a:extLst>
              </p:cNvPr>
              <p:cNvSpPr/>
              <p:nvPr/>
            </p:nvSpPr>
            <p:spPr>
              <a:xfrm>
                <a:off x="6083884" y="3845242"/>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0" name="Freeform: Shape 3339">
                <a:extLst>
                  <a:ext uri="{FF2B5EF4-FFF2-40B4-BE49-F238E27FC236}">
                    <a16:creationId xmlns:a16="http://schemas.microsoft.com/office/drawing/2014/main" id="{2E3973C8-FFCA-DECA-3057-F674F3D9AB2E}"/>
                  </a:ext>
                </a:extLst>
              </p:cNvPr>
              <p:cNvSpPr/>
              <p:nvPr/>
            </p:nvSpPr>
            <p:spPr>
              <a:xfrm>
                <a:off x="6395618" y="3847338"/>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1" name="Freeform: Shape 3340">
                <a:extLst>
                  <a:ext uri="{FF2B5EF4-FFF2-40B4-BE49-F238E27FC236}">
                    <a16:creationId xmlns:a16="http://schemas.microsoft.com/office/drawing/2014/main" id="{D683808C-F103-91FE-12B1-84F30E386662}"/>
                  </a:ext>
                </a:extLst>
              </p:cNvPr>
              <p:cNvSpPr/>
              <p:nvPr/>
            </p:nvSpPr>
            <p:spPr>
              <a:xfrm>
                <a:off x="6707352" y="3849471"/>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2" name="Freeform: Shape 3341">
                <a:extLst>
                  <a:ext uri="{FF2B5EF4-FFF2-40B4-BE49-F238E27FC236}">
                    <a16:creationId xmlns:a16="http://schemas.microsoft.com/office/drawing/2014/main" id="{C029667C-02EA-ACF7-F9EC-6E051E6BA569}"/>
                  </a:ext>
                </a:extLst>
              </p:cNvPr>
              <p:cNvSpPr/>
              <p:nvPr/>
            </p:nvSpPr>
            <p:spPr>
              <a:xfrm>
                <a:off x="7019086" y="3851567"/>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3" name="Freeform: Shape 3342">
                <a:extLst>
                  <a:ext uri="{FF2B5EF4-FFF2-40B4-BE49-F238E27FC236}">
                    <a16:creationId xmlns:a16="http://schemas.microsoft.com/office/drawing/2014/main" id="{0627A658-8BE3-7945-98E2-0ED5BB710287}"/>
                  </a:ext>
                </a:extLst>
              </p:cNvPr>
              <p:cNvSpPr/>
              <p:nvPr/>
            </p:nvSpPr>
            <p:spPr>
              <a:xfrm>
                <a:off x="7330821" y="3853700"/>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4" name="Freeform: Shape 3343">
                <a:extLst>
                  <a:ext uri="{FF2B5EF4-FFF2-40B4-BE49-F238E27FC236}">
                    <a16:creationId xmlns:a16="http://schemas.microsoft.com/office/drawing/2014/main" id="{D1CDE7EE-6E42-4F35-D0F6-2AB405989503}"/>
                  </a:ext>
                </a:extLst>
              </p:cNvPr>
              <p:cNvSpPr/>
              <p:nvPr/>
            </p:nvSpPr>
            <p:spPr>
              <a:xfrm>
                <a:off x="7642517" y="3855834"/>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5" name="Freeform: Shape 3344">
                <a:extLst>
                  <a:ext uri="{FF2B5EF4-FFF2-40B4-BE49-F238E27FC236}">
                    <a16:creationId xmlns:a16="http://schemas.microsoft.com/office/drawing/2014/main" id="{D38A827B-61AB-758E-221C-F3B8A1FD5AC3}"/>
                  </a:ext>
                </a:extLst>
              </p:cNvPr>
              <p:cNvSpPr/>
              <p:nvPr/>
            </p:nvSpPr>
            <p:spPr>
              <a:xfrm>
                <a:off x="7954251" y="3857929"/>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6" name="Freeform: Shape 3345">
                <a:extLst>
                  <a:ext uri="{FF2B5EF4-FFF2-40B4-BE49-F238E27FC236}">
                    <a16:creationId xmlns:a16="http://schemas.microsoft.com/office/drawing/2014/main" id="{B26F23CB-D727-0E64-9228-768B5F031561}"/>
                  </a:ext>
                </a:extLst>
              </p:cNvPr>
              <p:cNvSpPr/>
              <p:nvPr/>
            </p:nvSpPr>
            <p:spPr>
              <a:xfrm>
                <a:off x="8265985" y="3860063"/>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7" name="Freeform: Shape 3346">
                <a:extLst>
                  <a:ext uri="{FF2B5EF4-FFF2-40B4-BE49-F238E27FC236}">
                    <a16:creationId xmlns:a16="http://schemas.microsoft.com/office/drawing/2014/main" id="{F0597AD3-A833-55A4-AF4C-128238CA211C}"/>
                  </a:ext>
                </a:extLst>
              </p:cNvPr>
              <p:cNvSpPr/>
              <p:nvPr/>
            </p:nvSpPr>
            <p:spPr>
              <a:xfrm>
                <a:off x="8577719" y="3862158"/>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8" name="Freeform: Shape 3347">
                <a:extLst>
                  <a:ext uri="{FF2B5EF4-FFF2-40B4-BE49-F238E27FC236}">
                    <a16:creationId xmlns:a16="http://schemas.microsoft.com/office/drawing/2014/main" id="{3734E076-2CCE-7CC2-524E-D35CA20186F0}"/>
                  </a:ext>
                </a:extLst>
              </p:cNvPr>
              <p:cNvSpPr/>
              <p:nvPr/>
            </p:nvSpPr>
            <p:spPr>
              <a:xfrm>
                <a:off x="8889453" y="3864292"/>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49" name="Freeform: Shape 3348">
                <a:extLst>
                  <a:ext uri="{FF2B5EF4-FFF2-40B4-BE49-F238E27FC236}">
                    <a16:creationId xmlns:a16="http://schemas.microsoft.com/office/drawing/2014/main" id="{8BB17C5E-0E33-442C-4409-739DD3424827}"/>
                  </a:ext>
                </a:extLst>
              </p:cNvPr>
              <p:cNvSpPr/>
              <p:nvPr/>
            </p:nvSpPr>
            <p:spPr>
              <a:xfrm>
                <a:off x="9201150" y="3866426"/>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0" name="Freeform: Shape 3349">
                <a:extLst>
                  <a:ext uri="{FF2B5EF4-FFF2-40B4-BE49-F238E27FC236}">
                    <a16:creationId xmlns:a16="http://schemas.microsoft.com/office/drawing/2014/main" id="{7DDBED21-6E85-0238-58CF-0687079BEF6E}"/>
                  </a:ext>
                </a:extLst>
              </p:cNvPr>
              <p:cNvSpPr/>
              <p:nvPr/>
            </p:nvSpPr>
            <p:spPr>
              <a:xfrm>
                <a:off x="9512884" y="3868521"/>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1" name="Freeform: Shape 3350">
                <a:extLst>
                  <a:ext uri="{FF2B5EF4-FFF2-40B4-BE49-F238E27FC236}">
                    <a16:creationId xmlns:a16="http://schemas.microsoft.com/office/drawing/2014/main" id="{62C196B6-6D51-021C-632D-62F91C57B837}"/>
                  </a:ext>
                </a:extLst>
              </p:cNvPr>
              <p:cNvSpPr/>
              <p:nvPr/>
            </p:nvSpPr>
            <p:spPr>
              <a:xfrm>
                <a:off x="9824618" y="3870655"/>
                <a:ext cx="41148" cy="41148"/>
              </a:xfrm>
              <a:custGeom>
                <a:avLst/>
                <a:gdLst>
                  <a:gd name="connsiteX0" fmla="*/ 0 w 41148"/>
                  <a:gd name="connsiteY0" fmla="*/ 0 h 41148"/>
                  <a:gd name="connsiteX1" fmla="*/ 41148 w 41148"/>
                  <a:gd name="connsiteY1" fmla="*/ 0 h 41148"/>
                  <a:gd name="connsiteX2" fmla="*/ 41148 w 41148"/>
                  <a:gd name="connsiteY2" fmla="*/ 41148 h 41148"/>
                  <a:gd name="connsiteX3" fmla="*/ 0 w 41148"/>
                  <a:gd name="connsiteY3" fmla="*/ 41148 h 41148"/>
                </a:gdLst>
                <a:ahLst/>
                <a:cxnLst>
                  <a:cxn ang="0">
                    <a:pos x="connsiteX0" y="connsiteY0"/>
                  </a:cxn>
                  <a:cxn ang="0">
                    <a:pos x="connsiteX1" y="connsiteY1"/>
                  </a:cxn>
                  <a:cxn ang="0">
                    <a:pos x="connsiteX2" y="connsiteY2"/>
                  </a:cxn>
                  <a:cxn ang="0">
                    <a:pos x="connsiteX3" y="connsiteY3"/>
                  </a:cxn>
                </a:cxnLst>
                <a:rect l="l" t="t" r="r" b="b"/>
                <a:pathLst>
                  <a:path w="41148" h="41148">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2" name="Freeform: Shape 3351">
                <a:extLst>
                  <a:ext uri="{FF2B5EF4-FFF2-40B4-BE49-F238E27FC236}">
                    <a16:creationId xmlns:a16="http://schemas.microsoft.com/office/drawing/2014/main" id="{CE39BB01-E4EC-A1A5-7380-CD87C8339416}"/>
                  </a:ext>
                </a:extLst>
              </p:cNvPr>
              <p:cNvSpPr/>
              <p:nvPr/>
            </p:nvSpPr>
            <p:spPr>
              <a:xfrm>
                <a:off x="10136352" y="3872750"/>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3" name="Freeform: Shape 3352">
                <a:extLst>
                  <a:ext uri="{FF2B5EF4-FFF2-40B4-BE49-F238E27FC236}">
                    <a16:creationId xmlns:a16="http://schemas.microsoft.com/office/drawing/2014/main" id="{079BADF9-F33E-C88E-CA8E-071E145BC28C}"/>
                  </a:ext>
                </a:extLst>
              </p:cNvPr>
              <p:cNvSpPr/>
              <p:nvPr/>
            </p:nvSpPr>
            <p:spPr>
              <a:xfrm>
                <a:off x="10448086" y="3874884"/>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4" name="Freeform: Shape 3353">
                <a:extLst>
                  <a:ext uri="{FF2B5EF4-FFF2-40B4-BE49-F238E27FC236}">
                    <a16:creationId xmlns:a16="http://schemas.microsoft.com/office/drawing/2014/main" id="{F6D09C89-208F-E4C2-E2C5-F22CE894E3FC}"/>
                  </a:ext>
                </a:extLst>
              </p:cNvPr>
              <p:cNvSpPr/>
              <p:nvPr/>
            </p:nvSpPr>
            <p:spPr>
              <a:xfrm>
                <a:off x="10759782" y="3877017"/>
                <a:ext cx="28422" cy="28422"/>
              </a:xfrm>
              <a:custGeom>
                <a:avLst/>
                <a:gdLst>
                  <a:gd name="connsiteX0" fmla="*/ 0 w 28422"/>
                  <a:gd name="connsiteY0" fmla="*/ 0 h 28422"/>
                  <a:gd name="connsiteX1" fmla="*/ 28423 w 28422"/>
                  <a:gd name="connsiteY1" fmla="*/ 0 h 28422"/>
                  <a:gd name="connsiteX2" fmla="*/ 28423 w 28422"/>
                  <a:gd name="connsiteY2" fmla="*/ 28423 h 28422"/>
                  <a:gd name="connsiteX3" fmla="*/ 0 w 28422"/>
                  <a:gd name="connsiteY3" fmla="*/ 28423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3"/>
                    </a:lnTo>
                    <a:lnTo>
                      <a:pt x="0" y="2842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5" name="Freeform: Shape 3354">
                <a:extLst>
                  <a:ext uri="{FF2B5EF4-FFF2-40B4-BE49-F238E27FC236}">
                    <a16:creationId xmlns:a16="http://schemas.microsoft.com/office/drawing/2014/main" id="{AAF3E0D2-D180-1052-6DD6-8B5F215CB490}"/>
                  </a:ext>
                </a:extLst>
              </p:cNvPr>
              <p:cNvSpPr/>
              <p:nvPr/>
            </p:nvSpPr>
            <p:spPr>
              <a:xfrm>
                <a:off x="11071517" y="3879113"/>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6" name="Freeform: Shape 3355">
                <a:extLst>
                  <a:ext uri="{FF2B5EF4-FFF2-40B4-BE49-F238E27FC236}">
                    <a16:creationId xmlns:a16="http://schemas.microsoft.com/office/drawing/2014/main" id="{B572FA4D-DA8F-7E9C-863A-3875F91DE6B0}"/>
                  </a:ext>
                </a:extLst>
              </p:cNvPr>
              <p:cNvSpPr/>
              <p:nvPr/>
            </p:nvSpPr>
            <p:spPr>
              <a:xfrm>
                <a:off x="1096289" y="4119486"/>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7" name="Freeform: Shape 3356">
                <a:extLst>
                  <a:ext uri="{FF2B5EF4-FFF2-40B4-BE49-F238E27FC236}">
                    <a16:creationId xmlns:a16="http://schemas.microsoft.com/office/drawing/2014/main" id="{EAAB0C45-86A9-218E-B13A-77A00DA8C488}"/>
                  </a:ext>
                </a:extLst>
              </p:cNvPr>
              <p:cNvSpPr/>
              <p:nvPr/>
            </p:nvSpPr>
            <p:spPr>
              <a:xfrm>
                <a:off x="1408023" y="4121581"/>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8" name="Freeform: Shape 3357">
                <a:extLst>
                  <a:ext uri="{FF2B5EF4-FFF2-40B4-BE49-F238E27FC236}">
                    <a16:creationId xmlns:a16="http://schemas.microsoft.com/office/drawing/2014/main" id="{B0A38530-2297-5DEA-C3B7-19E5C126F6E4}"/>
                  </a:ext>
                </a:extLst>
              </p:cNvPr>
              <p:cNvSpPr/>
              <p:nvPr/>
            </p:nvSpPr>
            <p:spPr>
              <a:xfrm>
                <a:off x="1719719" y="4123715"/>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59" name="Freeform: Shape 3358">
                <a:extLst>
                  <a:ext uri="{FF2B5EF4-FFF2-40B4-BE49-F238E27FC236}">
                    <a16:creationId xmlns:a16="http://schemas.microsoft.com/office/drawing/2014/main" id="{51A12675-07A6-8149-CE68-2C9029B4235C}"/>
                  </a:ext>
                </a:extLst>
              </p:cNvPr>
              <p:cNvSpPr/>
              <p:nvPr/>
            </p:nvSpPr>
            <p:spPr>
              <a:xfrm>
                <a:off x="2031453" y="4125810"/>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0" name="Freeform: Shape 3359">
                <a:extLst>
                  <a:ext uri="{FF2B5EF4-FFF2-40B4-BE49-F238E27FC236}">
                    <a16:creationId xmlns:a16="http://schemas.microsoft.com/office/drawing/2014/main" id="{9054CDAB-F007-F81B-9336-C14EDBD38592}"/>
                  </a:ext>
                </a:extLst>
              </p:cNvPr>
              <p:cNvSpPr/>
              <p:nvPr/>
            </p:nvSpPr>
            <p:spPr>
              <a:xfrm>
                <a:off x="2343188" y="4127944"/>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1" name="Freeform: Shape 3360">
                <a:extLst>
                  <a:ext uri="{FF2B5EF4-FFF2-40B4-BE49-F238E27FC236}">
                    <a16:creationId xmlns:a16="http://schemas.microsoft.com/office/drawing/2014/main" id="{703AC08B-5ACC-9B94-EA43-0B7BF0314B26}"/>
                  </a:ext>
                </a:extLst>
              </p:cNvPr>
              <p:cNvSpPr/>
              <p:nvPr/>
            </p:nvSpPr>
            <p:spPr>
              <a:xfrm>
                <a:off x="2654922" y="4130078"/>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2" name="Freeform: Shape 3361">
                <a:extLst>
                  <a:ext uri="{FF2B5EF4-FFF2-40B4-BE49-F238E27FC236}">
                    <a16:creationId xmlns:a16="http://schemas.microsoft.com/office/drawing/2014/main" id="{E5075435-BA2B-720B-922F-F703F181940C}"/>
                  </a:ext>
                </a:extLst>
              </p:cNvPr>
              <p:cNvSpPr/>
              <p:nvPr/>
            </p:nvSpPr>
            <p:spPr>
              <a:xfrm>
                <a:off x="2966656" y="413217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3" name="Freeform: Shape 3362">
                <a:extLst>
                  <a:ext uri="{FF2B5EF4-FFF2-40B4-BE49-F238E27FC236}">
                    <a16:creationId xmlns:a16="http://schemas.microsoft.com/office/drawing/2014/main" id="{0F5F31F2-5C1C-0527-973D-C8B7845E2B07}"/>
                  </a:ext>
                </a:extLst>
              </p:cNvPr>
              <p:cNvSpPr/>
              <p:nvPr/>
            </p:nvSpPr>
            <p:spPr>
              <a:xfrm>
                <a:off x="3278352" y="4134307"/>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4" name="Freeform: Shape 3363">
                <a:extLst>
                  <a:ext uri="{FF2B5EF4-FFF2-40B4-BE49-F238E27FC236}">
                    <a16:creationId xmlns:a16="http://schemas.microsoft.com/office/drawing/2014/main" id="{A90A06F6-280F-E0D6-4D80-86DB880CE2F8}"/>
                  </a:ext>
                </a:extLst>
              </p:cNvPr>
              <p:cNvSpPr/>
              <p:nvPr/>
            </p:nvSpPr>
            <p:spPr>
              <a:xfrm>
                <a:off x="3590086" y="4136440"/>
                <a:ext cx="125882" cy="125882"/>
              </a:xfrm>
              <a:custGeom>
                <a:avLst/>
                <a:gdLst>
                  <a:gd name="connsiteX0" fmla="*/ 0 w 125882"/>
                  <a:gd name="connsiteY0" fmla="*/ 0 h 125882"/>
                  <a:gd name="connsiteX1" fmla="*/ 125882 w 125882"/>
                  <a:gd name="connsiteY1" fmla="*/ 0 h 125882"/>
                  <a:gd name="connsiteX2" fmla="*/ 125882 w 125882"/>
                  <a:gd name="connsiteY2" fmla="*/ 125883 h 125882"/>
                  <a:gd name="connsiteX3" fmla="*/ 0 w 125882"/>
                  <a:gd name="connsiteY3" fmla="*/ 125883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3"/>
                    </a:lnTo>
                    <a:lnTo>
                      <a:pt x="0" y="12588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5" name="Freeform: Shape 3364">
                <a:extLst>
                  <a:ext uri="{FF2B5EF4-FFF2-40B4-BE49-F238E27FC236}">
                    <a16:creationId xmlns:a16="http://schemas.microsoft.com/office/drawing/2014/main" id="{8E774612-84DD-067D-C025-2851810FAD94}"/>
                  </a:ext>
                </a:extLst>
              </p:cNvPr>
              <p:cNvSpPr/>
              <p:nvPr/>
            </p:nvSpPr>
            <p:spPr>
              <a:xfrm>
                <a:off x="3901821" y="4138536"/>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6" name="Freeform: Shape 3365">
                <a:extLst>
                  <a:ext uri="{FF2B5EF4-FFF2-40B4-BE49-F238E27FC236}">
                    <a16:creationId xmlns:a16="http://schemas.microsoft.com/office/drawing/2014/main" id="{4E0E2D0C-EAF8-5A23-78D1-83E90AEAC468}"/>
                  </a:ext>
                </a:extLst>
              </p:cNvPr>
              <p:cNvSpPr/>
              <p:nvPr/>
            </p:nvSpPr>
            <p:spPr>
              <a:xfrm>
                <a:off x="4213555" y="4140669"/>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7" name="Freeform: Shape 3366">
                <a:extLst>
                  <a:ext uri="{FF2B5EF4-FFF2-40B4-BE49-F238E27FC236}">
                    <a16:creationId xmlns:a16="http://schemas.microsoft.com/office/drawing/2014/main" id="{9B9BFF07-341A-7894-D0B0-E3429AA7258E}"/>
                  </a:ext>
                </a:extLst>
              </p:cNvPr>
              <p:cNvSpPr/>
              <p:nvPr/>
            </p:nvSpPr>
            <p:spPr>
              <a:xfrm>
                <a:off x="4525289" y="4142765"/>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8" name="Freeform: Shape 3367">
                <a:extLst>
                  <a:ext uri="{FF2B5EF4-FFF2-40B4-BE49-F238E27FC236}">
                    <a16:creationId xmlns:a16="http://schemas.microsoft.com/office/drawing/2014/main" id="{0D9AE846-FD03-8149-E845-B4AA9FAC9957}"/>
                  </a:ext>
                </a:extLst>
              </p:cNvPr>
              <p:cNvSpPr/>
              <p:nvPr/>
            </p:nvSpPr>
            <p:spPr>
              <a:xfrm>
                <a:off x="4836985" y="4144899"/>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69" name="Freeform: Shape 3368">
                <a:extLst>
                  <a:ext uri="{FF2B5EF4-FFF2-40B4-BE49-F238E27FC236}">
                    <a16:creationId xmlns:a16="http://schemas.microsoft.com/office/drawing/2014/main" id="{B300FDE4-FE36-51E9-8BFB-5D892E4C30B7}"/>
                  </a:ext>
                </a:extLst>
              </p:cNvPr>
              <p:cNvSpPr/>
              <p:nvPr/>
            </p:nvSpPr>
            <p:spPr>
              <a:xfrm>
                <a:off x="5148719" y="4147032"/>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0" name="Freeform: Shape 3369">
                <a:extLst>
                  <a:ext uri="{FF2B5EF4-FFF2-40B4-BE49-F238E27FC236}">
                    <a16:creationId xmlns:a16="http://schemas.microsoft.com/office/drawing/2014/main" id="{2860FCF1-146E-A336-647E-5E21C16EEF72}"/>
                  </a:ext>
                </a:extLst>
              </p:cNvPr>
              <p:cNvSpPr/>
              <p:nvPr/>
            </p:nvSpPr>
            <p:spPr>
              <a:xfrm>
                <a:off x="5460453" y="4149128"/>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1" name="Freeform: Shape 3370">
                <a:extLst>
                  <a:ext uri="{FF2B5EF4-FFF2-40B4-BE49-F238E27FC236}">
                    <a16:creationId xmlns:a16="http://schemas.microsoft.com/office/drawing/2014/main" id="{DC7F591D-836B-72AB-C94C-042CC08474F1}"/>
                  </a:ext>
                </a:extLst>
              </p:cNvPr>
              <p:cNvSpPr/>
              <p:nvPr/>
            </p:nvSpPr>
            <p:spPr>
              <a:xfrm>
                <a:off x="5772188" y="4151261"/>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2" name="Freeform: Shape 3371">
                <a:extLst>
                  <a:ext uri="{FF2B5EF4-FFF2-40B4-BE49-F238E27FC236}">
                    <a16:creationId xmlns:a16="http://schemas.microsoft.com/office/drawing/2014/main" id="{F218AD03-E259-608B-A0D6-EE7D06F68C9C}"/>
                  </a:ext>
                </a:extLst>
              </p:cNvPr>
              <p:cNvSpPr/>
              <p:nvPr/>
            </p:nvSpPr>
            <p:spPr>
              <a:xfrm>
                <a:off x="6083884" y="4153357"/>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3" name="Freeform: Shape 3372">
                <a:extLst>
                  <a:ext uri="{FF2B5EF4-FFF2-40B4-BE49-F238E27FC236}">
                    <a16:creationId xmlns:a16="http://schemas.microsoft.com/office/drawing/2014/main" id="{40B5DE7D-6F59-0990-B86F-187315FB3E7E}"/>
                  </a:ext>
                </a:extLst>
              </p:cNvPr>
              <p:cNvSpPr/>
              <p:nvPr/>
            </p:nvSpPr>
            <p:spPr>
              <a:xfrm>
                <a:off x="6395618" y="4155490"/>
                <a:ext cx="87744" cy="87744"/>
              </a:xfrm>
              <a:custGeom>
                <a:avLst/>
                <a:gdLst>
                  <a:gd name="connsiteX0" fmla="*/ 0 w 87744"/>
                  <a:gd name="connsiteY0" fmla="*/ 0 h 87744"/>
                  <a:gd name="connsiteX1" fmla="*/ 87744 w 87744"/>
                  <a:gd name="connsiteY1" fmla="*/ 0 h 87744"/>
                  <a:gd name="connsiteX2" fmla="*/ 87744 w 87744"/>
                  <a:gd name="connsiteY2" fmla="*/ 87745 h 87744"/>
                  <a:gd name="connsiteX3" fmla="*/ 0 w 87744"/>
                  <a:gd name="connsiteY3" fmla="*/ 87745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5"/>
                    </a:lnTo>
                    <a:lnTo>
                      <a:pt x="0" y="8774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4" name="Freeform: Shape 3373">
                <a:extLst>
                  <a:ext uri="{FF2B5EF4-FFF2-40B4-BE49-F238E27FC236}">
                    <a16:creationId xmlns:a16="http://schemas.microsoft.com/office/drawing/2014/main" id="{51CD9B22-DB12-79DF-5A29-7A494EDB805E}"/>
                  </a:ext>
                </a:extLst>
              </p:cNvPr>
              <p:cNvSpPr/>
              <p:nvPr/>
            </p:nvSpPr>
            <p:spPr>
              <a:xfrm>
                <a:off x="6707352" y="4157624"/>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5" name="Freeform: Shape 3374">
                <a:extLst>
                  <a:ext uri="{FF2B5EF4-FFF2-40B4-BE49-F238E27FC236}">
                    <a16:creationId xmlns:a16="http://schemas.microsoft.com/office/drawing/2014/main" id="{E6D23209-7CBB-690C-C5E1-53E1F9291990}"/>
                  </a:ext>
                </a:extLst>
              </p:cNvPr>
              <p:cNvSpPr/>
              <p:nvPr/>
            </p:nvSpPr>
            <p:spPr>
              <a:xfrm>
                <a:off x="7019086" y="4159719"/>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6" name="Freeform: Shape 3375">
                <a:extLst>
                  <a:ext uri="{FF2B5EF4-FFF2-40B4-BE49-F238E27FC236}">
                    <a16:creationId xmlns:a16="http://schemas.microsoft.com/office/drawing/2014/main" id="{6498B892-F581-3F28-9CE8-D8876039CF7E}"/>
                  </a:ext>
                </a:extLst>
              </p:cNvPr>
              <p:cNvSpPr/>
              <p:nvPr/>
            </p:nvSpPr>
            <p:spPr>
              <a:xfrm>
                <a:off x="7330821" y="4161853"/>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7" name="Freeform: Shape 3376">
                <a:extLst>
                  <a:ext uri="{FF2B5EF4-FFF2-40B4-BE49-F238E27FC236}">
                    <a16:creationId xmlns:a16="http://schemas.microsoft.com/office/drawing/2014/main" id="{19608826-78CD-E6D2-3070-9E3FFA016D4D}"/>
                  </a:ext>
                </a:extLst>
              </p:cNvPr>
              <p:cNvSpPr/>
              <p:nvPr/>
            </p:nvSpPr>
            <p:spPr>
              <a:xfrm>
                <a:off x="7642517" y="4163949"/>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8" name="Freeform: Shape 3377">
                <a:extLst>
                  <a:ext uri="{FF2B5EF4-FFF2-40B4-BE49-F238E27FC236}">
                    <a16:creationId xmlns:a16="http://schemas.microsoft.com/office/drawing/2014/main" id="{795ED5A3-11D6-6214-4E2C-0B2E4FEDCAF1}"/>
                  </a:ext>
                </a:extLst>
              </p:cNvPr>
              <p:cNvSpPr/>
              <p:nvPr/>
            </p:nvSpPr>
            <p:spPr>
              <a:xfrm>
                <a:off x="7954251" y="4166082"/>
                <a:ext cx="66560" cy="66560"/>
              </a:xfrm>
              <a:custGeom>
                <a:avLst/>
                <a:gdLst>
                  <a:gd name="connsiteX0" fmla="*/ 0 w 66560"/>
                  <a:gd name="connsiteY0" fmla="*/ 0 h 66560"/>
                  <a:gd name="connsiteX1" fmla="*/ 66561 w 66560"/>
                  <a:gd name="connsiteY1" fmla="*/ 0 h 66560"/>
                  <a:gd name="connsiteX2" fmla="*/ 66561 w 66560"/>
                  <a:gd name="connsiteY2" fmla="*/ 66560 h 66560"/>
                  <a:gd name="connsiteX3" fmla="*/ 0 w 66560"/>
                  <a:gd name="connsiteY3" fmla="*/ 66560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0"/>
                    </a:lnTo>
                    <a:lnTo>
                      <a:pt x="0" y="6656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79" name="Freeform: Shape 3378">
                <a:extLst>
                  <a:ext uri="{FF2B5EF4-FFF2-40B4-BE49-F238E27FC236}">
                    <a16:creationId xmlns:a16="http://schemas.microsoft.com/office/drawing/2014/main" id="{0FA1422C-1337-A0E0-BF89-5B38ECEDD792}"/>
                  </a:ext>
                </a:extLst>
              </p:cNvPr>
              <p:cNvSpPr/>
              <p:nvPr/>
            </p:nvSpPr>
            <p:spPr>
              <a:xfrm>
                <a:off x="8265985" y="4168216"/>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0" name="Freeform: Shape 3379">
                <a:extLst>
                  <a:ext uri="{FF2B5EF4-FFF2-40B4-BE49-F238E27FC236}">
                    <a16:creationId xmlns:a16="http://schemas.microsoft.com/office/drawing/2014/main" id="{E65F9ED0-1DDA-177F-2DDA-CAA7084C8BEA}"/>
                  </a:ext>
                </a:extLst>
              </p:cNvPr>
              <p:cNvSpPr/>
              <p:nvPr/>
            </p:nvSpPr>
            <p:spPr>
              <a:xfrm>
                <a:off x="8577719" y="4170311"/>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1" name="Freeform: Shape 3380">
                <a:extLst>
                  <a:ext uri="{FF2B5EF4-FFF2-40B4-BE49-F238E27FC236}">
                    <a16:creationId xmlns:a16="http://schemas.microsoft.com/office/drawing/2014/main" id="{F10C06B5-A295-3590-87A4-52ED95043522}"/>
                  </a:ext>
                </a:extLst>
              </p:cNvPr>
              <p:cNvSpPr/>
              <p:nvPr/>
            </p:nvSpPr>
            <p:spPr>
              <a:xfrm>
                <a:off x="8889453" y="4172445"/>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2" name="Freeform: Shape 3381">
                <a:extLst>
                  <a:ext uri="{FF2B5EF4-FFF2-40B4-BE49-F238E27FC236}">
                    <a16:creationId xmlns:a16="http://schemas.microsoft.com/office/drawing/2014/main" id="{7BD1BBC7-35C2-F780-BF4F-481E177BE34D}"/>
                  </a:ext>
                </a:extLst>
              </p:cNvPr>
              <p:cNvSpPr/>
              <p:nvPr/>
            </p:nvSpPr>
            <p:spPr>
              <a:xfrm>
                <a:off x="9201150" y="4174578"/>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3" name="Freeform: Shape 3382">
                <a:extLst>
                  <a:ext uri="{FF2B5EF4-FFF2-40B4-BE49-F238E27FC236}">
                    <a16:creationId xmlns:a16="http://schemas.microsoft.com/office/drawing/2014/main" id="{00E4E3BF-FE8E-89D3-FB06-D08EE2F51523}"/>
                  </a:ext>
                </a:extLst>
              </p:cNvPr>
              <p:cNvSpPr/>
              <p:nvPr/>
            </p:nvSpPr>
            <p:spPr>
              <a:xfrm>
                <a:off x="9512884" y="4176674"/>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4" name="Freeform: Shape 3383">
                <a:extLst>
                  <a:ext uri="{FF2B5EF4-FFF2-40B4-BE49-F238E27FC236}">
                    <a16:creationId xmlns:a16="http://schemas.microsoft.com/office/drawing/2014/main" id="{404FDCAF-5701-48C5-C5A3-3876CFA46622}"/>
                  </a:ext>
                </a:extLst>
              </p:cNvPr>
              <p:cNvSpPr/>
              <p:nvPr/>
            </p:nvSpPr>
            <p:spPr>
              <a:xfrm>
                <a:off x="9824618" y="4178808"/>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5" name="Freeform: Shape 3384">
                <a:extLst>
                  <a:ext uri="{FF2B5EF4-FFF2-40B4-BE49-F238E27FC236}">
                    <a16:creationId xmlns:a16="http://schemas.microsoft.com/office/drawing/2014/main" id="{B46A7D6F-75CA-3E12-A5DB-E4FF44B3827F}"/>
                  </a:ext>
                </a:extLst>
              </p:cNvPr>
              <p:cNvSpPr/>
              <p:nvPr/>
            </p:nvSpPr>
            <p:spPr>
              <a:xfrm>
                <a:off x="10136352" y="418090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6" name="Freeform: Shape 3385">
                <a:extLst>
                  <a:ext uri="{FF2B5EF4-FFF2-40B4-BE49-F238E27FC236}">
                    <a16:creationId xmlns:a16="http://schemas.microsoft.com/office/drawing/2014/main" id="{0F510B96-7219-C7C0-017E-3F5EF7077378}"/>
                  </a:ext>
                </a:extLst>
              </p:cNvPr>
              <p:cNvSpPr/>
              <p:nvPr/>
            </p:nvSpPr>
            <p:spPr>
              <a:xfrm>
                <a:off x="10448086" y="4183037"/>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7" name="Freeform: Shape 3386">
                <a:extLst>
                  <a:ext uri="{FF2B5EF4-FFF2-40B4-BE49-F238E27FC236}">
                    <a16:creationId xmlns:a16="http://schemas.microsoft.com/office/drawing/2014/main" id="{D6D87027-4052-1D4A-551E-BDCF24852694}"/>
                  </a:ext>
                </a:extLst>
              </p:cNvPr>
              <p:cNvSpPr/>
              <p:nvPr/>
            </p:nvSpPr>
            <p:spPr>
              <a:xfrm>
                <a:off x="10759782" y="4185170"/>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8" name="Freeform: Shape 3387">
                <a:extLst>
                  <a:ext uri="{FF2B5EF4-FFF2-40B4-BE49-F238E27FC236}">
                    <a16:creationId xmlns:a16="http://schemas.microsoft.com/office/drawing/2014/main" id="{4803137C-D4CE-6C73-790B-81A13F8A4D55}"/>
                  </a:ext>
                </a:extLst>
              </p:cNvPr>
              <p:cNvSpPr/>
              <p:nvPr/>
            </p:nvSpPr>
            <p:spPr>
              <a:xfrm>
                <a:off x="11071517" y="4187266"/>
                <a:ext cx="24193" cy="24193"/>
              </a:xfrm>
              <a:custGeom>
                <a:avLst/>
                <a:gdLst>
                  <a:gd name="connsiteX0" fmla="*/ 0 w 24193"/>
                  <a:gd name="connsiteY0" fmla="*/ 0 h 24193"/>
                  <a:gd name="connsiteX1" fmla="*/ 24194 w 24193"/>
                  <a:gd name="connsiteY1" fmla="*/ 0 h 24193"/>
                  <a:gd name="connsiteX2" fmla="*/ 24194 w 24193"/>
                  <a:gd name="connsiteY2" fmla="*/ 24193 h 24193"/>
                  <a:gd name="connsiteX3" fmla="*/ 0 w 24193"/>
                  <a:gd name="connsiteY3" fmla="*/ 24193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3"/>
                    </a:lnTo>
                    <a:lnTo>
                      <a:pt x="0" y="2419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89" name="Freeform: Shape 3388">
                <a:extLst>
                  <a:ext uri="{FF2B5EF4-FFF2-40B4-BE49-F238E27FC236}">
                    <a16:creationId xmlns:a16="http://schemas.microsoft.com/office/drawing/2014/main" id="{5ED5EEBA-5C0A-55BD-CE29-293A345F66AB}"/>
                  </a:ext>
                </a:extLst>
              </p:cNvPr>
              <p:cNvSpPr/>
              <p:nvPr/>
            </p:nvSpPr>
            <p:spPr>
              <a:xfrm>
                <a:off x="1096289" y="4427639"/>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0" name="Freeform: Shape 3389">
                <a:extLst>
                  <a:ext uri="{FF2B5EF4-FFF2-40B4-BE49-F238E27FC236}">
                    <a16:creationId xmlns:a16="http://schemas.microsoft.com/office/drawing/2014/main" id="{AF324B54-8197-DD95-2027-57238ECB3CAA}"/>
                  </a:ext>
                </a:extLst>
              </p:cNvPr>
              <p:cNvSpPr/>
              <p:nvPr/>
            </p:nvSpPr>
            <p:spPr>
              <a:xfrm>
                <a:off x="1408023" y="4429734"/>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1" name="Freeform: Shape 3390">
                <a:extLst>
                  <a:ext uri="{FF2B5EF4-FFF2-40B4-BE49-F238E27FC236}">
                    <a16:creationId xmlns:a16="http://schemas.microsoft.com/office/drawing/2014/main" id="{01C9F006-7547-A9C6-901D-FD1B1F30F73C}"/>
                  </a:ext>
                </a:extLst>
              </p:cNvPr>
              <p:cNvSpPr/>
              <p:nvPr/>
            </p:nvSpPr>
            <p:spPr>
              <a:xfrm>
                <a:off x="1719719" y="4431868"/>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2" name="Freeform: Shape 3391">
                <a:extLst>
                  <a:ext uri="{FF2B5EF4-FFF2-40B4-BE49-F238E27FC236}">
                    <a16:creationId xmlns:a16="http://schemas.microsoft.com/office/drawing/2014/main" id="{6E959CAD-5984-B686-BE09-7882F9CAF1EA}"/>
                  </a:ext>
                </a:extLst>
              </p:cNvPr>
              <p:cNvSpPr/>
              <p:nvPr/>
            </p:nvSpPr>
            <p:spPr>
              <a:xfrm>
                <a:off x="2031453" y="4433963"/>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3" name="Freeform: Shape 3392">
                <a:extLst>
                  <a:ext uri="{FF2B5EF4-FFF2-40B4-BE49-F238E27FC236}">
                    <a16:creationId xmlns:a16="http://schemas.microsoft.com/office/drawing/2014/main" id="{D00DC2F7-C439-70C8-5E51-D985D2BA3BA9}"/>
                  </a:ext>
                </a:extLst>
              </p:cNvPr>
              <p:cNvSpPr/>
              <p:nvPr/>
            </p:nvSpPr>
            <p:spPr>
              <a:xfrm>
                <a:off x="2343188" y="4436097"/>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4" name="Freeform: Shape 3393">
                <a:extLst>
                  <a:ext uri="{FF2B5EF4-FFF2-40B4-BE49-F238E27FC236}">
                    <a16:creationId xmlns:a16="http://schemas.microsoft.com/office/drawing/2014/main" id="{9E6B8F74-5299-47C3-6F03-23852BB978A1}"/>
                  </a:ext>
                </a:extLst>
              </p:cNvPr>
              <p:cNvSpPr/>
              <p:nvPr/>
            </p:nvSpPr>
            <p:spPr>
              <a:xfrm>
                <a:off x="2654922" y="4438230"/>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5" name="Freeform: Shape 3394">
                <a:extLst>
                  <a:ext uri="{FF2B5EF4-FFF2-40B4-BE49-F238E27FC236}">
                    <a16:creationId xmlns:a16="http://schemas.microsoft.com/office/drawing/2014/main" id="{7B721CA0-09FB-37B1-103C-4F61EF815FB3}"/>
                  </a:ext>
                </a:extLst>
              </p:cNvPr>
              <p:cNvSpPr/>
              <p:nvPr/>
            </p:nvSpPr>
            <p:spPr>
              <a:xfrm>
                <a:off x="2966656" y="4440326"/>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6" name="Freeform: Shape 3395">
                <a:extLst>
                  <a:ext uri="{FF2B5EF4-FFF2-40B4-BE49-F238E27FC236}">
                    <a16:creationId xmlns:a16="http://schemas.microsoft.com/office/drawing/2014/main" id="{0ACEFE9B-E7F0-5C82-2535-DEFCD46CFF6B}"/>
                  </a:ext>
                </a:extLst>
              </p:cNvPr>
              <p:cNvSpPr/>
              <p:nvPr/>
            </p:nvSpPr>
            <p:spPr>
              <a:xfrm>
                <a:off x="3278352" y="4442460"/>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7" name="Freeform: Shape 3396">
                <a:extLst>
                  <a:ext uri="{FF2B5EF4-FFF2-40B4-BE49-F238E27FC236}">
                    <a16:creationId xmlns:a16="http://schemas.microsoft.com/office/drawing/2014/main" id="{F47CCFAF-D341-5E29-09F9-7BAD1656E2F3}"/>
                  </a:ext>
                </a:extLst>
              </p:cNvPr>
              <p:cNvSpPr/>
              <p:nvPr/>
            </p:nvSpPr>
            <p:spPr>
              <a:xfrm>
                <a:off x="3590086" y="4444555"/>
                <a:ext cx="125882" cy="125882"/>
              </a:xfrm>
              <a:custGeom>
                <a:avLst/>
                <a:gdLst>
                  <a:gd name="connsiteX0" fmla="*/ 0 w 125882"/>
                  <a:gd name="connsiteY0" fmla="*/ 0 h 125882"/>
                  <a:gd name="connsiteX1" fmla="*/ 125882 w 125882"/>
                  <a:gd name="connsiteY1" fmla="*/ 0 h 125882"/>
                  <a:gd name="connsiteX2" fmla="*/ 125882 w 125882"/>
                  <a:gd name="connsiteY2" fmla="*/ 125883 h 125882"/>
                  <a:gd name="connsiteX3" fmla="*/ 0 w 125882"/>
                  <a:gd name="connsiteY3" fmla="*/ 125883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3"/>
                    </a:lnTo>
                    <a:lnTo>
                      <a:pt x="0" y="12588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8" name="Freeform: Shape 3397">
                <a:extLst>
                  <a:ext uri="{FF2B5EF4-FFF2-40B4-BE49-F238E27FC236}">
                    <a16:creationId xmlns:a16="http://schemas.microsoft.com/office/drawing/2014/main" id="{87FDF4BE-5926-EB17-91DA-4F22C90A47D3}"/>
                  </a:ext>
                </a:extLst>
              </p:cNvPr>
              <p:cNvSpPr/>
              <p:nvPr/>
            </p:nvSpPr>
            <p:spPr>
              <a:xfrm>
                <a:off x="3901821" y="4446689"/>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399" name="Freeform: Shape 3398">
                <a:extLst>
                  <a:ext uri="{FF2B5EF4-FFF2-40B4-BE49-F238E27FC236}">
                    <a16:creationId xmlns:a16="http://schemas.microsoft.com/office/drawing/2014/main" id="{35B7AF29-6E1D-D89B-C674-1D2EAF400C1A}"/>
                  </a:ext>
                </a:extLst>
              </p:cNvPr>
              <p:cNvSpPr/>
              <p:nvPr/>
            </p:nvSpPr>
            <p:spPr>
              <a:xfrm>
                <a:off x="4213555" y="4448822"/>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0" name="Freeform: Shape 3399">
                <a:extLst>
                  <a:ext uri="{FF2B5EF4-FFF2-40B4-BE49-F238E27FC236}">
                    <a16:creationId xmlns:a16="http://schemas.microsoft.com/office/drawing/2014/main" id="{F20B9813-0EBC-829F-81ED-4509E048A2BC}"/>
                  </a:ext>
                </a:extLst>
              </p:cNvPr>
              <p:cNvSpPr/>
              <p:nvPr/>
            </p:nvSpPr>
            <p:spPr>
              <a:xfrm>
                <a:off x="4525289" y="4450918"/>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1" name="Freeform: Shape 3400">
                <a:extLst>
                  <a:ext uri="{FF2B5EF4-FFF2-40B4-BE49-F238E27FC236}">
                    <a16:creationId xmlns:a16="http://schemas.microsoft.com/office/drawing/2014/main" id="{96FE27B4-AB77-FC35-C576-2B7C85F07DF0}"/>
                  </a:ext>
                </a:extLst>
              </p:cNvPr>
              <p:cNvSpPr/>
              <p:nvPr/>
            </p:nvSpPr>
            <p:spPr>
              <a:xfrm>
                <a:off x="4836985" y="4453051"/>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2" name="Freeform: Shape 3401">
                <a:extLst>
                  <a:ext uri="{FF2B5EF4-FFF2-40B4-BE49-F238E27FC236}">
                    <a16:creationId xmlns:a16="http://schemas.microsoft.com/office/drawing/2014/main" id="{D75CA5AB-EB19-DE79-62A4-8A03EC1B9BF2}"/>
                  </a:ext>
                </a:extLst>
              </p:cNvPr>
              <p:cNvSpPr/>
              <p:nvPr/>
            </p:nvSpPr>
            <p:spPr>
              <a:xfrm>
                <a:off x="5148719" y="4455147"/>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3" name="Freeform: Shape 3402">
                <a:extLst>
                  <a:ext uri="{FF2B5EF4-FFF2-40B4-BE49-F238E27FC236}">
                    <a16:creationId xmlns:a16="http://schemas.microsoft.com/office/drawing/2014/main" id="{DF0C2F58-C536-4EF9-0775-4CF98C45680E}"/>
                  </a:ext>
                </a:extLst>
              </p:cNvPr>
              <p:cNvSpPr/>
              <p:nvPr/>
            </p:nvSpPr>
            <p:spPr>
              <a:xfrm>
                <a:off x="5460453" y="4457280"/>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4" name="Freeform: Shape 3403">
                <a:extLst>
                  <a:ext uri="{FF2B5EF4-FFF2-40B4-BE49-F238E27FC236}">
                    <a16:creationId xmlns:a16="http://schemas.microsoft.com/office/drawing/2014/main" id="{C9A5A606-52A8-CA48-D4B2-E678B43BFE8F}"/>
                  </a:ext>
                </a:extLst>
              </p:cNvPr>
              <p:cNvSpPr/>
              <p:nvPr/>
            </p:nvSpPr>
            <p:spPr>
              <a:xfrm>
                <a:off x="5772188" y="4459414"/>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5" name="Freeform: Shape 3404">
                <a:extLst>
                  <a:ext uri="{FF2B5EF4-FFF2-40B4-BE49-F238E27FC236}">
                    <a16:creationId xmlns:a16="http://schemas.microsoft.com/office/drawing/2014/main" id="{2406151A-4E2F-DD72-E370-FC8E1BB1726C}"/>
                  </a:ext>
                </a:extLst>
              </p:cNvPr>
              <p:cNvSpPr/>
              <p:nvPr/>
            </p:nvSpPr>
            <p:spPr>
              <a:xfrm>
                <a:off x="6083884" y="4461510"/>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6" name="Freeform: Shape 3405">
                <a:extLst>
                  <a:ext uri="{FF2B5EF4-FFF2-40B4-BE49-F238E27FC236}">
                    <a16:creationId xmlns:a16="http://schemas.microsoft.com/office/drawing/2014/main" id="{8896B627-ABA1-39A8-2E2C-D41BC5F810DD}"/>
                  </a:ext>
                </a:extLst>
              </p:cNvPr>
              <p:cNvSpPr/>
              <p:nvPr/>
            </p:nvSpPr>
            <p:spPr>
              <a:xfrm>
                <a:off x="6395618" y="4463643"/>
                <a:ext cx="87744" cy="87744"/>
              </a:xfrm>
              <a:custGeom>
                <a:avLst/>
                <a:gdLst>
                  <a:gd name="connsiteX0" fmla="*/ 0 w 87744"/>
                  <a:gd name="connsiteY0" fmla="*/ 0 h 87744"/>
                  <a:gd name="connsiteX1" fmla="*/ 87744 w 87744"/>
                  <a:gd name="connsiteY1" fmla="*/ 0 h 87744"/>
                  <a:gd name="connsiteX2" fmla="*/ 87744 w 87744"/>
                  <a:gd name="connsiteY2" fmla="*/ 87745 h 87744"/>
                  <a:gd name="connsiteX3" fmla="*/ 0 w 87744"/>
                  <a:gd name="connsiteY3" fmla="*/ 87745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5"/>
                    </a:lnTo>
                    <a:lnTo>
                      <a:pt x="0" y="8774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7" name="Freeform: Shape 3406">
                <a:extLst>
                  <a:ext uri="{FF2B5EF4-FFF2-40B4-BE49-F238E27FC236}">
                    <a16:creationId xmlns:a16="http://schemas.microsoft.com/office/drawing/2014/main" id="{0585DC29-4307-B9CA-4F21-A2DB9D5DD4F6}"/>
                  </a:ext>
                </a:extLst>
              </p:cNvPr>
              <p:cNvSpPr/>
              <p:nvPr/>
            </p:nvSpPr>
            <p:spPr>
              <a:xfrm>
                <a:off x="6707352" y="4465777"/>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8" name="Freeform: Shape 3407">
                <a:extLst>
                  <a:ext uri="{FF2B5EF4-FFF2-40B4-BE49-F238E27FC236}">
                    <a16:creationId xmlns:a16="http://schemas.microsoft.com/office/drawing/2014/main" id="{32387414-EEC9-29CA-4E7B-C0078834E2D6}"/>
                  </a:ext>
                </a:extLst>
              </p:cNvPr>
              <p:cNvSpPr/>
              <p:nvPr/>
            </p:nvSpPr>
            <p:spPr>
              <a:xfrm>
                <a:off x="7019086" y="4467872"/>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09" name="Freeform: Shape 3408">
                <a:extLst>
                  <a:ext uri="{FF2B5EF4-FFF2-40B4-BE49-F238E27FC236}">
                    <a16:creationId xmlns:a16="http://schemas.microsoft.com/office/drawing/2014/main" id="{6B218850-0C5B-DB0B-AC4E-C02A2B249F22}"/>
                  </a:ext>
                </a:extLst>
              </p:cNvPr>
              <p:cNvSpPr/>
              <p:nvPr/>
            </p:nvSpPr>
            <p:spPr>
              <a:xfrm>
                <a:off x="7330821" y="4470006"/>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0" name="Freeform: Shape 3409">
                <a:extLst>
                  <a:ext uri="{FF2B5EF4-FFF2-40B4-BE49-F238E27FC236}">
                    <a16:creationId xmlns:a16="http://schemas.microsoft.com/office/drawing/2014/main" id="{CBEC88CF-9021-B8E9-DB60-937425F022A0}"/>
                  </a:ext>
                </a:extLst>
              </p:cNvPr>
              <p:cNvSpPr/>
              <p:nvPr/>
            </p:nvSpPr>
            <p:spPr>
              <a:xfrm>
                <a:off x="7642517" y="4472101"/>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1" name="Freeform: Shape 3410">
                <a:extLst>
                  <a:ext uri="{FF2B5EF4-FFF2-40B4-BE49-F238E27FC236}">
                    <a16:creationId xmlns:a16="http://schemas.microsoft.com/office/drawing/2014/main" id="{1B5CC2F4-125B-C774-3BB6-E716393B0DEB}"/>
                  </a:ext>
                </a:extLst>
              </p:cNvPr>
              <p:cNvSpPr/>
              <p:nvPr/>
            </p:nvSpPr>
            <p:spPr>
              <a:xfrm>
                <a:off x="7954251" y="4474235"/>
                <a:ext cx="66560" cy="66560"/>
              </a:xfrm>
              <a:custGeom>
                <a:avLst/>
                <a:gdLst>
                  <a:gd name="connsiteX0" fmla="*/ 0 w 66560"/>
                  <a:gd name="connsiteY0" fmla="*/ 0 h 66560"/>
                  <a:gd name="connsiteX1" fmla="*/ 66561 w 66560"/>
                  <a:gd name="connsiteY1" fmla="*/ 0 h 66560"/>
                  <a:gd name="connsiteX2" fmla="*/ 66561 w 66560"/>
                  <a:gd name="connsiteY2" fmla="*/ 66560 h 66560"/>
                  <a:gd name="connsiteX3" fmla="*/ 0 w 66560"/>
                  <a:gd name="connsiteY3" fmla="*/ 66560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0"/>
                    </a:lnTo>
                    <a:lnTo>
                      <a:pt x="0" y="6656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2" name="Freeform: Shape 3411">
                <a:extLst>
                  <a:ext uri="{FF2B5EF4-FFF2-40B4-BE49-F238E27FC236}">
                    <a16:creationId xmlns:a16="http://schemas.microsoft.com/office/drawing/2014/main" id="{D1ACE81A-7978-908A-3807-4E547CA51C5D}"/>
                  </a:ext>
                </a:extLst>
              </p:cNvPr>
              <p:cNvSpPr/>
              <p:nvPr/>
            </p:nvSpPr>
            <p:spPr>
              <a:xfrm>
                <a:off x="8265985" y="4476369"/>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3" name="Freeform: Shape 3412">
                <a:extLst>
                  <a:ext uri="{FF2B5EF4-FFF2-40B4-BE49-F238E27FC236}">
                    <a16:creationId xmlns:a16="http://schemas.microsoft.com/office/drawing/2014/main" id="{A530F150-B49E-AAD0-EFB8-2E043FE4AA92}"/>
                  </a:ext>
                </a:extLst>
              </p:cNvPr>
              <p:cNvSpPr/>
              <p:nvPr/>
            </p:nvSpPr>
            <p:spPr>
              <a:xfrm>
                <a:off x="8577719" y="4478464"/>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4" name="Freeform: Shape 3413">
                <a:extLst>
                  <a:ext uri="{FF2B5EF4-FFF2-40B4-BE49-F238E27FC236}">
                    <a16:creationId xmlns:a16="http://schemas.microsoft.com/office/drawing/2014/main" id="{83F65677-1A63-2A75-63B7-4CE13C8CE02F}"/>
                  </a:ext>
                </a:extLst>
              </p:cNvPr>
              <p:cNvSpPr/>
              <p:nvPr/>
            </p:nvSpPr>
            <p:spPr>
              <a:xfrm>
                <a:off x="8889453" y="4480598"/>
                <a:ext cx="53873" cy="53873"/>
              </a:xfrm>
              <a:custGeom>
                <a:avLst/>
                <a:gdLst>
                  <a:gd name="connsiteX0" fmla="*/ 0 w 53873"/>
                  <a:gd name="connsiteY0" fmla="*/ 0 h 53873"/>
                  <a:gd name="connsiteX1" fmla="*/ 53873 w 53873"/>
                  <a:gd name="connsiteY1" fmla="*/ 0 h 53873"/>
                  <a:gd name="connsiteX2" fmla="*/ 53873 w 53873"/>
                  <a:gd name="connsiteY2" fmla="*/ 53873 h 53873"/>
                  <a:gd name="connsiteX3" fmla="*/ 0 w 53873"/>
                  <a:gd name="connsiteY3" fmla="*/ 53873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3"/>
                    </a:lnTo>
                    <a:lnTo>
                      <a:pt x="0" y="5387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5" name="Freeform: Shape 3414">
                <a:extLst>
                  <a:ext uri="{FF2B5EF4-FFF2-40B4-BE49-F238E27FC236}">
                    <a16:creationId xmlns:a16="http://schemas.microsoft.com/office/drawing/2014/main" id="{F5E29AAA-B65D-38CF-6343-5D9B831F037D}"/>
                  </a:ext>
                </a:extLst>
              </p:cNvPr>
              <p:cNvSpPr/>
              <p:nvPr/>
            </p:nvSpPr>
            <p:spPr>
              <a:xfrm>
                <a:off x="9201150" y="4482693"/>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6" name="Freeform: Shape 3415">
                <a:extLst>
                  <a:ext uri="{FF2B5EF4-FFF2-40B4-BE49-F238E27FC236}">
                    <a16:creationId xmlns:a16="http://schemas.microsoft.com/office/drawing/2014/main" id="{97570993-6347-269F-F5F0-9452A43394C0}"/>
                  </a:ext>
                </a:extLst>
              </p:cNvPr>
              <p:cNvSpPr/>
              <p:nvPr/>
            </p:nvSpPr>
            <p:spPr>
              <a:xfrm>
                <a:off x="9512884" y="4484827"/>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7" name="Freeform: Shape 3416">
                <a:extLst>
                  <a:ext uri="{FF2B5EF4-FFF2-40B4-BE49-F238E27FC236}">
                    <a16:creationId xmlns:a16="http://schemas.microsoft.com/office/drawing/2014/main" id="{80476304-3C54-2779-D4E2-C35E6BAEB6A5}"/>
                  </a:ext>
                </a:extLst>
              </p:cNvPr>
              <p:cNvSpPr/>
              <p:nvPr/>
            </p:nvSpPr>
            <p:spPr>
              <a:xfrm>
                <a:off x="9824618" y="4486960"/>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8" name="Freeform: Shape 3417">
                <a:extLst>
                  <a:ext uri="{FF2B5EF4-FFF2-40B4-BE49-F238E27FC236}">
                    <a16:creationId xmlns:a16="http://schemas.microsoft.com/office/drawing/2014/main" id="{8D097257-1863-46F3-4C8A-47A866FC187C}"/>
                  </a:ext>
                </a:extLst>
              </p:cNvPr>
              <p:cNvSpPr/>
              <p:nvPr/>
            </p:nvSpPr>
            <p:spPr>
              <a:xfrm>
                <a:off x="10136352" y="4489056"/>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19" name="Freeform: Shape 3418">
                <a:extLst>
                  <a:ext uri="{FF2B5EF4-FFF2-40B4-BE49-F238E27FC236}">
                    <a16:creationId xmlns:a16="http://schemas.microsoft.com/office/drawing/2014/main" id="{FB79609E-AA47-0C08-4028-65A9F559AC8F}"/>
                  </a:ext>
                </a:extLst>
              </p:cNvPr>
              <p:cNvSpPr/>
              <p:nvPr/>
            </p:nvSpPr>
            <p:spPr>
              <a:xfrm>
                <a:off x="10448086" y="4491189"/>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0" name="Freeform: Shape 3419">
                <a:extLst>
                  <a:ext uri="{FF2B5EF4-FFF2-40B4-BE49-F238E27FC236}">
                    <a16:creationId xmlns:a16="http://schemas.microsoft.com/office/drawing/2014/main" id="{AACEAD13-CB78-7BE3-FD6E-DDD99BDF4A76}"/>
                  </a:ext>
                </a:extLst>
              </p:cNvPr>
              <p:cNvSpPr/>
              <p:nvPr/>
            </p:nvSpPr>
            <p:spPr>
              <a:xfrm>
                <a:off x="10759782" y="4493285"/>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1" name="Freeform: Shape 3420">
                <a:extLst>
                  <a:ext uri="{FF2B5EF4-FFF2-40B4-BE49-F238E27FC236}">
                    <a16:creationId xmlns:a16="http://schemas.microsoft.com/office/drawing/2014/main" id="{79CA32F2-CBC2-63A6-E315-EC03EA71429D}"/>
                  </a:ext>
                </a:extLst>
              </p:cNvPr>
              <p:cNvSpPr/>
              <p:nvPr/>
            </p:nvSpPr>
            <p:spPr>
              <a:xfrm>
                <a:off x="11071517" y="4495419"/>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2" name="Freeform: Shape 3421">
                <a:extLst>
                  <a:ext uri="{FF2B5EF4-FFF2-40B4-BE49-F238E27FC236}">
                    <a16:creationId xmlns:a16="http://schemas.microsoft.com/office/drawing/2014/main" id="{B8D2AAAC-D288-D9A0-4255-8A2CEB6732B2}"/>
                  </a:ext>
                </a:extLst>
              </p:cNvPr>
              <p:cNvSpPr/>
              <p:nvPr/>
            </p:nvSpPr>
            <p:spPr>
              <a:xfrm>
                <a:off x="1096289" y="4735753"/>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3" name="Freeform: Shape 3422">
                <a:extLst>
                  <a:ext uri="{FF2B5EF4-FFF2-40B4-BE49-F238E27FC236}">
                    <a16:creationId xmlns:a16="http://schemas.microsoft.com/office/drawing/2014/main" id="{7177FA78-B87B-2727-4875-6F5F7AD9F0C5}"/>
                  </a:ext>
                </a:extLst>
              </p:cNvPr>
              <p:cNvSpPr/>
              <p:nvPr/>
            </p:nvSpPr>
            <p:spPr>
              <a:xfrm>
                <a:off x="1408023" y="4737887"/>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4" name="Freeform: Shape 3423">
                <a:extLst>
                  <a:ext uri="{FF2B5EF4-FFF2-40B4-BE49-F238E27FC236}">
                    <a16:creationId xmlns:a16="http://schemas.microsoft.com/office/drawing/2014/main" id="{678EC532-8A7A-1612-77D2-84280C904D61}"/>
                  </a:ext>
                </a:extLst>
              </p:cNvPr>
              <p:cNvSpPr/>
              <p:nvPr/>
            </p:nvSpPr>
            <p:spPr>
              <a:xfrm>
                <a:off x="1719719" y="4740021"/>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5" name="Freeform: Shape 3424">
                <a:extLst>
                  <a:ext uri="{FF2B5EF4-FFF2-40B4-BE49-F238E27FC236}">
                    <a16:creationId xmlns:a16="http://schemas.microsoft.com/office/drawing/2014/main" id="{3C584DE3-0AF0-A06C-1331-A3720D94C63F}"/>
                  </a:ext>
                </a:extLst>
              </p:cNvPr>
              <p:cNvSpPr/>
              <p:nvPr/>
            </p:nvSpPr>
            <p:spPr>
              <a:xfrm>
                <a:off x="2031453" y="4742116"/>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6" name="Freeform: Shape 3425">
                <a:extLst>
                  <a:ext uri="{FF2B5EF4-FFF2-40B4-BE49-F238E27FC236}">
                    <a16:creationId xmlns:a16="http://schemas.microsoft.com/office/drawing/2014/main" id="{27540B5E-A2F5-342C-8F26-1CA92CE79ADB}"/>
                  </a:ext>
                </a:extLst>
              </p:cNvPr>
              <p:cNvSpPr/>
              <p:nvPr/>
            </p:nvSpPr>
            <p:spPr>
              <a:xfrm>
                <a:off x="2343188" y="4744250"/>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7" name="Freeform: Shape 3426">
                <a:extLst>
                  <a:ext uri="{FF2B5EF4-FFF2-40B4-BE49-F238E27FC236}">
                    <a16:creationId xmlns:a16="http://schemas.microsoft.com/office/drawing/2014/main" id="{FD635125-3BD0-A711-3B3B-F482A01D39BC}"/>
                  </a:ext>
                </a:extLst>
              </p:cNvPr>
              <p:cNvSpPr/>
              <p:nvPr/>
            </p:nvSpPr>
            <p:spPr>
              <a:xfrm>
                <a:off x="2654922" y="4746345"/>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8" name="Freeform: Shape 3427">
                <a:extLst>
                  <a:ext uri="{FF2B5EF4-FFF2-40B4-BE49-F238E27FC236}">
                    <a16:creationId xmlns:a16="http://schemas.microsoft.com/office/drawing/2014/main" id="{207188D5-657F-6DB1-2C23-26E8FFABF265}"/>
                  </a:ext>
                </a:extLst>
              </p:cNvPr>
              <p:cNvSpPr/>
              <p:nvPr/>
            </p:nvSpPr>
            <p:spPr>
              <a:xfrm>
                <a:off x="2966656" y="4748479"/>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29" name="Freeform: Shape 3428">
                <a:extLst>
                  <a:ext uri="{FF2B5EF4-FFF2-40B4-BE49-F238E27FC236}">
                    <a16:creationId xmlns:a16="http://schemas.microsoft.com/office/drawing/2014/main" id="{77C544B4-D040-D40A-3087-C589974381CD}"/>
                  </a:ext>
                </a:extLst>
              </p:cNvPr>
              <p:cNvSpPr/>
              <p:nvPr/>
            </p:nvSpPr>
            <p:spPr>
              <a:xfrm>
                <a:off x="3278352" y="4750612"/>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0" name="Freeform: Shape 3429">
                <a:extLst>
                  <a:ext uri="{FF2B5EF4-FFF2-40B4-BE49-F238E27FC236}">
                    <a16:creationId xmlns:a16="http://schemas.microsoft.com/office/drawing/2014/main" id="{9DA79580-EF06-BD57-C419-10A6287E74FC}"/>
                  </a:ext>
                </a:extLst>
              </p:cNvPr>
              <p:cNvSpPr/>
              <p:nvPr/>
            </p:nvSpPr>
            <p:spPr>
              <a:xfrm>
                <a:off x="3590086" y="4752708"/>
                <a:ext cx="125882" cy="125882"/>
              </a:xfrm>
              <a:custGeom>
                <a:avLst/>
                <a:gdLst>
                  <a:gd name="connsiteX0" fmla="*/ 0 w 125882"/>
                  <a:gd name="connsiteY0" fmla="*/ 0 h 125882"/>
                  <a:gd name="connsiteX1" fmla="*/ 125882 w 125882"/>
                  <a:gd name="connsiteY1" fmla="*/ 0 h 125882"/>
                  <a:gd name="connsiteX2" fmla="*/ 125882 w 125882"/>
                  <a:gd name="connsiteY2" fmla="*/ 125883 h 125882"/>
                  <a:gd name="connsiteX3" fmla="*/ 0 w 125882"/>
                  <a:gd name="connsiteY3" fmla="*/ 125883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3"/>
                    </a:lnTo>
                    <a:lnTo>
                      <a:pt x="0" y="12588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1" name="Freeform: Shape 3430">
                <a:extLst>
                  <a:ext uri="{FF2B5EF4-FFF2-40B4-BE49-F238E27FC236}">
                    <a16:creationId xmlns:a16="http://schemas.microsoft.com/office/drawing/2014/main" id="{C47F877D-184B-7BC9-6483-09EE4EA46F8B}"/>
                  </a:ext>
                </a:extLst>
              </p:cNvPr>
              <p:cNvSpPr/>
              <p:nvPr/>
            </p:nvSpPr>
            <p:spPr>
              <a:xfrm>
                <a:off x="3901821" y="4754841"/>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2" name="Freeform: Shape 3431">
                <a:extLst>
                  <a:ext uri="{FF2B5EF4-FFF2-40B4-BE49-F238E27FC236}">
                    <a16:creationId xmlns:a16="http://schemas.microsoft.com/office/drawing/2014/main" id="{F6D8977E-CD6B-C07D-C831-69AA1F77E951}"/>
                  </a:ext>
                </a:extLst>
              </p:cNvPr>
              <p:cNvSpPr/>
              <p:nvPr/>
            </p:nvSpPr>
            <p:spPr>
              <a:xfrm>
                <a:off x="4213555" y="4756975"/>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3" name="Freeform: Shape 3432">
                <a:extLst>
                  <a:ext uri="{FF2B5EF4-FFF2-40B4-BE49-F238E27FC236}">
                    <a16:creationId xmlns:a16="http://schemas.microsoft.com/office/drawing/2014/main" id="{7C466EDB-FFBC-B901-F0F0-C1AF514C1DF1}"/>
                  </a:ext>
                </a:extLst>
              </p:cNvPr>
              <p:cNvSpPr/>
              <p:nvPr/>
            </p:nvSpPr>
            <p:spPr>
              <a:xfrm>
                <a:off x="4525289" y="4759071"/>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4" name="Freeform: Shape 3433">
                <a:extLst>
                  <a:ext uri="{FF2B5EF4-FFF2-40B4-BE49-F238E27FC236}">
                    <a16:creationId xmlns:a16="http://schemas.microsoft.com/office/drawing/2014/main" id="{A9EDB7D2-2A73-FCC5-1EBA-474F7767752D}"/>
                  </a:ext>
                </a:extLst>
              </p:cNvPr>
              <p:cNvSpPr/>
              <p:nvPr/>
            </p:nvSpPr>
            <p:spPr>
              <a:xfrm>
                <a:off x="4836985" y="4761204"/>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5" name="Freeform: Shape 3434">
                <a:extLst>
                  <a:ext uri="{FF2B5EF4-FFF2-40B4-BE49-F238E27FC236}">
                    <a16:creationId xmlns:a16="http://schemas.microsoft.com/office/drawing/2014/main" id="{82A4F559-876A-600D-21B4-4B1294898EE9}"/>
                  </a:ext>
                </a:extLst>
              </p:cNvPr>
              <p:cNvSpPr/>
              <p:nvPr/>
            </p:nvSpPr>
            <p:spPr>
              <a:xfrm>
                <a:off x="5148719" y="4763300"/>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6" name="Freeform: Shape 3435">
                <a:extLst>
                  <a:ext uri="{FF2B5EF4-FFF2-40B4-BE49-F238E27FC236}">
                    <a16:creationId xmlns:a16="http://schemas.microsoft.com/office/drawing/2014/main" id="{E1A93A3F-1DDC-F82E-94A8-D9378FD7D5A1}"/>
                  </a:ext>
                </a:extLst>
              </p:cNvPr>
              <p:cNvSpPr/>
              <p:nvPr/>
            </p:nvSpPr>
            <p:spPr>
              <a:xfrm>
                <a:off x="5460453" y="4765433"/>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7" name="Freeform: Shape 3436">
                <a:extLst>
                  <a:ext uri="{FF2B5EF4-FFF2-40B4-BE49-F238E27FC236}">
                    <a16:creationId xmlns:a16="http://schemas.microsoft.com/office/drawing/2014/main" id="{09B92360-DB11-8E64-653D-18F0AE0433BE}"/>
                  </a:ext>
                </a:extLst>
              </p:cNvPr>
              <p:cNvSpPr/>
              <p:nvPr/>
            </p:nvSpPr>
            <p:spPr>
              <a:xfrm>
                <a:off x="5772188" y="4767567"/>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8" name="Freeform: Shape 3437">
                <a:extLst>
                  <a:ext uri="{FF2B5EF4-FFF2-40B4-BE49-F238E27FC236}">
                    <a16:creationId xmlns:a16="http://schemas.microsoft.com/office/drawing/2014/main" id="{9FDFE7EE-7193-5DF9-7968-33AA37B05D89}"/>
                  </a:ext>
                </a:extLst>
              </p:cNvPr>
              <p:cNvSpPr/>
              <p:nvPr/>
            </p:nvSpPr>
            <p:spPr>
              <a:xfrm>
                <a:off x="6083884" y="4769662"/>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39" name="Freeform: Shape 3438">
                <a:extLst>
                  <a:ext uri="{FF2B5EF4-FFF2-40B4-BE49-F238E27FC236}">
                    <a16:creationId xmlns:a16="http://schemas.microsoft.com/office/drawing/2014/main" id="{100DAE11-35EA-EA99-FD81-917C6AFE1DA1}"/>
                  </a:ext>
                </a:extLst>
              </p:cNvPr>
              <p:cNvSpPr/>
              <p:nvPr/>
            </p:nvSpPr>
            <p:spPr>
              <a:xfrm>
                <a:off x="6395618" y="4771796"/>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0" name="Freeform: Shape 3439">
                <a:extLst>
                  <a:ext uri="{FF2B5EF4-FFF2-40B4-BE49-F238E27FC236}">
                    <a16:creationId xmlns:a16="http://schemas.microsoft.com/office/drawing/2014/main" id="{EC920933-8267-A7D7-7FB9-2DAEB2CFBA04}"/>
                  </a:ext>
                </a:extLst>
              </p:cNvPr>
              <p:cNvSpPr/>
              <p:nvPr/>
            </p:nvSpPr>
            <p:spPr>
              <a:xfrm>
                <a:off x="6707352" y="4773891"/>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1" name="Freeform: Shape 3440">
                <a:extLst>
                  <a:ext uri="{FF2B5EF4-FFF2-40B4-BE49-F238E27FC236}">
                    <a16:creationId xmlns:a16="http://schemas.microsoft.com/office/drawing/2014/main" id="{C01D4990-BCD8-8D08-AF3D-27DB57B01F2D}"/>
                  </a:ext>
                </a:extLst>
              </p:cNvPr>
              <p:cNvSpPr/>
              <p:nvPr/>
            </p:nvSpPr>
            <p:spPr>
              <a:xfrm>
                <a:off x="7019086" y="4776025"/>
                <a:ext cx="79286" cy="79286"/>
              </a:xfrm>
              <a:custGeom>
                <a:avLst/>
                <a:gdLst>
                  <a:gd name="connsiteX0" fmla="*/ 0 w 79286"/>
                  <a:gd name="connsiteY0" fmla="*/ 0 h 79286"/>
                  <a:gd name="connsiteX1" fmla="*/ 79286 w 79286"/>
                  <a:gd name="connsiteY1" fmla="*/ 0 h 79286"/>
                  <a:gd name="connsiteX2" fmla="*/ 79286 w 79286"/>
                  <a:gd name="connsiteY2" fmla="*/ 79287 h 79286"/>
                  <a:gd name="connsiteX3" fmla="*/ 0 w 79286"/>
                  <a:gd name="connsiteY3" fmla="*/ 79287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7"/>
                    </a:lnTo>
                    <a:lnTo>
                      <a:pt x="0" y="7928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2" name="Freeform: Shape 3441">
                <a:extLst>
                  <a:ext uri="{FF2B5EF4-FFF2-40B4-BE49-F238E27FC236}">
                    <a16:creationId xmlns:a16="http://schemas.microsoft.com/office/drawing/2014/main" id="{62D652FD-D77E-149F-65C1-FF964EE50CA5}"/>
                  </a:ext>
                </a:extLst>
              </p:cNvPr>
              <p:cNvSpPr/>
              <p:nvPr/>
            </p:nvSpPr>
            <p:spPr>
              <a:xfrm>
                <a:off x="7330821" y="4778159"/>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3" name="Freeform: Shape 3442">
                <a:extLst>
                  <a:ext uri="{FF2B5EF4-FFF2-40B4-BE49-F238E27FC236}">
                    <a16:creationId xmlns:a16="http://schemas.microsoft.com/office/drawing/2014/main" id="{AA685146-0999-13EB-93FA-13B022F2C3A9}"/>
                  </a:ext>
                </a:extLst>
              </p:cNvPr>
              <p:cNvSpPr/>
              <p:nvPr/>
            </p:nvSpPr>
            <p:spPr>
              <a:xfrm>
                <a:off x="7642517" y="4780254"/>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4" name="Freeform: Shape 3443">
                <a:extLst>
                  <a:ext uri="{FF2B5EF4-FFF2-40B4-BE49-F238E27FC236}">
                    <a16:creationId xmlns:a16="http://schemas.microsoft.com/office/drawing/2014/main" id="{E1EAB7F9-982A-1AA7-C160-5C50D32C701E}"/>
                  </a:ext>
                </a:extLst>
              </p:cNvPr>
              <p:cNvSpPr/>
              <p:nvPr/>
            </p:nvSpPr>
            <p:spPr>
              <a:xfrm>
                <a:off x="7954251" y="4782388"/>
                <a:ext cx="66560" cy="66560"/>
              </a:xfrm>
              <a:custGeom>
                <a:avLst/>
                <a:gdLst>
                  <a:gd name="connsiteX0" fmla="*/ 0 w 66560"/>
                  <a:gd name="connsiteY0" fmla="*/ 0 h 66560"/>
                  <a:gd name="connsiteX1" fmla="*/ 66561 w 66560"/>
                  <a:gd name="connsiteY1" fmla="*/ 0 h 66560"/>
                  <a:gd name="connsiteX2" fmla="*/ 66561 w 66560"/>
                  <a:gd name="connsiteY2" fmla="*/ 66560 h 66560"/>
                  <a:gd name="connsiteX3" fmla="*/ 0 w 66560"/>
                  <a:gd name="connsiteY3" fmla="*/ 66560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0"/>
                    </a:lnTo>
                    <a:lnTo>
                      <a:pt x="0" y="6656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5" name="Freeform: Shape 3444">
                <a:extLst>
                  <a:ext uri="{FF2B5EF4-FFF2-40B4-BE49-F238E27FC236}">
                    <a16:creationId xmlns:a16="http://schemas.microsoft.com/office/drawing/2014/main" id="{6915741A-52C7-5C53-4EF9-7CA5E6017954}"/>
                  </a:ext>
                </a:extLst>
              </p:cNvPr>
              <p:cNvSpPr/>
              <p:nvPr/>
            </p:nvSpPr>
            <p:spPr>
              <a:xfrm>
                <a:off x="8265985" y="4784483"/>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6" name="Freeform: Shape 3445">
                <a:extLst>
                  <a:ext uri="{FF2B5EF4-FFF2-40B4-BE49-F238E27FC236}">
                    <a16:creationId xmlns:a16="http://schemas.microsoft.com/office/drawing/2014/main" id="{AC47E389-8589-2A33-11AE-170C18831055}"/>
                  </a:ext>
                </a:extLst>
              </p:cNvPr>
              <p:cNvSpPr/>
              <p:nvPr/>
            </p:nvSpPr>
            <p:spPr>
              <a:xfrm>
                <a:off x="8577719" y="4786617"/>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7" name="Freeform: Shape 3446">
                <a:extLst>
                  <a:ext uri="{FF2B5EF4-FFF2-40B4-BE49-F238E27FC236}">
                    <a16:creationId xmlns:a16="http://schemas.microsoft.com/office/drawing/2014/main" id="{C4F7976D-FFF8-0ECC-ED56-08C445C571D5}"/>
                  </a:ext>
                </a:extLst>
              </p:cNvPr>
              <p:cNvSpPr/>
              <p:nvPr/>
            </p:nvSpPr>
            <p:spPr>
              <a:xfrm>
                <a:off x="8889453" y="4788750"/>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8" name="Freeform: Shape 3447">
                <a:extLst>
                  <a:ext uri="{FF2B5EF4-FFF2-40B4-BE49-F238E27FC236}">
                    <a16:creationId xmlns:a16="http://schemas.microsoft.com/office/drawing/2014/main" id="{92EEA21E-1983-B9F5-CF89-1B62638425D9}"/>
                  </a:ext>
                </a:extLst>
              </p:cNvPr>
              <p:cNvSpPr/>
              <p:nvPr/>
            </p:nvSpPr>
            <p:spPr>
              <a:xfrm>
                <a:off x="9201150" y="4790846"/>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49" name="Freeform: Shape 3448">
                <a:extLst>
                  <a:ext uri="{FF2B5EF4-FFF2-40B4-BE49-F238E27FC236}">
                    <a16:creationId xmlns:a16="http://schemas.microsoft.com/office/drawing/2014/main" id="{1653DCB4-5655-4B00-72F3-F46BD84DE5A3}"/>
                  </a:ext>
                </a:extLst>
              </p:cNvPr>
              <p:cNvSpPr/>
              <p:nvPr/>
            </p:nvSpPr>
            <p:spPr>
              <a:xfrm>
                <a:off x="9512884" y="4792980"/>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0" name="Freeform: Shape 3449">
                <a:extLst>
                  <a:ext uri="{FF2B5EF4-FFF2-40B4-BE49-F238E27FC236}">
                    <a16:creationId xmlns:a16="http://schemas.microsoft.com/office/drawing/2014/main" id="{D9CA5C98-C931-B942-0776-E155240F0C21}"/>
                  </a:ext>
                </a:extLst>
              </p:cNvPr>
              <p:cNvSpPr/>
              <p:nvPr/>
            </p:nvSpPr>
            <p:spPr>
              <a:xfrm>
                <a:off x="9824618" y="4795113"/>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1" name="Freeform: Shape 3450">
                <a:extLst>
                  <a:ext uri="{FF2B5EF4-FFF2-40B4-BE49-F238E27FC236}">
                    <a16:creationId xmlns:a16="http://schemas.microsoft.com/office/drawing/2014/main" id="{AD2ABCD3-2D2C-9A47-9911-5583DB123A51}"/>
                  </a:ext>
                </a:extLst>
              </p:cNvPr>
              <p:cNvSpPr/>
              <p:nvPr/>
            </p:nvSpPr>
            <p:spPr>
              <a:xfrm>
                <a:off x="10136352" y="4797209"/>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2" name="Freeform: Shape 3451">
                <a:extLst>
                  <a:ext uri="{FF2B5EF4-FFF2-40B4-BE49-F238E27FC236}">
                    <a16:creationId xmlns:a16="http://schemas.microsoft.com/office/drawing/2014/main" id="{879ACA25-521B-4162-1D6B-30F4564C8051}"/>
                  </a:ext>
                </a:extLst>
              </p:cNvPr>
              <p:cNvSpPr/>
              <p:nvPr/>
            </p:nvSpPr>
            <p:spPr>
              <a:xfrm>
                <a:off x="10448086" y="4799342"/>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3" name="Freeform: Shape 3452">
                <a:extLst>
                  <a:ext uri="{FF2B5EF4-FFF2-40B4-BE49-F238E27FC236}">
                    <a16:creationId xmlns:a16="http://schemas.microsoft.com/office/drawing/2014/main" id="{C828DC17-4BB3-E3C9-5D30-487B3BB468BE}"/>
                  </a:ext>
                </a:extLst>
              </p:cNvPr>
              <p:cNvSpPr/>
              <p:nvPr/>
            </p:nvSpPr>
            <p:spPr>
              <a:xfrm>
                <a:off x="10759782" y="4801438"/>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4" name="Freeform: Shape 3453">
                <a:extLst>
                  <a:ext uri="{FF2B5EF4-FFF2-40B4-BE49-F238E27FC236}">
                    <a16:creationId xmlns:a16="http://schemas.microsoft.com/office/drawing/2014/main" id="{AC00B98E-08B9-F154-BDD3-3F5C3A9CC010}"/>
                  </a:ext>
                </a:extLst>
              </p:cNvPr>
              <p:cNvSpPr/>
              <p:nvPr/>
            </p:nvSpPr>
            <p:spPr>
              <a:xfrm>
                <a:off x="11071517" y="4803571"/>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5" name="Freeform: Shape 3454">
                <a:extLst>
                  <a:ext uri="{FF2B5EF4-FFF2-40B4-BE49-F238E27FC236}">
                    <a16:creationId xmlns:a16="http://schemas.microsoft.com/office/drawing/2014/main" id="{90188246-2A85-30EA-CB40-8C0E4CFBC9DF}"/>
                  </a:ext>
                </a:extLst>
              </p:cNvPr>
              <p:cNvSpPr/>
              <p:nvPr/>
            </p:nvSpPr>
            <p:spPr>
              <a:xfrm>
                <a:off x="1096289" y="5043906"/>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6" name="Freeform: Shape 3455">
                <a:extLst>
                  <a:ext uri="{FF2B5EF4-FFF2-40B4-BE49-F238E27FC236}">
                    <a16:creationId xmlns:a16="http://schemas.microsoft.com/office/drawing/2014/main" id="{DB9FCEBA-1C76-D562-DE1C-922FE8BB1B10}"/>
                  </a:ext>
                </a:extLst>
              </p:cNvPr>
              <p:cNvSpPr/>
              <p:nvPr/>
            </p:nvSpPr>
            <p:spPr>
              <a:xfrm>
                <a:off x="1408023" y="5046040"/>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7" name="Freeform: Shape 3456">
                <a:extLst>
                  <a:ext uri="{FF2B5EF4-FFF2-40B4-BE49-F238E27FC236}">
                    <a16:creationId xmlns:a16="http://schemas.microsoft.com/office/drawing/2014/main" id="{F1E6D75B-936B-FD67-D512-D9F0C5114F6B}"/>
                  </a:ext>
                </a:extLst>
              </p:cNvPr>
              <p:cNvSpPr/>
              <p:nvPr/>
            </p:nvSpPr>
            <p:spPr>
              <a:xfrm>
                <a:off x="1719719" y="5048173"/>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8" name="Freeform: Shape 3457">
                <a:extLst>
                  <a:ext uri="{FF2B5EF4-FFF2-40B4-BE49-F238E27FC236}">
                    <a16:creationId xmlns:a16="http://schemas.microsoft.com/office/drawing/2014/main" id="{06097153-4BD2-08FF-99A7-B0CA60D51243}"/>
                  </a:ext>
                </a:extLst>
              </p:cNvPr>
              <p:cNvSpPr/>
              <p:nvPr/>
            </p:nvSpPr>
            <p:spPr>
              <a:xfrm>
                <a:off x="2031453" y="5050269"/>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59" name="Freeform: Shape 3458">
                <a:extLst>
                  <a:ext uri="{FF2B5EF4-FFF2-40B4-BE49-F238E27FC236}">
                    <a16:creationId xmlns:a16="http://schemas.microsoft.com/office/drawing/2014/main" id="{EEE0EEF5-BCE5-DFF5-00FF-DE02FBFBD038}"/>
                  </a:ext>
                </a:extLst>
              </p:cNvPr>
              <p:cNvSpPr/>
              <p:nvPr/>
            </p:nvSpPr>
            <p:spPr>
              <a:xfrm>
                <a:off x="2343188" y="5052402"/>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0" name="Freeform: Shape 3459">
                <a:extLst>
                  <a:ext uri="{FF2B5EF4-FFF2-40B4-BE49-F238E27FC236}">
                    <a16:creationId xmlns:a16="http://schemas.microsoft.com/office/drawing/2014/main" id="{B8AE43DA-56EE-14F0-EDAF-5C385E206629}"/>
                  </a:ext>
                </a:extLst>
              </p:cNvPr>
              <p:cNvSpPr/>
              <p:nvPr/>
            </p:nvSpPr>
            <p:spPr>
              <a:xfrm>
                <a:off x="2654922" y="5054498"/>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1" name="Freeform: Shape 3460">
                <a:extLst>
                  <a:ext uri="{FF2B5EF4-FFF2-40B4-BE49-F238E27FC236}">
                    <a16:creationId xmlns:a16="http://schemas.microsoft.com/office/drawing/2014/main" id="{6CF5B05D-118C-D4C9-9B17-B9D5847E7ED4}"/>
                  </a:ext>
                </a:extLst>
              </p:cNvPr>
              <p:cNvSpPr/>
              <p:nvPr/>
            </p:nvSpPr>
            <p:spPr>
              <a:xfrm>
                <a:off x="2966656" y="5056632"/>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2" name="Freeform: Shape 3461">
                <a:extLst>
                  <a:ext uri="{FF2B5EF4-FFF2-40B4-BE49-F238E27FC236}">
                    <a16:creationId xmlns:a16="http://schemas.microsoft.com/office/drawing/2014/main" id="{B21BDA90-5798-264E-16D6-F5BA8F036CEE}"/>
                  </a:ext>
                </a:extLst>
              </p:cNvPr>
              <p:cNvSpPr/>
              <p:nvPr/>
            </p:nvSpPr>
            <p:spPr>
              <a:xfrm>
                <a:off x="3278352" y="5058765"/>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3" name="Freeform: Shape 3462">
                <a:extLst>
                  <a:ext uri="{FF2B5EF4-FFF2-40B4-BE49-F238E27FC236}">
                    <a16:creationId xmlns:a16="http://schemas.microsoft.com/office/drawing/2014/main" id="{FDB41BA2-01B0-9CD9-103B-EDA257712256}"/>
                  </a:ext>
                </a:extLst>
              </p:cNvPr>
              <p:cNvSpPr/>
              <p:nvPr/>
            </p:nvSpPr>
            <p:spPr>
              <a:xfrm>
                <a:off x="3590086" y="5060861"/>
                <a:ext cx="125882" cy="125882"/>
              </a:xfrm>
              <a:custGeom>
                <a:avLst/>
                <a:gdLst>
                  <a:gd name="connsiteX0" fmla="*/ 0 w 125882"/>
                  <a:gd name="connsiteY0" fmla="*/ 0 h 125882"/>
                  <a:gd name="connsiteX1" fmla="*/ 125882 w 125882"/>
                  <a:gd name="connsiteY1" fmla="*/ 0 h 125882"/>
                  <a:gd name="connsiteX2" fmla="*/ 125882 w 125882"/>
                  <a:gd name="connsiteY2" fmla="*/ 125883 h 125882"/>
                  <a:gd name="connsiteX3" fmla="*/ 0 w 125882"/>
                  <a:gd name="connsiteY3" fmla="*/ 125883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3"/>
                    </a:lnTo>
                    <a:lnTo>
                      <a:pt x="0" y="12588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4" name="Freeform: Shape 3463">
                <a:extLst>
                  <a:ext uri="{FF2B5EF4-FFF2-40B4-BE49-F238E27FC236}">
                    <a16:creationId xmlns:a16="http://schemas.microsoft.com/office/drawing/2014/main" id="{4BE0DD03-7606-C7F4-2079-0B2A95117A27}"/>
                  </a:ext>
                </a:extLst>
              </p:cNvPr>
              <p:cNvSpPr/>
              <p:nvPr/>
            </p:nvSpPr>
            <p:spPr>
              <a:xfrm>
                <a:off x="3901821" y="5062994"/>
                <a:ext cx="121653" cy="121653"/>
              </a:xfrm>
              <a:custGeom>
                <a:avLst/>
                <a:gdLst>
                  <a:gd name="connsiteX0" fmla="*/ 0 w 121653"/>
                  <a:gd name="connsiteY0" fmla="*/ 0 h 121653"/>
                  <a:gd name="connsiteX1" fmla="*/ 121653 w 121653"/>
                  <a:gd name="connsiteY1" fmla="*/ 0 h 121653"/>
                  <a:gd name="connsiteX2" fmla="*/ 121653 w 121653"/>
                  <a:gd name="connsiteY2" fmla="*/ 121653 h 121653"/>
                  <a:gd name="connsiteX3" fmla="*/ 0 w 121653"/>
                  <a:gd name="connsiteY3" fmla="*/ 121653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3"/>
                    </a:lnTo>
                    <a:lnTo>
                      <a:pt x="0" y="12165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5" name="Freeform: Shape 3464">
                <a:extLst>
                  <a:ext uri="{FF2B5EF4-FFF2-40B4-BE49-F238E27FC236}">
                    <a16:creationId xmlns:a16="http://schemas.microsoft.com/office/drawing/2014/main" id="{515668A1-0342-AE5E-843F-DEA76387B117}"/>
                  </a:ext>
                </a:extLst>
              </p:cNvPr>
              <p:cNvSpPr/>
              <p:nvPr/>
            </p:nvSpPr>
            <p:spPr>
              <a:xfrm>
                <a:off x="4213555" y="5065090"/>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6" name="Freeform: Shape 3465">
                <a:extLst>
                  <a:ext uri="{FF2B5EF4-FFF2-40B4-BE49-F238E27FC236}">
                    <a16:creationId xmlns:a16="http://schemas.microsoft.com/office/drawing/2014/main" id="{95AB61F0-1163-E73D-4D9D-108FDF4E8989}"/>
                  </a:ext>
                </a:extLst>
              </p:cNvPr>
              <p:cNvSpPr/>
              <p:nvPr/>
            </p:nvSpPr>
            <p:spPr>
              <a:xfrm>
                <a:off x="4525289" y="5067223"/>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7" name="Freeform: Shape 3466">
                <a:extLst>
                  <a:ext uri="{FF2B5EF4-FFF2-40B4-BE49-F238E27FC236}">
                    <a16:creationId xmlns:a16="http://schemas.microsoft.com/office/drawing/2014/main" id="{8935FD59-2DE2-018A-67A5-90C4ACF7E0C1}"/>
                  </a:ext>
                </a:extLst>
              </p:cNvPr>
              <p:cNvSpPr/>
              <p:nvPr/>
            </p:nvSpPr>
            <p:spPr>
              <a:xfrm>
                <a:off x="4836985" y="5069357"/>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8" name="Freeform: Shape 3467">
                <a:extLst>
                  <a:ext uri="{FF2B5EF4-FFF2-40B4-BE49-F238E27FC236}">
                    <a16:creationId xmlns:a16="http://schemas.microsoft.com/office/drawing/2014/main" id="{F2DFC84A-FEFF-B870-8C62-5869B8E7E278}"/>
                  </a:ext>
                </a:extLst>
              </p:cNvPr>
              <p:cNvSpPr/>
              <p:nvPr/>
            </p:nvSpPr>
            <p:spPr>
              <a:xfrm>
                <a:off x="5148719" y="5071452"/>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69" name="Freeform: Shape 3468">
                <a:extLst>
                  <a:ext uri="{FF2B5EF4-FFF2-40B4-BE49-F238E27FC236}">
                    <a16:creationId xmlns:a16="http://schemas.microsoft.com/office/drawing/2014/main" id="{FB0BDB91-FD20-9F7C-02BA-497C5EFAAECA}"/>
                  </a:ext>
                </a:extLst>
              </p:cNvPr>
              <p:cNvSpPr/>
              <p:nvPr/>
            </p:nvSpPr>
            <p:spPr>
              <a:xfrm>
                <a:off x="5460453" y="5073586"/>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0" name="Freeform: Shape 3469">
                <a:extLst>
                  <a:ext uri="{FF2B5EF4-FFF2-40B4-BE49-F238E27FC236}">
                    <a16:creationId xmlns:a16="http://schemas.microsoft.com/office/drawing/2014/main" id="{077662E0-A4C8-743E-3454-696B289EE2CC}"/>
                  </a:ext>
                </a:extLst>
              </p:cNvPr>
              <p:cNvSpPr/>
              <p:nvPr/>
            </p:nvSpPr>
            <p:spPr>
              <a:xfrm>
                <a:off x="5772188" y="5075682"/>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1" name="Freeform: Shape 3470">
                <a:extLst>
                  <a:ext uri="{FF2B5EF4-FFF2-40B4-BE49-F238E27FC236}">
                    <a16:creationId xmlns:a16="http://schemas.microsoft.com/office/drawing/2014/main" id="{342D76F9-B70A-FE41-5153-C850652D83CB}"/>
                  </a:ext>
                </a:extLst>
              </p:cNvPr>
              <p:cNvSpPr/>
              <p:nvPr/>
            </p:nvSpPr>
            <p:spPr>
              <a:xfrm>
                <a:off x="6083884" y="5077815"/>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2" name="Freeform: Shape 3471">
                <a:extLst>
                  <a:ext uri="{FF2B5EF4-FFF2-40B4-BE49-F238E27FC236}">
                    <a16:creationId xmlns:a16="http://schemas.microsoft.com/office/drawing/2014/main" id="{864A3DE6-C103-3901-C6B7-4CFFBFBF51BB}"/>
                  </a:ext>
                </a:extLst>
              </p:cNvPr>
              <p:cNvSpPr/>
              <p:nvPr/>
            </p:nvSpPr>
            <p:spPr>
              <a:xfrm>
                <a:off x="6395618" y="5079949"/>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3" name="Freeform: Shape 3472">
                <a:extLst>
                  <a:ext uri="{FF2B5EF4-FFF2-40B4-BE49-F238E27FC236}">
                    <a16:creationId xmlns:a16="http://schemas.microsoft.com/office/drawing/2014/main" id="{692DCFAF-9466-F8EC-677F-1E0DDCD8C05D}"/>
                  </a:ext>
                </a:extLst>
              </p:cNvPr>
              <p:cNvSpPr/>
              <p:nvPr/>
            </p:nvSpPr>
            <p:spPr>
              <a:xfrm>
                <a:off x="6707352" y="5082044"/>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4" name="Freeform: Shape 3473">
                <a:extLst>
                  <a:ext uri="{FF2B5EF4-FFF2-40B4-BE49-F238E27FC236}">
                    <a16:creationId xmlns:a16="http://schemas.microsoft.com/office/drawing/2014/main" id="{38B6F6E6-15DF-A9EE-9580-B6E5CB811AD6}"/>
                  </a:ext>
                </a:extLst>
              </p:cNvPr>
              <p:cNvSpPr/>
              <p:nvPr/>
            </p:nvSpPr>
            <p:spPr>
              <a:xfrm>
                <a:off x="7019086" y="5084178"/>
                <a:ext cx="79286" cy="79286"/>
              </a:xfrm>
              <a:custGeom>
                <a:avLst/>
                <a:gdLst>
                  <a:gd name="connsiteX0" fmla="*/ 0 w 79286"/>
                  <a:gd name="connsiteY0" fmla="*/ 0 h 79286"/>
                  <a:gd name="connsiteX1" fmla="*/ 79286 w 79286"/>
                  <a:gd name="connsiteY1" fmla="*/ 0 h 79286"/>
                  <a:gd name="connsiteX2" fmla="*/ 79286 w 79286"/>
                  <a:gd name="connsiteY2" fmla="*/ 79287 h 79286"/>
                  <a:gd name="connsiteX3" fmla="*/ 0 w 79286"/>
                  <a:gd name="connsiteY3" fmla="*/ 79287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7"/>
                    </a:lnTo>
                    <a:lnTo>
                      <a:pt x="0" y="7928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5" name="Freeform: Shape 3474">
                <a:extLst>
                  <a:ext uri="{FF2B5EF4-FFF2-40B4-BE49-F238E27FC236}">
                    <a16:creationId xmlns:a16="http://schemas.microsoft.com/office/drawing/2014/main" id="{19F91DA2-6860-49DC-569C-A1F4C35B51FA}"/>
                  </a:ext>
                </a:extLst>
              </p:cNvPr>
              <p:cNvSpPr/>
              <p:nvPr/>
            </p:nvSpPr>
            <p:spPr>
              <a:xfrm>
                <a:off x="7330821" y="5086311"/>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6" name="Freeform: Shape 3475">
                <a:extLst>
                  <a:ext uri="{FF2B5EF4-FFF2-40B4-BE49-F238E27FC236}">
                    <a16:creationId xmlns:a16="http://schemas.microsoft.com/office/drawing/2014/main" id="{DA9DE5EB-5A33-C17F-6F0C-67A3B0655CC8}"/>
                  </a:ext>
                </a:extLst>
              </p:cNvPr>
              <p:cNvSpPr/>
              <p:nvPr/>
            </p:nvSpPr>
            <p:spPr>
              <a:xfrm>
                <a:off x="7642517" y="5088407"/>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7" name="Freeform: Shape 3476">
                <a:extLst>
                  <a:ext uri="{FF2B5EF4-FFF2-40B4-BE49-F238E27FC236}">
                    <a16:creationId xmlns:a16="http://schemas.microsoft.com/office/drawing/2014/main" id="{C66A85D5-0248-2AF6-105F-ED13964CBABA}"/>
                  </a:ext>
                </a:extLst>
              </p:cNvPr>
              <p:cNvSpPr/>
              <p:nvPr/>
            </p:nvSpPr>
            <p:spPr>
              <a:xfrm>
                <a:off x="7954251" y="5090541"/>
                <a:ext cx="66560" cy="66560"/>
              </a:xfrm>
              <a:custGeom>
                <a:avLst/>
                <a:gdLst>
                  <a:gd name="connsiteX0" fmla="*/ 0 w 66560"/>
                  <a:gd name="connsiteY0" fmla="*/ 0 h 66560"/>
                  <a:gd name="connsiteX1" fmla="*/ 66561 w 66560"/>
                  <a:gd name="connsiteY1" fmla="*/ 0 h 66560"/>
                  <a:gd name="connsiteX2" fmla="*/ 66561 w 66560"/>
                  <a:gd name="connsiteY2" fmla="*/ 66560 h 66560"/>
                  <a:gd name="connsiteX3" fmla="*/ 0 w 66560"/>
                  <a:gd name="connsiteY3" fmla="*/ 66560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0"/>
                    </a:lnTo>
                    <a:lnTo>
                      <a:pt x="0" y="6656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8" name="Freeform: Shape 3477">
                <a:extLst>
                  <a:ext uri="{FF2B5EF4-FFF2-40B4-BE49-F238E27FC236}">
                    <a16:creationId xmlns:a16="http://schemas.microsoft.com/office/drawing/2014/main" id="{AC063EE2-453C-5F9E-063C-1F3E5A336039}"/>
                  </a:ext>
                </a:extLst>
              </p:cNvPr>
              <p:cNvSpPr/>
              <p:nvPr/>
            </p:nvSpPr>
            <p:spPr>
              <a:xfrm>
                <a:off x="8265985" y="5092636"/>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79" name="Freeform: Shape 3478">
                <a:extLst>
                  <a:ext uri="{FF2B5EF4-FFF2-40B4-BE49-F238E27FC236}">
                    <a16:creationId xmlns:a16="http://schemas.microsoft.com/office/drawing/2014/main" id="{82A62859-DAEC-E4E8-0448-44C6FA5C7868}"/>
                  </a:ext>
                </a:extLst>
              </p:cNvPr>
              <p:cNvSpPr/>
              <p:nvPr/>
            </p:nvSpPr>
            <p:spPr>
              <a:xfrm>
                <a:off x="8577719" y="5094770"/>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0" name="Freeform: Shape 3479">
                <a:extLst>
                  <a:ext uri="{FF2B5EF4-FFF2-40B4-BE49-F238E27FC236}">
                    <a16:creationId xmlns:a16="http://schemas.microsoft.com/office/drawing/2014/main" id="{D2BD82A2-8E09-4ED4-AED8-4B720B66AE94}"/>
                  </a:ext>
                </a:extLst>
              </p:cNvPr>
              <p:cNvSpPr/>
              <p:nvPr/>
            </p:nvSpPr>
            <p:spPr>
              <a:xfrm>
                <a:off x="8889453" y="5096903"/>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1" name="Freeform: Shape 3480">
                <a:extLst>
                  <a:ext uri="{FF2B5EF4-FFF2-40B4-BE49-F238E27FC236}">
                    <a16:creationId xmlns:a16="http://schemas.microsoft.com/office/drawing/2014/main" id="{B78E8358-033C-F5F6-9206-AC3DDBB98E9A}"/>
                  </a:ext>
                </a:extLst>
              </p:cNvPr>
              <p:cNvSpPr/>
              <p:nvPr/>
            </p:nvSpPr>
            <p:spPr>
              <a:xfrm>
                <a:off x="9201150" y="5098999"/>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2" name="Freeform: Shape 3481">
                <a:extLst>
                  <a:ext uri="{FF2B5EF4-FFF2-40B4-BE49-F238E27FC236}">
                    <a16:creationId xmlns:a16="http://schemas.microsoft.com/office/drawing/2014/main" id="{E0ACFF0E-CCB8-D1CA-8CBC-9CBC9CCC5B26}"/>
                  </a:ext>
                </a:extLst>
              </p:cNvPr>
              <p:cNvSpPr/>
              <p:nvPr/>
            </p:nvSpPr>
            <p:spPr>
              <a:xfrm>
                <a:off x="9512884" y="5101132"/>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3" name="Freeform: Shape 3482">
                <a:extLst>
                  <a:ext uri="{FF2B5EF4-FFF2-40B4-BE49-F238E27FC236}">
                    <a16:creationId xmlns:a16="http://schemas.microsoft.com/office/drawing/2014/main" id="{9B41B846-6CC3-A9B4-8E4E-158631CF020F}"/>
                  </a:ext>
                </a:extLst>
              </p:cNvPr>
              <p:cNvSpPr/>
              <p:nvPr/>
            </p:nvSpPr>
            <p:spPr>
              <a:xfrm>
                <a:off x="9824618" y="5103228"/>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4" name="Freeform: Shape 3483">
                <a:extLst>
                  <a:ext uri="{FF2B5EF4-FFF2-40B4-BE49-F238E27FC236}">
                    <a16:creationId xmlns:a16="http://schemas.microsoft.com/office/drawing/2014/main" id="{8F085209-BF48-2BFE-02B9-6F8082E24AFA}"/>
                  </a:ext>
                </a:extLst>
              </p:cNvPr>
              <p:cNvSpPr/>
              <p:nvPr/>
            </p:nvSpPr>
            <p:spPr>
              <a:xfrm>
                <a:off x="10136352" y="5105361"/>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5" name="Freeform: Shape 3484">
                <a:extLst>
                  <a:ext uri="{FF2B5EF4-FFF2-40B4-BE49-F238E27FC236}">
                    <a16:creationId xmlns:a16="http://schemas.microsoft.com/office/drawing/2014/main" id="{228F185E-6598-5E68-BA58-6FDB75BB700A}"/>
                  </a:ext>
                </a:extLst>
              </p:cNvPr>
              <p:cNvSpPr/>
              <p:nvPr/>
            </p:nvSpPr>
            <p:spPr>
              <a:xfrm>
                <a:off x="10448086" y="5107495"/>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6" name="Freeform: Shape 3485">
                <a:extLst>
                  <a:ext uri="{FF2B5EF4-FFF2-40B4-BE49-F238E27FC236}">
                    <a16:creationId xmlns:a16="http://schemas.microsoft.com/office/drawing/2014/main" id="{C8201CE5-0A25-376B-E620-86CB6A277986}"/>
                  </a:ext>
                </a:extLst>
              </p:cNvPr>
              <p:cNvSpPr/>
              <p:nvPr/>
            </p:nvSpPr>
            <p:spPr>
              <a:xfrm>
                <a:off x="10759782" y="5109591"/>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7" name="Freeform: Shape 3486">
                <a:extLst>
                  <a:ext uri="{FF2B5EF4-FFF2-40B4-BE49-F238E27FC236}">
                    <a16:creationId xmlns:a16="http://schemas.microsoft.com/office/drawing/2014/main" id="{5B2ACCD6-6003-333F-29EF-E0481DCB7AFE}"/>
                  </a:ext>
                </a:extLst>
              </p:cNvPr>
              <p:cNvSpPr/>
              <p:nvPr/>
            </p:nvSpPr>
            <p:spPr>
              <a:xfrm>
                <a:off x="11071517" y="5111724"/>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8" name="Freeform: Shape 3487">
                <a:extLst>
                  <a:ext uri="{FF2B5EF4-FFF2-40B4-BE49-F238E27FC236}">
                    <a16:creationId xmlns:a16="http://schemas.microsoft.com/office/drawing/2014/main" id="{3EE2F942-88BA-65E6-0A74-A265EFAB714E}"/>
                  </a:ext>
                </a:extLst>
              </p:cNvPr>
              <p:cNvSpPr/>
              <p:nvPr/>
            </p:nvSpPr>
            <p:spPr>
              <a:xfrm>
                <a:off x="1096289" y="5352059"/>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9" name="Freeform: Shape 3488">
                <a:extLst>
                  <a:ext uri="{FF2B5EF4-FFF2-40B4-BE49-F238E27FC236}">
                    <a16:creationId xmlns:a16="http://schemas.microsoft.com/office/drawing/2014/main" id="{6A59F27D-E104-D367-F2D3-A6E12A5AB939}"/>
                  </a:ext>
                </a:extLst>
              </p:cNvPr>
              <p:cNvSpPr/>
              <p:nvPr/>
            </p:nvSpPr>
            <p:spPr>
              <a:xfrm>
                <a:off x="1408023" y="5354193"/>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0" name="Freeform: Shape 3489">
                <a:extLst>
                  <a:ext uri="{FF2B5EF4-FFF2-40B4-BE49-F238E27FC236}">
                    <a16:creationId xmlns:a16="http://schemas.microsoft.com/office/drawing/2014/main" id="{80B2DABB-4102-65B3-999C-C4ABFD7C1CDA}"/>
                  </a:ext>
                </a:extLst>
              </p:cNvPr>
              <p:cNvSpPr/>
              <p:nvPr/>
            </p:nvSpPr>
            <p:spPr>
              <a:xfrm>
                <a:off x="1719719" y="5356288"/>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1" name="Freeform: Shape 3490">
                <a:extLst>
                  <a:ext uri="{FF2B5EF4-FFF2-40B4-BE49-F238E27FC236}">
                    <a16:creationId xmlns:a16="http://schemas.microsoft.com/office/drawing/2014/main" id="{89D73C06-1F09-D7CA-0EA6-038606D3989F}"/>
                  </a:ext>
                </a:extLst>
              </p:cNvPr>
              <p:cNvSpPr/>
              <p:nvPr/>
            </p:nvSpPr>
            <p:spPr>
              <a:xfrm>
                <a:off x="2031453" y="5358422"/>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2" name="Freeform: Shape 3491">
                <a:extLst>
                  <a:ext uri="{FF2B5EF4-FFF2-40B4-BE49-F238E27FC236}">
                    <a16:creationId xmlns:a16="http://schemas.microsoft.com/office/drawing/2014/main" id="{AF57E51A-3938-C255-B196-2C71ABF5E34A}"/>
                  </a:ext>
                </a:extLst>
              </p:cNvPr>
              <p:cNvSpPr/>
              <p:nvPr/>
            </p:nvSpPr>
            <p:spPr>
              <a:xfrm>
                <a:off x="2343188" y="5360555"/>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3" name="Freeform: Shape 3492">
                <a:extLst>
                  <a:ext uri="{FF2B5EF4-FFF2-40B4-BE49-F238E27FC236}">
                    <a16:creationId xmlns:a16="http://schemas.microsoft.com/office/drawing/2014/main" id="{358BEEFC-0F64-729E-F372-4A317DC082D4}"/>
                  </a:ext>
                </a:extLst>
              </p:cNvPr>
              <p:cNvSpPr/>
              <p:nvPr/>
            </p:nvSpPr>
            <p:spPr>
              <a:xfrm>
                <a:off x="2654922" y="5362651"/>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4" name="Freeform: Shape 3493">
                <a:extLst>
                  <a:ext uri="{FF2B5EF4-FFF2-40B4-BE49-F238E27FC236}">
                    <a16:creationId xmlns:a16="http://schemas.microsoft.com/office/drawing/2014/main" id="{900A34BC-C2C6-5BE0-71AA-0B80BEF6134B}"/>
                  </a:ext>
                </a:extLst>
              </p:cNvPr>
              <p:cNvSpPr/>
              <p:nvPr/>
            </p:nvSpPr>
            <p:spPr>
              <a:xfrm>
                <a:off x="2966656" y="5364784"/>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5" name="Freeform: Shape 3494">
                <a:extLst>
                  <a:ext uri="{FF2B5EF4-FFF2-40B4-BE49-F238E27FC236}">
                    <a16:creationId xmlns:a16="http://schemas.microsoft.com/office/drawing/2014/main" id="{43040C38-A5A7-40F4-5ED9-A08048AB338B}"/>
                  </a:ext>
                </a:extLst>
              </p:cNvPr>
              <p:cNvSpPr/>
              <p:nvPr/>
            </p:nvSpPr>
            <p:spPr>
              <a:xfrm>
                <a:off x="3278352" y="5366880"/>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6" name="Freeform: Shape 3495">
                <a:extLst>
                  <a:ext uri="{FF2B5EF4-FFF2-40B4-BE49-F238E27FC236}">
                    <a16:creationId xmlns:a16="http://schemas.microsoft.com/office/drawing/2014/main" id="{47840586-4AFB-0A01-F133-88AC7FA1AA70}"/>
                  </a:ext>
                </a:extLst>
              </p:cNvPr>
              <p:cNvSpPr/>
              <p:nvPr/>
            </p:nvSpPr>
            <p:spPr>
              <a:xfrm>
                <a:off x="3590086" y="5369013"/>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7" name="Freeform: Shape 3496">
                <a:extLst>
                  <a:ext uri="{FF2B5EF4-FFF2-40B4-BE49-F238E27FC236}">
                    <a16:creationId xmlns:a16="http://schemas.microsoft.com/office/drawing/2014/main" id="{8856FEE2-A829-9EFB-DE43-A7CB7DDC4ADD}"/>
                  </a:ext>
                </a:extLst>
              </p:cNvPr>
              <p:cNvSpPr/>
              <p:nvPr/>
            </p:nvSpPr>
            <p:spPr>
              <a:xfrm>
                <a:off x="3901821" y="5371147"/>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8" name="Freeform: Shape 3497">
                <a:extLst>
                  <a:ext uri="{FF2B5EF4-FFF2-40B4-BE49-F238E27FC236}">
                    <a16:creationId xmlns:a16="http://schemas.microsoft.com/office/drawing/2014/main" id="{286D4A8F-1E11-326E-89DA-FC17D581607A}"/>
                  </a:ext>
                </a:extLst>
              </p:cNvPr>
              <p:cNvSpPr/>
              <p:nvPr/>
            </p:nvSpPr>
            <p:spPr>
              <a:xfrm>
                <a:off x="4213555" y="5373243"/>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99" name="Freeform: Shape 3498">
                <a:extLst>
                  <a:ext uri="{FF2B5EF4-FFF2-40B4-BE49-F238E27FC236}">
                    <a16:creationId xmlns:a16="http://schemas.microsoft.com/office/drawing/2014/main" id="{7C04902B-41C9-2E20-27F2-6F300E8894CA}"/>
                  </a:ext>
                </a:extLst>
              </p:cNvPr>
              <p:cNvSpPr/>
              <p:nvPr/>
            </p:nvSpPr>
            <p:spPr>
              <a:xfrm>
                <a:off x="4525289" y="5375376"/>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0" name="Freeform: Shape 3499">
                <a:extLst>
                  <a:ext uri="{FF2B5EF4-FFF2-40B4-BE49-F238E27FC236}">
                    <a16:creationId xmlns:a16="http://schemas.microsoft.com/office/drawing/2014/main" id="{0A063085-2F81-11C2-F3EA-314417EB566D}"/>
                  </a:ext>
                </a:extLst>
              </p:cNvPr>
              <p:cNvSpPr/>
              <p:nvPr/>
            </p:nvSpPr>
            <p:spPr>
              <a:xfrm>
                <a:off x="4836985" y="537751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1" name="Freeform: Shape 3500">
                <a:extLst>
                  <a:ext uri="{FF2B5EF4-FFF2-40B4-BE49-F238E27FC236}">
                    <a16:creationId xmlns:a16="http://schemas.microsoft.com/office/drawing/2014/main" id="{EFA34F4F-3918-9B3E-8060-86EA177B49E6}"/>
                  </a:ext>
                </a:extLst>
              </p:cNvPr>
              <p:cNvSpPr/>
              <p:nvPr/>
            </p:nvSpPr>
            <p:spPr>
              <a:xfrm>
                <a:off x="5148719" y="5379605"/>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2" name="Freeform: Shape 3501">
                <a:extLst>
                  <a:ext uri="{FF2B5EF4-FFF2-40B4-BE49-F238E27FC236}">
                    <a16:creationId xmlns:a16="http://schemas.microsoft.com/office/drawing/2014/main" id="{55FDCAF8-7007-3DB7-B848-B548E7D2D1FD}"/>
                  </a:ext>
                </a:extLst>
              </p:cNvPr>
              <p:cNvSpPr/>
              <p:nvPr/>
            </p:nvSpPr>
            <p:spPr>
              <a:xfrm>
                <a:off x="5460453" y="5381739"/>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3" name="Freeform: Shape 3502">
                <a:extLst>
                  <a:ext uri="{FF2B5EF4-FFF2-40B4-BE49-F238E27FC236}">
                    <a16:creationId xmlns:a16="http://schemas.microsoft.com/office/drawing/2014/main" id="{7058BB60-C290-1D1C-702A-E31BBA709BB9}"/>
                  </a:ext>
                </a:extLst>
              </p:cNvPr>
              <p:cNvSpPr/>
              <p:nvPr/>
            </p:nvSpPr>
            <p:spPr>
              <a:xfrm>
                <a:off x="5772188" y="5383834"/>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4" name="Freeform: Shape 3503">
                <a:extLst>
                  <a:ext uri="{FF2B5EF4-FFF2-40B4-BE49-F238E27FC236}">
                    <a16:creationId xmlns:a16="http://schemas.microsoft.com/office/drawing/2014/main" id="{501EE833-D51D-1AA0-98D0-E9E2622BB450}"/>
                  </a:ext>
                </a:extLst>
              </p:cNvPr>
              <p:cNvSpPr/>
              <p:nvPr/>
            </p:nvSpPr>
            <p:spPr>
              <a:xfrm>
                <a:off x="6083884" y="5385968"/>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5" name="Freeform: Shape 3504">
                <a:extLst>
                  <a:ext uri="{FF2B5EF4-FFF2-40B4-BE49-F238E27FC236}">
                    <a16:creationId xmlns:a16="http://schemas.microsoft.com/office/drawing/2014/main" id="{676EE658-02BA-8AA5-6780-2599A11F9D4C}"/>
                  </a:ext>
                </a:extLst>
              </p:cNvPr>
              <p:cNvSpPr/>
              <p:nvPr/>
            </p:nvSpPr>
            <p:spPr>
              <a:xfrm>
                <a:off x="6395618" y="5388102"/>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6" name="Freeform: Shape 3505">
                <a:extLst>
                  <a:ext uri="{FF2B5EF4-FFF2-40B4-BE49-F238E27FC236}">
                    <a16:creationId xmlns:a16="http://schemas.microsoft.com/office/drawing/2014/main" id="{4DA57970-8221-257A-71A7-01DC9BD1EF37}"/>
                  </a:ext>
                </a:extLst>
              </p:cNvPr>
              <p:cNvSpPr/>
              <p:nvPr/>
            </p:nvSpPr>
            <p:spPr>
              <a:xfrm>
                <a:off x="6707352" y="5390197"/>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7" name="Freeform: Shape 3506">
                <a:extLst>
                  <a:ext uri="{FF2B5EF4-FFF2-40B4-BE49-F238E27FC236}">
                    <a16:creationId xmlns:a16="http://schemas.microsoft.com/office/drawing/2014/main" id="{CA0F43C9-93CF-E3F6-4CA0-0222E7362C48}"/>
                  </a:ext>
                </a:extLst>
              </p:cNvPr>
              <p:cNvSpPr/>
              <p:nvPr/>
            </p:nvSpPr>
            <p:spPr>
              <a:xfrm>
                <a:off x="7019086" y="5392331"/>
                <a:ext cx="79286" cy="79286"/>
              </a:xfrm>
              <a:custGeom>
                <a:avLst/>
                <a:gdLst>
                  <a:gd name="connsiteX0" fmla="*/ 0 w 79286"/>
                  <a:gd name="connsiteY0" fmla="*/ 0 h 79286"/>
                  <a:gd name="connsiteX1" fmla="*/ 79286 w 79286"/>
                  <a:gd name="connsiteY1" fmla="*/ 0 h 79286"/>
                  <a:gd name="connsiteX2" fmla="*/ 79286 w 79286"/>
                  <a:gd name="connsiteY2" fmla="*/ 79287 h 79286"/>
                  <a:gd name="connsiteX3" fmla="*/ 0 w 79286"/>
                  <a:gd name="connsiteY3" fmla="*/ 79287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7"/>
                    </a:lnTo>
                    <a:lnTo>
                      <a:pt x="0" y="7928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8" name="Freeform: Shape 3507">
                <a:extLst>
                  <a:ext uri="{FF2B5EF4-FFF2-40B4-BE49-F238E27FC236}">
                    <a16:creationId xmlns:a16="http://schemas.microsoft.com/office/drawing/2014/main" id="{A5160D49-AF99-2C5F-5FB5-C088731893C6}"/>
                  </a:ext>
                </a:extLst>
              </p:cNvPr>
              <p:cNvSpPr/>
              <p:nvPr/>
            </p:nvSpPr>
            <p:spPr>
              <a:xfrm>
                <a:off x="7330821" y="5394426"/>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09" name="Freeform: Shape 3508">
                <a:extLst>
                  <a:ext uri="{FF2B5EF4-FFF2-40B4-BE49-F238E27FC236}">
                    <a16:creationId xmlns:a16="http://schemas.microsoft.com/office/drawing/2014/main" id="{008D256E-C6B5-CCCA-92B8-63D3DE6BBF26}"/>
                  </a:ext>
                </a:extLst>
              </p:cNvPr>
              <p:cNvSpPr/>
              <p:nvPr/>
            </p:nvSpPr>
            <p:spPr>
              <a:xfrm>
                <a:off x="7642517" y="5396560"/>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0" name="Freeform: Shape 3509">
                <a:extLst>
                  <a:ext uri="{FF2B5EF4-FFF2-40B4-BE49-F238E27FC236}">
                    <a16:creationId xmlns:a16="http://schemas.microsoft.com/office/drawing/2014/main" id="{ABED014F-1B94-FA40-5302-0A6E2C4171F6}"/>
                  </a:ext>
                </a:extLst>
              </p:cNvPr>
              <p:cNvSpPr/>
              <p:nvPr/>
            </p:nvSpPr>
            <p:spPr>
              <a:xfrm>
                <a:off x="7954251" y="5398693"/>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1" name="Freeform: Shape 3510">
                <a:extLst>
                  <a:ext uri="{FF2B5EF4-FFF2-40B4-BE49-F238E27FC236}">
                    <a16:creationId xmlns:a16="http://schemas.microsoft.com/office/drawing/2014/main" id="{C1F13392-997D-CABA-460F-5D62D1AFCE1B}"/>
                  </a:ext>
                </a:extLst>
              </p:cNvPr>
              <p:cNvSpPr/>
              <p:nvPr/>
            </p:nvSpPr>
            <p:spPr>
              <a:xfrm>
                <a:off x="8265985" y="5400789"/>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2" name="Freeform: Shape 3511">
                <a:extLst>
                  <a:ext uri="{FF2B5EF4-FFF2-40B4-BE49-F238E27FC236}">
                    <a16:creationId xmlns:a16="http://schemas.microsoft.com/office/drawing/2014/main" id="{01B38BBA-85CC-8127-52EE-53892260EAC1}"/>
                  </a:ext>
                </a:extLst>
              </p:cNvPr>
              <p:cNvSpPr/>
              <p:nvPr/>
            </p:nvSpPr>
            <p:spPr>
              <a:xfrm>
                <a:off x="8577719" y="5402922"/>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3" name="Freeform: Shape 3512">
                <a:extLst>
                  <a:ext uri="{FF2B5EF4-FFF2-40B4-BE49-F238E27FC236}">
                    <a16:creationId xmlns:a16="http://schemas.microsoft.com/office/drawing/2014/main" id="{ED6C5DD4-AD46-F1D0-57CA-C79B8EE3F349}"/>
                  </a:ext>
                </a:extLst>
              </p:cNvPr>
              <p:cNvSpPr/>
              <p:nvPr/>
            </p:nvSpPr>
            <p:spPr>
              <a:xfrm>
                <a:off x="8889453" y="5405018"/>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4" name="Freeform: Shape 3513">
                <a:extLst>
                  <a:ext uri="{FF2B5EF4-FFF2-40B4-BE49-F238E27FC236}">
                    <a16:creationId xmlns:a16="http://schemas.microsoft.com/office/drawing/2014/main" id="{CBD4C740-4084-CA08-50E4-193B5E26B6E3}"/>
                  </a:ext>
                </a:extLst>
              </p:cNvPr>
              <p:cNvSpPr/>
              <p:nvPr/>
            </p:nvSpPr>
            <p:spPr>
              <a:xfrm>
                <a:off x="9201150" y="5407152"/>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5" name="Freeform: Shape 3514">
                <a:extLst>
                  <a:ext uri="{FF2B5EF4-FFF2-40B4-BE49-F238E27FC236}">
                    <a16:creationId xmlns:a16="http://schemas.microsoft.com/office/drawing/2014/main" id="{D21C6082-58E2-7D86-B0D5-7A30D467F322}"/>
                  </a:ext>
                </a:extLst>
              </p:cNvPr>
              <p:cNvSpPr/>
              <p:nvPr/>
            </p:nvSpPr>
            <p:spPr>
              <a:xfrm>
                <a:off x="9512884" y="5409285"/>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6" name="Freeform: Shape 3515">
                <a:extLst>
                  <a:ext uri="{FF2B5EF4-FFF2-40B4-BE49-F238E27FC236}">
                    <a16:creationId xmlns:a16="http://schemas.microsoft.com/office/drawing/2014/main" id="{73915AE5-28EB-B25D-3FEA-D02F04674C73}"/>
                  </a:ext>
                </a:extLst>
              </p:cNvPr>
              <p:cNvSpPr/>
              <p:nvPr/>
            </p:nvSpPr>
            <p:spPr>
              <a:xfrm>
                <a:off x="9824618" y="5411381"/>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7" name="Freeform: Shape 3516">
                <a:extLst>
                  <a:ext uri="{FF2B5EF4-FFF2-40B4-BE49-F238E27FC236}">
                    <a16:creationId xmlns:a16="http://schemas.microsoft.com/office/drawing/2014/main" id="{04EB0E61-7A3A-F289-39FC-D9AD1B77FFBE}"/>
                  </a:ext>
                </a:extLst>
              </p:cNvPr>
              <p:cNvSpPr/>
              <p:nvPr/>
            </p:nvSpPr>
            <p:spPr>
              <a:xfrm>
                <a:off x="10136352" y="5413514"/>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8" name="Freeform: Shape 3517">
                <a:extLst>
                  <a:ext uri="{FF2B5EF4-FFF2-40B4-BE49-F238E27FC236}">
                    <a16:creationId xmlns:a16="http://schemas.microsoft.com/office/drawing/2014/main" id="{36A5C521-F43D-112C-FF2A-BE6C52E2AA3E}"/>
                  </a:ext>
                </a:extLst>
              </p:cNvPr>
              <p:cNvSpPr/>
              <p:nvPr/>
            </p:nvSpPr>
            <p:spPr>
              <a:xfrm>
                <a:off x="10448086" y="541564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19" name="Freeform: Shape 3518">
                <a:extLst>
                  <a:ext uri="{FF2B5EF4-FFF2-40B4-BE49-F238E27FC236}">
                    <a16:creationId xmlns:a16="http://schemas.microsoft.com/office/drawing/2014/main" id="{84B326A1-A42F-F24E-383A-A06808D767F3}"/>
                  </a:ext>
                </a:extLst>
              </p:cNvPr>
              <p:cNvSpPr/>
              <p:nvPr/>
            </p:nvSpPr>
            <p:spPr>
              <a:xfrm>
                <a:off x="10759782" y="5417743"/>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0" name="Freeform: Shape 3519">
                <a:extLst>
                  <a:ext uri="{FF2B5EF4-FFF2-40B4-BE49-F238E27FC236}">
                    <a16:creationId xmlns:a16="http://schemas.microsoft.com/office/drawing/2014/main" id="{886D08CC-0EA4-6E9F-D0EC-73F3619CB24A}"/>
                  </a:ext>
                </a:extLst>
              </p:cNvPr>
              <p:cNvSpPr/>
              <p:nvPr/>
            </p:nvSpPr>
            <p:spPr>
              <a:xfrm>
                <a:off x="11071517" y="5419877"/>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1" name="Freeform: Shape 3520">
                <a:extLst>
                  <a:ext uri="{FF2B5EF4-FFF2-40B4-BE49-F238E27FC236}">
                    <a16:creationId xmlns:a16="http://schemas.microsoft.com/office/drawing/2014/main" id="{EFF13CD9-114A-E4EB-01E6-DFE2D0322F52}"/>
                  </a:ext>
                </a:extLst>
              </p:cNvPr>
              <p:cNvSpPr/>
              <p:nvPr/>
            </p:nvSpPr>
            <p:spPr>
              <a:xfrm>
                <a:off x="1096289" y="5660212"/>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2" name="Freeform: Shape 3521">
                <a:extLst>
                  <a:ext uri="{FF2B5EF4-FFF2-40B4-BE49-F238E27FC236}">
                    <a16:creationId xmlns:a16="http://schemas.microsoft.com/office/drawing/2014/main" id="{06C048A4-1E9E-A303-FB64-1E89017B7C15}"/>
                  </a:ext>
                </a:extLst>
              </p:cNvPr>
              <p:cNvSpPr/>
              <p:nvPr/>
            </p:nvSpPr>
            <p:spPr>
              <a:xfrm>
                <a:off x="1408023" y="5662345"/>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3" name="Freeform: Shape 3522">
                <a:extLst>
                  <a:ext uri="{FF2B5EF4-FFF2-40B4-BE49-F238E27FC236}">
                    <a16:creationId xmlns:a16="http://schemas.microsoft.com/office/drawing/2014/main" id="{4C4EFA48-2C85-637F-F2D2-5B73A127591D}"/>
                  </a:ext>
                </a:extLst>
              </p:cNvPr>
              <p:cNvSpPr/>
              <p:nvPr/>
            </p:nvSpPr>
            <p:spPr>
              <a:xfrm>
                <a:off x="1719719" y="5664441"/>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4" name="Freeform: Shape 3523">
                <a:extLst>
                  <a:ext uri="{FF2B5EF4-FFF2-40B4-BE49-F238E27FC236}">
                    <a16:creationId xmlns:a16="http://schemas.microsoft.com/office/drawing/2014/main" id="{40129B72-5C25-5532-CE9E-E04EB7EBFB39}"/>
                  </a:ext>
                </a:extLst>
              </p:cNvPr>
              <p:cNvSpPr/>
              <p:nvPr/>
            </p:nvSpPr>
            <p:spPr>
              <a:xfrm>
                <a:off x="2031453" y="5666574"/>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5" name="Freeform: Shape 3524">
                <a:extLst>
                  <a:ext uri="{FF2B5EF4-FFF2-40B4-BE49-F238E27FC236}">
                    <a16:creationId xmlns:a16="http://schemas.microsoft.com/office/drawing/2014/main" id="{572006E3-9121-9019-A06B-B366E15BD46C}"/>
                  </a:ext>
                </a:extLst>
              </p:cNvPr>
              <p:cNvSpPr/>
              <p:nvPr/>
            </p:nvSpPr>
            <p:spPr>
              <a:xfrm>
                <a:off x="2343188" y="5668708"/>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6" name="Freeform: Shape 3525">
                <a:extLst>
                  <a:ext uri="{FF2B5EF4-FFF2-40B4-BE49-F238E27FC236}">
                    <a16:creationId xmlns:a16="http://schemas.microsoft.com/office/drawing/2014/main" id="{9872CD8E-2A35-D66F-3BB6-2AE41185F321}"/>
                  </a:ext>
                </a:extLst>
              </p:cNvPr>
              <p:cNvSpPr/>
              <p:nvPr/>
            </p:nvSpPr>
            <p:spPr>
              <a:xfrm>
                <a:off x="2654922" y="5670804"/>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7" name="Freeform: Shape 3526">
                <a:extLst>
                  <a:ext uri="{FF2B5EF4-FFF2-40B4-BE49-F238E27FC236}">
                    <a16:creationId xmlns:a16="http://schemas.microsoft.com/office/drawing/2014/main" id="{3AAE0F8A-05BD-6117-B517-089F704EA8FF}"/>
                  </a:ext>
                </a:extLst>
              </p:cNvPr>
              <p:cNvSpPr/>
              <p:nvPr/>
            </p:nvSpPr>
            <p:spPr>
              <a:xfrm>
                <a:off x="2966656" y="5672937"/>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8" name="Freeform: Shape 3527">
                <a:extLst>
                  <a:ext uri="{FF2B5EF4-FFF2-40B4-BE49-F238E27FC236}">
                    <a16:creationId xmlns:a16="http://schemas.microsoft.com/office/drawing/2014/main" id="{5402FF87-E27A-BBE9-08FE-4BED6D1E7ADA}"/>
                  </a:ext>
                </a:extLst>
              </p:cNvPr>
              <p:cNvSpPr/>
              <p:nvPr/>
            </p:nvSpPr>
            <p:spPr>
              <a:xfrm>
                <a:off x="3278352" y="5675033"/>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29" name="Freeform: Shape 3528">
                <a:extLst>
                  <a:ext uri="{FF2B5EF4-FFF2-40B4-BE49-F238E27FC236}">
                    <a16:creationId xmlns:a16="http://schemas.microsoft.com/office/drawing/2014/main" id="{227856A7-48A9-C6DA-20B8-6ED6D6BF4ECE}"/>
                  </a:ext>
                </a:extLst>
              </p:cNvPr>
              <p:cNvSpPr/>
              <p:nvPr/>
            </p:nvSpPr>
            <p:spPr>
              <a:xfrm>
                <a:off x="3590086" y="5677166"/>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0" name="Freeform: Shape 3529">
                <a:extLst>
                  <a:ext uri="{FF2B5EF4-FFF2-40B4-BE49-F238E27FC236}">
                    <a16:creationId xmlns:a16="http://schemas.microsoft.com/office/drawing/2014/main" id="{E2FEDFFB-91DE-40B9-1857-EC98FB9302F8}"/>
                  </a:ext>
                </a:extLst>
              </p:cNvPr>
              <p:cNvSpPr/>
              <p:nvPr/>
            </p:nvSpPr>
            <p:spPr>
              <a:xfrm>
                <a:off x="3901821" y="5679300"/>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1" name="Freeform: Shape 3530">
                <a:extLst>
                  <a:ext uri="{FF2B5EF4-FFF2-40B4-BE49-F238E27FC236}">
                    <a16:creationId xmlns:a16="http://schemas.microsoft.com/office/drawing/2014/main" id="{358C4056-7D63-0BCE-B5E8-466C7A92E6C1}"/>
                  </a:ext>
                </a:extLst>
              </p:cNvPr>
              <p:cNvSpPr/>
              <p:nvPr/>
            </p:nvSpPr>
            <p:spPr>
              <a:xfrm>
                <a:off x="4213555" y="5681395"/>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2" name="Freeform: Shape 3531">
                <a:extLst>
                  <a:ext uri="{FF2B5EF4-FFF2-40B4-BE49-F238E27FC236}">
                    <a16:creationId xmlns:a16="http://schemas.microsoft.com/office/drawing/2014/main" id="{E3FCB2DC-9610-A786-7C0C-AA9D0B1BD53A}"/>
                  </a:ext>
                </a:extLst>
              </p:cNvPr>
              <p:cNvSpPr/>
              <p:nvPr/>
            </p:nvSpPr>
            <p:spPr>
              <a:xfrm>
                <a:off x="4525289" y="5683529"/>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3" name="Freeform: Shape 3532">
                <a:extLst>
                  <a:ext uri="{FF2B5EF4-FFF2-40B4-BE49-F238E27FC236}">
                    <a16:creationId xmlns:a16="http://schemas.microsoft.com/office/drawing/2014/main" id="{242033B2-939C-6B8C-B723-36F956D94145}"/>
                  </a:ext>
                </a:extLst>
              </p:cNvPr>
              <p:cNvSpPr/>
              <p:nvPr/>
            </p:nvSpPr>
            <p:spPr>
              <a:xfrm>
                <a:off x="4836985" y="5685624"/>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4" name="Freeform: Shape 3533">
                <a:extLst>
                  <a:ext uri="{FF2B5EF4-FFF2-40B4-BE49-F238E27FC236}">
                    <a16:creationId xmlns:a16="http://schemas.microsoft.com/office/drawing/2014/main" id="{36035263-9876-EE30-D1A4-A36EF3F935CB}"/>
                  </a:ext>
                </a:extLst>
              </p:cNvPr>
              <p:cNvSpPr/>
              <p:nvPr/>
            </p:nvSpPr>
            <p:spPr>
              <a:xfrm>
                <a:off x="5148719" y="5687758"/>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5" name="Freeform: Shape 3534">
                <a:extLst>
                  <a:ext uri="{FF2B5EF4-FFF2-40B4-BE49-F238E27FC236}">
                    <a16:creationId xmlns:a16="http://schemas.microsoft.com/office/drawing/2014/main" id="{A8C569B2-B1B6-60B7-AEBA-3CD812932E7F}"/>
                  </a:ext>
                </a:extLst>
              </p:cNvPr>
              <p:cNvSpPr/>
              <p:nvPr/>
            </p:nvSpPr>
            <p:spPr>
              <a:xfrm>
                <a:off x="5460453" y="5689892"/>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6" name="Freeform: Shape 3535">
                <a:extLst>
                  <a:ext uri="{FF2B5EF4-FFF2-40B4-BE49-F238E27FC236}">
                    <a16:creationId xmlns:a16="http://schemas.microsoft.com/office/drawing/2014/main" id="{CE7BD4FC-FCB2-0C00-31AD-188AB4457052}"/>
                  </a:ext>
                </a:extLst>
              </p:cNvPr>
              <p:cNvSpPr/>
              <p:nvPr/>
            </p:nvSpPr>
            <p:spPr>
              <a:xfrm>
                <a:off x="5772188" y="5691987"/>
                <a:ext cx="96240" cy="96240"/>
              </a:xfrm>
              <a:custGeom>
                <a:avLst/>
                <a:gdLst>
                  <a:gd name="connsiteX0" fmla="*/ 0 w 96240"/>
                  <a:gd name="connsiteY0" fmla="*/ 0 h 96240"/>
                  <a:gd name="connsiteX1" fmla="*/ 96241 w 96240"/>
                  <a:gd name="connsiteY1" fmla="*/ 0 h 96240"/>
                  <a:gd name="connsiteX2" fmla="*/ 96241 w 96240"/>
                  <a:gd name="connsiteY2" fmla="*/ 96240 h 96240"/>
                  <a:gd name="connsiteX3" fmla="*/ 0 w 96240"/>
                  <a:gd name="connsiteY3" fmla="*/ 96240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0"/>
                    </a:lnTo>
                    <a:lnTo>
                      <a:pt x="0" y="9624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7" name="Freeform: Shape 3536">
                <a:extLst>
                  <a:ext uri="{FF2B5EF4-FFF2-40B4-BE49-F238E27FC236}">
                    <a16:creationId xmlns:a16="http://schemas.microsoft.com/office/drawing/2014/main" id="{0E4F1F8E-79AB-430C-A44B-2B70F687F41F}"/>
                  </a:ext>
                </a:extLst>
              </p:cNvPr>
              <p:cNvSpPr/>
              <p:nvPr/>
            </p:nvSpPr>
            <p:spPr>
              <a:xfrm>
                <a:off x="6083884" y="5694121"/>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8" name="Freeform: Shape 3537">
                <a:extLst>
                  <a:ext uri="{FF2B5EF4-FFF2-40B4-BE49-F238E27FC236}">
                    <a16:creationId xmlns:a16="http://schemas.microsoft.com/office/drawing/2014/main" id="{FA89BF27-259C-3182-CEA1-4CFF0522BAF9}"/>
                  </a:ext>
                </a:extLst>
              </p:cNvPr>
              <p:cNvSpPr/>
              <p:nvPr/>
            </p:nvSpPr>
            <p:spPr>
              <a:xfrm>
                <a:off x="6395618" y="5696216"/>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39" name="Freeform: Shape 3538">
                <a:extLst>
                  <a:ext uri="{FF2B5EF4-FFF2-40B4-BE49-F238E27FC236}">
                    <a16:creationId xmlns:a16="http://schemas.microsoft.com/office/drawing/2014/main" id="{13D94C86-EDB4-C9D3-705A-318B1310D3AA}"/>
                  </a:ext>
                </a:extLst>
              </p:cNvPr>
              <p:cNvSpPr/>
              <p:nvPr/>
            </p:nvSpPr>
            <p:spPr>
              <a:xfrm>
                <a:off x="6707352" y="5698350"/>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0" name="Freeform: Shape 3539">
                <a:extLst>
                  <a:ext uri="{FF2B5EF4-FFF2-40B4-BE49-F238E27FC236}">
                    <a16:creationId xmlns:a16="http://schemas.microsoft.com/office/drawing/2014/main" id="{36D4CA72-0383-E533-2900-835FEF05ECAA}"/>
                  </a:ext>
                </a:extLst>
              </p:cNvPr>
              <p:cNvSpPr/>
              <p:nvPr/>
            </p:nvSpPr>
            <p:spPr>
              <a:xfrm>
                <a:off x="7019086" y="5700483"/>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1" name="Freeform: Shape 3540">
                <a:extLst>
                  <a:ext uri="{FF2B5EF4-FFF2-40B4-BE49-F238E27FC236}">
                    <a16:creationId xmlns:a16="http://schemas.microsoft.com/office/drawing/2014/main" id="{ECD18AC4-3268-D98A-530E-615BEB6CE333}"/>
                  </a:ext>
                </a:extLst>
              </p:cNvPr>
              <p:cNvSpPr/>
              <p:nvPr/>
            </p:nvSpPr>
            <p:spPr>
              <a:xfrm>
                <a:off x="7330821" y="5702579"/>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2" name="Freeform: Shape 3541">
                <a:extLst>
                  <a:ext uri="{FF2B5EF4-FFF2-40B4-BE49-F238E27FC236}">
                    <a16:creationId xmlns:a16="http://schemas.microsoft.com/office/drawing/2014/main" id="{89380935-5224-96F5-356C-674908A9CE07}"/>
                  </a:ext>
                </a:extLst>
              </p:cNvPr>
              <p:cNvSpPr/>
              <p:nvPr/>
            </p:nvSpPr>
            <p:spPr>
              <a:xfrm>
                <a:off x="7642517" y="5704713"/>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3" name="Freeform: Shape 3542">
                <a:extLst>
                  <a:ext uri="{FF2B5EF4-FFF2-40B4-BE49-F238E27FC236}">
                    <a16:creationId xmlns:a16="http://schemas.microsoft.com/office/drawing/2014/main" id="{3FBDEB86-8C47-36E9-F22C-BB61BBBE0AFB}"/>
                  </a:ext>
                </a:extLst>
              </p:cNvPr>
              <p:cNvSpPr/>
              <p:nvPr/>
            </p:nvSpPr>
            <p:spPr>
              <a:xfrm>
                <a:off x="7954251" y="5706846"/>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4" name="Freeform: Shape 3543">
                <a:extLst>
                  <a:ext uri="{FF2B5EF4-FFF2-40B4-BE49-F238E27FC236}">
                    <a16:creationId xmlns:a16="http://schemas.microsoft.com/office/drawing/2014/main" id="{0B8FD50B-D29E-ADC3-829C-BECAB974C661}"/>
                  </a:ext>
                </a:extLst>
              </p:cNvPr>
              <p:cNvSpPr/>
              <p:nvPr/>
            </p:nvSpPr>
            <p:spPr>
              <a:xfrm>
                <a:off x="8265985" y="5708942"/>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5" name="Freeform: Shape 3544">
                <a:extLst>
                  <a:ext uri="{FF2B5EF4-FFF2-40B4-BE49-F238E27FC236}">
                    <a16:creationId xmlns:a16="http://schemas.microsoft.com/office/drawing/2014/main" id="{B16E0859-97FD-9499-5C88-EEC37D78A9F4}"/>
                  </a:ext>
                </a:extLst>
              </p:cNvPr>
              <p:cNvSpPr/>
              <p:nvPr/>
            </p:nvSpPr>
            <p:spPr>
              <a:xfrm>
                <a:off x="8577719" y="5711075"/>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6" name="Freeform: Shape 3545">
                <a:extLst>
                  <a:ext uri="{FF2B5EF4-FFF2-40B4-BE49-F238E27FC236}">
                    <a16:creationId xmlns:a16="http://schemas.microsoft.com/office/drawing/2014/main" id="{B3760078-5CC9-31D4-54DE-E48077690D7D}"/>
                  </a:ext>
                </a:extLst>
              </p:cNvPr>
              <p:cNvSpPr/>
              <p:nvPr/>
            </p:nvSpPr>
            <p:spPr>
              <a:xfrm>
                <a:off x="8889453" y="5713171"/>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7" name="Freeform: Shape 3546">
                <a:extLst>
                  <a:ext uri="{FF2B5EF4-FFF2-40B4-BE49-F238E27FC236}">
                    <a16:creationId xmlns:a16="http://schemas.microsoft.com/office/drawing/2014/main" id="{94E2D9B1-F438-28DF-1A29-A1127EB1DEB2}"/>
                  </a:ext>
                </a:extLst>
              </p:cNvPr>
              <p:cNvSpPr/>
              <p:nvPr/>
            </p:nvSpPr>
            <p:spPr>
              <a:xfrm>
                <a:off x="9201150" y="5715304"/>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8" name="Freeform: Shape 3547">
                <a:extLst>
                  <a:ext uri="{FF2B5EF4-FFF2-40B4-BE49-F238E27FC236}">
                    <a16:creationId xmlns:a16="http://schemas.microsoft.com/office/drawing/2014/main" id="{126ED10B-F9E1-F09B-E109-4B8667102D55}"/>
                  </a:ext>
                </a:extLst>
              </p:cNvPr>
              <p:cNvSpPr/>
              <p:nvPr/>
            </p:nvSpPr>
            <p:spPr>
              <a:xfrm>
                <a:off x="9512884" y="571743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49" name="Freeform: Shape 3548">
                <a:extLst>
                  <a:ext uri="{FF2B5EF4-FFF2-40B4-BE49-F238E27FC236}">
                    <a16:creationId xmlns:a16="http://schemas.microsoft.com/office/drawing/2014/main" id="{47367441-FB4D-0738-99E3-92E611F6D317}"/>
                  </a:ext>
                </a:extLst>
              </p:cNvPr>
              <p:cNvSpPr/>
              <p:nvPr/>
            </p:nvSpPr>
            <p:spPr>
              <a:xfrm>
                <a:off x="9824618" y="5719533"/>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0" name="Freeform: Shape 3549">
                <a:extLst>
                  <a:ext uri="{FF2B5EF4-FFF2-40B4-BE49-F238E27FC236}">
                    <a16:creationId xmlns:a16="http://schemas.microsoft.com/office/drawing/2014/main" id="{5C67ACC8-C010-DCD2-FCED-374FA2897093}"/>
                  </a:ext>
                </a:extLst>
              </p:cNvPr>
              <p:cNvSpPr/>
              <p:nvPr/>
            </p:nvSpPr>
            <p:spPr>
              <a:xfrm>
                <a:off x="10136352" y="5721667"/>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1" name="Freeform: Shape 3550">
                <a:extLst>
                  <a:ext uri="{FF2B5EF4-FFF2-40B4-BE49-F238E27FC236}">
                    <a16:creationId xmlns:a16="http://schemas.microsoft.com/office/drawing/2014/main" id="{C00C4630-B704-A2F6-B5D2-3EFA4DDD6276}"/>
                  </a:ext>
                </a:extLst>
              </p:cNvPr>
              <p:cNvSpPr/>
              <p:nvPr/>
            </p:nvSpPr>
            <p:spPr>
              <a:xfrm>
                <a:off x="10448086" y="5723763"/>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2" name="Freeform: Shape 3551">
                <a:extLst>
                  <a:ext uri="{FF2B5EF4-FFF2-40B4-BE49-F238E27FC236}">
                    <a16:creationId xmlns:a16="http://schemas.microsoft.com/office/drawing/2014/main" id="{2575D508-C1F9-2576-D4A9-44C2C79EA476}"/>
                  </a:ext>
                </a:extLst>
              </p:cNvPr>
              <p:cNvSpPr/>
              <p:nvPr/>
            </p:nvSpPr>
            <p:spPr>
              <a:xfrm>
                <a:off x="10759782" y="5725896"/>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3" name="Freeform: Shape 3552">
                <a:extLst>
                  <a:ext uri="{FF2B5EF4-FFF2-40B4-BE49-F238E27FC236}">
                    <a16:creationId xmlns:a16="http://schemas.microsoft.com/office/drawing/2014/main" id="{62CCB2CB-4F68-18A4-6840-1EC3EB5A8BD4}"/>
                  </a:ext>
                </a:extLst>
              </p:cNvPr>
              <p:cNvSpPr/>
              <p:nvPr/>
            </p:nvSpPr>
            <p:spPr>
              <a:xfrm>
                <a:off x="11071517" y="5728030"/>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4" name="Freeform: Shape 3553">
                <a:extLst>
                  <a:ext uri="{FF2B5EF4-FFF2-40B4-BE49-F238E27FC236}">
                    <a16:creationId xmlns:a16="http://schemas.microsoft.com/office/drawing/2014/main" id="{0568BA3C-819F-0C6D-0DF1-4D5BF640D808}"/>
                  </a:ext>
                </a:extLst>
              </p:cNvPr>
              <p:cNvSpPr/>
              <p:nvPr/>
            </p:nvSpPr>
            <p:spPr>
              <a:xfrm>
                <a:off x="1096289" y="5968365"/>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5" name="Freeform: Shape 3554">
                <a:extLst>
                  <a:ext uri="{FF2B5EF4-FFF2-40B4-BE49-F238E27FC236}">
                    <a16:creationId xmlns:a16="http://schemas.microsoft.com/office/drawing/2014/main" id="{8DFC7720-0E6F-4002-F069-4742090F43BA}"/>
                  </a:ext>
                </a:extLst>
              </p:cNvPr>
              <p:cNvSpPr/>
              <p:nvPr/>
            </p:nvSpPr>
            <p:spPr>
              <a:xfrm>
                <a:off x="1408023" y="5970498"/>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6" name="Freeform: Shape 3555">
                <a:extLst>
                  <a:ext uri="{FF2B5EF4-FFF2-40B4-BE49-F238E27FC236}">
                    <a16:creationId xmlns:a16="http://schemas.microsoft.com/office/drawing/2014/main" id="{FF0F5AAA-670D-2FD0-6B8C-4003D314CC29}"/>
                  </a:ext>
                </a:extLst>
              </p:cNvPr>
              <p:cNvSpPr/>
              <p:nvPr/>
            </p:nvSpPr>
            <p:spPr>
              <a:xfrm>
                <a:off x="1719719" y="5972594"/>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7" name="Freeform: Shape 3556">
                <a:extLst>
                  <a:ext uri="{FF2B5EF4-FFF2-40B4-BE49-F238E27FC236}">
                    <a16:creationId xmlns:a16="http://schemas.microsoft.com/office/drawing/2014/main" id="{079F5028-29A2-2A79-6E2B-76F2F2A05758}"/>
                  </a:ext>
                </a:extLst>
              </p:cNvPr>
              <p:cNvSpPr/>
              <p:nvPr/>
            </p:nvSpPr>
            <p:spPr>
              <a:xfrm>
                <a:off x="2031453" y="5974727"/>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8" name="Freeform: Shape 3557">
                <a:extLst>
                  <a:ext uri="{FF2B5EF4-FFF2-40B4-BE49-F238E27FC236}">
                    <a16:creationId xmlns:a16="http://schemas.microsoft.com/office/drawing/2014/main" id="{7B84CAD2-3927-A8F7-2404-62AEEA54C85B}"/>
                  </a:ext>
                </a:extLst>
              </p:cNvPr>
              <p:cNvSpPr/>
              <p:nvPr/>
            </p:nvSpPr>
            <p:spPr>
              <a:xfrm>
                <a:off x="2343188" y="5976823"/>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59" name="Freeform: Shape 3558">
                <a:extLst>
                  <a:ext uri="{FF2B5EF4-FFF2-40B4-BE49-F238E27FC236}">
                    <a16:creationId xmlns:a16="http://schemas.microsoft.com/office/drawing/2014/main" id="{F916384A-831F-31C3-8272-D56E739DA9F0}"/>
                  </a:ext>
                </a:extLst>
              </p:cNvPr>
              <p:cNvSpPr/>
              <p:nvPr/>
            </p:nvSpPr>
            <p:spPr>
              <a:xfrm>
                <a:off x="2654922" y="5978956"/>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0" name="Freeform: Shape 3559">
                <a:extLst>
                  <a:ext uri="{FF2B5EF4-FFF2-40B4-BE49-F238E27FC236}">
                    <a16:creationId xmlns:a16="http://schemas.microsoft.com/office/drawing/2014/main" id="{1427E8AA-4FA9-2C1D-0EC2-3806EE078364}"/>
                  </a:ext>
                </a:extLst>
              </p:cNvPr>
              <p:cNvSpPr/>
              <p:nvPr/>
            </p:nvSpPr>
            <p:spPr>
              <a:xfrm>
                <a:off x="2966656" y="5981090"/>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1" name="Freeform: Shape 3560">
                <a:extLst>
                  <a:ext uri="{FF2B5EF4-FFF2-40B4-BE49-F238E27FC236}">
                    <a16:creationId xmlns:a16="http://schemas.microsoft.com/office/drawing/2014/main" id="{21A192D9-6E5B-F222-D725-AA09D09746CD}"/>
                  </a:ext>
                </a:extLst>
              </p:cNvPr>
              <p:cNvSpPr/>
              <p:nvPr/>
            </p:nvSpPr>
            <p:spPr>
              <a:xfrm>
                <a:off x="3278352" y="5983185"/>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2" name="Freeform: Shape 3561">
                <a:extLst>
                  <a:ext uri="{FF2B5EF4-FFF2-40B4-BE49-F238E27FC236}">
                    <a16:creationId xmlns:a16="http://schemas.microsoft.com/office/drawing/2014/main" id="{38A1A6E1-7433-70BA-D553-EB765D74F8F6}"/>
                  </a:ext>
                </a:extLst>
              </p:cNvPr>
              <p:cNvSpPr/>
              <p:nvPr/>
            </p:nvSpPr>
            <p:spPr>
              <a:xfrm>
                <a:off x="3590086" y="5985319"/>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3" name="Freeform: Shape 3562">
                <a:extLst>
                  <a:ext uri="{FF2B5EF4-FFF2-40B4-BE49-F238E27FC236}">
                    <a16:creationId xmlns:a16="http://schemas.microsoft.com/office/drawing/2014/main" id="{328DF9D6-A3F4-0A0A-C464-1CFBB526EB0D}"/>
                  </a:ext>
                </a:extLst>
              </p:cNvPr>
              <p:cNvSpPr/>
              <p:nvPr/>
            </p:nvSpPr>
            <p:spPr>
              <a:xfrm>
                <a:off x="3901821" y="5987415"/>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4" name="Freeform: Shape 3563">
                <a:extLst>
                  <a:ext uri="{FF2B5EF4-FFF2-40B4-BE49-F238E27FC236}">
                    <a16:creationId xmlns:a16="http://schemas.microsoft.com/office/drawing/2014/main" id="{240C032A-6117-5A52-879F-6B3A28AB44FE}"/>
                  </a:ext>
                </a:extLst>
              </p:cNvPr>
              <p:cNvSpPr/>
              <p:nvPr/>
            </p:nvSpPr>
            <p:spPr>
              <a:xfrm>
                <a:off x="4213555" y="5989548"/>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5" name="Freeform: Shape 3564">
                <a:extLst>
                  <a:ext uri="{FF2B5EF4-FFF2-40B4-BE49-F238E27FC236}">
                    <a16:creationId xmlns:a16="http://schemas.microsoft.com/office/drawing/2014/main" id="{5E26D584-6F99-9F75-4061-2A65DE1CAF01}"/>
                  </a:ext>
                </a:extLst>
              </p:cNvPr>
              <p:cNvSpPr/>
              <p:nvPr/>
            </p:nvSpPr>
            <p:spPr>
              <a:xfrm>
                <a:off x="4525289" y="5991682"/>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6" name="Freeform: Shape 3565">
                <a:extLst>
                  <a:ext uri="{FF2B5EF4-FFF2-40B4-BE49-F238E27FC236}">
                    <a16:creationId xmlns:a16="http://schemas.microsoft.com/office/drawing/2014/main" id="{5091F7CA-2465-553A-3811-977823C627E3}"/>
                  </a:ext>
                </a:extLst>
              </p:cNvPr>
              <p:cNvSpPr/>
              <p:nvPr/>
            </p:nvSpPr>
            <p:spPr>
              <a:xfrm>
                <a:off x="4836985" y="5993777"/>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7" name="Freeform: Shape 3566">
                <a:extLst>
                  <a:ext uri="{FF2B5EF4-FFF2-40B4-BE49-F238E27FC236}">
                    <a16:creationId xmlns:a16="http://schemas.microsoft.com/office/drawing/2014/main" id="{DFE8FF58-1DB7-6245-18FB-648F9F9D3853}"/>
                  </a:ext>
                </a:extLst>
              </p:cNvPr>
              <p:cNvSpPr/>
              <p:nvPr/>
            </p:nvSpPr>
            <p:spPr>
              <a:xfrm>
                <a:off x="5148719" y="5995911"/>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8" name="Freeform: Shape 3567">
                <a:extLst>
                  <a:ext uri="{FF2B5EF4-FFF2-40B4-BE49-F238E27FC236}">
                    <a16:creationId xmlns:a16="http://schemas.microsoft.com/office/drawing/2014/main" id="{45B61622-692D-1268-229B-15766C1F88B3}"/>
                  </a:ext>
                </a:extLst>
              </p:cNvPr>
              <p:cNvSpPr/>
              <p:nvPr/>
            </p:nvSpPr>
            <p:spPr>
              <a:xfrm>
                <a:off x="5460453" y="5998044"/>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69" name="Freeform: Shape 3568">
                <a:extLst>
                  <a:ext uri="{FF2B5EF4-FFF2-40B4-BE49-F238E27FC236}">
                    <a16:creationId xmlns:a16="http://schemas.microsoft.com/office/drawing/2014/main" id="{E3136787-8315-0A3B-F49E-89B0859322E1}"/>
                  </a:ext>
                </a:extLst>
              </p:cNvPr>
              <p:cNvSpPr/>
              <p:nvPr/>
            </p:nvSpPr>
            <p:spPr>
              <a:xfrm>
                <a:off x="5772188" y="6000140"/>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0" name="Freeform: Shape 3569">
                <a:extLst>
                  <a:ext uri="{FF2B5EF4-FFF2-40B4-BE49-F238E27FC236}">
                    <a16:creationId xmlns:a16="http://schemas.microsoft.com/office/drawing/2014/main" id="{78277CA4-379E-C3B6-D396-6F67C0645342}"/>
                  </a:ext>
                </a:extLst>
              </p:cNvPr>
              <p:cNvSpPr/>
              <p:nvPr/>
            </p:nvSpPr>
            <p:spPr>
              <a:xfrm>
                <a:off x="6083884" y="6002274"/>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1" name="Freeform: Shape 3570">
                <a:extLst>
                  <a:ext uri="{FF2B5EF4-FFF2-40B4-BE49-F238E27FC236}">
                    <a16:creationId xmlns:a16="http://schemas.microsoft.com/office/drawing/2014/main" id="{EE3924C9-862D-DBC3-3DE1-C00031938188}"/>
                  </a:ext>
                </a:extLst>
              </p:cNvPr>
              <p:cNvSpPr/>
              <p:nvPr/>
            </p:nvSpPr>
            <p:spPr>
              <a:xfrm>
                <a:off x="6395618" y="6004369"/>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2" name="Freeform: Shape 3571">
                <a:extLst>
                  <a:ext uri="{FF2B5EF4-FFF2-40B4-BE49-F238E27FC236}">
                    <a16:creationId xmlns:a16="http://schemas.microsoft.com/office/drawing/2014/main" id="{CE53F1D2-A279-F723-E8FE-24D5736702C6}"/>
                  </a:ext>
                </a:extLst>
              </p:cNvPr>
              <p:cNvSpPr/>
              <p:nvPr/>
            </p:nvSpPr>
            <p:spPr>
              <a:xfrm>
                <a:off x="6707352" y="6006503"/>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3" name="Freeform: Shape 3572">
                <a:extLst>
                  <a:ext uri="{FF2B5EF4-FFF2-40B4-BE49-F238E27FC236}">
                    <a16:creationId xmlns:a16="http://schemas.microsoft.com/office/drawing/2014/main" id="{92EE90F3-EFF7-66D9-E4A0-E61342649C09}"/>
                  </a:ext>
                </a:extLst>
              </p:cNvPr>
              <p:cNvSpPr/>
              <p:nvPr/>
            </p:nvSpPr>
            <p:spPr>
              <a:xfrm>
                <a:off x="7019086" y="6008636"/>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4" name="Freeform: Shape 3573">
                <a:extLst>
                  <a:ext uri="{FF2B5EF4-FFF2-40B4-BE49-F238E27FC236}">
                    <a16:creationId xmlns:a16="http://schemas.microsoft.com/office/drawing/2014/main" id="{09B0DD60-C4D3-C964-B6EC-F02695A8EE30}"/>
                  </a:ext>
                </a:extLst>
              </p:cNvPr>
              <p:cNvSpPr/>
              <p:nvPr/>
            </p:nvSpPr>
            <p:spPr>
              <a:xfrm>
                <a:off x="7330821" y="6010732"/>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5" name="Freeform: Shape 3574">
                <a:extLst>
                  <a:ext uri="{FF2B5EF4-FFF2-40B4-BE49-F238E27FC236}">
                    <a16:creationId xmlns:a16="http://schemas.microsoft.com/office/drawing/2014/main" id="{4A50894C-7813-87A3-86DD-F094A0725C57}"/>
                  </a:ext>
                </a:extLst>
              </p:cNvPr>
              <p:cNvSpPr/>
              <p:nvPr/>
            </p:nvSpPr>
            <p:spPr>
              <a:xfrm>
                <a:off x="7642517" y="6012865"/>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6" name="Freeform: Shape 3575">
                <a:extLst>
                  <a:ext uri="{FF2B5EF4-FFF2-40B4-BE49-F238E27FC236}">
                    <a16:creationId xmlns:a16="http://schemas.microsoft.com/office/drawing/2014/main" id="{D467ED28-E866-21CF-387F-A98844BA7CEC}"/>
                  </a:ext>
                </a:extLst>
              </p:cNvPr>
              <p:cNvSpPr/>
              <p:nvPr/>
            </p:nvSpPr>
            <p:spPr>
              <a:xfrm>
                <a:off x="7954251" y="6014961"/>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7" name="Freeform: Shape 3576">
                <a:extLst>
                  <a:ext uri="{FF2B5EF4-FFF2-40B4-BE49-F238E27FC236}">
                    <a16:creationId xmlns:a16="http://schemas.microsoft.com/office/drawing/2014/main" id="{305978F9-9A32-FDC6-5D5C-15F6289CDD28}"/>
                  </a:ext>
                </a:extLst>
              </p:cNvPr>
              <p:cNvSpPr/>
              <p:nvPr/>
            </p:nvSpPr>
            <p:spPr>
              <a:xfrm>
                <a:off x="8265985" y="6017094"/>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8" name="Freeform: Shape 3577">
                <a:extLst>
                  <a:ext uri="{FF2B5EF4-FFF2-40B4-BE49-F238E27FC236}">
                    <a16:creationId xmlns:a16="http://schemas.microsoft.com/office/drawing/2014/main" id="{D30637E2-8C41-AF0D-947F-971CF2F16910}"/>
                  </a:ext>
                </a:extLst>
              </p:cNvPr>
              <p:cNvSpPr/>
              <p:nvPr/>
            </p:nvSpPr>
            <p:spPr>
              <a:xfrm>
                <a:off x="8577719" y="6019228"/>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79" name="Freeform: Shape 3578">
                <a:extLst>
                  <a:ext uri="{FF2B5EF4-FFF2-40B4-BE49-F238E27FC236}">
                    <a16:creationId xmlns:a16="http://schemas.microsoft.com/office/drawing/2014/main" id="{EAF0DE60-BDD0-6293-41D1-3E637D64EFBF}"/>
                  </a:ext>
                </a:extLst>
              </p:cNvPr>
              <p:cNvSpPr/>
              <p:nvPr/>
            </p:nvSpPr>
            <p:spPr>
              <a:xfrm>
                <a:off x="8889453" y="6021324"/>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0" name="Freeform: Shape 3579">
                <a:extLst>
                  <a:ext uri="{FF2B5EF4-FFF2-40B4-BE49-F238E27FC236}">
                    <a16:creationId xmlns:a16="http://schemas.microsoft.com/office/drawing/2014/main" id="{EBAD518B-F7F3-4B6D-85C7-51F1CAA20909}"/>
                  </a:ext>
                </a:extLst>
              </p:cNvPr>
              <p:cNvSpPr/>
              <p:nvPr/>
            </p:nvSpPr>
            <p:spPr>
              <a:xfrm>
                <a:off x="9201150" y="6023457"/>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1" name="Freeform: Shape 3580">
                <a:extLst>
                  <a:ext uri="{FF2B5EF4-FFF2-40B4-BE49-F238E27FC236}">
                    <a16:creationId xmlns:a16="http://schemas.microsoft.com/office/drawing/2014/main" id="{D000B3AF-FF0D-106F-652A-C39BE83B1564}"/>
                  </a:ext>
                </a:extLst>
              </p:cNvPr>
              <p:cNvSpPr/>
              <p:nvPr/>
            </p:nvSpPr>
            <p:spPr>
              <a:xfrm>
                <a:off x="9512884" y="6025553"/>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2" name="Freeform: Shape 3581">
                <a:extLst>
                  <a:ext uri="{FF2B5EF4-FFF2-40B4-BE49-F238E27FC236}">
                    <a16:creationId xmlns:a16="http://schemas.microsoft.com/office/drawing/2014/main" id="{9A98E881-99B8-0FB0-1BCF-CE4E6ADC75AC}"/>
                  </a:ext>
                </a:extLst>
              </p:cNvPr>
              <p:cNvSpPr/>
              <p:nvPr/>
            </p:nvSpPr>
            <p:spPr>
              <a:xfrm>
                <a:off x="9824618" y="6027686"/>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3" name="Freeform: Shape 3582">
                <a:extLst>
                  <a:ext uri="{FF2B5EF4-FFF2-40B4-BE49-F238E27FC236}">
                    <a16:creationId xmlns:a16="http://schemas.microsoft.com/office/drawing/2014/main" id="{D72F5CF8-AC4A-6182-E249-00D194CDDBF5}"/>
                  </a:ext>
                </a:extLst>
              </p:cNvPr>
              <p:cNvSpPr/>
              <p:nvPr/>
            </p:nvSpPr>
            <p:spPr>
              <a:xfrm>
                <a:off x="10136352" y="6029820"/>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4" name="Freeform: Shape 3583">
                <a:extLst>
                  <a:ext uri="{FF2B5EF4-FFF2-40B4-BE49-F238E27FC236}">
                    <a16:creationId xmlns:a16="http://schemas.microsoft.com/office/drawing/2014/main" id="{C6018B55-27D1-7103-B530-E954C88A38D2}"/>
                  </a:ext>
                </a:extLst>
              </p:cNvPr>
              <p:cNvSpPr/>
              <p:nvPr/>
            </p:nvSpPr>
            <p:spPr>
              <a:xfrm>
                <a:off x="10448086" y="6031915"/>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5" name="Freeform: Shape 3584">
                <a:extLst>
                  <a:ext uri="{FF2B5EF4-FFF2-40B4-BE49-F238E27FC236}">
                    <a16:creationId xmlns:a16="http://schemas.microsoft.com/office/drawing/2014/main" id="{DBBA9732-07CA-E4AA-D582-A27611C6AF63}"/>
                  </a:ext>
                </a:extLst>
              </p:cNvPr>
              <p:cNvSpPr/>
              <p:nvPr/>
            </p:nvSpPr>
            <p:spPr>
              <a:xfrm>
                <a:off x="10759782" y="6034049"/>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6" name="Freeform: Shape 3585">
                <a:extLst>
                  <a:ext uri="{FF2B5EF4-FFF2-40B4-BE49-F238E27FC236}">
                    <a16:creationId xmlns:a16="http://schemas.microsoft.com/office/drawing/2014/main" id="{01C4631D-8F73-6FE9-D955-A34D6586DB64}"/>
                  </a:ext>
                </a:extLst>
              </p:cNvPr>
              <p:cNvSpPr/>
              <p:nvPr/>
            </p:nvSpPr>
            <p:spPr>
              <a:xfrm>
                <a:off x="11071517" y="6036183"/>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7" name="Freeform: Shape 3586">
                <a:extLst>
                  <a:ext uri="{FF2B5EF4-FFF2-40B4-BE49-F238E27FC236}">
                    <a16:creationId xmlns:a16="http://schemas.microsoft.com/office/drawing/2014/main" id="{54094159-3C1C-94B7-8B83-E03FAFCAA592}"/>
                  </a:ext>
                </a:extLst>
              </p:cNvPr>
              <p:cNvSpPr/>
              <p:nvPr/>
            </p:nvSpPr>
            <p:spPr>
              <a:xfrm>
                <a:off x="1096289" y="6276517"/>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8" name="Freeform: Shape 3587">
                <a:extLst>
                  <a:ext uri="{FF2B5EF4-FFF2-40B4-BE49-F238E27FC236}">
                    <a16:creationId xmlns:a16="http://schemas.microsoft.com/office/drawing/2014/main" id="{08A3A6A4-CA0D-234A-42C6-B814790535F9}"/>
                  </a:ext>
                </a:extLst>
              </p:cNvPr>
              <p:cNvSpPr/>
              <p:nvPr/>
            </p:nvSpPr>
            <p:spPr>
              <a:xfrm>
                <a:off x="1408023" y="6278613"/>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89" name="Freeform: Shape 3588">
                <a:extLst>
                  <a:ext uri="{FF2B5EF4-FFF2-40B4-BE49-F238E27FC236}">
                    <a16:creationId xmlns:a16="http://schemas.microsoft.com/office/drawing/2014/main" id="{F70150F0-3913-24B3-1AC1-469D4BAFDEE6}"/>
                  </a:ext>
                </a:extLst>
              </p:cNvPr>
              <p:cNvSpPr/>
              <p:nvPr/>
            </p:nvSpPr>
            <p:spPr>
              <a:xfrm>
                <a:off x="1719719" y="6280746"/>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0" name="Freeform: Shape 3589">
                <a:extLst>
                  <a:ext uri="{FF2B5EF4-FFF2-40B4-BE49-F238E27FC236}">
                    <a16:creationId xmlns:a16="http://schemas.microsoft.com/office/drawing/2014/main" id="{0AD59C08-10BB-055E-00CB-3BDEB04E2EBA}"/>
                  </a:ext>
                </a:extLst>
              </p:cNvPr>
              <p:cNvSpPr/>
              <p:nvPr/>
            </p:nvSpPr>
            <p:spPr>
              <a:xfrm>
                <a:off x="2031453" y="6282880"/>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1" name="Freeform: Shape 3590">
                <a:extLst>
                  <a:ext uri="{FF2B5EF4-FFF2-40B4-BE49-F238E27FC236}">
                    <a16:creationId xmlns:a16="http://schemas.microsoft.com/office/drawing/2014/main" id="{C80A2AE4-78C9-FE18-2827-8D350570B108}"/>
                  </a:ext>
                </a:extLst>
              </p:cNvPr>
              <p:cNvSpPr/>
              <p:nvPr/>
            </p:nvSpPr>
            <p:spPr>
              <a:xfrm>
                <a:off x="2343188" y="6284976"/>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2" name="Freeform: Shape 3591">
                <a:extLst>
                  <a:ext uri="{FF2B5EF4-FFF2-40B4-BE49-F238E27FC236}">
                    <a16:creationId xmlns:a16="http://schemas.microsoft.com/office/drawing/2014/main" id="{36DFBD2F-6D59-896D-5A82-829DBFD2FBA8}"/>
                  </a:ext>
                </a:extLst>
              </p:cNvPr>
              <p:cNvSpPr/>
              <p:nvPr/>
            </p:nvSpPr>
            <p:spPr>
              <a:xfrm>
                <a:off x="2654922" y="6287109"/>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3" name="Freeform: Shape 3592">
                <a:extLst>
                  <a:ext uri="{FF2B5EF4-FFF2-40B4-BE49-F238E27FC236}">
                    <a16:creationId xmlns:a16="http://schemas.microsoft.com/office/drawing/2014/main" id="{3738E916-A972-71A1-3D96-22AC2CEACEC4}"/>
                  </a:ext>
                </a:extLst>
              </p:cNvPr>
              <p:cNvSpPr/>
              <p:nvPr/>
            </p:nvSpPr>
            <p:spPr>
              <a:xfrm>
                <a:off x="2966656" y="6289243"/>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4" name="Freeform: Shape 3593">
                <a:extLst>
                  <a:ext uri="{FF2B5EF4-FFF2-40B4-BE49-F238E27FC236}">
                    <a16:creationId xmlns:a16="http://schemas.microsoft.com/office/drawing/2014/main" id="{7E67C994-C967-2F7E-59C8-0FFD2636CE68}"/>
                  </a:ext>
                </a:extLst>
              </p:cNvPr>
              <p:cNvSpPr/>
              <p:nvPr/>
            </p:nvSpPr>
            <p:spPr>
              <a:xfrm>
                <a:off x="3278352" y="6291338"/>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5" name="Freeform: Shape 3594">
                <a:extLst>
                  <a:ext uri="{FF2B5EF4-FFF2-40B4-BE49-F238E27FC236}">
                    <a16:creationId xmlns:a16="http://schemas.microsoft.com/office/drawing/2014/main" id="{AD0F46F3-11D6-A40C-0907-6CE0FA613EE0}"/>
                  </a:ext>
                </a:extLst>
              </p:cNvPr>
              <p:cNvSpPr/>
              <p:nvPr/>
            </p:nvSpPr>
            <p:spPr>
              <a:xfrm>
                <a:off x="3590086" y="6293472"/>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6" name="Freeform: Shape 3595">
                <a:extLst>
                  <a:ext uri="{FF2B5EF4-FFF2-40B4-BE49-F238E27FC236}">
                    <a16:creationId xmlns:a16="http://schemas.microsoft.com/office/drawing/2014/main" id="{4072C5A5-46A6-F8C1-08CB-FF0E11F99673}"/>
                  </a:ext>
                </a:extLst>
              </p:cNvPr>
              <p:cNvSpPr/>
              <p:nvPr/>
            </p:nvSpPr>
            <p:spPr>
              <a:xfrm>
                <a:off x="3901821" y="6295567"/>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7" name="Freeform: Shape 3596">
                <a:extLst>
                  <a:ext uri="{FF2B5EF4-FFF2-40B4-BE49-F238E27FC236}">
                    <a16:creationId xmlns:a16="http://schemas.microsoft.com/office/drawing/2014/main" id="{5B60FEDE-C17C-6802-50B2-3F4126807496}"/>
                  </a:ext>
                </a:extLst>
              </p:cNvPr>
              <p:cNvSpPr/>
              <p:nvPr/>
            </p:nvSpPr>
            <p:spPr>
              <a:xfrm>
                <a:off x="4213555" y="6297701"/>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8" name="Freeform: Shape 3597">
                <a:extLst>
                  <a:ext uri="{FF2B5EF4-FFF2-40B4-BE49-F238E27FC236}">
                    <a16:creationId xmlns:a16="http://schemas.microsoft.com/office/drawing/2014/main" id="{AC0C6F79-0353-AB00-AF04-80FD30BD0F5E}"/>
                  </a:ext>
                </a:extLst>
              </p:cNvPr>
              <p:cNvSpPr/>
              <p:nvPr/>
            </p:nvSpPr>
            <p:spPr>
              <a:xfrm>
                <a:off x="4525289" y="6299835"/>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99" name="Freeform: Shape 3598">
                <a:extLst>
                  <a:ext uri="{FF2B5EF4-FFF2-40B4-BE49-F238E27FC236}">
                    <a16:creationId xmlns:a16="http://schemas.microsoft.com/office/drawing/2014/main" id="{476EF5A8-10FF-44DC-2CBA-317A4C7BBBEC}"/>
                  </a:ext>
                </a:extLst>
              </p:cNvPr>
              <p:cNvSpPr/>
              <p:nvPr/>
            </p:nvSpPr>
            <p:spPr>
              <a:xfrm>
                <a:off x="4836985" y="6301930"/>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0" name="Freeform: Shape 3599">
                <a:extLst>
                  <a:ext uri="{FF2B5EF4-FFF2-40B4-BE49-F238E27FC236}">
                    <a16:creationId xmlns:a16="http://schemas.microsoft.com/office/drawing/2014/main" id="{0B953561-737F-DF01-35C4-DB544DBD87C8}"/>
                  </a:ext>
                </a:extLst>
              </p:cNvPr>
              <p:cNvSpPr/>
              <p:nvPr/>
            </p:nvSpPr>
            <p:spPr>
              <a:xfrm>
                <a:off x="5148719" y="6304064"/>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1" name="Freeform: Shape 3600">
                <a:extLst>
                  <a:ext uri="{FF2B5EF4-FFF2-40B4-BE49-F238E27FC236}">
                    <a16:creationId xmlns:a16="http://schemas.microsoft.com/office/drawing/2014/main" id="{71F6AE61-57FD-3AEA-C15C-D15E792C7F48}"/>
                  </a:ext>
                </a:extLst>
              </p:cNvPr>
              <p:cNvSpPr/>
              <p:nvPr/>
            </p:nvSpPr>
            <p:spPr>
              <a:xfrm>
                <a:off x="5460453" y="6306159"/>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2" name="Freeform: Shape 3601">
                <a:extLst>
                  <a:ext uri="{FF2B5EF4-FFF2-40B4-BE49-F238E27FC236}">
                    <a16:creationId xmlns:a16="http://schemas.microsoft.com/office/drawing/2014/main" id="{EC6BAD62-7D8E-C0BB-E858-C906568E6198}"/>
                  </a:ext>
                </a:extLst>
              </p:cNvPr>
              <p:cNvSpPr/>
              <p:nvPr/>
            </p:nvSpPr>
            <p:spPr>
              <a:xfrm>
                <a:off x="5772188" y="6308293"/>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3" name="Freeform: Shape 3602">
                <a:extLst>
                  <a:ext uri="{FF2B5EF4-FFF2-40B4-BE49-F238E27FC236}">
                    <a16:creationId xmlns:a16="http://schemas.microsoft.com/office/drawing/2014/main" id="{6E4418C9-A0D6-AF7B-2C93-0106C47AF95A}"/>
                  </a:ext>
                </a:extLst>
              </p:cNvPr>
              <p:cNvSpPr/>
              <p:nvPr/>
            </p:nvSpPr>
            <p:spPr>
              <a:xfrm>
                <a:off x="6083884" y="6310426"/>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4" name="Freeform: Shape 3603">
                <a:extLst>
                  <a:ext uri="{FF2B5EF4-FFF2-40B4-BE49-F238E27FC236}">
                    <a16:creationId xmlns:a16="http://schemas.microsoft.com/office/drawing/2014/main" id="{9FFE2C23-C694-FDFE-98E8-789CEEA56EBA}"/>
                  </a:ext>
                </a:extLst>
              </p:cNvPr>
              <p:cNvSpPr/>
              <p:nvPr/>
            </p:nvSpPr>
            <p:spPr>
              <a:xfrm>
                <a:off x="6395618" y="6312522"/>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5" name="Freeform: Shape 3604">
                <a:extLst>
                  <a:ext uri="{FF2B5EF4-FFF2-40B4-BE49-F238E27FC236}">
                    <a16:creationId xmlns:a16="http://schemas.microsoft.com/office/drawing/2014/main" id="{D44259F2-E2D4-4695-BB2A-02DC0FCCFE8C}"/>
                  </a:ext>
                </a:extLst>
              </p:cNvPr>
              <p:cNvSpPr/>
              <p:nvPr/>
            </p:nvSpPr>
            <p:spPr>
              <a:xfrm>
                <a:off x="6707352" y="6314655"/>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6" name="Freeform: Shape 3605">
                <a:extLst>
                  <a:ext uri="{FF2B5EF4-FFF2-40B4-BE49-F238E27FC236}">
                    <a16:creationId xmlns:a16="http://schemas.microsoft.com/office/drawing/2014/main" id="{168AE3A0-89D8-F877-92F6-80AB9A6DB365}"/>
                  </a:ext>
                </a:extLst>
              </p:cNvPr>
              <p:cNvSpPr/>
              <p:nvPr/>
            </p:nvSpPr>
            <p:spPr>
              <a:xfrm>
                <a:off x="7019086" y="6316751"/>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7" name="Freeform: Shape 3606">
                <a:extLst>
                  <a:ext uri="{FF2B5EF4-FFF2-40B4-BE49-F238E27FC236}">
                    <a16:creationId xmlns:a16="http://schemas.microsoft.com/office/drawing/2014/main" id="{8364A1F8-3617-63B5-EA5D-4F9188095488}"/>
                  </a:ext>
                </a:extLst>
              </p:cNvPr>
              <p:cNvSpPr/>
              <p:nvPr/>
            </p:nvSpPr>
            <p:spPr>
              <a:xfrm>
                <a:off x="7330821" y="6318885"/>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8" name="Freeform: Shape 3607">
                <a:extLst>
                  <a:ext uri="{FF2B5EF4-FFF2-40B4-BE49-F238E27FC236}">
                    <a16:creationId xmlns:a16="http://schemas.microsoft.com/office/drawing/2014/main" id="{261AD5C8-11DE-BF9F-AC99-EA5EC1ED21B8}"/>
                  </a:ext>
                </a:extLst>
              </p:cNvPr>
              <p:cNvSpPr/>
              <p:nvPr/>
            </p:nvSpPr>
            <p:spPr>
              <a:xfrm>
                <a:off x="7642517" y="6321018"/>
                <a:ext cx="70789" cy="70789"/>
              </a:xfrm>
              <a:custGeom>
                <a:avLst/>
                <a:gdLst>
                  <a:gd name="connsiteX0" fmla="*/ 0 w 70789"/>
                  <a:gd name="connsiteY0" fmla="*/ 0 h 70789"/>
                  <a:gd name="connsiteX1" fmla="*/ 70790 w 70789"/>
                  <a:gd name="connsiteY1" fmla="*/ 0 h 70789"/>
                  <a:gd name="connsiteX2" fmla="*/ 70790 w 70789"/>
                  <a:gd name="connsiteY2" fmla="*/ 70790 h 70789"/>
                  <a:gd name="connsiteX3" fmla="*/ 0 w 70789"/>
                  <a:gd name="connsiteY3" fmla="*/ 70790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90"/>
                    </a:lnTo>
                    <a:lnTo>
                      <a:pt x="0" y="7079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09" name="Freeform: Shape 3608">
                <a:extLst>
                  <a:ext uri="{FF2B5EF4-FFF2-40B4-BE49-F238E27FC236}">
                    <a16:creationId xmlns:a16="http://schemas.microsoft.com/office/drawing/2014/main" id="{A5F00BB0-ACAE-7A5D-786A-CEA50317F79B}"/>
                  </a:ext>
                </a:extLst>
              </p:cNvPr>
              <p:cNvSpPr/>
              <p:nvPr/>
            </p:nvSpPr>
            <p:spPr>
              <a:xfrm>
                <a:off x="7954251" y="6323114"/>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0" name="Freeform: Shape 3609">
                <a:extLst>
                  <a:ext uri="{FF2B5EF4-FFF2-40B4-BE49-F238E27FC236}">
                    <a16:creationId xmlns:a16="http://schemas.microsoft.com/office/drawing/2014/main" id="{7ACABFB5-16B4-F240-A962-8BE1C63BEDE2}"/>
                  </a:ext>
                </a:extLst>
              </p:cNvPr>
              <p:cNvSpPr/>
              <p:nvPr/>
            </p:nvSpPr>
            <p:spPr>
              <a:xfrm>
                <a:off x="8265985" y="6325247"/>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1" name="Freeform: Shape 3610">
                <a:extLst>
                  <a:ext uri="{FF2B5EF4-FFF2-40B4-BE49-F238E27FC236}">
                    <a16:creationId xmlns:a16="http://schemas.microsoft.com/office/drawing/2014/main" id="{9E3F55D0-FAD5-4F79-A21B-D21CAE8305F5}"/>
                  </a:ext>
                </a:extLst>
              </p:cNvPr>
              <p:cNvSpPr/>
              <p:nvPr/>
            </p:nvSpPr>
            <p:spPr>
              <a:xfrm>
                <a:off x="8577719" y="6327381"/>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2" name="Freeform: Shape 3611">
                <a:extLst>
                  <a:ext uri="{FF2B5EF4-FFF2-40B4-BE49-F238E27FC236}">
                    <a16:creationId xmlns:a16="http://schemas.microsoft.com/office/drawing/2014/main" id="{46D8B58B-A98D-09FC-A697-5BDDF0AED621}"/>
                  </a:ext>
                </a:extLst>
              </p:cNvPr>
              <p:cNvSpPr/>
              <p:nvPr/>
            </p:nvSpPr>
            <p:spPr>
              <a:xfrm>
                <a:off x="8889453" y="6329476"/>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3" name="Freeform: Shape 3612">
                <a:extLst>
                  <a:ext uri="{FF2B5EF4-FFF2-40B4-BE49-F238E27FC236}">
                    <a16:creationId xmlns:a16="http://schemas.microsoft.com/office/drawing/2014/main" id="{3F27CB6A-29FB-0189-D251-355CDAB074FB}"/>
                  </a:ext>
                </a:extLst>
              </p:cNvPr>
              <p:cNvSpPr/>
              <p:nvPr/>
            </p:nvSpPr>
            <p:spPr>
              <a:xfrm>
                <a:off x="9201150" y="6331610"/>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4" name="Freeform: Shape 3613">
                <a:extLst>
                  <a:ext uri="{FF2B5EF4-FFF2-40B4-BE49-F238E27FC236}">
                    <a16:creationId xmlns:a16="http://schemas.microsoft.com/office/drawing/2014/main" id="{F39EB2B8-07AD-21D8-3336-C84B3B687BE4}"/>
                  </a:ext>
                </a:extLst>
              </p:cNvPr>
              <p:cNvSpPr/>
              <p:nvPr/>
            </p:nvSpPr>
            <p:spPr>
              <a:xfrm>
                <a:off x="9512884" y="6333705"/>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5" name="Freeform: Shape 3614">
                <a:extLst>
                  <a:ext uri="{FF2B5EF4-FFF2-40B4-BE49-F238E27FC236}">
                    <a16:creationId xmlns:a16="http://schemas.microsoft.com/office/drawing/2014/main" id="{06C9E6EE-5C3B-D383-61CF-BC01BBC8F74E}"/>
                  </a:ext>
                </a:extLst>
              </p:cNvPr>
              <p:cNvSpPr/>
              <p:nvPr/>
            </p:nvSpPr>
            <p:spPr>
              <a:xfrm>
                <a:off x="9824618" y="6335839"/>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6" name="Freeform: Shape 3615">
                <a:extLst>
                  <a:ext uri="{FF2B5EF4-FFF2-40B4-BE49-F238E27FC236}">
                    <a16:creationId xmlns:a16="http://schemas.microsoft.com/office/drawing/2014/main" id="{AEA140A3-E34D-6DB5-BB9B-6DA8E8C11EB8}"/>
                  </a:ext>
                </a:extLst>
              </p:cNvPr>
              <p:cNvSpPr/>
              <p:nvPr/>
            </p:nvSpPr>
            <p:spPr>
              <a:xfrm>
                <a:off x="10136352" y="6337973"/>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7" name="Freeform: Shape 3616">
                <a:extLst>
                  <a:ext uri="{FF2B5EF4-FFF2-40B4-BE49-F238E27FC236}">
                    <a16:creationId xmlns:a16="http://schemas.microsoft.com/office/drawing/2014/main" id="{908FB218-211F-E93B-5FC8-8E6ABA83B8DD}"/>
                  </a:ext>
                </a:extLst>
              </p:cNvPr>
              <p:cNvSpPr/>
              <p:nvPr/>
            </p:nvSpPr>
            <p:spPr>
              <a:xfrm>
                <a:off x="10448086" y="6340068"/>
                <a:ext cx="32651" cy="32651"/>
              </a:xfrm>
              <a:custGeom>
                <a:avLst/>
                <a:gdLst>
                  <a:gd name="connsiteX0" fmla="*/ 0 w 32651"/>
                  <a:gd name="connsiteY0" fmla="*/ 0 h 32651"/>
                  <a:gd name="connsiteX1" fmla="*/ 32652 w 32651"/>
                  <a:gd name="connsiteY1" fmla="*/ 0 h 32651"/>
                  <a:gd name="connsiteX2" fmla="*/ 32652 w 32651"/>
                  <a:gd name="connsiteY2" fmla="*/ 32652 h 32651"/>
                  <a:gd name="connsiteX3" fmla="*/ 0 w 32651"/>
                  <a:gd name="connsiteY3" fmla="*/ 32652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2"/>
                    </a:lnTo>
                    <a:lnTo>
                      <a:pt x="0" y="3265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8" name="Freeform: Shape 3617">
                <a:extLst>
                  <a:ext uri="{FF2B5EF4-FFF2-40B4-BE49-F238E27FC236}">
                    <a16:creationId xmlns:a16="http://schemas.microsoft.com/office/drawing/2014/main" id="{6148FFBD-15BB-DA48-DA28-821F6E7D415B}"/>
                  </a:ext>
                </a:extLst>
              </p:cNvPr>
              <p:cNvSpPr/>
              <p:nvPr/>
            </p:nvSpPr>
            <p:spPr>
              <a:xfrm>
                <a:off x="10759782" y="6342202"/>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19" name="Freeform: Shape 3618">
                <a:extLst>
                  <a:ext uri="{FF2B5EF4-FFF2-40B4-BE49-F238E27FC236}">
                    <a16:creationId xmlns:a16="http://schemas.microsoft.com/office/drawing/2014/main" id="{755193C9-D204-A18E-5FD7-BF4B87E92889}"/>
                  </a:ext>
                </a:extLst>
              </p:cNvPr>
              <p:cNvSpPr/>
              <p:nvPr/>
            </p:nvSpPr>
            <p:spPr>
              <a:xfrm>
                <a:off x="11071517" y="6344297"/>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0" name="Freeform: Shape 3619">
                <a:extLst>
                  <a:ext uri="{FF2B5EF4-FFF2-40B4-BE49-F238E27FC236}">
                    <a16:creationId xmlns:a16="http://schemas.microsoft.com/office/drawing/2014/main" id="{5D355C5B-48B6-F1F2-7E66-D2D976B2BA74}"/>
                  </a:ext>
                </a:extLst>
              </p:cNvPr>
              <p:cNvSpPr/>
              <p:nvPr/>
            </p:nvSpPr>
            <p:spPr>
              <a:xfrm>
                <a:off x="1096289" y="6584670"/>
                <a:ext cx="159791" cy="159791"/>
              </a:xfrm>
              <a:custGeom>
                <a:avLst/>
                <a:gdLst>
                  <a:gd name="connsiteX0" fmla="*/ 0 w 159791"/>
                  <a:gd name="connsiteY0" fmla="*/ 0 h 159791"/>
                  <a:gd name="connsiteX1" fmla="*/ 159791 w 159791"/>
                  <a:gd name="connsiteY1" fmla="*/ 0 h 159791"/>
                  <a:gd name="connsiteX2" fmla="*/ 159791 w 159791"/>
                  <a:gd name="connsiteY2" fmla="*/ 159791 h 159791"/>
                  <a:gd name="connsiteX3" fmla="*/ 0 w 159791"/>
                  <a:gd name="connsiteY3" fmla="*/ 159791 h 159791"/>
                </a:gdLst>
                <a:ahLst/>
                <a:cxnLst>
                  <a:cxn ang="0">
                    <a:pos x="connsiteX0" y="connsiteY0"/>
                  </a:cxn>
                  <a:cxn ang="0">
                    <a:pos x="connsiteX1" y="connsiteY1"/>
                  </a:cxn>
                  <a:cxn ang="0">
                    <a:pos x="connsiteX2" y="connsiteY2"/>
                  </a:cxn>
                  <a:cxn ang="0">
                    <a:pos x="connsiteX3" y="connsiteY3"/>
                  </a:cxn>
                </a:cxnLst>
                <a:rect l="l" t="t" r="r" b="b"/>
                <a:pathLst>
                  <a:path w="159791" h="159791">
                    <a:moveTo>
                      <a:pt x="0" y="0"/>
                    </a:moveTo>
                    <a:lnTo>
                      <a:pt x="159791" y="0"/>
                    </a:lnTo>
                    <a:lnTo>
                      <a:pt x="159791" y="159791"/>
                    </a:lnTo>
                    <a:lnTo>
                      <a:pt x="0" y="15979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1" name="Freeform: Shape 3620">
                <a:extLst>
                  <a:ext uri="{FF2B5EF4-FFF2-40B4-BE49-F238E27FC236}">
                    <a16:creationId xmlns:a16="http://schemas.microsoft.com/office/drawing/2014/main" id="{C28CA1EF-F98E-B4B6-521C-D154A0C2A246}"/>
                  </a:ext>
                </a:extLst>
              </p:cNvPr>
              <p:cNvSpPr/>
              <p:nvPr/>
            </p:nvSpPr>
            <p:spPr>
              <a:xfrm>
                <a:off x="1408023" y="6586766"/>
                <a:ext cx="155562" cy="155562"/>
              </a:xfrm>
              <a:custGeom>
                <a:avLst/>
                <a:gdLst>
                  <a:gd name="connsiteX0" fmla="*/ 0 w 155562"/>
                  <a:gd name="connsiteY0" fmla="*/ 0 h 155562"/>
                  <a:gd name="connsiteX1" fmla="*/ 155562 w 155562"/>
                  <a:gd name="connsiteY1" fmla="*/ 0 h 155562"/>
                  <a:gd name="connsiteX2" fmla="*/ 155562 w 155562"/>
                  <a:gd name="connsiteY2" fmla="*/ 155562 h 155562"/>
                  <a:gd name="connsiteX3" fmla="*/ 0 w 155562"/>
                  <a:gd name="connsiteY3" fmla="*/ 155562 h 155562"/>
                </a:gdLst>
                <a:ahLst/>
                <a:cxnLst>
                  <a:cxn ang="0">
                    <a:pos x="connsiteX0" y="connsiteY0"/>
                  </a:cxn>
                  <a:cxn ang="0">
                    <a:pos x="connsiteX1" y="connsiteY1"/>
                  </a:cxn>
                  <a:cxn ang="0">
                    <a:pos x="connsiteX2" y="connsiteY2"/>
                  </a:cxn>
                  <a:cxn ang="0">
                    <a:pos x="connsiteX3" y="connsiteY3"/>
                  </a:cxn>
                </a:cxnLst>
                <a:rect l="l" t="t" r="r" b="b"/>
                <a:pathLst>
                  <a:path w="155562" h="155562">
                    <a:moveTo>
                      <a:pt x="0" y="0"/>
                    </a:moveTo>
                    <a:lnTo>
                      <a:pt x="155562" y="0"/>
                    </a:lnTo>
                    <a:lnTo>
                      <a:pt x="155562" y="155562"/>
                    </a:lnTo>
                    <a:lnTo>
                      <a:pt x="0" y="15556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2" name="Freeform: Shape 3621">
                <a:extLst>
                  <a:ext uri="{FF2B5EF4-FFF2-40B4-BE49-F238E27FC236}">
                    <a16:creationId xmlns:a16="http://schemas.microsoft.com/office/drawing/2014/main" id="{899E13D2-E703-6C85-8C17-BC6FFFAA2057}"/>
                  </a:ext>
                </a:extLst>
              </p:cNvPr>
              <p:cNvSpPr/>
              <p:nvPr/>
            </p:nvSpPr>
            <p:spPr>
              <a:xfrm>
                <a:off x="1719719" y="6588899"/>
                <a:ext cx="151333" cy="151333"/>
              </a:xfrm>
              <a:custGeom>
                <a:avLst/>
                <a:gdLst>
                  <a:gd name="connsiteX0" fmla="*/ 0 w 151333"/>
                  <a:gd name="connsiteY0" fmla="*/ 0 h 151333"/>
                  <a:gd name="connsiteX1" fmla="*/ 151333 w 151333"/>
                  <a:gd name="connsiteY1" fmla="*/ 0 h 151333"/>
                  <a:gd name="connsiteX2" fmla="*/ 151333 w 151333"/>
                  <a:gd name="connsiteY2" fmla="*/ 151333 h 151333"/>
                  <a:gd name="connsiteX3" fmla="*/ 0 w 151333"/>
                  <a:gd name="connsiteY3" fmla="*/ 151333 h 151333"/>
                </a:gdLst>
                <a:ahLst/>
                <a:cxnLst>
                  <a:cxn ang="0">
                    <a:pos x="connsiteX0" y="connsiteY0"/>
                  </a:cxn>
                  <a:cxn ang="0">
                    <a:pos x="connsiteX1" y="connsiteY1"/>
                  </a:cxn>
                  <a:cxn ang="0">
                    <a:pos x="connsiteX2" y="connsiteY2"/>
                  </a:cxn>
                  <a:cxn ang="0">
                    <a:pos x="connsiteX3" y="connsiteY3"/>
                  </a:cxn>
                </a:cxnLst>
                <a:rect l="l" t="t" r="r" b="b"/>
                <a:pathLst>
                  <a:path w="151333" h="151333">
                    <a:moveTo>
                      <a:pt x="0" y="0"/>
                    </a:moveTo>
                    <a:lnTo>
                      <a:pt x="151333" y="0"/>
                    </a:lnTo>
                    <a:lnTo>
                      <a:pt x="151333" y="151333"/>
                    </a:lnTo>
                    <a:lnTo>
                      <a:pt x="0" y="151333"/>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3" name="Freeform: Shape 3622">
                <a:extLst>
                  <a:ext uri="{FF2B5EF4-FFF2-40B4-BE49-F238E27FC236}">
                    <a16:creationId xmlns:a16="http://schemas.microsoft.com/office/drawing/2014/main" id="{1A710862-58D1-A74E-122F-80C82CCBE50F}"/>
                  </a:ext>
                </a:extLst>
              </p:cNvPr>
              <p:cNvSpPr/>
              <p:nvPr/>
            </p:nvSpPr>
            <p:spPr>
              <a:xfrm>
                <a:off x="2031453" y="6591033"/>
                <a:ext cx="147066" cy="147065"/>
              </a:xfrm>
              <a:custGeom>
                <a:avLst/>
                <a:gdLst>
                  <a:gd name="connsiteX0" fmla="*/ 0 w 147066"/>
                  <a:gd name="connsiteY0" fmla="*/ 0 h 147065"/>
                  <a:gd name="connsiteX1" fmla="*/ 147066 w 147066"/>
                  <a:gd name="connsiteY1" fmla="*/ 0 h 147065"/>
                  <a:gd name="connsiteX2" fmla="*/ 147066 w 147066"/>
                  <a:gd name="connsiteY2" fmla="*/ 147066 h 147065"/>
                  <a:gd name="connsiteX3" fmla="*/ 0 w 147066"/>
                  <a:gd name="connsiteY3" fmla="*/ 147066 h 147065"/>
                </a:gdLst>
                <a:ahLst/>
                <a:cxnLst>
                  <a:cxn ang="0">
                    <a:pos x="connsiteX0" y="connsiteY0"/>
                  </a:cxn>
                  <a:cxn ang="0">
                    <a:pos x="connsiteX1" y="connsiteY1"/>
                  </a:cxn>
                  <a:cxn ang="0">
                    <a:pos x="connsiteX2" y="connsiteY2"/>
                  </a:cxn>
                  <a:cxn ang="0">
                    <a:pos x="connsiteX3" y="connsiteY3"/>
                  </a:cxn>
                </a:cxnLst>
                <a:rect l="l" t="t" r="r" b="b"/>
                <a:pathLst>
                  <a:path w="147066" h="147065">
                    <a:moveTo>
                      <a:pt x="0" y="0"/>
                    </a:moveTo>
                    <a:lnTo>
                      <a:pt x="147066" y="0"/>
                    </a:lnTo>
                    <a:lnTo>
                      <a:pt x="147066" y="147066"/>
                    </a:lnTo>
                    <a:lnTo>
                      <a:pt x="0" y="14706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4" name="Freeform: Shape 3623">
                <a:extLst>
                  <a:ext uri="{FF2B5EF4-FFF2-40B4-BE49-F238E27FC236}">
                    <a16:creationId xmlns:a16="http://schemas.microsoft.com/office/drawing/2014/main" id="{6728385C-A9FC-A1B4-E35A-204896DBFEDE}"/>
                  </a:ext>
                </a:extLst>
              </p:cNvPr>
              <p:cNvSpPr/>
              <p:nvPr/>
            </p:nvSpPr>
            <p:spPr>
              <a:xfrm>
                <a:off x="2343188" y="6593128"/>
                <a:ext cx="142836" cy="142836"/>
              </a:xfrm>
              <a:custGeom>
                <a:avLst/>
                <a:gdLst>
                  <a:gd name="connsiteX0" fmla="*/ 0 w 142836"/>
                  <a:gd name="connsiteY0" fmla="*/ 0 h 142836"/>
                  <a:gd name="connsiteX1" fmla="*/ 142837 w 142836"/>
                  <a:gd name="connsiteY1" fmla="*/ 0 h 142836"/>
                  <a:gd name="connsiteX2" fmla="*/ 142837 w 142836"/>
                  <a:gd name="connsiteY2" fmla="*/ 142837 h 142836"/>
                  <a:gd name="connsiteX3" fmla="*/ 0 w 142836"/>
                  <a:gd name="connsiteY3" fmla="*/ 142837 h 142836"/>
                </a:gdLst>
                <a:ahLst/>
                <a:cxnLst>
                  <a:cxn ang="0">
                    <a:pos x="connsiteX0" y="connsiteY0"/>
                  </a:cxn>
                  <a:cxn ang="0">
                    <a:pos x="connsiteX1" y="connsiteY1"/>
                  </a:cxn>
                  <a:cxn ang="0">
                    <a:pos x="connsiteX2" y="connsiteY2"/>
                  </a:cxn>
                  <a:cxn ang="0">
                    <a:pos x="connsiteX3" y="connsiteY3"/>
                  </a:cxn>
                </a:cxnLst>
                <a:rect l="l" t="t" r="r" b="b"/>
                <a:pathLst>
                  <a:path w="142836" h="142836">
                    <a:moveTo>
                      <a:pt x="0" y="0"/>
                    </a:moveTo>
                    <a:lnTo>
                      <a:pt x="142837" y="0"/>
                    </a:lnTo>
                    <a:lnTo>
                      <a:pt x="142837" y="142837"/>
                    </a:lnTo>
                    <a:lnTo>
                      <a:pt x="0" y="14283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5" name="Freeform: Shape 3624">
                <a:extLst>
                  <a:ext uri="{FF2B5EF4-FFF2-40B4-BE49-F238E27FC236}">
                    <a16:creationId xmlns:a16="http://schemas.microsoft.com/office/drawing/2014/main" id="{908703D6-34E6-5464-8456-11762295ABA2}"/>
                  </a:ext>
                </a:extLst>
              </p:cNvPr>
              <p:cNvSpPr/>
              <p:nvPr/>
            </p:nvSpPr>
            <p:spPr>
              <a:xfrm>
                <a:off x="2654922" y="6595262"/>
                <a:ext cx="138607" cy="138607"/>
              </a:xfrm>
              <a:custGeom>
                <a:avLst/>
                <a:gdLst>
                  <a:gd name="connsiteX0" fmla="*/ 0 w 138607"/>
                  <a:gd name="connsiteY0" fmla="*/ 0 h 138607"/>
                  <a:gd name="connsiteX1" fmla="*/ 138608 w 138607"/>
                  <a:gd name="connsiteY1" fmla="*/ 0 h 138607"/>
                  <a:gd name="connsiteX2" fmla="*/ 138608 w 138607"/>
                  <a:gd name="connsiteY2" fmla="*/ 138608 h 138607"/>
                  <a:gd name="connsiteX3" fmla="*/ 0 w 138607"/>
                  <a:gd name="connsiteY3" fmla="*/ 138608 h 138607"/>
                </a:gdLst>
                <a:ahLst/>
                <a:cxnLst>
                  <a:cxn ang="0">
                    <a:pos x="connsiteX0" y="connsiteY0"/>
                  </a:cxn>
                  <a:cxn ang="0">
                    <a:pos x="connsiteX1" y="connsiteY1"/>
                  </a:cxn>
                  <a:cxn ang="0">
                    <a:pos x="connsiteX2" y="connsiteY2"/>
                  </a:cxn>
                  <a:cxn ang="0">
                    <a:pos x="connsiteX3" y="connsiteY3"/>
                  </a:cxn>
                </a:cxnLst>
                <a:rect l="l" t="t" r="r" b="b"/>
                <a:pathLst>
                  <a:path w="138607" h="138607">
                    <a:moveTo>
                      <a:pt x="0" y="0"/>
                    </a:moveTo>
                    <a:lnTo>
                      <a:pt x="138608" y="0"/>
                    </a:lnTo>
                    <a:lnTo>
                      <a:pt x="138608" y="138608"/>
                    </a:lnTo>
                    <a:lnTo>
                      <a:pt x="0" y="13860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6" name="Freeform: Shape 3625">
                <a:extLst>
                  <a:ext uri="{FF2B5EF4-FFF2-40B4-BE49-F238E27FC236}">
                    <a16:creationId xmlns:a16="http://schemas.microsoft.com/office/drawing/2014/main" id="{08AE2C8C-0F51-D2CD-2740-496748B9FC33}"/>
                  </a:ext>
                </a:extLst>
              </p:cNvPr>
              <p:cNvSpPr/>
              <p:nvPr/>
            </p:nvSpPr>
            <p:spPr>
              <a:xfrm>
                <a:off x="2966656" y="6597357"/>
                <a:ext cx="134378" cy="134378"/>
              </a:xfrm>
              <a:custGeom>
                <a:avLst/>
                <a:gdLst>
                  <a:gd name="connsiteX0" fmla="*/ 0 w 134378"/>
                  <a:gd name="connsiteY0" fmla="*/ 0 h 134378"/>
                  <a:gd name="connsiteX1" fmla="*/ 134379 w 134378"/>
                  <a:gd name="connsiteY1" fmla="*/ 0 h 134378"/>
                  <a:gd name="connsiteX2" fmla="*/ 134379 w 134378"/>
                  <a:gd name="connsiteY2" fmla="*/ 134379 h 134378"/>
                  <a:gd name="connsiteX3" fmla="*/ 0 w 134378"/>
                  <a:gd name="connsiteY3" fmla="*/ 134379 h 134378"/>
                </a:gdLst>
                <a:ahLst/>
                <a:cxnLst>
                  <a:cxn ang="0">
                    <a:pos x="connsiteX0" y="connsiteY0"/>
                  </a:cxn>
                  <a:cxn ang="0">
                    <a:pos x="connsiteX1" y="connsiteY1"/>
                  </a:cxn>
                  <a:cxn ang="0">
                    <a:pos x="connsiteX2" y="connsiteY2"/>
                  </a:cxn>
                  <a:cxn ang="0">
                    <a:pos x="connsiteX3" y="connsiteY3"/>
                  </a:cxn>
                </a:cxnLst>
                <a:rect l="l" t="t" r="r" b="b"/>
                <a:pathLst>
                  <a:path w="134378" h="134378">
                    <a:moveTo>
                      <a:pt x="0" y="0"/>
                    </a:moveTo>
                    <a:lnTo>
                      <a:pt x="134379" y="0"/>
                    </a:lnTo>
                    <a:lnTo>
                      <a:pt x="134379" y="134379"/>
                    </a:lnTo>
                    <a:lnTo>
                      <a:pt x="0" y="13437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7" name="Freeform: Shape 3626">
                <a:extLst>
                  <a:ext uri="{FF2B5EF4-FFF2-40B4-BE49-F238E27FC236}">
                    <a16:creationId xmlns:a16="http://schemas.microsoft.com/office/drawing/2014/main" id="{F560A5A6-AA04-DFC9-DE73-2FAE94AA3359}"/>
                  </a:ext>
                </a:extLst>
              </p:cNvPr>
              <p:cNvSpPr/>
              <p:nvPr/>
            </p:nvSpPr>
            <p:spPr>
              <a:xfrm>
                <a:off x="3278352" y="6599491"/>
                <a:ext cx="130149" cy="130149"/>
              </a:xfrm>
              <a:custGeom>
                <a:avLst/>
                <a:gdLst>
                  <a:gd name="connsiteX0" fmla="*/ 0 w 130149"/>
                  <a:gd name="connsiteY0" fmla="*/ 0 h 130149"/>
                  <a:gd name="connsiteX1" fmla="*/ 130150 w 130149"/>
                  <a:gd name="connsiteY1" fmla="*/ 0 h 130149"/>
                  <a:gd name="connsiteX2" fmla="*/ 130150 w 130149"/>
                  <a:gd name="connsiteY2" fmla="*/ 130150 h 130149"/>
                  <a:gd name="connsiteX3" fmla="*/ 0 w 130149"/>
                  <a:gd name="connsiteY3" fmla="*/ 130150 h 130149"/>
                </a:gdLst>
                <a:ahLst/>
                <a:cxnLst>
                  <a:cxn ang="0">
                    <a:pos x="connsiteX0" y="connsiteY0"/>
                  </a:cxn>
                  <a:cxn ang="0">
                    <a:pos x="connsiteX1" y="connsiteY1"/>
                  </a:cxn>
                  <a:cxn ang="0">
                    <a:pos x="connsiteX2" y="connsiteY2"/>
                  </a:cxn>
                  <a:cxn ang="0">
                    <a:pos x="connsiteX3" y="connsiteY3"/>
                  </a:cxn>
                </a:cxnLst>
                <a:rect l="l" t="t" r="r" b="b"/>
                <a:pathLst>
                  <a:path w="130149" h="130149">
                    <a:moveTo>
                      <a:pt x="0" y="0"/>
                    </a:moveTo>
                    <a:lnTo>
                      <a:pt x="130150" y="0"/>
                    </a:lnTo>
                    <a:lnTo>
                      <a:pt x="130150" y="130150"/>
                    </a:lnTo>
                    <a:lnTo>
                      <a:pt x="0" y="13015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8" name="Freeform: Shape 3627">
                <a:extLst>
                  <a:ext uri="{FF2B5EF4-FFF2-40B4-BE49-F238E27FC236}">
                    <a16:creationId xmlns:a16="http://schemas.microsoft.com/office/drawing/2014/main" id="{C7B6C88F-3407-EA13-D161-15203AB24832}"/>
                  </a:ext>
                </a:extLst>
              </p:cNvPr>
              <p:cNvSpPr/>
              <p:nvPr/>
            </p:nvSpPr>
            <p:spPr>
              <a:xfrm>
                <a:off x="3590086" y="6601625"/>
                <a:ext cx="125882" cy="125882"/>
              </a:xfrm>
              <a:custGeom>
                <a:avLst/>
                <a:gdLst>
                  <a:gd name="connsiteX0" fmla="*/ 0 w 125882"/>
                  <a:gd name="connsiteY0" fmla="*/ 0 h 125882"/>
                  <a:gd name="connsiteX1" fmla="*/ 125882 w 125882"/>
                  <a:gd name="connsiteY1" fmla="*/ 0 h 125882"/>
                  <a:gd name="connsiteX2" fmla="*/ 125882 w 125882"/>
                  <a:gd name="connsiteY2" fmla="*/ 125882 h 125882"/>
                  <a:gd name="connsiteX3" fmla="*/ 0 w 125882"/>
                  <a:gd name="connsiteY3" fmla="*/ 125882 h 125882"/>
                </a:gdLst>
                <a:ahLst/>
                <a:cxnLst>
                  <a:cxn ang="0">
                    <a:pos x="connsiteX0" y="connsiteY0"/>
                  </a:cxn>
                  <a:cxn ang="0">
                    <a:pos x="connsiteX1" y="connsiteY1"/>
                  </a:cxn>
                  <a:cxn ang="0">
                    <a:pos x="connsiteX2" y="connsiteY2"/>
                  </a:cxn>
                  <a:cxn ang="0">
                    <a:pos x="connsiteX3" y="connsiteY3"/>
                  </a:cxn>
                </a:cxnLst>
                <a:rect l="l" t="t" r="r" b="b"/>
                <a:pathLst>
                  <a:path w="125882" h="125882">
                    <a:moveTo>
                      <a:pt x="0" y="0"/>
                    </a:moveTo>
                    <a:lnTo>
                      <a:pt x="125882" y="0"/>
                    </a:lnTo>
                    <a:lnTo>
                      <a:pt x="125882" y="125882"/>
                    </a:lnTo>
                    <a:lnTo>
                      <a:pt x="0" y="12588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29" name="Freeform: Shape 3628">
                <a:extLst>
                  <a:ext uri="{FF2B5EF4-FFF2-40B4-BE49-F238E27FC236}">
                    <a16:creationId xmlns:a16="http://schemas.microsoft.com/office/drawing/2014/main" id="{C74A2116-7AA0-6D7F-CA82-DF94056B0362}"/>
                  </a:ext>
                </a:extLst>
              </p:cNvPr>
              <p:cNvSpPr/>
              <p:nvPr/>
            </p:nvSpPr>
            <p:spPr>
              <a:xfrm>
                <a:off x="3901821" y="6603720"/>
                <a:ext cx="121653" cy="121653"/>
              </a:xfrm>
              <a:custGeom>
                <a:avLst/>
                <a:gdLst>
                  <a:gd name="connsiteX0" fmla="*/ 0 w 121653"/>
                  <a:gd name="connsiteY0" fmla="*/ 0 h 121653"/>
                  <a:gd name="connsiteX1" fmla="*/ 121653 w 121653"/>
                  <a:gd name="connsiteY1" fmla="*/ 0 h 121653"/>
                  <a:gd name="connsiteX2" fmla="*/ 121653 w 121653"/>
                  <a:gd name="connsiteY2" fmla="*/ 121654 h 121653"/>
                  <a:gd name="connsiteX3" fmla="*/ 0 w 121653"/>
                  <a:gd name="connsiteY3" fmla="*/ 121654 h 121653"/>
                </a:gdLst>
                <a:ahLst/>
                <a:cxnLst>
                  <a:cxn ang="0">
                    <a:pos x="connsiteX0" y="connsiteY0"/>
                  </a:cxn>
                  <a:cxn ang="0">
                    <a:pos x="connsiteX1" y="connsiteY1"/>
                  </a:cxn>
                  <a:cxn ang="0">
                    <a:pos x="connsiteX2" y="connsiteY2"/>
                  </a:cxn>
                  <a:cxn ang="0">
                    <a:pos x="connsiteX3" y="connsiteY3"/>
                  </a:cxn>
                </a:cxnLst>
                <a:rect l="l" t="t" r="r" b="b"/>
                <a:pathLst>
                  <a:path w="121653" h="121653">
                    <a:moveTo>
                      <a:pt x="0" y="0"/>
                    </a:moveTo>
                    <a:lnTo>
                      <a:pt x="121653" y="0"/>
                    </a:lnTo>
                    <a:lnTo>
                      <a:pt x="121653" y="121654"/>
                    </a:lnTo>
                    <a:lnTo>
                      <a:pt x="0" y="12165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0" name="Freeform: Shape 3629">
                <a:extLst>
                  <a:ext uri="{FF2B5EF4-FFF2-40B4-BE49-F238E27FC236}">
                    <a16:creationId xmlns:a16="http://schemas.microsoft.com/office/drawing/2014/main" id="{2E324963-EBBD-F6E2-EB36-058263784DD2}"/>
                  </a:ext>
                </a:extLst>
              </p:cNvPr>
              <p:cNvSpPr/>
              <p:nvPr/>
            </p:nvSpPr>
            <p:spPr>
              <a:xfrm>
                <a:off x="4213555" y="6605854"/>
                <a:ext cx="117424" cy="117424"/>
              </a:xfrm>
              <a:custGeom>
                <a:avLst/>
                <a:gdLst>
                  <a:gd name="connsiteX0" fmla="*/ 0 w 117424"/>
                  <a:gd name="connsiteY0" fmla="*/ 0 h 117424"/>
                  <a:gd name="connsiteX1" fmla="*/ 117424 w 117424"/>
                  <a:gd name="connsiteY1" fmla="*/ 0 h 117424"/>
                  <a:gd name="connsiteX2" fmla="*/ 117424 w 117424"/>
                  <a:gd name="connsiteY2" fmla="*/ 117424 h 117424"/>
                  <a:gd name="connsiteX3" fmla="*/ 0 w 117424"/>
                  <a:gd name="connsiteY3" fmla="*/ 117424 h 117424"/>
                </a:gdLst>
                <a:ahLst/>
                <a:cxnLst>
                  <a:cxn ang="0">
                    <a:pos x="connsiteX0" y="connsiteY0"/>
                  </a:cxn>
                  <a:cxn ang="0">
                    <a:pos x="connsiteX1" y="connsiteY1"/>
                  </a:cxn>
                  <a:cxn ang="0">
                    <a:pos x="connsiteX2" y="connsiteY2"/>
                  </a:cxn>
                  <a:cxn ang="0">
                    <a:pos x="connsiteX3" y="connsiteY3"/>
                  </a:cxn>
                </a:cxnLst>
                <a:rect l="l" t="t" r="r" b="b"/>
                <a:pathLst>
                  <a:path w="117424" h="117424">
                    <a:moveTo>
                      <a:pt x="0" y="0"/>
                    </a:moveTo>
                    <a:lnTo>
                      <a:pt x="117424" y="0"/>
                    </a:lnTo>
                    <a:lnTo>
                      <a:pt x="117424" y="117424"/>
                    </a:lnTo>
                    <a:lnTo>
                      <a:pt x="0" y="11742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1" name="Freeform: Shape 3630">
                <a:extLst>
                  <a:ext uri="{FF2B5EF4-FFF2-40B4-BE49-F238E27FC236}">
                    <a16:creationId xmlns:a16="http://schemas.microsoft.com/office/drawing/2014/main" id="{7715320E-DBFA-40B1-1C69-657F763C51EF}"/>
                  </a:ext>
                </a:extLst>
              </p:cNvPr>
              <p:cNvSpPr/>
              <p:nvPr/>
            </p:nvSpPr>
            <p:spPr>
              <a:xfrm>
                <a:off x="4525289" y="6607949"/>
                <a:ext cx="113195" cy="113195"/>
              </a:xfrm>
              <a:custGeom>
                <a:avLst/>
                <a:gdLst>
                  <a:gd name="connsiteX0" fmla="*/ 0 w 113195"/>
                  <a:gd name="connsiteY0" fmla="*/ 0 h 113195"/>
                  <a:gd name="connsiteX1" fmla="*/ 113195 w 113195"/>
                  <a:gd name="connsiteY1" fmla="*/ 0 h 113195"/>
                  <a:gd name="connsiteX2" fmla="*/ 113195 w 113195"/>
                  <a:gd name="connsiteY2" fmla="*/ 113195 h 113195"/>
                  <a:gd name="connsiteX3" fmla="*/ 0 w 113195"/>
                  <a:gd name="connsiteY3" fmla="*/ 113195 h 113195"/>
                </a:gdLst>
                <a:ahLst/>
                <a:cxnLst>
                  <a:cxn ang="0">
                    <a:pos x="connsiteX0" y="connsiteY0"/>
                  </a:cxn>
                  <a:cxn ang="0">
                    <a:pos x="connsiteX1" y="connsiteY1"/>
                  </a:cxn>
                  <a:cxn ang="0">
                    <a:pos x="connsiteX2" y="connsiteY2"/>
                  </a:cxn>
                  <a:cxn ang="0">
                    <a:pos x="connsiteX3" y="connsiteY3"/>
                  </a:cxn>
                </a:cxnLst>
                <a:rect l="l" t="t" r="r" b="b"/>
                <a:pathLst>
                  <a:path w="113195" h="113195">
                    <a:moveTo>
                      <a:pt x="0" y="0"/>
                    </a:moveTo>
                    <a:lnTo>
                      <a:pt x="113195" y="0"/>
                    </a:lnTo>
                    <a:lnTo>
                      <a:pt x="113195" y="113195"/>
                    </a:lnTo>
                    <a:lnTo>
                      <a:pt x="0" y="11319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2" name="Freeform: Shape 3631">
                <a:extLst>
                  <a:ext uri="{FF2B5EF4-FFF2-40B4-BE49-F238E27FC236}">
                    <a16:creationId xmlns:a16="http://schemas.microsoft.com/office/drawing/2014/main" id="{817F533E-30D4-2163-85AA-280849AD83C3}"/>
                  </a:ext>
                </a:extLst>
              </p:cNvPr>
              <p:cNvSpPr/>
              <p:nvPr/>
            </p:nvSpPr>
            <p:spPr>
              <a:xfrm>
                <a:off x="4836985" y="6610083"/>
                <a:ext cx="108927" cy="108927"/>
              </a:xfrm>
              <a:custGeom>
                <a:avLst/>
                <a:gdLst>
                  <a:gd name="connsiteX0" fmla="*/ 0 w 108927"/>
                  <a:gd name="connsiteY0" fmla="*/ 0 h 108927"/>
                  <a:gd name="connsiteX1" fmla="*/ 108928 w 108927"/>
                  <a:gd name="connsiteY1" fmla="*/ 0 h 108927"/>
                  <a:gd name="connsiteX2" fmla="*/ 108928 w 108927"/>
                  <a:gd name="connsiteY2" fmla="*/ 108928 h 108927"/>
                  <a:gd name="connsiteX3" fmla="*/ 0 w 108927"/>
                  <a:gd name="connsiteY3" fmla="*/ 108928 h 108927"/>
                </a:gdLst>
                <a:ahLst/>
                <a:cxnLst>
                  <a:cxn ang="0">
                    <a:pos x="connsiteX0" y="connsiteY0"/>
                  </a:cxn>
                  <a:cxn ang="0">
                    <a:pos x="connsiteX1" y="connsiteY1"/>
                  </a:cxn>
                  <a:cxn ang="0">
                    <a:pos x="connsiteX2" y="connsiteY2"/>
                  </a:cxn>
                  <a:cxn ang="0">
                    <a:pos x="connsiteX3" y="connsiteY3"/>
                  </a:cxn>
                </a:cxnLst>
                <a:rect l="l" t="t" r="r" b="b"/>
                <a:pathLst>
                  <a:path w="108927" h="108927">
                    <a:moveTo>
                      <a:pt x="0" y="0"/>
                    </a:moveTo>
                    <a:lnTo>
                      <a:pt x="108928" y="0"/>
                    </a:lnTo>
                    <a:lnTo>
                      <a:pt x="108928" y="108928"/>
                    </a:lnTo>
                    <a:lnTo>
                      <a:pt x="0" y="10892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3" name="Freeform: Shape 3632">
                <a:extLst>
                  <a:ext uri="{FF2B5EF4-FFF2-40B4-BE49-F238E27FC236}">
                    <a16:creationId xmlns:a16="http://schemas.microsoft.com/office/drawing/2014/main" id="{BD358BCF-D9DC-EEE8-35F7-C8FC18B0C540}"/>
                  </a:ext>
                </a:extLst>
              </p:cNvPr>
              <p:cNvSpPr/>
              <p:nvPr/>
            </p:nvSpPr>
            <p:spPr>
              <a:xfrm>
                <a:off x="5148719" y="6612216"/>
                <a:ext cx="104698" cy="104698"/>
              </a:xfrm>
              <a:custGeom>
                <a:avLst/>
                <a:gdLst>
                  <a:gd name="connsiteX0" fmla="*/ 0 w 104698"/>
                  <a:gd name="connsiteY0" fmla="*/ 0 h 104698"/>
                  <a:gd name="connsiteX1" fmla="*/ 104699 w 104698"/>
                  <a:gd name="connsiteY1" fmla="*/ 0 h 104698"/>
                  <a:gd name="connsiteX2" fmla="*/ 104699 w 104698"/>
                  <a:gd name="connsiteY2" fmla="*/ 104699 h 104698"/>
                  <a:gd name="connsiteX3" fmla="*/ 0 w 104698"/>
                  <a:gd name="connsiteY3" fmla="*/ 104699 h 104698"/>
                </a:gdLst>
                <a:ahLst/>
                <a:cxnLst>
                  <a:cxn ang="0">
                    <a:pos x="connsiteX0" y="connsiteY0"/>
                  </a:cxn>
                  <a:cxn ang="0">
                    <a:pos x="connsiteX1" y="connsiteY1"/>
                  </a:cxn>
                  <a:cxn ang="0">
                    <a:pos x="connsiteX2" y="connsiteY2"/>
                  </a:cxn>
                  <a:cxn ang="0">
                    <a:pos x="connsiteX3" y="connsiteY3"/>
                  </a:cxn>
                </a:cxnLst>
                <a:rect l="l" t="t" r="r" b="b"/>
                <a:pathLst>
                  <a:path w="104698" h="104698">
                    <a:moveTo>
                      <a:pt x="0" y="0"/>
                    </a:moveTo>
                    <a:lnTo>
                      <a:pt x="104699" y="0"/>
                    </a:lnTo>
                    <a:lnTo>
                      <a:pt x="104699" y="104699"/>
                    </a:lnTo>
                    <a:lnTo>
                      <a:pt x="0" y="10469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4" name="Freeform: Shape 3633">
                <a:extLst>
                  <a:ext uri="{FF2B5EF4-FFF2-40B4-BE49-F238E27FC236}">
                    <a16:creationId xmlns:a16="http://schemas.microsoft.com/office/drawing/2014/main" id="{0039019F-4849-41DC-D2C3-813A434989DF}"/>
                  </a:ext>
                </a:extLst>
              </p:cNvPr>
              <p:cNvSpPr/>
              <p:nvPr/>
            </p:nvSpPr>
            <p:spPr>
              <a:xfrm>
                <a:off x="5460453" y="6614312"/>
                <a:ext cx="100469" cy="100469"/>
              </a:xfrm>
              <a:custGeom>
                <a:avLst/>
                <a:gdLst>
                  <a:gd name="connsiteX0" fmla="*/ 0 w 100469"/>
                  <a:gd name="connsiteY0" fmla="*/ 0 h 100469"/>
                  <a:gd name="connsiteX1" fmla="*/ 100469 w 100469"/>
                  <a:gd name="connsiteY1" fmla="*/ 0 h 100469"/>
                  <a:gd name="connsiteX2" fmla="*/ 100469 w 100469"/>
                  <a:gd name="connsiteY2" fmla="*/ 100470 h 100469"/>
                  <a:gd name="connsiteX3" fmla="*/ 0 w 100469"/>
                  <a:gd name="connsiteY3" fmla="*/ 100470 h 100469"/>
                </a:gdLst>
                <a:ahLst/>
                <a:cxnLst>
                  <a:cxn ang="0">
                    <a:pos x="connsiteX0" y="connsiteY0"/>
                  </a:cxn>
                  <a:cxn ang="0">
                    <a:pos x="connsiteX1" y="connsiteY1"/>
                  </a:cxn>
                  <a:cxn ang="0">
                    <a:pos x="connsiteX2" y="connsiteY2"/>
                  </a:cxn>
                  <a:cxn ang="0">
                    <a:pos x="connsiteX3" y="connsiteY3"/>
                  </a:cxn>
                </a:cxnLst>
                <a:rect l="l" t="t" r="r" b="b"/>
                <a:pathLst>
                  <a:path w="100469" h="100469">
                    <a:moveTo>
                      <a:pt x="0" y="0"/>
                    </a:moveTo>
                    <a:lnTo>
                      <a:pt x="100469" y="0"/>
                    </a:lnTo>
                    <a:lnTo>
                      <a:pt x="100469" y="100470"/>
                    </a:lnTo>
                    <a:lnTo>
                      <a:pt x="0" y="100470"/>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5" name="Freeform: Shape 3634">
                <a:extLst>
                  <a:ext uri="{FF2B5EF4-FFF2-40B4-BE49-F238E27FC236}">
                    <a16:creationId xmlns:a16="http://schemas.microsoft.com/office/drawing/2014/main" id="{9C75E4B9-81BA-8798-2B08-D57776277056}"/>
                  </a:ext>
                </a:extLst>
              </p:cNvPr>
              <p:cNvSpPr/>
              <p:nvPr/>
            </p:nvSpPr>
            <p:spPr>
              <a:xfrm>
                <a:off x="5772188" y="6616446"/>
                <a:ext cx="96240" cy="96240"/>
              </a:xfrm>
              <a:custGeom>
                <a:avLst/>
                <a:gdLst>
                  <a:gd name="connsiteX0" fmla="*/ 0 w 96240"/>
                  <a:gd name="connsiteY0" fmla="*/ 0 h 96240"/>
                  <a:gd name="connsiteX1" fmla="*/ 96241 w 96240"/>
                  <a:gd name="connsiteY1" fmla="*/ 0 h 96240"/>
                  <a:gd name="connsiteX2" fmla="*/ 96241 w 96240"/>
                  <a:gd name="connsiteY2" fmla="*/ 96241 h 96240"/>
                  <a:gd name="connsiteX3" fmla="*/ 0 w 96240"/>
                  <a:gd name="connsiteY3" fmla="*/ 96241 h 96240"/>
                </a:gdLst>
                <a:ahLst/>
                <a:cxnLst>
                  <a:cxn ang="0">
                    <a:pos x="connsiteX0" y="connsiteY0"/>
                  </a:cxn>
                  <a:cxn ang="0">
                    <a:pos x="connsiteX1" y="connsiteY1"/>
                  </a:cxn>
                  <a:cxn ang="0">
                    <a:pos x="connsiteX2" y="connsiteY2"/>
                  </a:cxn>
                  <a:cxn ang="0">
                    <a:pos x="connsiteX3" y="connsiteY3"/>
                  </a:cxn>
                </a:cxnLst>
                <a:rect l="l" t="t" r="r" b="b"/>
                <a:pathLst>
                  <a:path w="96240" h="96240">
                    <a:moveTo>
                      <a:pt x="0" y="0"/>
                    </a:moveTo>
                    <a:lnTo>
                      <a:pt x="96241" y="0"/>
                    </a:lnTo>
                    <a:lnTo>
                      <a:pt x="96241" y="96241"/>
                    </a:lnTo>
                    <a:lnTo>
                      <a:pt x="0" y="9624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6" name="Freeform: Shape 3635">
                <a:extLst>
                  <a:ext uri="{FF2B5EF4-FFF2-40B4-BE49-F238E27FC236}">
                    <a16:creationId xmlns:a16="http://schemas.microsoft.com/office/drawing/2014/main" id="{5BB9EF1A-CF0F-5EAE-C24D-4B53FBAF0CC2}"/>
                  </a:ext>
                </a:extLst>
              </p:cNvPr>
              <p:cNvSpPr/>
              <p:nvPr/>
            </p:nvSpPr>
            <p:spPr>
              <a:xfrm>
                <a:off x="6083884" y="6618579"/>
                <a:ext cx="92011" cy="92011"/>
              </a:xfrm>
              <a:custGeom>
                <a:avLst/>
                <a:gdLst>
                  <a:gd name="connsiteX0" fmla="*/ 0 w 92011"/>
                  <a:gd name="connsiteY0" fmla="*/ 0 h 92011"/>
                  <a:gd name="connsiteX1" fmla="*/ 92011 w 92011"/>
                  <a:gd name="connsiteY1" fmla="*/ 0 h 92011"/>
                  <a:gd name="connsiteX2" fmla="*/ 92011 w 92011"/>
                  <a:gd name="connsiteY2" fmla="*/ 92012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0" y="0"/>
                    </a:moveTo>
                    <a:lnTo>
                      <a:pt x="92011" y="0"/>
                    </a:lnTo>
                    <a:lnTo>
                      <a:pt x="92011" y="92012"/>
                    </a:lnTo>
                    <a:lnTo>
                      <a:pt x="0" y="9201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7" name="Freeform: Shape 3636">
                <a:extLst>
                  <a:ext uri="{FF2B5EF4-FFF2-40B4-BE49-F238E27FC236}">
                    <a16:creationId xmlns:a16="http://schemas.microsoft.com/office/drawing/2014/main" id="{16F0F31A-8E73-FF1E-77B8-ED63E44654E3}"/>
                  </a:ext>
                </a:extLst>
              </p:cNvPr>
              <p:cNvSpPr/>
              <p:nvPr/>
            </p:nvSpPr>
            <p:spPr>
              <a:xfrm>
                <a:off x="6395618" y="6620675"/>
                <a:ext cx="87744" cy="87744"/>
              </a:xfrm>
              <a:custGeom>
                <a:avLst/>
                <a:gdLst>
                  <a:gd name="connsiteX0" fmla="*/ 0 w 87744"/>
                  <a:gd name="connsiteY0" fmla="*/ 0 h 87744"/>
                  <a:gd name="connsiteX1" fmla="*/ 87744 w 87744"/>
                  <a:gd name="connsiteY1" fmla="*/ 0 h 87744"/>
                  <a:gd name="connsiteX2" fmla="*/ 87744 w 87744"/>
                  <a:gd name="connsiteY2" fmla="*/ 87744 h 87744"/>
                  <a:gd name="connsiteX3" fmla="*/ 0 w 87744"/>
                  <a:gd name="connsiteY3" fmla="*/ 87744 h 87744"/>
                </a:gdLst>
                <a:ahLst/>
                <a:cxnLst>
                  <a:cxn ang="0">
                    <a:pos x="connsiteX0" y="connsiteY0"/>
                  </a:cxn>
                  <a:cxn ang="0">
                    <a:pos x="connsiteX1" y="connsiteY1"/>
                  </a:cxn>
                  <a:cxn ang="0">
                    <a:pos x="connsiteX2" y="connsiteY2"/>
                  </a:cxn>
                  <a:cxn ang="0">
                    <a:pos x="connsiteX3" y="connsiteY3"/>
                  </a:cxn>
                </a:cxnLst>
                <a:rect l="l" t="t" r="r" b="b"/>
                <a:pathLst>
                  <a:path w="87744" h="87744">
                    <a:moveTo>
                      <a:pt x="0" y="0"/>
                    </a:moveTo>
                    <a:lnTo>
                      <a:pt x="87744" y="0"/>
                    </a:lnTo>
                    <a:lnTo>
                      <a:pt x="87744" y="87744"/>
                    </a:lnTo>
                    <a:lnTo>
                      <a:pt x="0" y="8774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8" name="Freeform: Shape 3637">
                <a:extLst>
                  <a:ext uri="{FF2B5EF4-FFF2-40B4-BE49-F238E27FC236}">
                    <a16:creationId xmlns:a16="http://schemas.microsoft.com/office/drawing/2014/main" id="{0F4D381C-58A7-DE8C-91DF-4ED7D0E8D545}"/>
                  </a:ext>
                </a:extLst>
              </p:cNvPr>
              <p:cNvSpPr/>
              <p:nvPr/>
            </p:nvSpPr>
            <p:spPr>
              <a:xfrm>
                <a:off x="6707352" y="6622808"/>
                <a:ext cx="83515" cy="83515"/>
              </a:xfrm>
              <a:custGeom>
                <a:avLst/>
                <a:gdLst>
                  <a:gd name="connsiteX0" fmla="*/ 0 w 83515"/>
                  <a:gd name="connsiteY0" fmla="*/ 0 h 83515"/>
                  <a:gd name="connsiteX1" fmla="*/ 83515 w 83515"/>
                  <a:gd name="connsiteY1" fmla="*/ 0 h 83515"/>
                  <a:gd name="connsiteX2" fmla="*/ 83515 w 83515"/>
                  <a:gd name="connsiteY2" fmla="*/ 83515 h 83515"/>
                  <a:gd name="connsiteX3" fmla="*/ 0 w 83515"/>
                  <a:gd name="connsiteY3" fmla="*/ 83515 h 83515"/>
                </a:gdLst>
                <a:ahLst/>
                <a:cxnLst>
                  <a:cxn ang="0">
                    <a:pos x="connsiteX0" y="connsiteY0"/>
                  </a:cxn>
                  <a:cxn ang="0">
                    <a:pos x="connsiteX1" y="connsiteY1"/>
                  </a:cxn>
                  <a:cxn ang="0">
                    <a:pos x="connsiteX2" y="connsiteY2"/>
                  </a:cxn>
                  <a:cxn ang="0">
                    <a:pos x="connsiteX3" y="connsiteY3"/>
                  </a:cxn>
                </a:cxnLst>
                <a:rect l="l" t="t" r="r" b="b"/>
                <a:pathLst>
                  <a:path w="83515" h="83515">
                    <a:moveTo>
                      <a:pt x="0" y="0"/>
                    </a:moveTo>
                    <a:lnTo>
                      <a:pt x="83515" y="0"/>
                    </a:lnTo>
                    <a:lnTo>
                      <a:pt x="83515" y="83515"/>
                    </a:lnTo>
                    <a:lnTo>
                      <a:pt x="0" y="83515"/>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39" name="Freeform: Shape 3638">
                <a:extLst>
                  <a:ext uri="{FF2B5EF4-FFF2-40B4-BE49-F238E27FC236}">
                    <a16:creationId xmlns:a16="http://schemas.microsoft.com/office/drawing/2014/main" id="{704F15E0-24BD-7903-768D-DA3A368257E1}"/>
                  </a:ext>
                </a:extLst>
              </p:cNvPr>
              <p:cNvSpPr/>
              <p:nvPr/>
            </p:nvSpPr>
            <p:spPr>
              <a:xfrm>
                <a:off x="7019086" y="6624904"/>
                <a:ext cx="79286" cy="79286"/>
              </a:xfrm>
              <a:custGeom>
                <a:avLst/>
                <a:gdLst>
                  <a:gd name="connsiteX0" fmla="*/ 0 w 79286"/>
                  <a:gd name="connsiteY0" fmla="*/ 0 h 79286"/>
                  <a:gd name="connsiteX1" fmla="*/ 79286 w 79286"/>
                  <a:gd name="connsiteY1" fmla="*/ 0 h 79286"/>
                  <a:gd name="connsiteX2" fmla="*/ 79286 w 79286"/>
                  <a:gd name="connsiteY2" fmla="*/ 79286 h 79286"/>
                  <a:gd name="connsiteX3" fmla="*/ 0 w 79286"/>
                  <a:gd name="connsiteY3" fmla="*/ 79286 h 79286"/>
                </a:gdLst>
                <a:ahLst/>
                <a:cxnLst>
                  <a:cxn ang="0">
                    <a:pos x="connsiteX0" y="connsiteY0"/>
                  </a:cxn>
                  <a:cxn ang="0">
                    <a:pos x="connsiteX1" y="connsiteY1"/>
                  </a:cxn>
                  <a:cxn ang="0">
                    <a:pos x="connsiteX2" y="connsiteY2"/>
                  </a:cxn>
                  <a:cxn ang="0">
                    <a:pos x="connsiteX3" y="connsiteY3"/>
                  </a:cxn>
                </a:cxnLst>
                <a:rect l="l" t="t" r="r" b="b"/>
                <a:pathLst>
                  <a:path w="79286" h="79286">
                    <a:moveTo>
                      <a:pt x="0" y="0"/>
                    </a:moveTo>
                    <a:lnTo>
                      <a:pt x="79286" y="0"/>
                    </a:lnTo>
                    <a:lnTo>
                      <a:pt x="79286" y="79286"/>
                    </a:lnTo>
                    <a:lnTo>
                      <a:pt x="0" y="7928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0" name="Freeform: Shape 3639">
                <a:extLst>
                  <a:ext uri="{FF2B5EF4-FFF2-40B4-BE49-F238E27FC236}">
                    <a16:creationId xmlns:a16="http://schemas.microsoft.com/office/drawing/2014/main" id="{87E8B9A1-76B7-D452-E561-33AAE223D980}"/>
                  </a:ext>
                </a:extLst>
              </p:cNvPr>
              <p:cNvSpPr/>
              <p:nvPr/>
            </p:nvSpPr>
            <p:spPr>
              <a:xfrm>
                <a:off x="7330821" y="6627037"/>
                <a:ext cx="75057" cy="75057"/>
              </a:xfrm>
              <a:custGeom>
                <a:avLst/>
                <a:gdLst>
                  <a:gd name="connsiteX0" fmla="*/ 0 w 75057"/>
                  <a:gd name="connsiteY0" fmla="*/ 0 h 75057"/>
                  <a:gd name="connsiteX1" fmla="*/ 75057 w 75057"/>
                  <a:gd name="connsiteY1" fmla="*/ 0 h 75057"/>
                  <a:gd name="connsiteX2" fmla="*/ 75057 w 75057"/>
                  <a:gd name="connsiteY2" fmla="*/ 75057 h 75057"/>
                  <a:gd name="connsiteX3" fmla="*/ 0 w 75057"/>
                  <a:gd name="connsiteY3" fmla="*/ 75057 h 75057"/>
                </a:gdLst>
                <a:ahLst/>
                <a:cxnLst>
                  <a:cxn ang="0">
                    <a:pos x="connsiteX0" y="connsiteY0"/>
                  </a:cxn>
                  <a:cxn ang="0">
                    <a:pos x="connsiteX1" y="connsiteY1"/>
                  </a:cxn>
                  <a:cxn ang="0">
                    <a:pos x="connsiteX2" y="connsiteY2"/>
                  </a:cxn>
                  <a:cxn ang="0">
                    <a:pos x="connsiteX3" y="connsiteY3"/>
                  </a:cxn>
                </a:cxnLst>
                <a:rect l="l" t="t" r="r" b="b"/>
                <a:pathLst>
                  <a:path w="75057" h="75057">
                    <a:moveTo>
                      <a:pt x="0" y="0"/>
                    </a:moveTo>
                    <a:lnTo>
                      <a:pt x="75057" y="0"/>
                    </a:lnTo>
                    <a:lnTo>
                      <a:pt x="75057" y="75057"/>
                    </a:lnTo>
                    <a:lnTo>
                      <a:pt x="0" y="7505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1" name="Freeform: Shape 3640">
                <a:extLst>
                  <a:ext uri="{FF2B5EF4-FFF2-40B4-BE49-F238E27FC236}">
                    <a16:creationId xmlns:a16="http://schemas.microsoft.com/office/drawing/2014/main" id="{61B02660-9488-5313-FE2B-16D42473DE3A}"/>
                  </a:ext>
                </a:extLst>
              </p:cNvPr>
              <p:cNvSpPr/>
              <p:nvPr/>
            </p:nvSpPr>
            <p:spPr>
              <a:xfrm>
                <a:off x="7642517" y="6629171"/>
                <a:ext cx="70789" cy="70789"/>
              </a:xfrm>
              <a:custGeom>
                <a:avLst/>
                <a:gdLst>
                  <a:gd name="connsiteX0" fmla="*/ 0 w 70789"/>
                  <a:gd name="connsiteY0" fmla="*/ 0 h 70789"/>
                  <a:gd name="connsiteX1" fmla="*/ 70790 w 70789"/>
                  <a:gd name="connsiteY1" fmla="*/ 0 h 70789"/>
                  <a:gd name="connsiteX2" fmla="*/ 70790 w 70789"/>
                  <a:gd name="connsiteY2" fmla="*/ 70789 h 70789"/>
                  <a:gd name="connsiteX3" fmla="*/ 0 w 70789"/>
                  <a:gd name="connsiteY3" fmla="*/ 70789 h 70789"/>
                </a:gdLst>
                <a:ahLst/>
                <a:cxnLst>
                  <a:cxn ang="0">
                    <a:pos x="connsiteX0" y="connsiteY0"/>
                  </a:cxn>
                  <a:cxn ang="0">
                    <a:pos x="connsiteX1" y="connsiteY1"/>
                  </a:cxn>
                  <a:cxn ang="0">
                    <a:pos x="connsiteX2" y="connsiteY2"/>
                  </a:cxn>
                  <a:cxn ang="0">
                    <a:pos x="connsiteX3" y="connsiteY3"/>
                  </a:cxn>
                </a:cxnLst>
                <a:rect l="l" t="t" r="r" b="b"/>
                <a:pathLst>
                  <a:path w="70789" h="70789">
                    <a:moveTo>
                      <a:pt x="0" y="0"/>
                    </a:moveTo>
                    <a:lnTo>
                      <a:pt x="70790" y="0"/>
                    </a:lnTo>
                    <a:lnTo>
                      <a:pt x="70790" y="70789"/>
                    </a:lnTo>
                    <a:lnTo>
                      <a:pt x="0" y="7078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2" name="Freeform: Shape 3641">
                <a:extLst>
                  <a:ext uri="{FF2B5EF4-FFF2-40B4-BE49-F238E27FC236}">
                    <a16:creationId xmlns:a16="http://schemas.microsoft.com/office/drawing/2014/main" id="{5D593B29-62B2-2CE7-7317-0214E359C868}"/>
                  </a:ext>
                </a:extLst>
              </p:cNvPr>
              <p:cNvSpPr/>
              <p:nvPr/>
            </p:nvSpPr>
            <p:spPr>
              <a:xfrm>
                <a:off x="7954251" y="6631266"/>
                <a:ext cx="66560" cy="66560"/>
              </a:xfrm>
              <a:custGeom>
                <a:avLst/>
                <a:gdLst>
                  <a:gd name="connsiteX0" fmla="*/ 0 w 66560"/>
                  <a:gd name="connsiteY0" fmla="*/ 0 h 66560"/>
                  <a:gd name="connsiteX1" fmla="*/ 66561 w 66560"/>
                  <a:gd name="connsiteY1" fmla="*/ 0 h 66560"/>
                  <a:gd name="connsiteX2" fmla="*/ 66561 w 66560"/>
                  <a:gd name="connsiteY2" fmla="*/ 66561 h 66560"/>
                  <a:gd name="connsiteX3" fmla="*/ 0 w 66560"/>
                  <a:gd name="connsiteY3" fmla="*/ 66561 h 66560"/>
                </a:gdLst>
                <a:ahLst/>
                <a:cxnLst>
                  <a:cxn ang="0">
                    <a:pos x="connsiteX0" y="connsiteY0"/>
                  </a:cxn>
                  <a:cxn ang="0">
                    <a:pos x="connsiteX1" y="connsiteY1"/>
                  </a:cxn>
                  <a:cxn ang="0">
                    <a:pos x="connsiteX2" y="connsiteY2"/>
                  </a:cxn>
                  <a:cxn ang="0">
                    <a:pos x="connsiteX3" y="connsiteY3"/>
                  </a:cxn>
                </a:cxnLst>
                <a:rect l="l" t="t" r="r" b="b"/>
                <a:pathLst>
                  <a:path w="66560" h="66560">
                    <a:moveTo>
                      <a:pt x="0" y="0"/>
                    </a:moveTo>
                    <a:lnTo>
                      <a:pt x="66561" y="0"/>
                    </a:lnTo>
                    <a:lnTo>
                      <a:pt x="66561" y="66561"/>
                    </a:lnTo>
                    <a:lnTo>
                      <a:pt x="0" y="6656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3" name="Freeform: Shape 3642">
                <a:extLst>
                  <a:ext uri="{FF2B5EF4-FFF2-40B4-BE49-F238E27FC236}">
                    <a16:creationId xmlns:a16="http://schemas.microsoft.com/office/drawing/2014/main" id="{489DBB4F-ACDD-78C2-C3EE-85EEAD503C99}"/>
                  </a:ext>
                </a:extLst>
              </p:cNvPr>
              <p:cNvSpPr/>
              <p:nvPr/>
            </p:nvSpPr>
            <p:spPr>
              <a:xfrm>
                <a:off x="8265985" y="6633400"/>
                <a:ext cx="62331" cy="62331"/>
              </a:xfrm>
              <a:custGeom>
                <a:avLst/>
                <a:gdLst>
                  <a:gd name="connsiteX0" fmla="*/ 0 w 62331"/>
                  <a:gd name="connsiteY0" fmla="*/ 0 h 62331"/>
                  <a:gd name="connsiteX1" fmla="*/ 62332 w 62331"/>
                  <a:gd name="connsiteY1" fmla="*/ 0 h 62331"/>
                  <a:gd name="connsiteX2" fmla="*/ 62332 w 62331"/>
                  <a:gd name="connsiteY2" fmla="*/ 62332 h 62331"/>
                  <a:gd name="connsiteX3" fmla="*/ 0 w 62331"/>
                  <a:gd name="connsiteY3" fmla="*/ 62332 h 62331"/>
                </a:gdLst>
                <a:ahLst/>
                <a:cxnLst>
                  <a:cxn ang="0">
                    <a:pos x="connsiteX0" y="connsiteY0"/>
                  </a:cxn>
                  <a:cxn ang="0">
                    <a:pos x="connsiteX1" y="connsiteY1"/>
                  </a:cxn>
                  <a:cxn ang="0">
                    <a:pos x="connsiteX2" y="connsiteY2"/>
                  </a:cxn>
                  <a:cxn ang="0">
                    <a:pos x="connsiteX3" y="connsiteY3"/>
                  </a:cxn>
                </a:cxnLst>
                <a:rect l="l" t="t" r="r" b="b"/>
                <a:pathLst>
                  <a:path w="62331" h="62331">
                    <a:moveTo>
                      <a:pt x="0" y="0"/>
                    </a:moveTo>
                    <a:lnTo>
                      <a:pt x="62332" y="0"/>
                    </a:lnTo>
                    <a:lnTo>
                      <a:pt x="62332" y="62332"/>
                    </a:lnTo>
                    <a:lnTo>
                      <a:pt x="0" y="6233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4" name="Freeform: Shape 3643">
                <a:extLst>
                  <a:ext uri="{FF2B5EF4-FFF2-40B4-BE49-F238E27FC236}">
                    <a16:creationId xmlns:a16="http://schemas.microsoft.com/office/drawing/2014/main" id="{E6F19CBE-223D-606A-3108-B365AD3C4BE5}"/>
                  </a:ext>
                </a:extLst>
              </p:cNvPr>
              <p:cNvSpPr/>
              <p:nvPr/>
            </p:nvSpPr>
            <p:spPr>
              <a:xfrm>
                <a:off x="8577719" y="6635496"/>
                <a:ext cx="58102" cy="58102"/>
              </a:xfrm>
              <a:custGeom>
                <a:avLst/>
                <a:gdLst>
                  <a:gd name="connsiteX0" fmla="*/ 0 w 58102"/>
                  <a:gd name="connsiteY0" fmla="*/ 0 h 58102"/>
                  <a:gd name="connsiteX1" fmla="*/ 58102 w 58102"/>
                  <a:gd name="connsiteY1" fmla="*/ 0 h 58102"/>
                  <a:gd name="connsiteX2" fmla="*/ 58102 w 58102"/>
                  <a:gd name="connsiteY2" fmla="*/ 58102 h 58102"/>
                  <a:gd name="connsiteX3" fmla="*/ 0 w 58102"/>
                  <a:gd name="connsiteY3" fmla="*/ 58102 h 58102"/>
                </a:gdLst>
                <a:ahLst/>
                <a:cxnLst>
                  <a:cxn ang="0">
                    <a:pos x="connsiteX0" y="connsiteY0"/>
                  </a:cxn>
                  <a:cxn ang="0">
                    <a:pos x="connsiteX1" y="connsiteY1"/>
                  </a:cxn>
                  <a:cxn ang="0">
                    <a:pos x="connsiteX2" y="connsiteY2"/>
                  </a:cxn>
                  <a:cxn ang="0">
                    <a:pos x="connsiteX3" y="connsiteY3"/>
                  </a:cxn>
                </a:cxnLst>
                <a:rect l="l" t="t" r="r" b="b"/>
                <a:pathLst>
                  <a:path w="58102" h="58102">
                    <a:moveTo>
                      <a:pt x="0" y="0"/>
                    </a:moveTo>
                    <a:lnTo>
                      <a:pt x="58102" y="0"/>
                    </a:lnTo>
                    <a:lnTo>
                      <a:pt x="58102" y="58102"/>
                    </a:lnTo>
                    <a:lnTo>
                      <a:pt x="0" y="5810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5" name="Freeform: Shape 3644">
                <a:extLst>
                  <a:ext uri="{FF2B5EF4-FFF2-40B4-BE49-F238E27FC236}">
                    <a16:creationId xmlns:a16="http://schemas.microsoft.com/office/drawing/2014/main" id="{F558068F-5C08-DB30-0686-301773832F54}"/>
                  </a:ext>
                </a:extLst>
              </p:cNvPr>
              <p:cNvSpPr/>
              <p:nvPr/>
            </p:nvSpPr>
            <p:spPr>
              <a:xfrm>
                <a:off x="8889453" y="6637629"/>
                <a:ext cx="53873" cy="53873"/>
              </a:xfrm>
              <a:custGeom>
                <a:avLst/>
                <a:gdLst>
                  <a:gd name="connsiteX0" fmla="*/ 0 w 53873"/>
                  <a:gd name="connsiteY0" fmla="*/ 0 h 53873"/>
                  <a:gd name="connsiteX1" fmla="*/ 53873 w 53873"/>
                  <a:gd name="connsiteY1" fmla="*/ 0 h 53873"/>
                  <a:gd name="connsiteX2" fmla="*/ 53873 w 53873"/>
                  <a:gd name="connsiteY2" fmla="*/ 53874 h 53873"/>
                  <a:gd name="connsiteX3" fmla="*/ 0 w 53873"/>
                  <a:gd name="connsiteY3" fmla="*/ 53874 h 53873"/>
                </a:gdLst>
                <a:ahLst/>
                <a:cxnLst>
                  <a:cxn ang="0">
                    <a:pos x="connsiteX0" y="connsiteY0"/>
                  </a:cxn>
                  <a:cxn ang="0">
                    <a:pos x="connsiteX1" y="connsiteY1"/>
                  </a:cxn>
                  <a:cxn ang="0">
                    <a:pos x="connsiteX2" y="connsiteY2"/>
                  </a:cxn>
                  <a:cxn ang="0">
                    <a:pos x="connsiteX3" y="connsiteY3"/>
                  </a:cxn>
                </a:cxnLst>
                <a:rect l="l" t="t" r="r" b="b"/>
                <a:pathLst>
                  <a:path w="53873" h="53873">
                    <a:moveTo>
                      <a:pt x="0" y="0"/>
                    </a:moveTo>
                    <a:lnTo>
                      <a:pt x="53873" y="0"/>
                    </a:lnTo>
                    <a:lnTo>
                      <a:pt x="53873" y="53874"/>
                    </a:lnTo>
                    <a:lnTo>
                      <a:pt x="0" y="5387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6" name="Freeform: Shape 3645">
                <a:extLst>
                  <a:ext uri="{FF2B5EF4-FFF2-40B4-BE49-F238E27FC236}">
                    <a16:creationId xmlns:a16="http://schemas.microsoft.com/office/drawing/2014/main" id="{9ECBB740-3E6D-93DE-6A83-5181C2FAC844}"/>
                  </a:ext>
                </a:extLst>
              </p:cNvPr>
              <p:cNvSpPr/>
              <p:nvPr/>
            </p:nvSpPr>
            <p:spPr>
              <a:xfrm>
                <a:off x="9201150" y="6639763"/>
                <a:ext cx="49606" cy="49606"/>
              </a:xfrm>
              <a:custGeom>
                <a:avLst/>
                <a:gdLst>
                  <a:gd name="connsiteX0" fmla="*/ 0 w 49606"/>
                  <a:gd name="connsiteY0" fmla="*/ 0 h 49606"/>
                  <a:gd name="connsiteX1" fmla="*/ 49606 w 49606"/>
                  <a:gd name="connsiteY1" fmla="*/ 0 h 49606"/>
                  <a:gd name="connsiteX2" fmla="*/ 49606 w 49606"/>
                  <a:gd name="connsiteY2" fmla="*/ 49606 h 49606"/>
                  <a:gd name="connsiteX3" fmla="*/ 0 w 49606"/>
                  <a:gd name="connsiteY3" fmla="*/ 49606 h 49606"/>
                </a:gdLst>
                <a:ahLst/>
                <a:cxnLst>
                  <a:cxn ang="0">
                    <a:pos x="connsiteX0" y="connsiteY0"/>
                  </a:cxn>
                  <a:cxn ang="0">
                    <a:pos x="connsiteX1" y="connsiteY1"/>
                  </a:cxn>
                  <a:cxn ang="0">
                    <a:pos x="connsiteX2" y="connsiteY2"/>
                  </a:cxn>
                  <a:cxn ang="0">
                    <a:pos x="connsiteX3" y="connsiteY3"/>
                  </a:cxn>
                </a:cxnLst>
                <a:rect l="l" t="t" r="r" b="b"/>
                <a:pathLst>
                  <a:path w="49606" h="49606">
                    <a:moveTo>
                      <a:pt x="0" y="0"/>
                    </a:moveTo>
                    <a:lnTo>
                      <a:pt x="49606" y="0"/>
                    </a:lnTo>
                    <a:lnTo>
                      <a:pt x="49606" y="49606"/>
                    </a:lnTo>
                    <a:lnTo>
                      <a:pt x="0" y="49606"/>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7" name="Freeform: Shape 3646">
                <a:extLst>
                  <a:ext uri="{FF2B5EF4-FFF2-40B4-BE49-F238E27FC236}">
                    <a16:creationId xmlns:a16="http://schemas.microsoft.com/office/drawing/2014/main" id="{0CADD4DD-8E00-0FDF-E75B-CDADB5AF0AF8}"/>
                  </a:ext>
                </a:extLst>
              </p:cNvPr>
              <p:cNvSpPr/>
              <p:nvPr/>
            </p:nvSpPr>
            <p:spPr>
              <a:xfrm>
                <a:off x="9512884" y="6641858"/>
                <a:ext cx="45377" cy="45377"/>
              </a:xfrm>
              <a:custGeom>
                <a:avLst/>
                <a:gdLst>
                  <a:gd name="connsiteX0" fmla="*/ 0 w 45377"/>
                  <a:gd name="connsiteY0" fmla="*/ 0 h 45377"/>
                  <a:gd name="connsiteX1" fmla="*/ 45377 w 45377"/>
                  <a:gd name="connsiteY1" fmla="*/ 0 h 45377"/>
                  <a:gd name="connsiteX2" fmla="*/ 45377 w 45377"/>
                  <a:gd name="connsiteY2" fmla="*/ 45377 h 45377"/>
                  <a:gd name="connsiteX3" fmla="*/ 0 w 45377"/>
                  <a:gd name="connsiteY3" fmla="*/ 45377 h 45377"/>
                </a:gdLst>
                <a:ahLst/>
                <a:cxnLst>
                  <a:cxn ang="0">
                    <a:pos x="connsiteX0" y="connsiteY0"/>
                  </a:cxn>
                  <a:cxn ang="0">
                    <a:pos x="connsiteX1" y="connsiteY1"/>
                  </a:cxn>
                  <a:cxn ang="0">
                    <a:pos x="connsiteX2" y="connsiteY2"/>
                  </a:cxn>
                  <a:cxn ang="0">
                    <a:pos x="connsiteX3" y="connsiteY3"/>
                  </a:cxn>
                </a:cxnLst>
                <a:rect l="l" t="t" r="r" b="b"/>
                <a:pathLst>
                  <a:path w="45377" h="45377">
                    <a:moveTo>
                      <a:pt x="0" y="0"/>
                    </a:moveTo>
                    <a:lnTo>
                      <a:pt x="45377" y="0"/>
                    </a:lnTo>
                    <a:lnTo>
                      <a:pt x="45377" y="45377"/>
                    </a:lnTo>
                    <a:lnTo>
                      <a:pt x="0" y="45377"/>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8" name="Freeform: Shape 3647">
                <a:extLst>
                  <a:ext uri="{FF2B5EF4-FFF2-40B4-BE49-F238E27FC236}">
                    <a16:creationId xmlns:a16="http://schemas.microsoft.com/office/drawing/2014/main" id="{B9522385-2914-B969-A49C-DA5FF2BE157A}"/>
                  </a:ext>
                </a:extLst>
              </p:cNvPr>
              <p:cNvSpPr/>
              <p:nvPr/>
            </p:nvSpPr>
            <p:spPr>
              <a:xfrm>
                <a:off x="9824618" y="6643992"/>
                <a:ext cx="41148" cy="41147"/>
              </a:xfrm>
              <a:custGeom>
                <a:avLst/>
                <a:gdLst>
                  <a:gd name="connsiteX0" fmla="*/ 0 w 41148"/>
                  <a:gd name="connsiteY0" fmla="*/ 0 h 41147"/>
                  <a:gd name="connsiteX1" fmla="*/ 41148 w 41148"/>
                  <a:gd name="connsiteY1" fmla="*/ 0 h 41147"/>
                  <a:gd name="connsiteX2" fmla="*/ 41148 w 41148"/>
                  <a:gd name="connsiteY2" fmla="*/ 41148 h 41147"/>
                  <a:gd name="connsiteX3" fmla="*/ 0 w 41148"/>
                  <a:gd name="connsiteY3" fmla="*/ 41148 h 41147"/>
                </a:gdLst>
                <a:ahLst/>
                <a:cxnLst>
                  <a:cxn ang="0">
                    <a:pos x="connsiteX0" y="connsiteY0"/>
                  </a:cxn>
                  <a:cxn ang="0">
                    <a:pos x="connsiteX1" y="connsiteY1"/>
                  </a:cxn>
                  <a:cxn ang="0">
                    <a:pos x="connsiteX2" y="connsiteY2"/>
                  </a:cxn>
                  <a:cxn ang="0">
                    <a:pos x="connsiteX3" y="connsiteY3"/>
                  </a:cxn>
                </a:cxnLst>
                <a:rect l="l" t="t" r="r" b="b"/>
                <a:pathLst>
                  <a:path w="41148" h="41147">
                    <a:moveTo>
                      <a:pt x="0" y="0"/>
                    </a:moveTo>
                    <a:lnTo>
                      <a:pt x="41148" y="0"/>
                    </a:lnTo>
                    <a:lnTo>
                      <a:pt x="41148" y="41148"/>
                    </a:lnTo>
                    <a:lnTo>
                      <a:pt x="0" y="41148"/>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49" name="Freeform: Shape 3648">
                <a:extLst>
                  <a:ext uri="{FF2B5EF4-FFF2-40B4-BE49-F238E27FC236}">
                    <a16:creationId xmlns:a16="http://schemas.microsoft.com/office/drawing/2014/main" id="{9064F81A-9DBB-A9D3-6E8A-D058D8D70142}"/>
                  </a:ext>
                </a:extLst>
              </p:cNvPr>
              <p:cNvSpPr/>
              <p:nvPr/>
            </p:nvSpPr>
            <p:spPr>
              <a:xfrm>
                <a:off x="10136352" y="6646087"/>
                <a:ext cx="36918" cy="36918"/>
              </a:xfrm>
              <a:custGeom>
                <a:avLst/>
                <a:gdLst>
                  <a:gd name="connsiteX0" fmla="*/ 0 w 36918"/>
                  <a:gd name="connsiteY0" fmla="*/ 0 h 36918"/>
                  <a:gd name="connsiteX1" fmla="*/ 36919 w 36918"/>
                  <a:gd name="connsiteY1" fmla="*/ 0 h 36918"/>
                  <a:gd name="connsiteX2" fmla="*/ 36919 w 36918"/>
                  <a:gd name="connsiteY2" fmla="*/ 36919 h 36918"/>
                  <a:gd name="connsiteX3" fmla="*/ 0 w 36918"/>
                  <a:gd name="connsiteY3" fmla="*/ 36919 h 36918"/>
                </a:gdLst>
                <a:ahLst/>
                <a:cxnLst>
                  <a:cxn ang="0">
                    <a:pos x="connsiteX0" y="connsiteY0"/>
                  </a:cxn>
                  <a:cxn ang="0">
                    <a:pos x="connsiteX1" y="connsiteY1"/>
                  </a:cxn>
                  <a:cxn ang="0">
                    <a:pos x="connsiteX2" y="connsiteY2"/>
                  </a:cxn>
                  <a:cxn ang="0">
                    <a:pos x="connsiteX3" y="connsiteY3"/>
                  </a:cxn>
                </a:cxnLst>
                <a:rect l="l" t="t" r="r" b="b"/>
                <a:pathLst>
                  <a:path w="36918" h="36918">
                    <a:moveTo>
                      <a:pt x="0" y="0"/>
                    </a:moveTo>
                    <a:lnTo>
                      <a:pt x="36919" y="0"/>
                    </a:lnTo>
                    <a:lnTo>
                      <a:pt x="36919" y="36919"/>
                    </a:lnTo>
                    <a:lnTo>
                      <a:pt x="0" y="36919"/>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50" name="Freeform: Shape 3649">
                <a:extLst>
                  <a:ext uri="{FF2B5EF4-FFF2-40B4-BE49-F238E27FC236}">
                    <a16:creationId xmlns:a16="http://schemas.microsoft.com/office/drawing/2014/main" id="{5ABB03E7-0262-5E09-176A-8FEA19A37167}"/>
                  </a:ext>
                </a:extLst>
              </p:cNvPr>
              <p:cNvSpPr/>
              <p:nvPr/>
            </p:nvSpPr>
            <p:spPr>
              <a:xfrm>
                <a:off x="10448086" y="6648221"/>
                <a:ext cx="32651" cy="32651"/>
              </a:xfrm>
              <a:custGeom>
                <a:avLst/>
                <a:gdLst>
                  <a:gd name="connsiteX0" fmla="*/ 0 w 32651"/>
                  <a:gd name="connsiteY0" fmla="*/ 0 h 32651"/>
                  <a:gd name="connsiteX1" fmla="*/ 32652 w 32651"/>
                  <a:gd name="connsiteY1" fmla="*/ 0 h 32651"/>
                  <a:gd name="connsiteX2" fmla="*/ 32652 w 32651"/>
                  <a:gd name="connsiteY2" fmla="*/ 32651 h 32651"/>
                  <a:gd name="connsiteX3" fmla="*/ 0 w 32651"/>
                  <a:gd name="connsiteY3" fmla="*/ 32651 h 32651"/>
                </a:gdLst>
                <a:ahLst/>
                <a:cxnLst>
                  <a:cxn ang="0">
                    <a:pos x="connsiteX0" y="connsiteY0"/>
                  </a:cxn>
                  <a:cxn ang="0">
                    <a:pos x="connsiteX1" y="connsiteY1"/>
                  </a:cxn>
                  <a:cxn ang="0">
                    <a:pos x="connsiteX2" y="connsiteY2"/>
                  </a:cxn>
                  <a:cxn ang="0">
                    <a:pos x="connsiteX3" y="connsiteY3"/>
                  </a:cxn>
                </a:cxnLst>
                <a:rect l="l" t="t" r="r" b="b"/>
                <a:pathLst>
                  <a:path w="32651" h="32651">
                    <a:moveTo>
                      <a:pt x="0" y="0"/>
                    </a:moveTo>
                    <a:lnTo>
                      <a:pt x="32652" y="0"/>
                    </a:lnTo>
                    <a:lnTo>
                      <a:pt x="32652" y="32651"/>
                    </a:lnTo>
                    <a:lnTo>
                      <a:pt x="0" y="32651"/>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51" name="Freeform: Shape 3650">
                <a:extLst>
                  <a:ext uri="{FF2B5EF4-FFF2-40B4-BE49-F238E27FC236}">
                    <a16:creationId xmlns:a16="http://schemas.microsoft.com/office/drawing/2014/main" id="{2FBA0FD8-E90A-D09B-64A3-ED44758EE62A}"/>
                  </a:ext>
                </a:extLst>
              </p:cNvPr>
              <p:cNvSpPr/>
              <p:nvPr/>
            </p:nvSpPr>
            <p:spPr>
              <a:xfrm>
                <a:off x="10759782" y="6650355"/>
                <a:ext cx="28422" cy="28422"/>
              </a:xfrm>
              <a:custGeom>
                <a:avLst/>
                <a:gdLst>
                  <a:gd name="connsiteX0" fmla="*/ 0 w 28422"/>
                  <a:gd name="connsiteY0" fmla="*/ 0 h 28422"/>
                  <a:gd name="connsiteX1" fmla="*/ 28423 w 28422"/>
                  <a:gd name="connsiteY1" fmla="*/ 0 h 28422"/>
                  <a:gd name="connsiteX2" fmla="*/ 28423 w 28422"/>
                  <a:gd name="connsiteY2" fmla="*/ 28422 h 28422"/>
                  <a:gd name="connsiteX3" fmla="*/ 0 w 28422"/>
                  <a:gd name="connsiteY3" fmla="*/ 28422 h 28422"/>
                </a:gdLst>
                <a:ahLst/>
                <a:cxnLst>
                  <a:cxn ang="0">
                    <a:pos x="connsiteX0" y="connsiteY0"/>
                  </a:cxn>
                  <a:cxn ang="0">
                    <a:pos x="connsiteX1" y="connsiteY1"/>
                  </a:cxn>
                  <a:cxn ang="0">
                    <a:pos x="connsiteX2" y="connsiteY2"/>
                  </a:cxn>
                  <a:cxn ang="0">
                    <a:pos x="connsiteX3" y="connsiteY3"/>
                  </a:cxn>
                </a:cxnLst>
                <a:rect l="l" t="t" r="r" b="b"/>
                <a:pathLst>
                  <a:path w="28422" h="28422">
                    <a:moveTo>
                      <a:pt x="0" y="0"/>
                    </a:moveTo>
                    <a:lnTo>
                      <a:pt x="28423" y="0"/>
                    </a:lnTo>
                    <a:lnTo>
                      <a:pt x="28423" y="28422"/>
                    </a:lnTo>
                    <a:lnTo>
                      <a:pt x="0" y="28422"/>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52" name="Freeform: Shape 3651">
                <a:extLst>
                  <a:ext uri="{FF2B5EF4-FFF2-40B4-BE49-F238E27FC236}">
                    <a16:creationId xmlns:a16="http://schemas.microsoft.com/office/drawing/2014/main" id="{BE4E1678-8BD3-B060-16F5-1887B77CB127}"/>
                  </a:ext>
                </a:extLst>
              </p:cNvPr>
              <p:cNvSpPr/>
              <p:nvPr/>
            </p:nvSpPr>
            <p:spPr>
              <a:xfrm>
                <a:off x="11071517" y="6652450"/>
                <a:ext cx="24193" cy="24193"/>
              </a:xfrm>
              <a:custGeom>
                <a:avLst/>
                <a:gdLst>
                  <a:gd name="connsiteX0" fmla="*/ 0 w 24193"/>
                  <a:gd name="connsiteY0" fmla="*/ 0 h 24193"/>
                  <a:gd name="connsiteX1" fmla="*/ 24194 w 24193"/>
                  <a:gd name="connsiteY1" fmla="*/ 0 h 24193"/>
                  <a:gd name="connsiteX2" fmla="*/ 24194 w 24193"/>
                  <a:gd name="connsiteY2" fmla="*/ 24194 h 24193"/>
                  <a:gd name="connsiteX3" fmla="*/ 0 w 24193"/>
                  <a:gd name="connsiteY3" fmla="*/ 24194 h 24193"/>
                </a:gdLst>
                <a:ahLst/>
                <a:cxnLst>
                  <a:cxn ang="0">
                    <a:pos x="connsiteX0" y="connsiteY0"/>
                  </a:cxn>
                  <a:cxn ang="0">
                    <a:pos x="connsiteX1" y="connsiteY1"/>
                  </a:cxn>
                  <a:cxn ang="0">
                    <a:pos x="connsiteX2" y="connsiteY2"/>
                  </a:cxn>
                  <a:cxn ang="0">
                    <a:pos x="connsiteX3" y="connsiteY3"/>
                  </a:cxn>
                </a:cxnLst>
                <a:rect l="l" t="t" r="r" b="b"/>
                <a:pathLst>
                  <a:path w="24193" h="24193">
                    <a:moveTo>
                      <a:pt x="0" y="0"/>
                    </a:moveTo>
                    <a:lnTo>
                      <a:pt x="24194" y="0"/>
                    </a:lnTo>
                    <a:lnTo>
                      <a:pt x="24194" y="24194"/>
                    </a:lnTo>
                    <a:lnTo>
                      <a:pt x="0" y="24194"/>
                    </a:lnTo>
                    <a:close/>
                  </a:path>
                </a:pathLst>
              </a:custGeom>
              <a:grpFill/>
              <a:ln w="381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sp>
          <p:nvSpPr>
            <p:cNvPr id="2925" name="Rectangle 2924">
              <a:extLst>
                <a:ext uri="{FF2B5EF4-FFF2-40B4-BE49-F238E27FC236}">
                  <a16:creationId xmlns:a16="http://schemas.microsoft.com/office/drawing/2014/main" id="{143973EE-8C92-AA2E-39DA-D923931B08D7}"/>
                </a:ext>
              </a:extLst>
            </p:cNvPr>
            <p:cNvSpPr/>
            <p:nvPr userDrawn="1"/>
          </p:nvSpPr>
          <p:spPr>
            <a:xfrm>
              <a:off x="0" y="0"/>
              <a:ext cx="8414795" cy="5771201"/>
            </a:xfrm>
            <a:prstGeom prst="rect">
              <a:avLst/>
            </a:prstGeom>
            <a:gradFill flip="none" rotWithShape="1">
              <a:gsLst>
                <a:gs pos="0">
                  <a:srgbClr val="111937">
                    <a:alpha val="76000"/>
                  </a:srgbClr>
                </a:gs>
                <a:gs pos="39000">
                  <a:srgbClr val="111937"/>
                </a:gs>
              </a:gsLst>
              <a:lin ang="2700000" scaled="1"/>
              <a:tileRect/>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a:ln>
                  <a:noFill/>
                </a:ln>
                <a:solidFill>
                  <a:srgbClr val="000000"/>
                </a:solidFill>
                <a:effectLst/>
                <a:uLnTx/>
                <a:uFillTx/>
                <a:latin typeface="Ubuntu"/>
                <a:ea typeface="+mn-ea"/>
                <a:cs typeface="+mn-cs"/>
              </a:endParaRPr>
            </a:p>
          </p:txBody>
        </p:sp>
        <p:sp>
          <p:nvSpPr>
            <p:cNvPr id="2926" name="Rectangle 2925">
              <a:extLst>
                <a:ext uri="{FF2B5EF4-FFF2-40B4-BE49-F238E27FC236}">
                  <a16:creationId xmlns:a16="http://schemas.microsoft.com/office/drawing/2014/main" id="{C4236465-C0C6-C9E7-7416-4577A0D4C2CA}"/>
                </a:ext>
              </a:extLst>
            </p:cNvPr>
            <p:cNvSpPr/>
            <p:nvPr userDrawn="1"/>
          </p:nvSpPr>
          <p:spPr>
            <a:xfrm flipH="1" flipV="1">
              <a:off x="4433103" y="1536640"/>
              <a:ext cx="7758896" cy="5321359"/>
            </a:xfrm>
            <a:prstGeom prst="rect">
              <a:avLst/>
            </a:prstGeom>
            <a:gradFill flip="none" rotWithShape="1">
              <a:gsLst>
                <a:gs pos="0">
                  <a:srgbClr val="111937">
                    <a:alpha val="89000"/>
                  </a:srgbClr>
                </a:gs>
                <a:gs pos="39000">
                  <a:srgbClr val="111937"/>
                </a:gs>
              </a:gsLst>
              <a:lin ang="2700000" scaled="1"/>
              <a:tileRect/>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a:ln>
                  <a:noFill/>
                </a:ln>
                <a:solidFill>
                  <a:srgbClr val="000000"/>
                </a:solidFill>
                <a:effectLst/>
                <a:uLnTx/>
                <a:uFillTx/>
                <a:latin typeface="Ubuntu"/>
                <a:ea typeface="+mn-ea"/>
                <a:cs typeface="+mn-cs"/>
              </a:endParaRPr>
            </a:p>
          </p:txBody>
        </p:sp>
      </p:grpSp>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0886027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9575862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04128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95119898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5676316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2582834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6235792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4741479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6316398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07203536"/>
      </p:ext>
    </p:extLst>
  </p:cSld>
  <p:clrMapOvr>
    <a:overrideClrMapping bg1="lt1" tx1="dk1" bg2="lt2" tx2="dk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85957409"/>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5700030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7164404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4750913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671670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75581972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6454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35186602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87749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8965568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19110339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8383166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7540673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8514632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6369813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7643055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58633626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3771045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Operating Models in the age of AI</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2758466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Operating Models in the age of AI</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3880508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Operating Models in the age of AI</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6168335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Operating Models in the age of AI</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6873219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115740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4471615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2440522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Operating Models in the age of AI</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2570626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4666598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Operating Models in the age of AI</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346917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lang="en-US" sz="900" b="0" i="0">
              <a:solidFill>
                <a:schemeClr val="bg2"/>
              </a:solidFill>
              <a:effectLst/>
              <a:latin typeface="+mn-lt"/>
              <a:ea typeface="Calibri" panose="020F0502020204030204" pitchFamily="34" charset="0"/>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hqprint">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hq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hqprint">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hqprint">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hqprint">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7ECA3DCF-BB95-29ED-4C63-4ABA324ED80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4265628822"/>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hq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hq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hqprint">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hqprint">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hqprint">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Tree>
    <p:extLst>
      <p:ext uri="{BB962C8B-B14F-4D97-AF65-F5344CB8AC3E}">
        <p14:creationId xmlns:p14="http://schemas.microsoft.com/office/powerpoint/2010/main" val="84862672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2025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hq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hq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hqprint">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hqprint">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hqprint">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34226493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slideLayout" Target="../slideLayouts/slideLayout96.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42" Type="http://schemas.openxmlformats.org/officeDocument/2006/relationships/slideLayout" Target="../slideLayouts/slideLayout99.xml"/><Relationship Id="rId47" Type="http://schemas.openxmlformats.org/officeDocument/2006/relationships/slideLayout" Target="../slideLayouts/slideLayout104.xml"/><Relationship Id="rId50" Type="http://schemas.openxmlformats.org/officeDocument/2006/relationships/slideLayout" Target="../slideLayouts/slideLayout107.xml"/><Relationship Id="rId55" Type="http://schemas.openxmlformats.org/officeDocument/2006/relationships/slideLayout" Target="../slideLayouts/slideLayout112.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9" Type="http://schemas.openxmlformats.org/officeDocument/2006/relationships/slideLayout" Target="../slideLayouts/slideLayout86.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slideLayout" Target="../slideLayouts/slideLayout97.xml"/><Relationship Id="rId45" Type="http://schemas.openxmlformats.org/officeDocument/2006/relationships/slideLayout" Target="../slideLayouts/slideLayout102.xml"/><Relationship Id="rId53" Type="http://schemas.openxmlformats.org/officeDocument/2006/relationships/slideLayout" Target="../slideLayouts/slideLayout110.xml"/><Relationship Id="rId58" Type="http://schemas.openxmlformats.org/officeDocument/2006/relationships/slideLayout" Target="../slideLayouts/slideLayout115.xml"/><Relationship Id="rId5" Type="http://schemas.openxmlformats.org/officeDocument/2006/relationships/slideLayout" Target="../slideLayouts/slideLayout62.xml"/><Relationship Id="rId61" Type="http://schemas.openxmlformats.org/officeDocument/2006/relationships/image" Target="../media/image1.png"/><Relationship Id="rId19" Type="http://schemas.openxmlformats.org/officeDocument/2006/relationships/slideLayout" Target="../slideLayouts/slideLayout7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43" Type="http://schemas.openxmlformats.org/officeDocument/2006/relationships/slideLayout" Target="../slideLayouts/slideLayout100.xml"/><Relationship Id="rId48" Type="http://schemas.openxmlformats.org/officeDocument/2006/relationships/slideLayout" Target="../slideLayouts/slideLayout105.xml"/><Relationship Id="rId56" Type="http://schemas.openxmlformats.org/officeDocument/2006/relationships/slideLayout" Target="../slideLayouts/slideLayout113.xml"/><Relationship Id="rId8" Type="http://schemas.openxmlformats.org/officeDocument/2006/relationships/slideLayout" Target="../slideLayouts/slideLayout65.xml"/><Relationship Id="rId51" Type="http://schemas.openxmlformats.org/officeDocument/2006/relationships/slideLayout" Target="../slideLayouts/slideLayout108.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slideLayout" Target="../slideLayouts/slideLayout95.xml"/><Relationship Id="rId46" Type="http://schemas.openxmlformats.org/officeDocument/2006/relationships/slideLayout" Target="../slideLayouts/slideLayout103.xml"/><Relationship Id="rId59" Type="http://schemas.openxmlformats.org/officeDocument/2006/relationships/slideLayout" Target="../slideLayouts/slideLayout116.xml"/><Relationship Id="rId20" Type="http://schemas.openxmlformats.org/officeDocument/2006/relationships/slideLayout" Target="../slideLayouts/slideLayout77.xml"/><Relationship Id="rId41" Type="http://schemas.openxmlformats.org/officeDocument/2006/relationships/slideLayout" Target="../slideLayouts/slideLayout98.xml"/><Relationship Id="rId54" Type="http://schemas.openxmlformats.org/officeDocument/2006/relationships/slideLayout" Target="../slideLayouts/slideLayout111.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49" Type="http://schemas.openxmlformats.org/officeDocument/2006/relationships/slideLayout" Target="../slideLayouts/slideLayout106.xml"/><Relationship Id="rId57" Type="http://schemas.openxmlformats.org/officeDocument/2006/relationships/slideLayout" Target="../slideLayouts/slideLayout114.xml"/><Relationship Id="rId10" Type="http://schemas.openxmlformats.org/officeDocument/2006/relationships/slideLayout" Target="../slideLayouts/slideLayout67.xml"/><Relationship Id="rId31" Type="http://schemas.openxmlformats.org/officeDocument/2006/relationships/slideLayout" Target="../slideLayouts/slideLayout88.xml"/><Relationship Id="rId44" Type="http://schemas.openxmlformats.org/officeDocument/2006/relationships/slideLayout" Target="../slideLayouts/slideLayout101.xml"/><Relationship Id="rId52" Type="http://schemas.openxmlformats.org/officeDocument/2006/relationships/slideLayout" Target="../slideLayouts/slideLayout109.xml"/><Relationship Id="rId60" Type="http://schemas.openxmlformats.org/officeDocument/2006/relationships/theme" Target="../theme/theme2.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26" Type="http://schemas.openxmlformats.org/officeDocument/2006/relationships/slideLayout" Target="../slideLayouts/slideLayout142.xml"/><Relationship Id="rId39" Type="http://schemas.openxmlformats.org/officeDocument/2006/relationships/slideLayout" Target="../slideLayouts/slideLayout155.xml"/><Relationship Id="rId21" Type="http://schemas.openxmlformats.org/officeDocument/2006/relationships/slideLayout" Target="../slideLayouts/slideLayout137.xml"/><Relationship Id="rId34" Type="http://schemas.openxmlformats.org/officeDocument/2006/relationships/slideLayout" Target="../slideLayouts/slideLayout150.xml"/><Relationship Id="rId42" Type="http://schemas.openxmlformats.org/officeDocument/2006/relationships/slideLayout" Target="../slideLayouts/slideLayout158.xml"/><Relationship Id="rId47" Type="http://schemas.openxmlformats.org/officeDocument/2006/relationships/slideLayout" Target="../slideLayouts/slideLayout163.xml"/><Relationship Id="rId50" Type="http://schemas.openxmlformats.org/officeDocument/2006/relationships/slideLayout" Target="../slideLayouts/slideLayout166.xml"/><Relationship Id="rId55" Type="http://schemas.openxmlformats.org/officeDocument/2006/relationships/slideLayout" Target="../slideLayouts/slideLayout171.xml"/><Relationship Id="rId7" Type="http://schemas.openxmlformats.org/officeDocument/2006/relationships/slideLayout" Target="../slideLayouts/slideLayout123.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9" Type="http://schemas.openxmlformats.org/officeDocument/2006/relationships/slideLayout" Target="../slideLayouts/slideLayout145.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37" Type="http://schemas.openxmlformats.org/officeDocument/2006/relationships/slideLayout" Target="../slideLayouts/slideLayout153.xml"/><Relationship Id="rId40" Type="http://schemas.openxmlformats.org/officeDocument/2006/relationships/slideLayout" Target="../slideLayouts/slideLayout156.xml"/><Relationship Id="rId45" Type="http://schemas.openxmlformats.org/officeDocument/2006/relationships/slideLayout" Target="../slideLayouts/slideLayout161.xml"/><Relationship Id="rId53" Type="http://schemas.openxmlformats.org/officeDocument/2006/relationships/slideLayout" Target="../slideLayouts/slideLayout169.xml"/><Relationship Id="rId58" Type="http://schemas.openxmlformats.org/officeDocument/2006/relationships/slideLayout" Target="../slideLayouts/slideLayout174.xml"/><Relationship Id="rId5" Type="http://schemas.openxmlformats.org/officeDocument/2006/relationships/slideLayout" Target="../slideLayouts/slideLayout121.xml"/><Relationship Id="rId61" Type="http://schemas.openxmlformats.org/officeDocument/2006/relationships/image" Target="../media/image1.png"/><Relationship Id="rId19" Type="http://schemas.openxmlformats.org/officeDocument/2006/relationships/slideLayout" Target="../slideLayouts/slideLayout13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35" Type="http://schemas.openxmlformats.org/officeDocument/2006/relationships/slideLayout" Target="../slideLayouts/slideLayout151.xml"/><Relationship Id="rId43" Type="http://schemas.openxmlformats.org/officeDocument/2006/relationships/slideLayout" Target="../slideLayouts/slideLayout159.xml"/><Relationship Id="rId48" Type="http://schemas.openxmlformats.org/officeDocument/2006/relationships/slideLayout" Target="../slideLayouts/slideLayout164.xml"/><Relationship Id="rId56" Type="http://schemas.openxmlformats.org/officeDocument/2006/relationships/slideLayout" Target="../slideLayouts/slideLayout172.xml"/><Relationship Id="rId8" Type="http://schemas.openxmlformats.org/officeDocument/2006/relationships/slideLayout" Target="../slideLayouts/slideLayout124.xml"/><Relationship Id="rId51" Type="http://schemas.openxmlformats.org/officeDocument/2006/relationships/slideLayout" Target="../slideLayouts/slideLayout167.xml"/><Relationship Id="rId3" Type="http://schemas.openxmlformats.org/officeDocument/2006/relationships/slideLayout" Target="../slideLayouts/slideLayout119.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slideLayout" Target="../slideLayouts/slideLayout149.xml"/><Relationship Id="rId38" Type="http://schemas.openxmlformats.org/officeDocument/2006/relationships/slideLayout" Target="../slideLayouts/slideLayout154.xml"/><Relationship Id="rId46" Type="http://schemas.openxmlformats.org/officeDocument/2006/relationships/slideLayout" Target="../slideLayouts/slideLayout162.xml"/><Relationship Id="rId59" Type="http://schemas.openxmlformats.org/officeDocument/2006/relationships/slideLayout" Target="../slideLayouts/slideLayout175.xml"/><Relationship Id="rId20" Type="http://schemas.openxmlformats.org/officeDocument/2006/relationships/slideLayout" Target="../slideLayouts/slideLayout136.xml"/><Relationship Id="rId41" Type="http://schemas.openxmlformats.org/officeDocument/2006/relationships/slideLayout" Target="../slideLayouts/slideLayout157.xml"/><Relationship Id="rId54" Type="http://schemas.openxmlformats.org/officeDocument/2006/relationships/slideLayout" Target="../slideLayouts/slideLayout170.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36" Type="http://schemas.openxmlformats.org/officeDocument/2006/relationships/slideLayout" Target="../slideLayouts/slideLayout152.xml"/><Relationship Id="rId49" Type="http://schemas.openxmlformats.org/officeDocument/2006/relationships/slideLayout" Target="../slideLayouts/slideLayout165.xml"/><Relationship Id="rId57" Type="http://schemas.openxmlformats.org/officeDocument/2006/relationships/slideLayout" Target="../slideLayouts/slideLayout173.xml"/><Relationship Id="rId10" Type="http://schemas.openxmlformats.org/officeDocument/2006/relationships/slideLayout" Target="../slideLayouts/slideLayout126.xml"/><Relationship Id="rId31" Type="http://schemas.openxmlformats.org/officeDocument/2006/relationships/slideLayout" Target="../slideLayouts/slideLayout147.xml"/><Relationship Id="rId44" Type="http://schemas.openxmlformats.org/officeDocument/2006/relationships/slideLayout" Target="../slideLayouts/slideLayout160.xml"/><Relationship Id="rId52" Type="http://schemas.openxmlformats.org/officeDocument/2006/relationships/slideLayout" Target="../slideLayouts/slideLayout168.xml"/><Relationship Id="rId60" Type="http://schemas.openxmlformats.org/officeDocument/2006/relationships/theme" Target="../theme/theme3.xml"/><Relationship Id="rId4" Type="http://schemas.openxmlformats.org/officeDocument/2006/relationships/slideLayout" Target="../slideLayouts/slideLayout120.xml"/><Relationship Id="rId9"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59" cstate="hqprint">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Operating Models in the age of AI</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66" r:id="rId17"/>
    <p:sldLayoutId id="2147483826" r:id="rId18"/>
    <p:sldLayoutId id="2147483867" r:id="rId19"/>
    <p:sldLayoutId id="2147483865" r:id="rId20"/>
    <p:sldLayoutId id="2147483868" r:id="rId21"/>
    <p:sldLayoutId id="2147483827" r:id="rId22"/>
    <p:sldLayoutId id="2147483869" r:id="rId23"/>
    <p:sldLayoutId id="2147483829" r:id="rId24"/>
    <p:sldLayoutId id="2147483870" r:id="rId25"/>
    <p:sldLayoutId id="2147483831" r:id="rId26"/>
    <p:sldLayoutId id="2147483871" r:id="rId27"/>
    <p:sldLayoutId id="2147483833" r:id="rId28"/>
    <p:sldLayoutId id="2147483872" r:id="rId29"/>
    <p:sldLayoutId id="2147483835" r:id="rId30"/>
    <p:sldLayoutId id="2147483873" r:id="rId31"/>
    <p:sldLayoutId id="2147483837" r:id="rId32"/>
    <p:sldLayoutId id="2147483874" r:id="rId33"/>
    <p:sldLayoutId id="2147483838" r:id="rId34"/>
    <p:sldLayoutId id="2147483875" r:id="rId35"/>
    <p:sldLayoutId id="2147483840" r:id="rId36"/>
    <p:sldLayoutId id="2147483876" r:id="rId37"/>
    <p:sldLayoutId id="2147483842" r:id="rId38"/>
    <p:sldLayoutId id="2147483877" r:id="rId39"/>
    <p:sldLayoutId id="2147483844" r:id="rId40"/>
    <p:sldLayoutId id="2147483878" r:id="rId41"/>
    <p:sldLayoutId id="2147483845" r:id="rId42"/>
    <p:sldLayoutId id="2147483879" r:id="rId43"/>
    <p:sldLayoutId id="2147483847" r:id="rId44"/>
    <p:sldLayoutId id="2147483880" r:id="rId45"/>
    <p:sldLayoutId id="2147483848" r:id="rId46"/>
    <p:sldLayoutId id="2147483849" r:id="rId47"/>
    <p:sldLayoutId id="2147483850" r:id="rId48"/>
    <p:sldLayoutId id="2147483851" r:id="rId49"/>
    <p:sldLayoutId id="2147483852" r:id="rId50"/>
    <p:sldLayoutId id="2147483853" r:id="rId51"/>
    <p:sldLayoutId id="2147483854" r:id="rId52"/>
    <p:sldLayoutId id="2147483855" r:id="rId53"/>
    <p:sldLayoutId id="2147483856" r:id="rId54"/>
    <p:sldLayoutId id="2147483857" r:id="rId55"/>
    <p:sldLayoutId id="2147483858" r:id="rId56"/>
    <p:sldLayoutId id="2147483859" r:id="rId5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Operating Models in the age of AI</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userDrawn="1"/>
        </p:nvPicPr>
        <p:blipFill>
          <a:blip r:embed="rId61" cstate="hqprint">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1247134687"/>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4003" r:id="rId9"/>
    <p:sldLayoutId id="2147484004" r:id="rId10"/>
    <p:sldLayoutId id="2147484005" r:id="rId11"/>
    <p:sldLayoutId id="2147484006"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Operating Models in the age of AI</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cstate="hqprint">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3948" r:id="rId6"/>
    <p:sldLayoutId id="2147483949" r:id="rId7"/>
    <p:sldLayoutId id="2147483950"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 id="2147483962" r:id="rId19"/>
    <p:sldLayoutId id="2147483963" r:id="rId20"/>
    <p:sldLayoutId id="2147483964" r:id="rId21"/>
    <p:sldLayoutId id="2147483965" r:id="rId22"/>
    <p:sldLayoutId id="2147483966" r:id="rId23"/>
    <p:sldLayoutId id="2147483967" r:id="rId24"/>
    <p:sldLayoutId id="2147483968" r:id="rId25"/>
    <p:sldLayoutId id="2147483969" r:id="rId26"/>
    <p:sldLayoutId id="2147483970" r:id="rId27"/>
    <p:sldLayoutId id="2147483971" r:id="rId28"/>
    <p:sldLayoutId id="2147483972" r:id="rId29"/>
    <p:sldLayoutId id="2147483973" r:id="rId30"/>
    <p:sldLayoutId id="2147483974" r:id="rId31"/>
    <p:sldLayoutId id="2147483975" r:id="rId32"/>
    <p:sldLayoutId id="2147483976" r:id="rId33"/>
    <p:sldLayoutId id="2147483977" r:id="rId34"/>
    <p:sldLayoutId id="2147483978" r:id="rId35"/>
    <p:sldLayoutId id="2147483979" r:id="rId36"/>
    <p:sldLayoutId id="2147483980" r:id="rId37"/>
    <p:sldLayoutId id="2147483981" r:id="rId38"/>
    <p:sldLayoutId id="2147483982" r:id="rId39"/>
    <p:sldLayoutId id="2147483983" r:id="rId40"/>
    <p:sldLayoutId id="2147483984" r:id="rId41"/>
    <p:sldLayoutId id="2147483985" r:id="rId42"/>
    <p:sldLayoutId id="2147483986" r:id="rId43"/>
    <p:sldLayoutId id="2147483987" r:id="rId44"/>
    <p:sldLayoutId id="2147483988" r:id="rId45"/>
    <p:sldLayoutId id="2147483989" r:id="rId46"/>
    <p:sldLayoutId id="2147483990" r:id="rId47"/>
    <p:sldLayoutId id="2147483991" r:id="rId48"/>
    <p:sldLayoutId id="2147483992" r:id="rId49"/>
    <p:sldLayoutId id="2147483993" r:id="rId50"/>
    <p:sldLayoutId id="2147483994" r:id="rId51"/>
    <p:sldLayoutId id="2147483995" r:id="rId52"/>
    <p:sldLayoutId id="2147483996" r:id="rId53"/>
    <p:sldLayoutId id="2147483997" r:id="rId54"/>
    <p:sldLayoutId id="2147483998" r:id="rId55"/>
    <p:sldLayoutId id="2147483999" r:id="rId56"/>
    <p:sldLayoutId id="2147484000" r:id="rId57"/>
    <p:sldLayoutId id="2147484001" r:id="rId58"/>
    <p:sldLayoutId id="2147484002"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21.xml"/></Relationships>
</file>

<file path=ppt/slides/_rels/slide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60.xml"/></Relationships>
</file>

<file path=ppt/slides/_rels/slide3.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134.xml"/></Relationships>
</file>

<file path=ppt/slides/_rels/slide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4.xml"/></Relationships>
</file>

<file path=ppt/slides/_rels/slide5.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svg"/><Relationship Id="rId1" Type="http://schemas.openxmlformats.org/officeDocument/2006/relationships/slideLayout" Target="../slideLayouts/slideLayout134.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 Id="rId9" Type="http://schemas.openxmlformats.org/officeDocument/2006/relationships/image" Target="../media/image26.svg"/></Relationships>
</file>

<file path=ppt/slides/_rels/slide6.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notesSlide" Target="../notesSlides/notesSlide2.xml"/><Relationship Id="rId1" Type="http://schemas.openxmlformats.org/officeDocument/2006/relationships/slideLayout" Target="../slideLayouts/slideLayout134.xml"/><Relationship Id="rId6" Type="http://schemas.openxmlformats.org/officeDocument/2006/relationships/image" Target="../media/image30.svg"/><Relationship Id="rId5" Type="http://schemas.openxmlformats.org/officeDocument/2006/relationships/image" Target="../media/image29.sv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sv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35.svg"/><Relationship Id="rId1" Type="http://schemas.openxmlformats.org/officeDocument/2006/relationships/slideLayout" Target="../slideLayouts/slideLayout134.xml"/></Relationships>
</file>

<file path=ppt/slides/_rels/slide8.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svg"/><Relationship Id="rId1" Type="http://schemas.openxmlformats.org/officeDocument/2006/relationships/slideLayout" Target="../slideLayouts/slideLayout134.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9.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3.xml"/><Relationship Id="rId1" Type="http://schemas.openxmlformats.org/officeDocument/2006/relationships/slideLayout" Target="../slideLayouts/slideLayout134.xml"/></Relationships>
</file>

<file path=ppt/slides/_rels/slide10.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54.svg"/><Relationship Id="rId18" Type="http://schemas.openxmlformats.org/officeDocument/2006/relationships/image" Target="../media/image59.svg"/><Relationship Id="rId26" Type="http://schemas.openxmlformats.org/officeDocument/2006/relationships/image" Target="../media/image67.svg"/><Relationship Id="rId3" Type="http://schemas.openxmlformats.org/officeDocument/2006/relationships/image" Target="../media/image44.svg"/><Relationship Id="rId21" Type="http://schemas.openxmlformats.org/officeDocument/2006/relationships/image" Target="../media/image62.svg"/><Relationship Id="rId7" Type="http://schemas.openxmlformats.org/officeDocument/2006/relationships/image" Target="../media/image48.svg"/><Relationship Id="rId12" Type="http://schemas.openxmlformats.org/officeDocument/2006/relationships/image" Target="../media/image53.svg"/><Relationship Id="rId17" Type="http://schemas.openxmlformats.org/officeDocument/2006/relationships/image" Target="../media/image58.svg"/><Relationship Id="rId25" Type="http://schemas.openxmlformats.org/officeDocument/2006/relationships/image" Target="../media/image66.svg"/><Relationship Id="rId2" Type="http://schemas.openxmlformats.org/officeDocument/2006/relationships/image" Target="../media/image43.svg"/><Relationship Id="rId16" Type="http://schemas.openxmlformats.org/officeDocument/2006/relationships/image" Target="../media/image57.svg"/><Relationship Id="rId20" Type="http://schemas.openxmlformats.org/officeDocument/2006/relationships/image" Target="../media/image61.svg"/><Relationship Id="rId29" Type="http://schemas.openxmlformats.org/officeDocument/2006/relationships/image" Target="../media/image70.svg"/><Relationship Id="rId1" Type="http://schemas.openxmlformats.org/officeDocument/2006/relationships/slideLayout" Target="../slideLayouts/slideLayout134.xml"/><Relationship Id="rId6" Type="http://schemas.openxmlformats.org/officeDocument/2006/relationships/image" Target="../media/image47.svg"/><Relationship Id="rId11" Type="http://schemas.openxmlformats.org/officeDocument/2006/relationships/image" Target="../media/image52.svg"/><Relationship Id="rId24" Type="http://schemas.openxmlformats.org/officeDocument/2006/relationships/image" Target="../media/image65.svg"/><Relationship Id="rId32" Type="http://schemas.openxmlformats.org/officeDocument/2006/relationships/image" Target="../media/image73.svg"/><Relationship Id="rId5" Type="http://schemas.openxmlformats.org/officeDocument/2006/relationships/image" Target="../media/image46.svg"/><Relationship Id="rId15" Type="http://schemas.openxmlformats.org/officeDocument/2006/relationships/image" Target="../media/image56.svg"/><Relationship Id="rId23" Type="http://schemas.openxmlformats.org/officeDocument/2006/relationships/image" Target="../media/image64.svg"/><Relationship Id="rId28" Type="http://schemas.openxmlformats.org/officeDocument/2006/relationships/image" Target="../media/image69.svg"/><Relationship Id="rId10" Type="http://schemas.openxmlformats.org/officeDocument/2006/relationships/image" Target="../media/image51.svg"/><Relationship Id="rId19" Type="http://schemas.openxmlformats.org/officeDocument/2006/relationships/image" Target="../media/image60.svg"/><Relationship Id="rId31" Type="http://schemas.openxmlformats.org/officeDocument/2006/relationships/image" Target="../media/image72.svg"/><Relationship Id="rId4" Type="http://schemas.openxmlformats.org/officeDocument/2006/relationships/image" Target="../media/image45.svg"/><Relationship Id="rId9" Type="http://schemas.openxmlformats.org/officeDocument/2006/relationships/image" Target="../media/image50.svg"/><Relationship Id="rId14" Type="http://schemas.openxmlformats.org/officeDocument/2006/relationships/image" Target="../media/image55.svg"/><Relationship Id="rId22" Type="http://schemas.openxmlformats.org/officeDocument/2006/relationships/image" Target="../media/image63.svg"/><Relationship Id="rId27" Type="http://schemas.openxmlformats.org/officeDocument/2006/relationships/image" Target="../media/image68.svg"/><Relationship Id="rId30" Type="http://schemas.openxmlformats.org/officeDocument/2006/relationships/image" Target="../media/image71.svg"/></Relationships>
</file>

<file path=ppt/slides/_rels/slide11.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notesSlide" Target="../notesSlides/notesSlide4.xml"/><Relationship Id="rId1" Type="http://schemas.openxmlformats.org/officeDocument/2006/relationships/slideLayout" Target="../slideLayouts/slideLayout134.xml"/><Relationship Id="rId4" Type="http://schemas.openxmlformats.org/officeDocument/2006/relationships/image" Target="../media/image42.svg"/></Relationships>
</file>

<file path=ppt/slides/_rels/slide12.xml.rels><?xml version="1.0" encoding="UTF-8" standalone="yes"?>
<Relationships xmlns="http://schemas.openxmlformats.org/package/2006/relationships"><Relationship Id="rId8" Type="http://schemas.openxmlformats.org/officeDocument/2006/relationships/image" Target="../media/image80.svg"/><Relationship Id="rId13" Type="http://schemas.openxmlformats.org/officeDocument/2006/relationships/image" Target="../media/image85.svg"/><Relationship Id="rId3" Type="http://schemas.openxmlformats.org/officeDocument/2006/relationships/image" Target="../media/image75.svg"/><Relationship Id="rId7" Type="http://schemas.openxmlformats.org/officeDocument/2006/relationships/image" Target="../media/image79.svg"/><Relationship Id="rId12" Type="http://schemas.openxmlformats.org/officeDocument/2006/relationships/image" Target="../media/image84.svg"/><Relationship Id="rId2" Type="http://schemas.openxmlformats.org/officeDocument/2006/relationships/notesSlide" Target="../notesSlides/notesSlide5.xml"/><Relationship Id="rId1" Type="http://schemas.openxmlformats.org/officeDocument/2006/relationships/slideLayout" Target="../slideLayouts/slideLayout134.xml"/><Relationship Id="rId6" Type="http://schemas.openxmlformats.org/officeDocument/2006/relationships/image" Target="../media/image78.svg"/><Relationship Id="rId11" Type="http://schemas.openxmlformats.org/officeDocument/2006/relationships/image" Target="../media/image83.svg"/><Relationship Id="rId5" Type="http://schemas.openxmlformats.org/officeDocument/2006/relationships/image" Target="../media/image77.svg"/><Relationship Id="rId15" Type="http://schemas.openxmlformats.org/officeDocument/2006/relationships/image" Target="../media/image87.sv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svg"/><Relationship Id="rId14" Type="http://schemas.openxmlformats.org/officeDocument/2006/relationships/image" Target="../media/image86.svg"/></Relationships>
</file>

<file path=ppt/slides/_rels/slide13.xml.rels><?xml version="1.0" encoding="UTF-8" standalone="yes"?>
<Relationships xmlns="http://schemas.openxmlformats.org/package/2006/relationships"><Relationship Id="rId8" Type="http://schemas.openxmlformats.org/officeDocument/2006/relationships/image" Target="../media/image93.svg"/><Relationship Id="rId3" Type="http://schemas.microsoft.com/office/2007/relationships/hdphoto" Target="../media/hdphoto7.wdp"/><Relationship Id="rId7" Type="http://schemas.openxmlformats.org/officeDocument/2006/relationships/image" Target="../media/image92.svg"/><Relationship Id="rId2" Type="http://schemas.openxmlformats.org/officeDocument/2006/relationships/image" Target="../media/image88.png"/><Relationship Id="rId1" Type="http://schemas.openxmlformats.org/officeDocument/2006/relationships/slideLayout" Target="../slideLayouts/slideLayout134.xml"/><Relationship Id="rId6" Type="http://schemas.openxmlformats.org/officeDocument/2006/relationships/image" Target="../media/image91.svg"/><Relationship Id="rId11" Type="http://schemas.openxmlformats.org/officeDocument/2006/relationships/image" Target="../media/image96.svg"/><Relationship Id="rId5" Type="http://schemas.openxmlformats.org/officeDocument/2006/relationships/image" Target="../media/image90.svg"/><Relationship Id="rId10" Type="http://schemas.openxmlformats.org/officeDocument/2006/relationships/image" Target="../media/image95.svg"/><Relationship Id="rId4" Type="http://schemas.openxmlformats.org/officeDocument/2006/relationships/image" Target="../media/image89.svg"/><Relationship Id="rId9" Type="http://schemas.openxmlformats.org/officeDocument/2006/relationships/image" Target="../media/image9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15.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customXml" Target="../ink/ink2.xml"/><Relationship Id="rId18" Type="http://schemas.openxmlformats.org/officeDocument/2006/relationships/image" Target="../media/image100.pn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97.png"/><Relationship Id="rId17" Type="http://schemas.openxmlformats.org/officeDocument/2006/relationships/image" Target="../media/image99.png"/><Relationship Id="rId2" Type="http://schemas.openxmlformats.org/officeDocument/2006/relationships/notesSlide" Target="../notesSlides/notesSlide6.xml"/><Relationship Id="rId16" Type="http://schemas.openxmlformats.org/officeDocument/2006/relationships/customXml" Target="../ink/ink4.xml"/><Relationship Id="rId1" Type="http://schemas.openxmlformats.org/officeDocument/2006/relationships/slideLayout" Target="../slideLayouts/slideLayout134.xml"/><Relationship Id="rId6" Type="http://schemas.openxmlformats.org/officeDocument/2006/relationships/image" Target="../media/image22.svg"/><Relationship Id="rId11" Type="http://schemas.openxmlformats.org/officeDocument/2006/relationships/customXml" Target="../ink/ink1.xml"/><Relationship Id="rId5" Type="http://schemas.openxmlformats.org/officeDocument/2006/relationships/image" Target="../media/image21.svg"/><Relationship Id="rId15" Type="http://schemas.openxmlformats.org/officeDocument/2006/relationships/customXml" Target="../ink/ink3.xml"/><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svg"/><Relationship Id="rId14" Type="http://schemas.openxmlformats.org/officeDocument/2006/relationships/image" Target="../media/image98.png"/></Relationships>
</file>

<file path=ppt/slides/_rels/slide1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jpeg"/><Relationship Id="rId1" Type="http://schemas.openxmlformats.org/officeDocument/2006/relationships/slideLayout" Target="../slideLayouts/slideLayout1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ADFCC-8C04-5E9C-C263-DEF1A5DEE2C8}"/>
            </a:ext>
          </a:extLst>
        </p:cNvPr>
        <p:cNvGrpSpPr/>
        <p:nvPr/>
      </p:nvGrpSpPr>
      <p:grpSpPr>
        <a:xfrm>
          <a:off x="0" y="0"/>
          <a:ext cx="0" cy="0"/>
          <a:chOff x="0" y="0"/>
          <a:chExt cx="0" cy="0"/>
        </a:xfrm>
      </p:grpSpPr>
      <p:pic>
        <p:nvPicPr>
          <p:cNvPr id="22" name="Picture Placeholder 21" descr="A group of cubes with glowing lights&#10;&#10;AI-generated content may be incorrect.">
            <a:extLst>
              <a:ext uri="{FF2B5EF4-FFF2-40B4-BE49-F238E27FC236}">
                <a16:creationId xmlns:a16="http://schemas.microsoft.com/office/drawing/2014/main" id="{22D869EE-5E6B-5AA0-AE98-ECB3C8BCC2EC}"/>
              </a:ext>
            </a:extLst>
          </p:cNvPr>
          <p:cNvPicPr>
            <a:picLocks noGrp="1" noChangeAspect="1"/>
          </p:cNvPicPr>
          <p:nvPr>
            <p:ph type="pic" sz="quarter" idx="13"/>
          </p:nvPr>
        </p:nvPicPr>
        <p:blipFill>
          <a:blip r:embed="rId2" cstate="hqprint">
            <a:extLst>
              <a:ext uri="{28A0092B-C50C-407E-A947-70E740481C1C}">
                <a14:useLocalDpi xmlns:a14="http://schemas.microsoft.com/office/drawing/2010/main"/>
              </a:ext>
            </a:extLst>
          </a:blip>
          <a:srcRect/>
          <a:stretch>
            <a:fillRect/>
          </a:stretch>
        </p:blipFill>
        <p:spPr/>
      </p:pic>
      <p:sp>
        <p:nvSpPr>
          <p:cNvPr id="16" name="Title 15">
            <a:extLst>
              <a:ext uri="{FF2B5EF4-FFF2-40B4-BE49-F238E27FC236}">
                <a16:creationId xmlns:a16="http://schemas.microsoft.com/office/drawing/2014/main" id="{48D5BCFE-0BB6-7EB3-1AD7-51B0EEC674BC}"/>
              </a:ext>
            </a:extLst>
          </p:cNvPr>
          <p:cNvSpPr>
            <a:spLocks noGrp="1"/>
          </p:cNvSpPr>
          <p:nvPr>
            <p:ph type="title"/>
          </p:nvPr>
        </p:nvSpPr>
        <p:spPr>
          <a:xfrm>
            <a:off x="1214393" y="3226665"/>
            <a:ext cx="7910355" cy="1037327"/>
          </a:xfrm>
        </p:spPr>
        <p:txBody>
          <a:bodyPr/>
          <a:lstStyle/>
          <a:p>
            <a:pPr lvl="0"/>
            <a:br>
              <a:rPr lang="en-US" sz="7200">
                <a:latin typeface="Ubuntu Light" panose="020B0304030602030204" pitchFamily="34" charset="0"/>
              </a:rPr>
            </a:br>
            <a:br>
              <a:rPr lang="en-US" sz="7200">
                <a:latin typeface="Ubuntu Light" panose="020B0304030602030204" pitchFamily="34" charset="0"/>
              </a:rPr>
            </a:br>
            <a:r>
              <a:rPr lang="en-US" sz="7200">
                <a:latin typeface="Ubuntu Light" panose="020B0304030602030204" pitchFamily="34" charset="0"/>
              </a:rPr>
              <a:t>Operating Models in the age of AI</a:t>
            </a:r>
          </a:p>
        </p:txBody>
      </p:sp>
      <p:sp>
        <p:nvSpPr>
          <p:cNvPr id="18" name="Text Placeholder 17">
            <a:extLst>
              <a:ext uri="{FF2B5EF4-FFF2-40B4-BE49-F238E27FC236}">
                <a16:creationId xmlns:a16="http://schemas.microsoft.com/office/drawing/2014/main" id="{9B4BD691-B08E-6AE7-B2AB-F8883AB30D14}"/>
              </a:ext>
            </a:extLst>
          </p:cNvPr>
          <p:cNvSpPr>
            <a:spLocks noGrp="1"/>
          </p:cNvSpPr>
          <p:nvPr>
            <p:ph type="body" sz="quarter" idx="14"/>
          </p:nvPr>
        </p:nvSpPr>
        <p:spPr>
          <a:xfrm>
            <a:off x="1212285" y="5251824"/>
            <a:ext cx="6578080" cy="659722"/>
          </a:xfrm>
        </p:spPr>
        <p:txBody>
          <a:bodyPr/>
          <a:lstStyle/>
          <a:p>
            <a:r>
              <a:rPr lang="en-US" sz="2000" b="1"/>
              <a:t>What best practice looks like</a:t>
            </a:r>
            <a:endParaRPr lang="en-US" sz="2000"/>
          </a:p>
        </p:txBody>
      </p:sp>
      <p:sp>
        <p:nvSpPr>
          <p:cNvPr id="12" name="Text Placeholder 11">
            <a:extLst>
              <a:ext uri="{FF2B5EF4-FFF2-40B4-BE49-F238E27FC236}">
                <a16:creationId xmlns:a16="http://schemas.microsoft.com/office/drawing/2014/main" id="{C2C519EB-A9E6-ECA3-40F7-D34844931E7D}"/>
              </a:ext>
            </a:extLst>
          </p:cNvPr>
          <p:cNvSpPr>
            <a:spLocks noGrp="1"/>
          </p:cNvSpPr>
          <p:nvPr>
            <p:ph type="body" sz="quarter" idx="15"/>
          </p:nvPr>
        </p:nvSpPr>
        <p:spPr/>
        <p:txBody>
          <a:bodyPr/>
          <a:lstStyle/>
          <a:p>
            <a:r>
              <a:rPr lang="en-US" b="1">
                <a:solidFill>
                  <a:srgbClr val="FFFFFF"/>
                </a:solidFill>
                <a:latin typeface="Ubuntu" panose="020B0504030602030204" pitchFamily="34" charset="0"/>
              </a:rPr>
              <a:t>January 2026</a:t>
            </a:r>
            <a:endParaRPr lang="en-US">
              <a:solidFill>
                <a:srgbClr val="FFFFFF"/>
              </a:solidFill>
              <a:latin typeface="Ubuntu" panose="020B0504030602030204" pitchFamily="34" charset="0"/>
            </a:endParaRPr>
          </a:p>
          <a:p>
            <a:endParaRPr lang="en-US"/>
          </a:p>
        </p:txBody>
      </p:sp>
      <p:pic>
        <p:nvPicPr>
          <p:cNvPr id="5" name="Picture 4" descr="Data security label">
            <a:extLst>
              <a:ext uri="{FF2B5EF4-FFF2-40B4-BE49-F238E27FC236}">
                <a16:creationId xmlns:a16="http://schemas.microsoft.com/office/drawing/2014/main" id="{5CA1D735-AA49-6EF8-4F7B-3D8C0BF745A1}"/>
              </a:ext>
              <a:ext uri="{C183D7F6-B498-43B3-948B-1728B52AA6E4}">
                <adec:decorative xmlns:adec="http://schemas.microsoft.com/office/drawing/2017/decorative" val="0"/>
              </a:ext>
            </a:extLst>
          </p:cNvPr>
          <p:cNvPicPr/>
          <p:nvPr/>
        </p:nvPicPr>
        <p:blipFill>
          <a:blip r:embed="rId3" cstate="screen">
            <a:extLst>
              <a:ext uri="{28A0092B-C50C-407E-A947-70E740481C1C}">
                <a14:useLocalDpi xmlns:a14="http://schemas.microsoft.com/office/drawing/2010/main"/>
              </a:ext>
            </a:extLst>
          </a:blip>
          <a:stretch>
            <a:fillRect/>
          </a:stretch>
        </p:blipFill>
        <p:spPr>
          <a:xfrm>
            <a:off x="11640477" y="180491"/>
            <a:ext cx="406401" cy="406400"/>
          </a:xfrm>
          <a:prstGeom prst="rect">
            <a:avLst/>
          </a:prstGeom>
        </p:spPr>
      </p:pic>
    </p:spTree>
    <p:extLst>
      <p:ext uri="{BB962C8B-B14F-4D97-AF65-F5344CB8AC3E}">
        <p14:creationId xmlns:p14="http://schemas.microsoft.com/office/powerpoint/2010/main" val="2714506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47340-8F97-2F9F-02C9-A154AB6FB4E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39E39B3-C2F5-3E1B-B5DD-FA473C587606}"/>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C73A618C-1DF3-16B1-5D9C-71BB97535391}"/>
              </a:ext>
            </a:extLst>
          </p:cNvPr>
          <p:cNvSpPr>
            <a:spLocks noGrp="1"/>
          </p:cNvSpPr>
          <p:nvPr>
            <p:ph type="ftr" sz="quarter" idx="25"/>
          </p:nvPr>
        </p:nvSpPr>
        <p:spPr/>
        <p:txBody>
          <a:bodyPr/>
          <a:lstStyle/>
          <a:p>
            <a:pPr>
              <a:defRPr/>
            </a:pPr>
            <a:r>
              <a:rPr lang="en-US" kern="0">
                <a:solidFill>
                  <a:srgbClr val="A6A6A6"/>
                </a:solidFill>
                <a:cs typeface="Arial" panose="020B0604020202020204" pitchFamily="34" charset="0"/>
              </a:rPr>
              <a:t>Operating Models in the age of AI</a:t>
            </a:r>
            <a:endParaRPr lang="en-US" sz="100" kern="0">
              <a:solidFill>
                <a:srgbClr val="A6A6A6"/>
              </a:solidFill>
              <a:latin typeface="Ubuntu" panose="020B0504030602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D05AECE-7896-3004-7301-473878D3D585}"/>
              </a:ext>
            </a:extLst>
          </p:cNvPr>
          <p:cNvSpPr>
            <a:spLocks noGrp="1"/>
          </p:cNvSpPr>
          <p:nvPr>
            <p:ph type="sldNum" sz="quarter" idx="26"/>
          </p:nvPr>
        </p:nvSpPr>
        <p:spPr/>
        <p:txBody>
          <a:bodyPr/>
          <a:lstStyle/>
          <a:p>
            <a:pPr algn="r"/>
            <a:fld id="{5D9A5160-6218-4E5A-B9E6-B93E3DAE377C}" type="slidenum">
              <a:rPr lang="en-US" smtClean="0"/>
              <a:pPr algn="r"/>
              <a:t>2</a:t>
            </a:fld>
            <a:endParaRPr lang="en-US"/>
          </a:p>
        </p:txBody>
      </p:sp>
      <p:grpSp>
        <p:nvGrpSpPr>
          <p:cNvPr id="34" name="Group 37">
            <a:extLst>
              <a:ext uri="{FF2B5EF4-FFF2-40B4-BE49-F238E27FC236}">
                <a16:creationId xmlns:a16="http://schemas.microsoft.com/office/drawing/2014/main" id="{2C02170A-93B8-7F35-CC97-B1B196A23486}"/>
              </a:ext>
            </a:extLst>
          </p:cNvPr>
          <p:cNvGrpSpPr/>
          <p:nvPr/>
        </p:nvGrpSpPr>
        <p:grpSpPr>
          <a:xfrm>
            <a:off x="11770322" y="176700"/>
            <a:ext cx="260230" cy="240782"/>
            <a:chOff x="5481638" y="2859088"/>
            <a:chExt cx="1231900" cy="1139825"/>
          </a:xfrm>
          <a:solidFill>
            <a:schemeClr val="bg1"/>
          </a:solidFill>
        </p:grpSpPr>
        <p:sp>
          <p:nvSpPr>
            <p:cNvPr id="35" name="Freeform 320">
              <a:extLst>
                <a:ext uri="{FF2B5EF4-FFF2-40B4-BE49-F238E27FC236}">
                  <a16:creationId xmlns:a16="http://schemas.microsoft.com/office/drawing/2014/main" id="{A395907D-4FDF-CCF3-69ED-02BCC5FD5C0C}"/>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 name="Freeform 321">
              <a:extLst>
                <a:ext uri="{FF2B5EF4-FFF2-40B4-BE49-F238E27FC236}">
                  <a16:creationId xmlns:a16="http://schemas.microsoft.com/office/drawing/2014/main" id="{2DF9002C-7D8E-55B4-0CCB-683F3A02F5B7}"/>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6" name="TextBox 5">
            <a:extLst>
              <a:ext uri="{FF2B5EF4-FFF2-40B4-BE49-F238E27FC236}">
                <a16:creationId xmlns:a16="http://schemas.microsoft.com/office/drawing/2014/main" id="{6E006934-431F-B861-594B-6BC44501B19B}"/>
              </a:ext>
            </a:extLst>
          </p:cNvPr>
          <p:cNvSpPr txBox="1"/>
          <p:nvPr/>
        </p:nvSpPr>
        <p:spPr>
          <a:xfrm>
            <a:off x="4765040" y="2072273"/>
            <a:ext cx="6751320" cy="3416320"/>
          </a:xfrm>
          <a:prstGeom prst="rect">
            <a:avLst/>
          </a:prstGeom>
          <a:noFill/>
        </p:spPr>
        <p:txBody>
          <a:bodyPr wrap="square">
            <a:spAutoFit/>
          </a:bodyPr>
          <a:lstStyle/>
          <a:p>
            <a:r>
              <a:rPr lang="en-US" sz="2400">
                <a:solidFill>
                  <a:schemeClr val="bg1"/>
                </a:solidFill>
              </a:rPr>
              <a:t>The digital landscape isn’t just evolving – it’s </a:t>
            </a:r>
            <a:r>
              <a:rPr lang="en-US" sz="2400" b="1">
                <a:solidFill>
                  <a:schemeClr val="accent2"/>
                </a:solidFill>
              </a:rPr>
              <a:t>rewriting the rules </a:t>
            </a:r>
            <a:r>
              <a:rPr lang="en-US" sz="2400">
                <a:solidFill>
                  <a:schemeClr val="bg1"/>
                </a:solidFill>
              </a:rPr>
              <a:t>of enterprise IT. In this era of </a:t>
            </a:r>
            <a:r>
              <a:rPr lang="en-US" sz="2400" b="1">
                <a:solidFill>
                  <a:schemeClr val="accent2"/>
                </a:solidFill>
              </a:rPr>
              <a:t>intelligent organizations</a:t>
            </a:r>
            <a:r>
              <a:rPr lang="en-US" sz="2400">
                <a:solidFill>
                  <a:schemeClr val="bg1"/>
                </a:solidFill>
              </a:rPr>
              <a:t>, success depends on building systems that are </a:t>
            </a:r>
            <a:r>
              <a:rPr lang="en-US" sz="2400" b="1">
                <a:solidFill>
                  <a:schemeClr val="accent2"/>
                </a:solidFill>
              </a:rPr>
              <a:t>resilient, adaptive, and capable of continuous learning</a:t>
            </a:r>
            <a:r>
              <a:rPr lang="en-US" sz="2400">
                <a:solidFill>
                  <a:schemeClr val="bg1"/>
                </a:solidFill>
              </a:rPr>
              <a:t>. </a:t>
            </a:r>
            <a:r>
              <a:rPr lang="en-US" sz="2400" b="1">
                <a:solidFill>
                  <a:schemeClr val="accent2"/>
                </a:solidFill>
              </a:rPr>
              <a:t>AI </a:t>
            </a:r>
            <a:r>
              <a:rPr lang="en-US" sz="2400">
                <a:solidFill>
                  <a:schemeClr val="bg1"/>
                </a:solidFill>
              </a:rPr>
              <a:t>won’t be a bolt-on feature; it will be the </a:t>
            </a:r>
            <a:r>
              <a:rPr lang="en-US" sz="2400" b="1">
                <a:solidFill>
                  <a:schemeClr val="accent2"/>
                </a:solidFill>
              </a:rPr>
              <a:t>game changer</a:t>
            </a:r>
            <a:r>
              <a:rPr lang="en-US" sz="2400" b="1">
                <a:solidFill>
                  <a:schemeClr val="bg1"/>
                </a:solidFill>
              </a:rPr>
              <a:t> </a:t>
            </a:r>
            <a:r>
              <a:rPr lang="en-US" sz="2400">
                <a:solidFill>
                  <a:schemeClr val="bg1"/>
                </a:solidFill>
              </a:rPr>
              <a:t>that transforms your operating model, your architecture, and your role. </a:t>
            </a:r>
          </a:p>
        </p:txBody>
      </p:sp>
      <p:pic>
        <p:nvPicPr>
          <p:cNvPr id="23" name="Picture Placeholder 22" descr="A hand pointing at a blue light&#10;&#10;AI-generated content may be incorrect.">
            <a:extLst>
              <a:ext uri="{FF2B5EF4-FFF2-40B4-BE49-F238E27FC236}">
                <a16:creationId xmlns:a16="http://schemas.microsoft.com/office/drawing/2014/main" id="{F863CA93-51E9-D0A4-EC9F-E50A3C3F1894}"/>
              </a:ext>
            </a:extLst>
          </p:cNvPr>
          <p:cNvPicPr>
            <a:picLocks noGrp="1" noChangeAspect="1"/>
          </p:cNvPicPr>
          <p:nvPr>
            <p:ph type="pic" sz="quarter" idx="19"/>
          </p:nvPr>
        </p:nvPicPr>
        <p:blipFill>
          <a:blip r:embed="rId3" cstate="hqprint">
            <a:extLst>
              <a:ext uri="{28A0092B-C50C-407E-A947-70E740481C1C}">
                <a14:useLocalDpi xmlns:a14="http://schemas.microsoft.com/office/drawing/2010/main"/>
              </a:ext>
            </a:extLst>
          </a:blip>
          <a:srcRect/>
          <a:stretch>
            <a:fillRect/>
          </a:stretch>
        </p:blipFill>
        <p:spPr>
          <a:xfrm>
            <a:off x="-19182" y="0"/>
            <a:ext cx="4242121" cy="6858000"/>
          </a:xfrm>
        </p:spPr>
      </p:pic>
      <p:sp>
        <p:nvSpPr>
          <p:cNvPr id="59" name="Rectangle 58">
            <a:extLst>
              <a:ext uri="{FF2B5EF4-FFF2-40B4-BE49-F238E27FC236}">
                <a16:creationId xmlns:a16="http://schemas.microsoft.com/office/drawing/2014/main" id="{45C5625E-5E2E-3DDF-B434-B01A350F4AFC}"/>
              </a:ext>
              <a:ext uri="{C183D7F6-B498-43B3-948B-1728B52AA6E4}">
                <adec:decorative xmlns:adec="http://schemas.microsoft.com/office/drawing/2017/decorative" val="1"/>
              </a:ext>
            </a:extLst>
          </p:cNvPr>
          <p:cNvSpPr/>
          <p:nvPr/>
        </p:nvSpPr>
        <p:spPr>
          <a:xfrm rot="16200000" flipV="1">
            <a:off x="730535" y="3312667"/>
            <a:ext cx="6858000" cy="232665"/>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252531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86F85-8560-44AD-9100-52D99D4CB66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0D0C962-009F-452B-491A-BE4A58257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403C0F49-676F-8B6A-44D4-71BEE2D27AD5}"/>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C5AB77A3-BCDD-9B05-1A10-89324FD9305B}"/>
              </a:ext>
            </a:extLst>
          </p:cNvPr>
          <p:cNvSpPr>
            <a:spLocks noGrp="1"/>
          </p:cNvSpPr>
          <p:nvPr>
            <p:ph type="sldNum" sz="quarter" idx="12"/>
          </p:nvPr>
        </p:nvSpPr>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C2CB4FEC-7161-2BBC-3FDA-AAD2931099B4}"/>
              </a:ext>
            </a:extLst>
          </p:cNvPr>
          <p:cNvSpPr>
            <a:spLocks noGrp="1"/>
          </p:cNvSpPr>
          <p:nvPr>
            <p:ph type="title"/>
          </p:nvPr>
        </p:nvSpPr>
        <p:spPr>
          <a:xfrm>
            <a:off x="551384" y="549274"/>
            <a:ext cx="11459622" cy="930372"/>
          </a:xfrm>
        </p:spPr>
        <p:txBody>
          <a:bodyPr/>
          <a:lstStyle/>
          <a:p>
            <a:r>
              <a:rPr lang="en-US"/>
              <a:t>We believe, that AI is the catalyst for a flow based operating model, that unlocks speed and delivery excellence</a:t>
            </a:r>
            <a:endParaRPr lang="de-DE"/>
          </a:p>
        </p:txBody>
      </p:sp>
      <p:sp>
        <p:nvSpPr>
          <p:cNvPr id="7" name="Rechteck 21">
            <a:extLst>
              <a:ext uri="{FF2B5EF4-FFF2-40B4-BE49-F238E27FC236}">
                <a16:creationId xmlns:a16="http://schemas.microsoft.com/office/drawing/2014/main" id="{86922680-F4B8-B390-B382-13B496272BCB}"/>
              </a:ext>
            </a:extLst>
          </p:cNvPr>
          <p:cNvSpPr/>
          <p:nvPr/>
        </p:nvSpPr>
        <p:spPr>
          <a:xfrm>
            <a:off x="1497690" y="2741358"/>
            <a:ext cx="6109430" cy="928800"/>
          </a:xfrm>
          <a:prstGeom prst="rect">
            <a:avLst/>
          </a:prstGeom>
          <a:solidFill>
            <a:schemeClr val="accent1">
              <a:lumMod val="75000"/>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spcAft>
                <a:spcPts val="600"/>
              </a:spcAft>
            </a:pPr>
            <a:r>
              <a:rPr lang="en-US" sz="1200" b="1" i="0">
                <a:solidFill>
                  <a:schemeClr val="bg1"/>
                </a:solidFill>
                <a:effectLst/>
              </a:rPr>
              <a:t>Infuse </a:t>
            </a:r>
            <a:r>
              <a:rPr lang="en-US" sz="1200" b="1" i="0">
                <a:solidFill>
                  <a:schemeClr val="accent2"/>
                </a:solidFill>
                <a:effectLst/>
              </a:rPr>
              <a:t>Customer-Centricity</a:t>
            </a:r>
            <a:r>
              <a:rPr lang="en-US" sz="1200" b="1" i="0">
                <a:solidFill>
                  <a:schemeClr val="bg1"/>
                </a:solidFill>
                <a:effectLst/>
              </a:rPr>
              <a:t> into Product Development</a:t>
            </a:r>
          </a:p>
          <a:p>
            <a:pPr>
              <a:spcAft>
                <a:spcPts val="600"/>
              </a:spcAft>
            </a:pPr>
            <a:r>
              <a:rPr lang="en-US" sz="1200">
                <a:solidFill>
                  <a:schemeClr val="bg1"/>
                </a:solidFill>
              </a:rPr>
              <a:t>Embed customer insights and feedback loops into every stage of product development, powered by AI agents that analyze behavior and preferences.</a:t>
            </a:r>
            <a:endParaRPr lang="en-GB" sz="1200">
              <a:solidFill>
                <a:schemeClr val="bg2">
                  <a:lumMod val="50000"/>
                </a:schemeClr>
              </a:solidFill>
            </a:endParaRPr>
          </a:p>
        </p:txBody>
      </p:sp>
      <p:sp>
        <p:nvSpPr>
          <p:cNvPr id="8" name="Rectangle 7">
            <a:extLst>
              <a:ext uri="{FF2B5EF4-FFF2-40B4-BE49-F238E27FC236}">
                <a16:creationId xmlns:a16="http://schemas.microsoft.com/office/drawing/2014/main" id="{C96D1A07-84BD-6D5E-41AF-8C4F8130FA30}"/>
              </a:ext>
            </a:extLst>
          </p:cNvPr>
          <p:cNvSpPr/>
          <p:nvPr/>
        </p:nvSpPr>
        <p:spPr>
          <a:xfrm>
            <a:off x="565002" y="2741358"/>
            <a:ext cx="932688" cy="928800"/>
          </a:xfrm>
          <a:prstGeom prst="rect">
            <a:avLst/>
          </a:prstGeom>
          <a:solidFill>
            <a:schemeClr val="accent1">
              <a:lumMod val="50000"/>
              <a:alpha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nvGrpSpPr>
          <p:cNvPr id="12" name="Graphic 2">
            <a:extLst>
              <a:ext uri="{FF2B5EF4-FFF2-40B4-BE49-F238E27FC236}">
                <a16:creationId xmlns:a16="http://schemas.microsoft.com/office/drawing/2014/main" id="{51A4F627-B8D3-8867-F717-F61279C540E2}"/>
              </a:ext>
            </a:extLst>
          </p:cNvPr>
          <p:cNvGrpSpPr>
            <a:grpSpLocks noChangeAspect="1"/>
          </p:cNvGrpSpPr>
          <p:nvPr/>
        </p:nvGrpSpPr>
        <p:grpSpPr>
          <a:xfrm>
            <a:off x="762432" y="2963811"/>
            <a:ext cx="497343" cy="470323"/>
            <a:chOff x="5857979" y="3152586"/>
            <a:chExt cx="476043" cy="450181"/>
          </a:xfrm>
          <a:solidFill>
            <a:schemeClr val="bg1"/>
          </a:solidFill>
        </p:grpSpPr>
        <p:sp>
          <p:nvSpPr>
            <p:cNvPr id="13" name="Freeform: Shape 12">
              <a:extLst>
                <a:ext uri="{FF2B5EF4-FFF2-40B4-BE49-F238E27FC236}">
                  <a16:creationId xmlns:a16="http://schemas.microsoft.com/office/drawing/2014/main" id="{5DEE8D09-6399-F0A7-8536-5C03F2BBDC3B}"/>
                </a:ext>
              </a:extLst>
            </p:cNvPr>
            <p:cNvSpPr/>
            <p:nvPr/>
          </p:nvSpPr>
          <p:spPr>
            <a:xfrm>
              <a:off x="5957047" y="3152586"/>
              <a:ext cx="308785" cy="231588"/>
            </a:xfrm>
            <a:custGeom>
              <a:avLst/>
              <a:gdLst>
                <a:gd name="connsiteX0" fmla="*/ 31522 w 308784"/>
                <a:gd name="connsiteY0" fmla="*/ 201353 h 231588"/>
                <a:gd name="connsiteX1" fmla="*/ 37697 w 308784"/>
                <a:gd name="connsiteY1" fmla="*/ 201353 h 231588"/>
                <a:gd name="connsiteX2" fmla="*/ 37697 w 308784"/>
                <a:gd name="connsiteY2" fmla="*/ 232617 h 231588"/>
                <a:gd name="connsiteX3" fmla="*/ 41686 w 308784"/>
                <a:gd name="connsiteY3" fmla="*/ 238536 h 231588"/>
                <a:gd name="connsiteX4" fmla="*/ 44130 w 308784"/>
                <a:gd name="connsiteY4" fmla="*/ 238536 h 231588"/>
                <a:gd name="connsiteX5" fmla="*/ 48634 w 308784"/>
                <a:gd name="connsiteY5" fmla="*/ 236606 h 231588"/>
                <a:gd name="connsiteX6" fmla="*/ 84401 w 308784"/>
                <a:gd name="connsiteY6" fmla="*/ 200838 h 231588"/>
                <a:gd name="connsiteX7" fmla="*/ 169703 w 308784"/>
                <a:gd name="connsiteY7" fmla="*/ 200838 h 231588"/>
                <a:gd name="connsiteX8" fmla="*/ 201225 w 308784"/>
                <a:gd name="connsiteY8" fmla="*/ 169188 h 231588"/>
                <a:gd name="connsiteX9" fmla="*/ 201225 w 308784"/>
                <a:gd name="connsiteY9" fmla="*/ 125958 h 231588"/>
                <a:gd name="connsiteX10" fmla="*/ 229916 w 308784"/>
                <a:gd name="connsiteY10" fmla="*/ 125958 h 231588"/>
                <a:gd name="connsiteX11" fmla="*/ 265683 w 308784"/>
                <a:gd name="connsiteY11" fmla="*/ 161726 h 231588"/>
                <a:gd name="connsiteX12" fmla="*/ 270187 w 308784"/>
                <a:gd name="connsiteY12" fmla="*/ 163656 h 231588"/>
                <a:gd name="connsiteX13" fmla="*/ 272631 w 308784"/>
                <a:gd name="connsiteY13" fmla="*/ 163656 h 231588"/>
                <a:gd name="connsiteX14" fmla="*/ 276620 w 308784"/>
                <a:gd name="connsiteY14" fmla="*/ 157737 h 231588"/>
                <a:gd name="connsiteX15" fmla="*/ 276620 w 308784"/>
                <a:gd name="connsiteY15" fmla="*/ 125958 h 231588"/>
                <a:gd name="connsiteX16" fmla="*/ 282795 w 308784"/>
                <a:gd name="connsiteY16" fmla="*/ 125958 h 231588"/>
                <a:gd name="connsiteX17" fmla="*/ 314317 w 308784"/>
                <a:gd name="connsiteY17" fmla="*/ 94308 h 231588"/>
                <a:gd name="connsiteX18" fmla="*/ 314317 w 308784"/>
                <a:gd name="connsiteY18" fmla="*/ 31522 h 231588"/>
                <a:gd name="connsiteX19" fmla="*/ 282795 w 308784"/>
                <a:gd name="connsiteY19" fmla="*/ 0 h 231588"/>
                <a:gd name="connsiteX20" fmla="*/ 144614 w 308784"/>
                <a:gd name="connsiteY20" fmla="*/ 0 h 231588"/>
                <a:gd name="connsiteX21" fmla="*/ 113092 w 308784"/>
                <a:gd name="connsiteY21" fmla="*/ 31522 h 231588"/>
                <a:gd name="connsiteX22" fmla="*/ 113092 w 308784"/>
                <a:gd name="connsiteY22" fmla="*/ 75395 h 231588"/>
                <a:gd name="connsiteX23" fmla="*/ 31522 w 308784"/>
                <a:gd name="connsiteY23" fmla="*/ 75395 h 231588"/>
                <a:gd name="connsiteX24" fmla="*/ 0 w 308784"/>
                <a:gd name="connsiteY24" fmla="*/ 106916 h 231588"/>
                <a:gd name="connsiteX25" fmla="*/ 0 w 308784"/>
                <a:gd name="connsiteY25" fmla="*/ 169703 h 231588"/>
                <a:gd name="connsiteX26" fmla="*/ 31522 w 308784"/>
                <a:gd name="connsiteY26" fmla="*/ 201353 h 231588"/>
                <a:gd name="connsiteX27" fmla="*/ 125958 w 308784"/>
                <a:gd name="connsiteY27" fmla="*/ 31522 h 231588"/>
                <a:gd name="connsiteX28" fmla="*/ 144614 w 308784"/>
                <a:gd name="connsiteY28" fmla="*/ 12866 h 231588"/>
                <a:gd name="connsiteX29" fmla="*/ 282795 w 308784"/>
                <a:gd name="connsiteY29" fmla="*/ 12866 h 231588"/>
                <a:gd name="connsiteX30" fmla="*/ 301451 w 308784"/>
                <a:gd name="connsiteY30" fmla="*/ 31522 h 231588"/>
                <a:gd name="connsiteX31" fmla="*/ 301451 w 308784"/>
                <a:gd name="connsiteY31" fmla="*/ 94308 h 231588"/>
                <a:gd name="connsiteX32" fmla="*/ 282924 w 308784"/>
                <a:gd name="connsiteY32" fmla="*/ 113092 h 231588"/>
                <a:gd name="connsiteX33" fmla="*/ 282795 w 308784"/>
                <a:gd name="connsiteY33" fmla="*/ 113092 h 231588"/>
                <a:gd name="connsiteX34" fmla="*/ 269929 w 308784"/>
                <a:gd name="connsiteY34" fmla="*/ 113092 h 231588"/>
                <a:gd name="connsiteX35" fmla="*/ 263496 w 308784"/>
                <a:gd name="connsiteY35" fmla="*/ 119525 h 231588"/>
                <a:gd name="connsiteX36" fmla="*/ 263496 w 308784"/>
                <a:gd name="connsiteY36" fmla="*/ 141526 h 231588"/>
                <a:gd name="connsiteX37" fmla="*/ 237121 w 308784"/>
                <a:gd name="connsiteY37" fmla="*/ 114893 h 231588"/>
                <a:gd name="connsiteX38" fmla="*/ 232489 w 308784"/>
                <a:gd name="connsiteY38" fmla="*/ 113092 h 231588"/>
                <a:gd name="connsiteX39" fmla="*/ 201225 w 308784"/>
                <a:gd name="connsiteY39" fmla="*/ 113092 h 231588"/>
                <a:gd name="connsiteX40" fmla="*/ 201225 w 308784"/>
                <a:gd name="connsiteY40" fmla="*/ 106916 h 231588"/>
                <a:gd name="connsiteX41" fmla="*/ 169703 w 308784"/>
                <a:gd name="connsiteY41" fmla="*/ 75395 h 231588"/>
                <a:gd name="connsiteX42" fmla="*/ 125958 w 308784"/>
                <a:gd name="connsiteY42" fmla="*/ 75395 h 231588"/>
                <a:gd name="connsiteX43" fmla="*/ 12866 w 308784"/>
                <a:gd name="connsiteY43" fmla="*/ 106916 h 231588"/>
                <a:gd name="connsiteX44" fmla="*/ 31522 w 308784"/>
                <a:gd name="connsiteY44" fmla="*/ 88261 h 231588"/>
                <a:gd name="connsiteX45" fmla="*/ 169703 w 308784"/>
                <a:gd name="connsiteY45" fmla="*/ 88261 h 231588"/>
                <a:gd name="connsiteX46" fmla="*/ 188359 w 308784"/>
                <a:gd name="connsiteY46" fmla="*/ 106916 h 231588"/>
                <a:gd name="connsiteX47" fmla="*/ 188359 w 308784"/>
                <a:gd name="connsiteY47" fmla="*/ 169703 h 231588"/>
                <a:gd name="connsiteX48" fmla="*/ 169703 w 308784"/>
                <a:gd name="connsiteY48" fmla="*/ 188487 h 231588"/>
                <a:gd name="connsiteX49" fmla="*/ 81828 w 308784"/>
                <a:gd name="connsiteY49" fmla="*/ 188487 h 231588"/>
                <a:gd name="connsiteX50" fmla="*/ 77196 w 308784"/>
                <a:gd name="connsiteY50" fmla="*/ 190288 h 231588"/>
                <a:gd name="connsiteX51" fmla="*/ 50563 w 308784"/>
                <a:gd name="connsiteY51" fmla="*/ 217049 h 231588"/>
                <a:gd name="connsiteX52" fmla="*/ 50563 w 308784"/>
                <a:gd name="connsiteY52" fmla="*/ 194920 h 231588"/>
                <a:gd name="connsiteX53" fmla="*/ 44130 w 308784"/>
                <a:gd name="connsiteY53" fmla="*/ 188487 h 231588"/>
                <a:gd name="connsiteX54" fmla="*/ 31264 w 308784"/>
                <a:gd name="connsiteY54" fmla="*/ 188487 h 231588"/>
                <a:gd name="connsiteX55" fmla="*/ 12866 w 308784"/>
                <a:gd name="connsiteY55" fmla="*/ 169703 h 23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08784" h="231588">
                  <a:moveTo>
                    <a:pt x="31522" y="201353"/>
                  </a:moveTo>
                  <a:lnTo>
                    <a:pt x="37697" y="201353"/>
                  </a:lnTo>
                  <a:lnTo>
                    <a:pt x="37697" y="232617"/>
                  </a:lnTo>
                  <a:cubicBezTo>
                    <a:pt x="37710" y="235215"/>
                    <a:pt x="39284" y="237549"/>
                    <a:pt x="41686" y="238536"/>
                  </a:cubicBezTo>
                  <a:cubicBezTo>
                    <a:pt x="42495" y="238669"/>
                    <a:pt x="43321" y="238669"/>
                    <a:pt x="44130" y="238536"/>
                  </a:cubicBezTo>
                  <a:cubicBezTo>
                    <a:pt x="45825" y="238498"/>
                    <a:pt x="47438" y="237806"/>
                    <a:pt x="48634" y="236606"/>
                  </a:cubicBezTo>
                  <a:lnTo>
                    <a:pt x="84401" y="200838"/>
                  </a:lnTo>
                  <a:lnTo>
                    <a:pt x="169703" y="200838"/>
                  </a:lnTo>
                  <a:cubicBezTo>
                    <a:pt x="187133" y="200768"/>
                    <a:pt x="201225" y="186617"/>
                    <a:pt x="201225" y="169188"/>
                  </a:cubicBezTo>
                  <a:lnTo>
                    <a:pt x="201225" y="125958"/>
                  </a:lnTo>
                  <a:lnTo>
                    <a:pt x="229916" y="125958"/>
                  </a:lnTo>
                  <a:lnTo>
                    <a:pt x="265683" y="161726"/>
                  </a:lnTo>
                  <a:cubicBezTo>
                    <a:pt x="266845" y="162975"/>
                    <a:pt x="268481" y="163676"/>
                    <a:pt x="270187" y="163656"/>
                  </a:cubicBezTo>
                  <a:cubicBezTo>
                    <a:pt x="270996" y="163789"/>
                    <a:pt x="271822" y="163789"/>
                    <a:pt x="272631" y="163656"/>
                  </a:cubicBezTo>
                  <a:cubicBezTo>
                    <a:pt x="275033" y="162669"/>
                    <a:pt x="276607" y="160335"/>
                    <a:pt x="276620" y="157737"/>
                  </a:cubicBezTo>
                  <a:lnTo>
                    <a:pt x="276620" y="125958"/>
                  </a:lnTo>
                  <a:lnTo>
                    <a:pt x="282795" y="125958"/>
                  </a:lnTo>
                  <a:cubicBezTo>
                    <a:pt x="300225" y="125887"/>
                    <a:pt x="314317" y="111738"/>
                    <a:pt x="314317" y="94308"/>
                  </a:cubicBezTo>
                  <a:lnTo>
                    <a:pt x="314317" y="31522"/>
                  </a:lnTo>
                  <a:cubicBezTo>
                    <a:pt x="314317" y="14113"/>
                    <a:pt x="300204" y="0"/>
                    <a:pt x="282795" y="0"/>
                  </a:cubicBezTo>
                  <a:lnTo>
                    <a:pt x="144614" y="0"/>
                  </a:lnTo>
                  <a:cubicBezTo>
                    <a:pt x="127205" y="0"/>
                    <a:pt x="113092" y="14113"/>
                    <a:pt x="113092" y="31522"/>
                  </a:cubicBezTo>
                  <a:lnTo>
                    <a:pt x="113092" y="75395"/>
                  </a:lnTo>
                  <a:lnTo>
                    <a:pt x="31522" y="75395"/>
                  </a:lnTo>
                  <a:cubicBezTo>
                    <a:pt x="14113" y="75395"/>
                    <a:pt x="0" y="89507"/>
                    <a:pt x="0" y="106916"/>
                  </a:cubicBezTo>
                  <a:lnTo>
                    <a:pt x="0" y="169703"/>
                  </a:lnTo>
                  <a:cubicBezTo>
                    <a:pt x="0" y="187132"/>
                    <a:pt x="14092" y="201282"/>
                    <a:pt x="31522" y="201353"/>
                  </a:cubicBezTo>
                  <a:close/>
                  <a:moveTo>
                    <a:pt x="125958" y="31522"/>
                  </a:moveTo>
                  <a:cubicBezTo>
                    <a:pt x="125958" y="21218"/>
                    <a:pt x="134311" y="12866"/>
                    <a:pt x="144614" y="12866"/>
                  </a:cubicBezTo>
                  <a:lnTo>
                    <a:pt x="282795" y="12866"/>
                  </a:lnTo>
                  <a:cubicBezTo>
                    <a:pt x="293098" y="12866"/>
                    <a:pt x="301451" y="21218"/>
                    <a:pt x="301451" y="31522"/>
                  </a:cubicBezTo>
                  <a:lnTo>
                    <a:pt x="301451" y="94308"/>
                  </a:lnTo>
                  <a:cubicBezTo>
                    <a:pt x="301522" y="104611"/>
                    <a:pt x="293227" y="113021"/>
                    <a:pt x="282924" y="113092"/>
                  </a:cubicBezTo>
                  <a:cubicBezTo>
                    <a:pt x="282882" y="113092"/>
                    <a:pt x="282838" y="113092"/>
                    <a:pt x="282795" y="113092"/>
                  </a:cubicBezTo>
                  <a:lnTo>
                    <a:pt x="269929" y="113092"/>
                  </a:lnTo>
                  <a:cubicBezTo>
                    <a:pt x="266377" y="113092"/>
                    <a:pt x="263496" y="115972"/>
                    <a:pt x="263496" y="119525"/>
                  </a:cubicBezTo>
                  <a:lnTo>
                    <a:pt x="263496" y="141526"/>
                  </a:lnTo>
                  <a:lnTo>
                    <a:pt x="237121" y="114893"/>
                  </a:lnTo>
                  <a:cubicBezTo>
                    <a:pt x="235865" y="113721"/>
                    <a:pt x="234207" y="113076"/>
                    <a:pt x="232489" y="113092"/>
                  </a:cubicBezTo>
                  <a:lnTo>
                    <a:pt x="201225" y="113092"/>
                  </a:lnTo>
                  <a:lnTo>
                    <a:pt x="201225" y="106916"/>
                  </a:lnTo>
                  <a:cubicBezTo>
                    <a:pt x="201225" y="89507"/>
                    <a:pt x="187112" y="75395"/>
                    <a:pt x="169703" y="75395"/>
                  </a:cubicBezTo>
                  <a:lnTo>
                    <a:pt x="125958" y="75395"/>
                  </a:lnTo>
                  <a:close/>
                  <a:moveTo>
                    <a:pt x="12866" y="106916"/>
                  </a:moveTo>
                  <a:cubicBezTo>
                    <a:pt x="12866" y="96613"/>
                    <a:pt x="21219" y="88261"/>
                    <a:pt x="31522" y="88261"/>
                  </a:cubicBezTo>
                  <a:lnTo>
                    <a:pt x="169703" y="88261"/>
                  </a:lnTo>
                  <a:cubicBezTo>
                    <a:pt x="180006" y="88261"/>
                    <a:pt x="188359" y="96613"/>
                    <a:pt x="188359" y="106916"/>
                  </a:cubicBezTo>
                  <a:lnTo>
                    <a:pt x="188359" y="169703"/>
                  </a:lnTo>
                  <a:cubicBezTo>
                    <a:pt x="188359" y="180026"/>
                    <a:pt x="180027" y="188416"/>
                    <a:pt x="169703" y="188487"/>
                  </a:cubicBezTo>
                  <a:lnTo>
                    <a:pt x="81828" y="188487"/>
                  </a:lnTo>
                  <a:cubicBezTo>
                    <a:pt x="80110" y="188470"/>
                    <a:pt x="78452" y="189115"/>
                    <a:pt x="77196" y="190288"/>
                  </a:cubicBezTo>
                  <a:lnTo>
                    <a:pt x="50563" y="217049"/>
                  </a:lnTo>
                  <a:lnTo>
                    <a:pt x="50563" y="194920"/>
                  </a:lnTo>
                  <a:cubicBezTo>
                    <a:pt x="50563" y="191368"/>
                    <a:pt x="47683" y="188487"/>
                    <a:pt x="44130" y="188487"/>
                  </a:cubicBezTo>
                  <a:lnTo>
                    <a:pt x="31264" y="188487"/>
                  </a:lnTo>
                  <a:cubicBezTo>
                    <a:pt x="21041" y="188277"/>
                    <a:pt x="12864" y="179928"/>
                    <a:pt x="12866" y="169703"/>
                  </a:cubicBezTo>
                  <a:close/>
                </a:path>
              </a:pathLst>
            </a:custGeom>
            <a:grpFill/>
            <a:ln w="12614" cap="flat">
              <a:noFill/>
              <a:prstDash val="solid"/>
              <a:miter/>
            </a:ln>
          </p:spPr>
          <p:txBody>
            <a:bodyPr rtlCol="0" anchor="ctr"/>
            <a:lstStyle/>
            <a:p>
              <a:endParaRPr lang="de-DE"/>
            </a:p>
          </p:txBody>
        </p:sp>
        <p:sp>
          <p:nvSpPr>
            <p:cNvPr id="14" name="Freeform: Shape 13">
              <a:extLst>
                <a:ext uri="{FF2B5EF4-FFF2-40B4-BE49-F238E27FC236}">
                  <a16:creationId xmlns:a16="http://schemas.microsoft.com/office/drawing/2014/main" id="{4FA65078-BF08-A04B-1D0C-E6C7D36E4373}"/>
                </a:ext>
              </a:extLst>
            </p:cNvPr>
            <p:cNvSpPr/>
            <p:nvPr/>
          </p:nvSpPr>
          <p:spPr>
            <a:xfrm>
              <a:off x="6043378" y="3392022"/>
              <a:ext cx="102928" cy="102928"/>
            </a:xfrm>
            <a:custGeom>
              <a:avLst/>
              <a:gdLst>
                <a:gd name="connsiteX0" fmla="*/ 0 w 102928"/>
                <a:gd name="connsiteY0" fmla="*/ 51464 h 102928"/>
                <a:gd name="connsiteX1" fmla="*/ 51464 w 102928"/>
                <a:gd name="connsiteY1" fmla="*/ 102928 h 102928"/>
                <a:gd name="connsiteX2" fmla="*/ 102928 w 102928"/>
                <a:gd name="connsiteY2" fmla="*/ 51464 h 102928"/>
                <a:gd name="connsiteX3" fmla="*/ 51464 w 102928"/>
                <a:gd name="connsiteY3" fmla="*/ 0 h 102928"/>
                <a:gd name="connsiteX4" fmla="*/ 0 w 102928"/>
                <a:gd name="connsiteY4" fmla="*/ 51464 h 102928"/>
                <a:gd name="connsiteX5" fmla="*/ 91091 w 102928"/>
                <a:gd name="connsiteY5" fmla="*/ 51464 h 102928"/>
                <a:gd name="connsiteX6" fmla="*/ 52493 w 102928"/>
                <a:gd name="connsiteY6" fmla="*/ 90062 h 102928"/>
                <a:gd name="connsiteX7" fmla="*/ 13895 w 102928"/>
                <a:gd name="connsiteY7" fmla="*/ 51464 h 102928"/>
                <a:gd name="connsiteX8" fmla="*/ 52493 w 102928"/>
                <a:gd name="connsiteY8" fmla="*/ 12866 h 102928"/>
                <a:gd name="connsiteX9" fmla="*/ 91091 w 102928"/>
                <a:gd name="connsiteY9" fmla="*/ 51464 h 10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928" h="102928">
                  <a:moveTo>
                    <a:pt x="0" y="51464"/>
                  </a:moveTo>
                  <a:cubicBezTo>
                    <a:pt x="0" y="79886"/>
                    <a:pt x="23042" y="102928"/>
                    <a:pt x="51464" y="102928"/>
                  </a:cubicBezTo>
                  <a:cubicBezTo>
                    <a:pt x="79886" y="102928"/>
                    <a:pt x="102928" y="79886"/>
                    <a:pt x="102928" y="51464"/>
                  </a:cubicBezTo>
                  <a:cubicBezTo>
                    <a:pt x="102928" y="23042"/>
                    <a:pt x="79886" y="0"/>
                    <a:pt x="51464" y="0"/>
                  </a:cubicBezTo>
                  <a:cubicBezTo>
                    <a:pt x="23042" y="0"/>
                    <a:pt x="0" y="23042"/>
                    <a:pt x="0" y="51464"/>
                  </a:cubicBezTo>
                  <a:close/>
                  <a:moveTo>
                    <a:pt x="91091" y="51464"/>
                  </a:moveTo>
                  <a:cubicBezTo>
                    <a:pt x="91091" y="72782"/>
                    <a:pt x="73811" y="90062"/>
                    <a:pt x="52493" y="90062"/>
                  </a:cubicBezTo>
                  <a:cubicBezTo>
                    <a:pt x="31176" y="90062"/>
                    <a:pt x="13895" y="72782"/>
                    <a:pt x="13895" y="51464"/>
                  </a:cubicBezTo>
                  <a:cubicBezTo>
                    <a:pt x="13895" y="30146"/>
                    <a:pt x="31176" y="12866"/>
                    <a:pt x="52493" y="12866"/>
                  </a:cubicBezTo>
                  <a:cubicBezTo>
                    <a:pt x="73811" y="12866"/>
                    <a:pt x="91091" y="30146"/>
                    <a:pt x="91091" y="51464"/>
                  </a:cubicBezTo>
                  <a:close/>
                </a:path>
              </a:pathLst>
            </a:custGeom>
            <a:grpFill/>
            <a:ln w="12614" cap="flat">
              <a:noFill/>
              <a:prstDash val="solid"/>
              <a:miter/>
            </a:ln>
          </p:spPr>
          <p:txBody>
            <a:bodyPr rtlCol="0" anchor="ctr"/>
            <a:lstStyle/>
            <a:p>
              <a:endParaRPr lang="de-DE"/>
            </a:p>
          </p:txBody>
        </p:sp>
        <p:sp>
          <p:nvSpPr>
            <p:cNvPr id="15" name="Freeform: Shape 14">
              <a:extLst>
                <a:ext uri="{FF2B5EF4-FFF2-40B4-BE49-F238E27FC236}">
                  <a16:creationId xmlns:a16="http://schemas.microsoft.com/office/drawing/2014/main" id="{3F44349E-E1F5-F17F-28B1-6C8444F02ECE}"/>
                </a:ext>
              </a:extLst>
            </p:cNvPr>
            <p:cNvSpPr/>
            <p:nvPr/>
          </p:nvSpPr>
          <p:spPr>
            <a:xfrm>
              <a:off x="6187731" y="3378256"/>
              <a:ext cx="102928" cy="102928"/>
            </a:xfrm>
            <a:custGeom>
              <a:avLst/>
              <a:gdLst>
                <a:gd name="connsiteX0" fmla="*/ 4 w 102928"/>
                <a:gd name="connsiteY0" fmla="*/ 52107 h 102928"/>
                <a:gd name="connsiteX1" fmla="*/ 52107 w 102928"/>
                <a:gd name="connsiteY1" fmla="*/ 102924 h 102928"/>
                <a:gd name="connsiteX2" fmla="*/ 102924 w 102928"/>
                <a:gd name="connsiteY2" fmla="*/ 50821 h 102928"/>
                <a:gd name="connsiteX3" fmla="*/ 51468 w 102928"/>
                <a:gd name="connsiteY3" fmla="*/ 0 h 102928"/>
                <a:gd name="connsiteX4" fmla="*/ 0 w 102928"/>
                <a:gd name="connsiteY4" fmla="*/ 51460 h 102928"/>
                <a:gd name="connsiteX5" fmla="*/ 4 w 102928"/>
                <a:gd name="connsiteY5" fmla="*/ 52107 h 102928"/>
                <a:gd name="connsiteX6" fmla="*/ 91095 w 102928"/>
                <a:gd name="connsiteY6" fmla="*/ 52107 h 102928"/>
                <a:gd name="connsiteX7" fmla="*/ 51859 w 102928"/>
                <a:gd name="connsiteY7" fmla="*/ 90057 h 102928"/>
                <a:gd name="connsiteX8" fmla="*/ 13909 w 102928"/>
                <a:gd name="connsiteY8" fmla="*/ 50821 h 102928"/>
                <a:gd name="connsiteX9" fmla="*/ 52497 w 102928"/>
                <a:gd name="connsiteY9" fmla="*/ 12866 h 102928"/>
                <a:gd name="connsiteX10" fmla="*/ 91100 w 102928"/>
                <a:gd name="connsiteY10" fmla="*/ 51459 h 102928"/>
                <a:gd name="connsiteX11" fmla="*/ 91095 w 102928"/>
                <a:gd name="connsiteY11" fmla="*/ 52107 h 10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928" h="102928">
                  <a:moveTo>
                    <a:pt x="4" y="52107"/>
                  </a:moveTo>
                  <a:cubicBezTo>
                    <a:pt x="359" y="80528"/>
                    <a:pt x="23686" y="103279"/>
                    <a:pt x="52107" y="102924"/>
                  </a:cubicBezTo>
                  <a:cubicBezTo>
                    <a:pt x="80528" y="102569"/>
                    <a:pt x="103279" y="79242"/>
                    <a:pt x="102924" y="50821"/>
                  </a:cubicBezTo>
                  <a:cubicBezTo>
                    <a:pt x="102572" y="22653"/>
                    <a:pt x="79638" y="3"/>
                    <a:pt x="51468" y="0"/>
                  </a:cubicBezTo>
                  <a:cubicBezTo>
                    <a:pt x="23046" y="-3"/>
                    <a:pt x="3" y="23037"/>
                    <a:pt x="0" y="51460"/>
                  </a:cubicBezTo>
                  <a:cubicBezTo>
                    <a:pt x="0" y="51676"/>
                    <a:pt x="1" y="51891"/>
                    <a:pt x="4" y="52107"/>
                  </a:cubicBezTo>
                  <a:close/>
                  <a:moveTo>
                    <a:pt x="91095" y="52107"/>
                  </a:moveTo>
                  <a:cubicBezTo>
                    <a:pt x="90740" y="73421"/>
                    <a:pt x="73173" y="90412"/>
                    <a:pt x="51859" y="90057"/>
                  </a:cubicBezTo>
                  <a:cubicBezTo>
                    <a:pt x="30545" y="89702"/>
                    <a:pt x="13554" y="72135"/>
                    <a:pt x="13909" y="50821"/>
                  </a:cubicBezTo>
                  <a:cubicBezTo>
                    <a:pt x="14261" y="29759"/>
                    <a:pt x="31433" y="12869"/>
                    <a:pt x="52497" y="12866"/>
                  </a:cubicBezTo>
                  <a:cubicBezTo>
                    <a:pt x="73815" y="12863"/>
                    <a:pt x="91098" y="30141"/>
                    <a:pt x="91100" y="51459"/>
                  </a:cubicBezTo>
                  <a:cubicBezTo>
                    <a:pt x="91100" y="51675"/>
                    <a:pt x="91099" y="51891"/>
                    <a:pt x="91095" y="52107"/>
                  </a:cubicBezTo>
                  <a:close/>
                </a:path>
              </a:pathLst>
            </a:custGeom>
            <a:grpFill/>
            <a:ln w="12614" cap="flat">
              <a:noFill/>
              <a:prstDash val="solid"/>
              <a:miter/>
            </a:ln>
          </p:spPr>
          <p:txBody>
            <a:bodyPr rtlCol="0" anchor="ctr"/>
            <a:lstStyle/>
            <a:p>
              <a:endParaRPr lang="de-DE"/>
            </a:p>
          </p:txBody>
        </p:sp>
        <p:sp>
          <p:nvSpPr>
            <p:cNvPr id="16" name="Freeform: Shape 15">
              <a:extLst>
                <a:ext uri="{FF2B5EF4-FFF2-40B4-BE49-F238E27FC236}">
                  <a16:creationId xmlns:a16="http://schemas.microsoft.com/office/drawing/2014/main" id="{2EF441C3-C130-0EC5-4979-7AE9FBBE62FB}"/>
                </a:ext>
              </a:extLst>
            </p:cNvPr>
            <p:cNvSpPr/>
            <p:nvPr/>
          </p:nvSpPr>
          <p:spPr>
            <a:xfrm>
              <a:off x="5857979" y="3486973"/>
              <a:ext cx="476043" cy="115794"/>
            </a:xfrm>
            <a:custGeom>
              <a:avLst/>
              <a:gdLst>
                <a:gd name="connsiteX0" fmla="*/ 423678 w 476043"/>
                <a:gd name="connsiteY0" fmla="*/ 129 h 115794"/>
                <a:gd name="connsiteX1" fmla="*/ 339920 w 476043"/>
                <a:gd name="connsiteY1" fmla="*/ 129 h 115794"/>
                <a:gd name="connsiteX2" fmla="*/ 300679 w 476043"/>
                <a:gd name="connsiteY2" fmla="*/ 17755 h 115794"/>
                <a:gd name="connsiteX3" fmla="*/ 279193 w 476043"/>
                <a:gd name="connsiteY3" fmla="*/ 12995 h 115794"/>
                <a:gd name="connsiteX4" fmla="*/ 195564 w 476043"/>
                <a:gd name="connsiteY4" fmla="*/ 12995 h 115794"/>
                <a:gd name="connsiteX5" fmla="*/ 174978 w 476043"/>
                <a:gd name="connsiteY5" fmla="*/ 17241 h 115794"/>
                <a:gd name="connsiteX6" fmla="*/ 136380 w 476043"/>
                <a:gd name="connsiteY6" fmla="*/ 0 h 115794"/>
                <a:gd name="connsiteX7" fmla="*/ 52365 w 476043"/>
                <a:gd name="connsiteY7" fmla="*/ 0 h 115794"/>
                <a:gd name="connsiteX8" fmla="*/ 0 w 476043"/>
                <a:gd name="connsiteY8" fmla="*/ 51593 h 115794"/>
                <a:gd name="connsiteX9" fmla="*/ 0 w 476043"/>
                <a:gd name="connsiteY9" fmla="*/ 90191 h 115794"/>
                <a:gd name="connsiteX10" fmla="*/ 21872 w 476043"/>
                <a:gd name="connsiteY10" fmla="*/ 112192 h 115794"/>
                <a:gd name="connsiteX11" fmla="*/ 145000 w 476043"/>
                <a:gd name="connsiteY11" fmla="*/ 112192 h 115794"/>
                <a:gd name="connsiteX12" fmla="*/ 164942 w 476043"/>
                <a:gd name="connsiteY12" fmla="*/ 125058 h 115794"/>
                <a:gd name="connsiteX13" fmla="*/ 309685 w 476043"/>
                <a:gd name="connsiteY13" fmla="*/ 125058 h 115794"/>
                <a:gd name="connsiteX14" fmla="*/ 329756 w 476043"/>
                <a:gd name="connsiteY14" fmla="*/ 112192 h 115794"/>
                <a:gd name="connsiteX15" fmla="*/ 454171 w 476043"/>
                <a:gd name="connsiteY15" fmla="*/ 112192 h 115794"/>
                <a:gd name="connsiteX16" fmla="*/ 476043 w 476043"/>
                <a:gd name="connsiteY16" fmla="*/ 90963 h 115794"/>
                <a:gd name="connsiteX17" fmla="*/ 476043 w 476043"/>
                <a:gd name="connsiteY17" fmla="*/ 51593 h 115794"/>
                <a:gd name="connsiteX18" fmla="*/ 423678 w 476043"/>
                <a:gd name="connsiteY18" fmla="*/ 129 h 115794"/>
                <a:gd name="connsiteX19" fmla="*/ 12866 w 476043"/>
                <a:gd name="connsiteY19" fmla="*/ 90963 h 115794"/>
                <a:gd name="connsiteX20" fmla="*/ 12866 w 476043"/>
                <a:gd name="connsiteY20" fmla="*/ 51593 h 115794"/>
                <a:gd name="connsiteX21" fmla="*/ 52365 w 476043"/>
                <a:gd name="connsiteY21" fmla="*/ 12995 h 115794"/>
                <a:gd name="connsiteX22" fmla="*/ 136123 w 476043"/>
                <a:gd name="connsiteY22" fmla="*/ 12995 h 115794"/>
                <a:gd name="connsiteX23" fmla="*/ 163656 w 476043"/>
                <a:gd name="connsiteY23" fmla="*/ 24060 h 115794"/>
                <a:gd name="connsiteX24" fmla="*/ 163656 w 476043"/>
                <a:gd name="connsiteY24" fmla="*/ 24060 h 115794"/>
                <a:gd name="connsiteX25" fmla="*/ 156194 w 476043"/>
                <a:gd name="connsiteY25" fmla="*/ 31265 h 115794"/>
                <a:gd name="connsiteX26" fmla="*/ 155293 w 476043"/>
                <a:gd name="connsiteY26" fmla="*/ 32294 h 115794"/>
                <a:gd name="connsiteX27" fmla="*/ 149632 w 476043"/>
                <a:gd name="connsiteY27" fmla="*/ 41043 h 115794"/>
                <a:gd name="connsiteX28" fmla="*/ 148731 w 476043"/>
                <a:gd name="connsiteY28" fmla="*/ 42844 h 115794"/>
                <a:gd name="connsiteX29" fmla="*/ 145257 w 476043"/>
                <a:gd name="connsiteY29" fmla="*/ 52494 h 115794"/>
                <a:gd name="connsiteX30" fmla="*/ 145257 w 476043"/>
                <a:gd name="connsiteY30" fmla="*/ 54166 h 115794"/>
                <a:gd name="connsiteX31" fmla="*/ 143971 w 476043"/>
                <a:gd name="connsiteY31" fmla="*/ 65231 h 115794"/>
                <a:gd name="connsiteX32" fmla="*/ 143971 w 476043"/>
                <a:gd name="connsiteY32" fmla="*/ 99969 h 115794"/>
                <a:gd name="connsiteX33" fmla="*/ 21872 w 476043"/>
                <a:gd name="connsiteY33" fmla="*/ 99969 h 115794"/>
                <a:gd name="connsiteX34" fmla="*/ 12866 w 476043"/>
                <a:gd name="connsiteY34" fmla="*/ 90963 h 115794"/>
                <a:gd name="connsiteX35" fmla="*/ 309685 w 476043"/>
                <a:gd name="connsiteY35" fmla="*/ 113221 h 115794"/>
                <a:gd name="connsiteX36" fmla="*/ 164942 w 476043"/>
                <a:gd name="connsiteY36" fmla="*/ 113221 h 115794"/>
                <a:gd name="connsiteX37" fmla="*/ 156194 w 476043"/>
                <a:gd name="connsiteY37" fmla="*/ 105501 h 115794"/>
                <a:gd name="connsiteX38" fmla="*/ 156194 w 476043"/>
                <a:gd name="connsiteY38" fmla="*/ 104086 h 115794"/>
                <a:gd name="connsiteX39" fmla="*/ 156194 w 476043"/>
                <a:gd name="connsiteY39" fmla="*/ 65488 h 115794"/>
                <a:gd name="connsiteX40" fmla="*/ 176651 w 476043"/>
                <a:gd name="connsiteY40" fmla="*/ 30750 h 115794"/>
                <a:gd name="connsiteX41" fmla="*/ 195564 w 476043"/>
                <a:gd name="connsiteY41" fmla="*/ 25861 h 115794"/>
                <a:gd name="connsiteX42" fmla="*/ 279193 w 476043"/>
                <a:gd name="connsiteY42" fmla="*/ 25861 h 115794"/>
                <a:gd name="connsiteX43" fmla="*/ 299135 w 476043"/>
                <a:gd name="connsiteY43" fmla="*/ 31265 h 115794"/>
                <a:gd name="connsiteX44" fmla="*/ 318820 w 476043"/>
                <a:gd name="connsiteY44" fmla="*/ 65617 h 115794"/>
                <a:gd name="connsiteX45" fmla="*/ 318820 w 476043"/>
                <a:gd name="connsiteY45" fmla="*/ 104215 h 115794"/>
                <a:gd name="connsiteX46" fmla="*/ 318820 w 476043"/>
                <a:gd name="connsiteY46" fmla="*/ 105630 h 115794"/>
                <a:gd name="connsiteX47" fmla="*/ 309685 w 476043"/>
                <a:gd name="connsiteY47" fmla="*/ 113221 h 115794"/>
                <a:gd name="connsiteX48" fmla="*/ 463177 w 476043"/>
                <a:gd name="connsiteY48" fmla="*/ 90963 h 115794"/>
                <a:gd name="connsiteX49" fmla="*/ 454301 w 476043"/>
                <a:gd name="connsiteY49" fmla="*/ 100096 h 115794"/>
                <a:gd name="connsiteX50" fmla="*/ 454171 w 476043"/>
                <a:gd name="connsiteY50" fmla="*/ 100098 h 115794"/>
                <a:gd name="connsiteX51" fmla="*/ 331686 w 476043"/>
                <a:gd name="connsiteY51" fmla="*/ 100098 h 115794"/>
                <a:gd name="connsiteX52" fmla="*/ 331686 w 476043"/>
                <a:gd name="connsiteY52" fmla="*/ 65360 h 115794"/>
                <a:gd name="connsiteX53" fmla="*/ 330528 w 476043"/>
                <a:gd name="connsiteY53" fmla="*/ 54552 h 115794"/>
                <a:gd name="connsiteX54" fmla="*/ 330528 w 476043"/>
                <a:gd name="connsiteY54" fmla="*/ 52880 h 115794"/>
                <a:gd name="connsiteX55" fmla="*/ 327183 w 476043"/>
                <a:gd name="connsiteY55" fmla="*/ 43359 h 115794"/>
                <a:gd name="connsiteX56" fmla="*/ 326282 w 476043"/>
                <a:gd name="connsiteY56" fmla="*/ 41557 h 115794"/>
                <a:gd name="connsiteX57" fmla="*/ 320750 w 476043"/>
                <a:gd name="connsiteY57" fmla="*/ 32937 h 115794"/>
                <a:gd name="connsiteX58" fmla="*/ 319978 w 476043"/>
                <a:gd name="connsiteY58" fmla="*/ 31908 h 115794"/>
                <a:gd name="connsiteX59" fmla="*/ 312644 w 476043"/>
                <a:gd name="connsiteY59" fmla="*/ 24703 h 115794"/>
                <a:gd name="connsiteX60" fmla="*/ 312644 w 476043"/>
                <a:gd name="connsiteY60" fmla="*/ 24703 h 115794"/>
                <a:gd name="connsiteX61" fmla="*/ 340692 w 476043"/>
                <a:gd name="connsiteY61" fmla="*/ 13124 h 115794"/>
                <a:gd name="connsiteX62" fmla="*/ 424450 w 476043"/>
                <a:gd name="connsiteY62" fmla="*/ 13124 h 115794"/>
                <a:gd name="connsiteX63" fmla="*/ 463177 w 476043"/>
                <a:gd name="connsiteY63" fmla="*/ 51593 h 11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76043" h="115794">
                  <a:moveTo>
                    <a:pt x="423678" y="129"/>
                  </a:moveTo>
                  <a:lnTo>
                    <a:pt x="339920" y="129"/>
                  </a:lnTo>
                  <a:cubicBezTo>
                    <a:pt x="324943" y="227"/>
                    <a:pt x="310699" y="6624"/>
                    <a:pt x="300679" y="17755"/>
                  </a:cubicBezTo>
                  <a:cubicBezTo>
                    <a:pt x="293927" y="14691"/>
                    <a:pt x="286609" y="13068"/>
                    <a:pt x="279193" y="12995"/>
                  </a:cubicBezTo>
                  <a:lnTo>
                    <a:pt x="195564" y="12995"/>
                  </a:lnTo>
                  <a:cubicBezTo>
                    <a:pt x="188490" y="13049"/>
                    <a:pt x="181496" y="14491"/>
                    <a:pt x="174978" y="17241"/>
                  </a:cubicBezTo>
                  <a:cubicBezTo>
                    <a:pt x="165175" y="6231"/>
                    <a:pt x="151122" y="-46"/>
                    <a:pt x="136380" y="0"/>
                  </a:cubicBezTo>
                  <a:lnTo>
                    <a:pt x="52365" y="0"/>
                  </a:lnTo>
                  <a:cubicBezTo>
                    <a:pt x="23743" y="-2"/>
                    <a:pt x="422" y="22975"/>
                    <a:pt x="0" y="51593"/>
                  </a:cubicBezTo>
                  <a:lnTo>
                    <a:pt x="0" y="90191"/>
                  </a:lnTo>
                  <a:cubicBezTo>
                    <a:pt x="0" y="102291"/>
                    <a:pt x="9772" y="112121"/>
                    <a:pt x="21872" y="112192"/>
                  </a:cubicBezTo>
                  <a:lnTo>
                    <a:pt x="145000" y="112192"/>
                  </a:lnTo>
                  <a:cubicBezTo>
                    <a:pt x="148515" y="120050"/>
                    <a:pt x="156334" y="125095"/>
                    <a:pt x="164942" y="125058"/>
                  </a:cubicBezTo>
                  <a:lnTo>
                    <a:pt x="309685" y="125058"/>
                  </a:lnTo>
                  <a:cubicBezTo>
                    <a:pt x="318302" y="125015"/>
                    <a:pt x="326120" y="120004"/>
                    <a:pt x="329756" y="112192"/>
                  </a:cubicBezTo>
                  <a:lnTo>
                    <a:pt x="454171" y="112192"/>
                  </a:lnTo>
                  <a:cubicBezTo>
                    <a:pt x="465977" y="112130"/>
                    <a:pt x="475629" y="102761"/>
                    <a:pt x="476043" y="90963"/>
                  </a:cubicBezTo>
                  <a:lnTo>
                    <a:pt x="476043" y="51593"/>
                  </a:lnTo>
                  <a:cubicBezTo>
                    <a:pt x="475552" y="23025"/>
                    <a:pt x="452250" y="125"/>
                    <a:pt x="423678" y="129"/>
                  </a:cubicBezTo>
                  <a:close/>
                  <a:moveTo>
                    <a:pt x="12866" y="90963"/>
                  </a:moveTo>
                  <a:lnTo>
                    <a:pt x="12866" y="51593"/>
                  </a:lnTo>
                  <a:cubicBezTo>
                    <a:pt x="13423" y="30161"/>
                    <a:pt x="30925" y="13057"/>
                    <a:pt x="52365" y="12995"/>
                  </a:cubicBezTo>
                  <a:lnTo>
                    <a:pt x="136123" y="12995"/>
                  </a:lnTo>
                  <a:cubicBezTo>
                    <a:pt x="146390" y="12964"/>
                    <a:pt x="156264" y="16933"/>
                    <a:pt x="163656" y="24060"/>
                  </a:cubicBezTo>
                  <a:cubicBezTo>
                    <a:pt x="163656" y="24060"/>
                    <a:pt x="163656" y="24060"/>
                    <a:pt x="163656" y="24060"/>
                  </a:cubicBezTo>
                  <a:cubicBezTo>
                    <a:pt x="160894" y="26158"/>
                    <a:pt x="158389" y="28577"/>
                    <a:pt x="156194" y="31265"/>
                  </a:cubicBezTo>
                  <a:lnTo>
                    <a:pt x="155293" y="32294"/>
                  </a:lnTo>
                  <a:cubicBezTo>
                    <a:pt x="153097" y="34998"/>
                    <a:pt x="151199" y="37932"/>
                    <a:pt x="149632" y="41043"/>
                  </a:cubicBezTo>
                  <a:lnTo>
                    <a:pt x="148731" y="42844"/>
                  </a:lnTo>
                  <a:cubicBezTo>
                    <a:pt x="147256" y="45937"/>
                    <a:pt x="146091" y="49169"/>
                    <a:pt x="145257" y="52494"/>
                  </a:cubicBezTo>
                  <a:lnTo>
                    <a:pt x="145257" y="54166"/>
                  </a:lnTo>
                  <a:cubicBezTo>
                    <a:pt x="144429" y="57797"/>
                    <a:pt x="143998" y="61507"/>
                    <a:pt x="143971" y="65231"/>
                  </a:cubicBezTo>
                  <a:lnTo>
                    <a:pt x="143971" y="99969"/>
                  </a:lnTo>
                  <a:lnTo>
                    <a:pt x="21872" y="99969"/>
                  </a:lnTo>
                  <a:cubicBezTo>
                    <a:pt x="16898" y="99969"/>
                    <a:pt x="12866" y="95937"/>
                    <a:pt x="12866" y="90963"/>
                  </a:cubicBezTo>
                  <a:close/>
                  <a:moveTo>
                    <a:pt x="309685" y="113221"/>
                  </a:moveTo>
                  <a:lnTo>
                    <a:pt x="164942" y="113221"/>
                  </a:lnTo>
                  <a:cubicBezTo>
                    <a:pt x="160508" y="113194"/>
                    <a:pt x="156773" y="109899"/>
                    <a:pt x="156194" y="105501"/>
                  </a:cubicBezTo>
                  <a:cubicBezTo>
                    <a:pt x="156194" y="105501"/>
                    <a:pt x="156194" y="104472"/>
                    <a:pt x="156194" y="104086"/>
                  </a:cubicBezTo>
                  <a:lnTo>
                    <a:pt x="156194" y="65488"/>
                  </a:lnTo>
                  <a:cubicBezTo>
                    <a:pt x="156308" y="51083"/>
                    <a:pt x="164109" y="37837"/>
                    <a:pt x="176651" y="30750"/>
                  </a:cubicBezTo>
                  <a:cubicBezTo>
                    <a:pt x="182451" y="27572"/>
                    <a:pt x="188950" y="25892"/>
                    <a:pt x="195564" y="25861"/>
                  </a:cubicBezTo>
                  <a:lnTo>
                    <a:pt x="279193" y="25861"/>
                  </a:lnTo>
                  <a:cubicBezTo>
                    <a:pt x="286201" y="25867"/>
                    <a:pt x="293083" y="27732"/>
                    <a:pt x="299135" y="31265"/>
                  </a:cubicBezTo>
                  <a:cubicBezTo>
                    <a:pt x="311261" y="38476"/>
                    <a:pt x="318729" y="51508"/>
                    <a:pt x="318820" y="65617"/>
                  </a:cubicBezTo>
                  <a:lnTo>
                    <a:pt x="318820" y="104215"/>
                  </a:lnTo>
                  <a:cubicBezTo>
                    <a:pt x="318820" y="104215"/>
                    <a:pt x="318820" y="105115"/>
                    <a:pt x="318820" y="105630"/>
                  </a:cubicBezTo>
                  <a:cubicBezTo>
                    <a:pt x="318111" y="110095"/>
                    <a:pt x="314204" y="113342"/>
                    <a:pt x="309685" y="113221"/>
                  </a:cubicBezTo>
                  <a:close/>
                  <a:moveTo>
                    <a:pt x="463177" y="90963"/>
                  </a:moveTo>
                  <a:cubicBezTo>
                    <a:pt x="463248" y="95937"/>
                    <a:pt x="459273" y="100026"/>
                    <a:pt x="454301" y="100096"/>
                  </a:cubicBezTo>
                  <a:cubicBezTo>
                    <a:pt x="454257" y="100098"/>
                    <a:pt x="454214" y="100098"/>
                    <a:pt x="454171" y="100098"/>
                  </a:cubicBezTo>
                  <a:lnTo>
                    <a:pt x="331686" y="100098"/>
                  </a:lnTo>
                  <a:lnTo>
                    <a:pt x="331686" y="65360"/>
                  </a:lnTo>
                  <a:cubicBezTo>
                    <a:pt x="331632" y="61729"/>
                    <a:pt x="331245" y="58111"/>
                    <a:pt x="330528" y="54552"/>
                  </a:cubicBezTo>
                  <a:lnTo>
                    <a:pt x="330528" y="52880"/>
                  </a:lnTo>
                  <a:cubicBezTo>
                    <a:pt x="329723" y="49605"/>
                    <a:pt x="328602" y="46417"/>
                    <a:pt x="327183" y="43359"/>
                  </a:cubicBezTo>
                  <a:cubicBezTo>
                    <a:pt x="327183" y="42715"/>
                    <a:pt x="327183" y="42201"/>
                    <a:pt x="326282" y="41557"/>
                  </a:cubicBezTo>
                  <a:cubicBezTo>
                    <a:pt x="324730" y="38507"/>
                    <a:pt x="322877" y="35620"/>
                    <a:pt x="320750" y="32937"/>
                  </a:cubicBezTo>
                  <a:lnTo>
                    <a:pt x="319978" y="31908"/>
                  </a:lnTo>
                  <a:cubicBezTo>
                    <a:pt x="317763" y="29285"/>
                    <a:pt x="315306" y="26872"/>
                    <a:pt x="312644" y="24703"/>
                  </a:cubicBezTo>
                  <a:lnTo>
                    <a:pt x="312644" y="24703"/>
                  </a:lnTo>
                  <a:cubicBezTo>
                    <a:pt x="320111" y="17310"/>
                    <a:pt x="330186" y="13151"/>
                    <a:pt x="340692" y="13124"/>
                  </a:cubicBezTo>
                  <a:lnTo>
                    <a:pt x="424450" y="13124"/>
                  </a:lnTo>
                  <a:cubicBezTo>
                    <a:pt x="445542" y="13594"/>
                    <a:pt x="462566" y="30506"/>
                    <a:pt x="463177" y="51593"/>
                  </a:cubicBezTo>
                  <a:close/>
                </a:path>
              </a:pathLst>
            </a:custGeom>
            <a:grpFill/>
            <a:ln w="12614" cap="flat">
              <a:noFill/>
              <a:prstDash val="solid"/>
              <a:miter/>
            </a:ln>
          </p:spPr>
          <p:txBody>
            <a:bodyPr rtlCol="0" anchor="ctr"/>
            <a:lstStyle/>
            <a:p>
              <a:endParaRPr lang="de-DE"/>
            </a:p>
          </p:txBody>
        </p:sp>
        <p:sp>
          <p:nvSpPr>
            <p:cNvPr id="17" name="Freeform: Shape 16">
              <a:extLst>
                <a:ext uri="{FF2B5EF4-FFF2-40B4-BE49-F238E27FC236}">
                  <a16:creationId xmlns:a16="http://schemas.microsoft.com/office/drawing/2014/main" id="{A0840A5E-6976-D1AE-2B1F-AA8B27AC62FF}"/>
                </a:ext>
              </a:extLst>
            </p:cNvPr>
            <p:cNvSpPr/>
            <p:nvPr/>
          </p:nvSpPr>
          <p:spPr>
            <a:xfrm>
              <a:off x="5900823" y="3379414"/>
              <a:ext cx="102928" cy="102928"/>
            </a:xfrm>
            <a:custGeom>
              <a:avLst/>
              <a:gdLst>
                <a:gd name="connsiteX0" fmla="*/ 51464 w 102928"/>
                <a:gd name="connsiteY0" fmla="*/ 102928 h 102928"/>
                <a:gd name="connsiteX1" fmla="*/ 102928 w 102928"/>
                <a:gd name="connsiteY1" fmla="*/ 51464 h 102928"/>
                <a:gd name="connsiteX2" fmla="*/ 51464 w 102928"/>
                <a:gd name="connsiteY2" fmla="*/ 0 h 102928"/>
                <a:gd name="connsiteX3" fmla="*/ 0 w 102928"/>
                <a:gd name="connsiteY3" fmla="*/ 51464 h 102928"/>
                <a:gd name="connsiteX4" fmla="*/ 51464 w 102928"/>
                <a:gd name="connsiteY4" fmla="*/ 102928 h 102928"/>
                <a:gd name="connsiteX5" fmla="*/ 51464 w 102928"/>
                <a:gd name="connsiteY5" fmla="*/ 11708 h 102928"/>
                <a:gd name="connsiteX6" fmla="*/ 90057 w 102928"/>
                <a:gd name="connsiteY6" fmla="*/ 50311 h 102928"/>
                <a:gd name="connsiteX7" fmla="*/ 51453 w 102928"/>
                <a:gd name="connsiteY7" fmla="*/ 88904 h 102928"/>
                <a:gd name="connsiteX8" fmla="*/ 12866 w 102928"/>
                <a:gd name="connsiteY8" fmla="*/ 50949 h 102928"/>
                <a:gd name="connsiteX9" fmla="*/ 50815 w 102928"/>
                <a:gd name="connsiteY9" fmla="*/ 11713 h 102928"/>
                <a:gd name="connsiteX10" fmla="*/ 51464 w 102928"/>
                <a:gd name="connsiteY10" fmla="*/ 11708 h 10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928" h="102928">
                  <a:moveTo>
                    <a:pt x="51464" y="102928"/>
                  </a:moveTo>
                  <a:cubicBezTo>
                    <a:pt x="79887" y="102928"/>
                    <a:pt x="102928" y="79886"/>
                    <a:pt x="102928" y="51464"/>
                  </a:cubicBezTo>
                  <a:cubicBezTo>
                    <a:pt x="102928" y="23042"/>
                    <a:pt x="79887" y="0"/>
                    <a:pt x="51464" y="0"/>
                  </a:cubicBezTo>
                  <a:cubicBezTo>
                    <a:pt x="23041" y="0"/>
                    <a:pt x="0" y="23042"/>
                    <a:pt x="0" y="51464"/>
                  </a:cubicBezTo>
                  <a:cubicBezTo>
                    <a:pt x="0" y="79886"/>
                    <a:pt x="23041" y="102928"/>
                    <a:pt x="51464" y="102928"/>
                  </a:cubicBezTo>
                  <a:close/>
                  <a:moveTo>
                    <a:pt x="51464" y="11708"/>
                  </a:moveTo>
                  <a:cubicBezTo>
                    <a:pt x="72781" y="11711"/>
                    <a:pt x="90060" y="28995"/>
                    <a:pt x="90057" y="50311"/>
                  </a:cubicBezTo>
                  <a:cubicBezTo>
                    <a:pt x="90054" y="71629"/>
                    <a:pt x="72771" y="88907"/>
                    <a:pt x="51453" y="88904"/>
                  </a:cubicBezTo>
                  <a:cubicBezTo>
                    <a:pt x="30389" y="88902"/>
                    <a:pt x="13217" y="72011"/>
                    <a:pt x="12866" y="50949"/>
                  </a:cubicBezTo>
                  <a:cubicBezTo>
                    <a:pt x="12511" y="29636"/>
                    <a:pt x="29501" y="12068"/>
                    <a:pt x="50815" y="11713"/>
                  </a:cubicBezTo>
                  <a:cubicBezTo>
                    <a:pt x="51032" y="11709"/>
                    <a:pt x="51248" y="11708"/>
                    <a:pt x="51464" y="11708"/>
                  </a:cubicBezTo>
                  <a:close/>
                </a:path>
              </a:pathLst>
            </a:custGeom>
            <a:grpFill/>
            <a:ln w="12614" cap="flat">
              <a:noFill/>
              <a:prstDash val="solid"/>
              <a:miter/>
            </a:ln>
          </p:spPr>
          <p:txBody>
            <a:bodyPr rtlCol="0" anchor="ctr"/>
            <a:lstStyle/>
            <a:p>
              <a:endParaRPr lang="de-DE"/>
            </a:p>
          </p:txBody>
        </p:sp>
      </p:grpSp>
      <p:sp>
        <p:nvSpPr>
          <p:cNvPr id="9" name="Rechteck 21">
            <a:extLst>
              <a:ext uri="{FF2B5EF4-FFF2-40B4-BE49-F238E27FC236}">
                <a16:creationId xmlns:a16="http://schemas.microsoft.com/office/drawing/2014/main" id="{5693CAE8-9B8A-6973-867D-34E4FFFB945C}"/>
              </a:ext>
            </a:extLst>
          </p:cNvPr>
          <p:cNvSpPr/>
          <p:nvPr/>
        </p:nvSpPr>
        <p:spPr>
          <a:xfrm>
            <a:off x="1497689" y="3829110"/>
            <a:ext cx="6109430" cy="928800"/>
          </a:xfrm>
          <a:prstGeom prst="rect">
            <a:avLst/>
          </a:prstGeom>
          <a:solidFill>
            <a:schemeClr val="accent1">
              <a:lumMod val="75000"/>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600"/>
              </a:spcAft>
            </a:pPr>
            <a:r>
              <a:rPr lang="en-US" sz="1200" b="1" i="0">
                <a:solidFill>
                  <a:schemeClr val="bg1"/>
                </a:solidFill>
                <a:effectLst/>
                <a:latin typeface="+mj-lt"/>
              </a:rPr>
              <a:t>Enable </a:t>
            </a:r>
            <a:r>
              <a:rPr lang="en-US" sz="1200" b="1" i="0">
                <a:solidFill>
                  <a:schemeClr val="accent2"/>
                </a:solidFill>
                <a:effectLst/>
              </a:rPr>
              <a:t>seamless Human-AI Collaboration</a:t>
            </a:r>
          </a:p>
          <a:p>
            <a:pPr>
              <a:spcAft>
                <a:spcPts val="600"/>
              </a:spcAft>
            </a:pPr>
            <a:r>
              <a:rPr lang="en-US" sz="1200">
                <a:solidFill>
                  <a:schemeClr val="bg1"/>
                </a:solidFill>
              </a:rPr>
              <a:t>Design hybrid teams where AI agents and humans work side-by-side, with clearly defined roles, responsibilities, and escalation protocols</a:t>
            </a:r>
            <a:endParaRPr lang="en-GB" sz="1200">
              <a:solidFill>
                <a:schemeClr val="bg1"/>
              </a:solidFill>
            </a:endParaRPr>
          </a:p>
        </p:txBody>
      </p:sp>
      <p:sp>
        <p:nvSpPr>
          <p:cNvPr id="18" name="Rectangle 17">
            <a:extLst>
              <a:ext uri="{FF2B5EF4-FFF2-40B4-BE49-F238E27FC236}">
                <a16:creationId xmlns:a16="http://schemas.microsoft.com/office/drawing/2014/main" id="{6E5A9804-926B-90E8-0172-29D31CC2272C}"/>
              </a:ext>
            </a:extLst>
          </p:cNvPr>
          <p:cNvSpPr/>
          <p:nvPr/>
        </p:nvSpPr>
        <p:spPr>
          <a:xfrm>
            <a:off x="565002" y="3829111"/>
            <a:ext cx="932688" cy="928800"/>
          </a:xfrm>
          <a:prstGeom prst="rect">
            <a:avLst/>
          </a:prstGeom>
          <a:solidFill>
            <a:schemeClr val="accent1">
              <a:lumMod val="50000"/>
              <a:alpha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19" name="Graphic 18">
            <a:extLst>
              <a:ext uri="{FF2B5EF4-FFF2-40B4-BE49-F238E27FC236}">
                <a16:creationId xmlns:a16="http://schemas.microsoft.com/office/drawing/2014/main" id="{CDED4B18-E14E-CCF9-AE27-28DE0771BE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5614" y="4004187"/>
            <a:ext cx="578644" cy="578644"/>
          </a:xfrm>
          <a:prstGeom prst="rect">
            <a:avLst/>
          </a:prstGeom>
        </p:spPr>
      </p:pic>
      <p:sp>
        <p:nvSpPr>
          <p:cNvPr id="10" name="Rechteck 21">
            <a:extLst>
              <a:ext uri="{FF2B5EF4-FFF2-40B4-BE49-F238E27FC236}">
                <a16:creationId xmlns:a16="http://schemas.microsoft.com/office/drawing/2014/main" id="{E8A7925E-6674-3D7F-F232-BDECF041B7D8}"/>
              </a:ext>
            </a:extLst>
          </p:cNvPr>
          <p:cNvSpPr/>
          <p:nvPr/>
        </p:nvSpPr>
        <p:spPr>
          <a:xfrm>
            <a:off x="1497689" y="4916862"/>
            <a:ext cx="6109430" cy="928800"/>
          </a:xfrm>
          <a:prstGeom prst="rect">
            <a:avLst/>
          </a:prstGeom>
          <a:solidFill>
            <a:schemeClr val="accent1">
              <a:lumMod val="75000"/>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600"/>
              </a:spcAft>
            </a:pPr>
            <a:r>
              <a:rPr lang="en-US" sz="1200" b="1">
                <a:solidFill>
                  <a:schemeClr val="bg1"/>
                </a:solidFill>
                <a:latin typeface="+mj-lt"/>
              </a:rPr>
              <a:t>Establish Ethical and Transparent </a:t>
            </a:r>
            <a:r>
              <a:rPr lang="en-US" sz="1200" b="1">
                <a:solidFill>
                  <a:schemeClr val="accent2"/>
                </a:solidFill>
                <a:latin typeface="+mj-lt"/>
              </a:rPr>
              <a:t>AI Governance &amp; build Trust</a:t>
            </a:r>
          </a:p>
          <a:p>
            <a:pPr>
              <a:spcAft>
                <a:spcPts val="600"/>
              </a:spcAft>
            </a:pPr>
            <a:r>
              <a:rPr lang="en-US" sz="1200">
                <a:solidFill>
                  <a:schemeClr val="bg1"/>
                </a:solidFill>
              </a:rPr>
              <a:t>Implement AI standards and AI governance frameworks that ensure AI agents operate within defined boundaries, are explainable, and uphold organizational values in order to create trust in AI. </a:t>
            </a:r>
            <a:endParaRPr lang="en-GB" sz="1200">
              <a:solidFill>
                <a:schemeClr val="bg1"/>
              </a:solidFill>
            </a:endParaRPr>
          </a:p>
        </p:txBody>
      </p:sp>
      <p:sp>
        <p:nvSpPr>
          <p:cNvPr id="11" name="Rectangle 10">
            <a:extLst>
              <a:ext uri="{FF2B5EF4-FFF2-40B4-BE49-F238E27FC236}">
                <a16:creationId xmlns:a16="http://schemas.microsoft.com/office/drawing/2014/main" id="{01E55862-AF70-6153-37AB-19658A103077}"/>
              </a:ext>
            </a:extLst>
          </p:cNvPr>
          <p:cNvSpPr/>
          <p:nvPr/>
        </p:nvSpPr>
        <p:spPr>
          <a:xfrm>
            <a:off x="565002" y="4916862"/>
            <a:ext cx="932688" cy="928800"/>
          </a:xfrm>
          <a:prstGeom prst="rect">
            <a:avLst/>
          </a:prstGeom>
          <a:solidFill>
            <a:schemeClr val="accent1">
              <a:lumMod val="50000"/>
              <a:alpha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20" name="Group 3626">
            <a:extLst>
              <a:ext uri="{FF2B5EF4-FFF2-40B4-BE49-F238E27FC236}">
                <a16:creationId xmlns:a16="http://schemas.microsoft.com/office/drawing/2014/main" id="{87443ECD-9730-7826-9BD3-28B7CF220A60}"/>
              </a:ext>
              <a:ext uri="{C183D7F6-B498-43B3-948B-1728B52AA6E4}">
                <adec:decorative xmlns:adec="http://schemas.microsoft.com/office/drawing/2017/decorative" val="1"/>
              </a:ext>
            </a:extLst>
          </p:cNvPr>
          <p:cNvGrpSpPr>
            <a:grpSpLocks noChangeAspect="1"/>
          </p:cNvGrpSpPr>
          <p:nvPr/>
        </p:nvGrpSpPr>
        <p:grpSpPr>
          <a:xfrm>
            <a:off x="757845" y="5149981"/>
            <a:ext cx="532727" cy="462630"/>
            <a:chOff x="9097417" y="4902855"/>
            <a:chExt cx="170305" cy="147896"/>
          </a:xfrm>
          <a:solidFill>
            <a:schemeClr val="bg1"/>
          </a:solidFill>
        </p:grpSpPr>
        <p:sp>
          <p:nvSpPr>
            <p:cNvPr id="21" name="Freeform: Shape 3627">
              <a:extLst>
                <a:ext uri="{FF2B5EF4-FFF2-40B4-BE49-F238E27FC236}">
                  <a16:creationId xmlns:a16="http://schemas.microsoft.com/office/drawing/2014/main" id="{4BE1A474-A905-9F15-FF24-4AD79AF18E17}"/>
                </a:ext>
              </a:extLst>
            </p:cNvPr>
            <p:cNvSpPr/>
            <p:nvPr/>
          </p:nvSpPr>
          <p:spPr>
            <a:xfrm>
              <a:off x="9173158" y="4915964"/>
              <a:ext cx="17927" cy="17927"/>
            </a:xfrm>
            <a:custGeom>
              <a:avLst/>
              <a:gdLst>
                <a:gd name="connsiteX0" fmla="*/ 9860 w 17926"/>
                <a:gd name="connsiteY0" fmla="*/ 0 h 17926"/>
                <a:gd name="connsiteX1" fmla="*/ 0 w 17926"/>
                <a:gd name="connsiteY1" fmla="*/ 9860 h 17926"/>
                <a:gd name="connsiteX2" fmla="*/ 9860 w 17926"/>
                <a:gd name="connsiteY2" fmla="*/ 19720 h 17926"/>
                <a:gd name="connsiteX3" fmla="*/ 19720 w 17926"/>
                <a:gd name="connsiteY3" fmla="*/ 9860 h 17926"/>
                <a:gd name="connsiteX4" fmla="*/ 9860 w 17926"/>
                <a:gd name="connsiteY4" fmla="*/ 0 h 17926"/>
                <a:gd name="connsiteX5" fmla="*/ 9860 w 17926"/>
                <a:gd name="connsiteY5" fmla="*/ 14790 h 17926"/>
                <a:gd name="connsiteX6" fmla="*/ 4482 w 17926"/>
                <a:gd name="connsiteY6" fmla="*/ 9411 h 17926"/>
                <a:gd name="connsiteX7" fmla="*/ 9860 w 17926"/>
                <a:gd name="connsiteY7" fmla="*/ 4034 h 17926"/>
                <a:gd name="connsiteX8" fmla="*/ 15238 w 17926"/>
                <a:gd name="connsiteY8" fmla="*/ 9411 h 17926"/>
                <a:gd name="connsiteX9" fmla="*/ 9860 w 17926"/>
                <a:gd name="connsiteY9" fmla="*/ 14790 h 17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26" h="17926">
                  <a:moveTo>
                    <a:pt x="9860" y="0"/>
                  </a:moveTo>
                  <a:cubicBezTo>
                    <a:pt x="4482" y="0"/>
                    <a:pt x="0" y="4482"/>
                    <a:pt x="0" y="9860"/>
                  </a:cubicBezTo>
                  <a:cubicBezTo>
                    <a:pt x="0" y="15238"/>
                    <a:pt x="4482" y="19720"/>
                    <a:pt x="9860" y="19720"/>
                  </a:cubicBezTo>
                  <a:cubicBezTo>
                    <a:pt x="15238" y="19720"/>
                    <a:pt x="19720" y="15238"/>
                    <a:pt x="19720" y="9860"/>
                  </a:cubicBezTo>
                  <a:cubicBezTo>
                    <a:pt x="19720" y="4482"/>
                    <a:pt x="15238" y="0"/>
                    <a:pt x="9860" y="0"/>
                  </a:cubicBezTo>
                  <a:close/>
                  <a:moveTo>
                    <a:pt x="9860" y="14790"/>
                  </a:moveTo>
                  <a:cubicBezTo>
                    <a:pt x="7171" y="14790"/>
                    <a:pt x="4482" y="12549"/>
                    <a:pt x="4482" y="9411"/>
                  </a:cubicBezTo>
                  <a:cubicBezTo>
                    <a:pt x="4482" y="6723"/>
                    <a:pt x="6723" y="4034"/>
                    <a:pt x="9860" y="4034"/>
                  </a:cubicBezTo>
                  <a:cubicBezTo>
                    <a:pt x="12997" y="4034"/>
                    <a:pt x="15238" y="6274"/>
                    <a:pt x="15238" y="9411"/>
                  </a:cubicBezTo>
                  <a:cubicBezTo>
                    <a:pt x="15238" y="12549"/>
                    <a:pt x="12997" y="14790"/>
                    <a:pt x="9860" y="14790"/>
                  </a:cubicBezTo>
                  <a:close/>
                </a:path>
              </a:pathLst>
            </a:custGeom>
            <a:grpFill/>
            <a:ln w="4477" cap="flat">
              <a:noFill/>
              <a:prstDash val="solid"/>
              <a:miter/>
            </a:ln>
          </p:spPr>
          <p:txBody>
            <a:bodyPr rtlCol="0" anchor="ctr"/>
            <a:lstStyle/>
            <a:p>
              <a:endParaRPr lang="en-US"/>
            </a:p>
          </p:txBody>
        </p:sp>
        <p:sp>
          <p:nvSpPr>
            <p:cNvPr id="22" name="Freeform: Shape 3628">
              <a:extLst>
                <a:ext uri="{FF2B5EF4-FFF2-40B4-BE49-F238E27FC236}">
                  <a16:creationId xmlns:a16="http://schemas.microsoft.com/office/drawing/2014/main" id="{28754366-0286-091A-DAC0-F2C55DA13C3C}"/>
                </a:ext>
              </a:extLst>
            </p:cNvPr>
            <p:cNvSpPr/>
            <p:nvPr/>
          </p:nvSpPr>
          <p:spPr>
            <a:xfrm>
              <a:off x="9097417" y="4902855"/>
              <a:ext cx="170305" cy="147896"/>
            </a:xfrm>
            <a:custGeom>
              <a:avLst/>
              <a:gdLst>
                <a:gd name="connsiteX0" fmla="*/ 169409 w 170304"/>
                <a:gd name="connsiteY0" fmla="*/ 148008 h 147896"/>
                <a:gd name="connsiteX1" fmla="*/ 161790 w 170304"/>
                <a:gd name="connsiteY1" fmla="*/ 148008 h 147896"/>
                <a:gd name="connsiteX2" fmla="*/ 161790 w 170304"/>
                <a:gd name="connsiteY2" fmla="*/ 141286 h 147896"/>
                <a:gd name="connsiteX3" fmla="*/ 158652 w 170304"/>
                <a:gd name="connsiteY3" fmla="*/ 138149 h 147896"/>
                <a:gd name="connsiteX4" fmla="*/ 155515 w 170304"/>
                <a:gd name="connsiteY4" fmla="*/ 138149 h 147896"/>
                <a:gd name="connsiteX5" fmla="*/ 155515 w 170304"/>
                <a:gd name="connsiteY5" fmla="*/ 131426 h 147896"/>
                <a:gd name="connsiteX6" fmla="*/ 152378 w 170304"/>
                <a:gd name="connsiteY6" fmla="*/ 128289 h 147896"/>
                <a:gd name="connsiteX7" fmla="*/ 146104 w 170304"/>
                <a:gd name="connsiteY7" fmla="*/ 128289 h 147896"/>
                <a:gd name="connsiteX8" fmla="*/ 146104 w 170304"/>
                <a:gd name="connsiteY8" fmla="*/ 53444 h 147896"/>
                <a:gd name="connsiteX9" fmla="*/ 147448 w 170304"/>
                <a:gd name="connsiteY9" fmla="*/ 53444 h 147896"/>
                <a:gd name="connsiteX10" fmla="*/ 150585 w 170304"/>
                <a:gd name="connsiteY10" fmla="*/ 50307 h 147896"/>
                <a:gd name="connsiteX11" fmla="*/ 150585 w 170304"/>
                <a:gd name="connsiteY11" fmla="*/ 38655 h 147896"/>
                <a:gd name="connsiteX12" fmla="*/ 147448 w 170304"/>
                <a:gd name="connsiteY12" fmla="*/ 35518 h 147896"/>
                <a:gd name="connsiteX13" fmla="*/ 138933 w 170304"/>
                <a:gd name="connsiteY13" fmla="*/ 35518 h 147896"/>
                <a:gd name="connsiteX14" fmla="*/ 89186 w 170304"/>
                <a:gd name="connsiteY14" fmla="*/ 1008 h 147896"/>
                <a:gd name="connsiteX15" fmla="*/ 82015 w 170304"/>
                <a:gd name="connsiteY15" fmla="*/ 1008 h 147896"/>
                <a:gd name="connsiteX16" fmla="*/ 32268 w 170304"/>
                <a:gd name="connsiteY16" fmla="*/ 35518 h 147896"/>
                <a:gd name="connsiteX17" fmla="*/ 24201 w 170304"/>
                <a:gd name="connsiteY17" fmla="*/ 35518 h 147896"/>
                <a:gd name="connsiteX18" fmla="*/ 21064 w 170304"/>
                <a:gd name="connsiteY18" fmla="*/ 38655 h 147896"/>
                <a:gd name="connsiteX19" fmla="*/ 21064 w 170304"/>
                <a:gd name="connsiteY19" fmla="*/ 50307 h 147896"/>
                <a:gd name="connsiteX20" fmla="*/ 24201 w 170304"/>
                <a:gd name="connsiteY20" fmla="*/ 53444 h 147896"/>
                <a:gd name="connsiteX21" fmla="*/ 25098 w 170304"/>
                <a:gd name="connsiteY21" fmla="*/ 53444 h 147896"/>
                <a:gd name="connsiteX22" fmla="*/ 25098 w 170304"/>
                <a:gd name="connsiteY22" fmla="*/ 127840 h 147896"/>
                <a:gd name="connsiteX23" fmla="*/ 19272 w 170304"/>
                <a:gd name="connsiteY23" fmla="*/ 127840 h 147896"/>
                <a:gd name="connsiteX24" fmla="*/ 16134 w 170304"/>
                <a:gd name="connsiteY24" fmla="*/ 130978 h 147896"/>
                <a:gd name="connsiteX25" fmla="*/ 16134 w 170304"/>
                <a:gd name="connsiteY25" fmla="*/ 137700 h 147896"/>
                <a:gd name="connsiteX26" fmla="*/ 12997 w 170304"/>
                <a:gd name="connsiteY26" fmla="*/ 137700 h 147896"/>
                <a:gd name="connsiteX27" fmla="*/ 9860 w 170304"/>
                <a:gd name="connsiteY27" fmla="*/ 140838 h 147896"/>
                <a:gd name="connsiteX28" fmla="*/ 9860 w 170304"/>
                <a:gd name="connsiteY28" fmla="*/ 147560 h 147896"/>
                <a:gd name="connsiteX29" fmla="*/ 2241 w 170304"/>
                <a:gd name="connsiteY29" fmla="*/ 147560 h 147896"/>
                <a:gd name="connsiteX30" fmla="*/ 0 w 170304"/>
                <a:gd name="connsiteY30" fmla="*/ 149801 h 147896"/>
                <a:gd name="connsiteX31" fmla="*/ 2241 w 170304"/>
                <a:gd name="connsiteY31" fmla="*/ 152042 h 147896"/>
                <a:gd name="connsiteX32" fmla="*/ 169409 w 170304"/>
                <a:gd name="connsiteY32" fmla="*/ 152042 h 147896"/>
                <a:gd name="connsiteX33" fmla="*/ 171649 w 170304"/>
                <a:gd name="connsiteY33" fmla="*/ 149801 h 147896"/>
                <a:gd name="connsiteX34" fmla="*/ 169409 w 170304"/>
                <a:gd name="connsiteY34" fmla="*/ 148008 h 147896"/>
                <a:gd name="connsiteX35" fmla="*/ 141622 w 170304"/>
                <a:gd name="connsiteY35" fmla="*/ 128289 h 147896"/>
                <a:gd name="connsiteX36" fmla="*/ 134899 w 170304"/>
                <a:gd name="connsiteY36" fmla="*/ 128289 h 147896"/>
                <a:gd name="connsiteX37" fmla="*/ 134899 w 170304"/>
                <a:gd name="connsiteY37" fmla="*/ 53444 h 147896"/>
                <a:gd name="connsiteX38" fmla="*/ 141622 w 170304"/>
                <a:gd name="connsiteY38" fmla="*/ 53444 h 147896"/>
                <a:gd name="connsiteX39" fmla="*/ 141622 w 170304"/>
                <a:gd name="connsiteY39" fmla="*/ 128289 h 147896"/>
                <a:gd name="connsiteX40" fmla="*/ 111146 w 170304"/>
                <a:gd name="connsiteY40" fmla="*/ 128289 h 147896"/>
                <a:gd name="connsiteX41" fmla="*/ 111146 w 170304"/>
                <a:gd name="connsiteY41" fmla="*/ 53444 h 147896"/>
                <a:gd name="connsiteX42" fmla="*/ 130866 w 170304"/>
                <a:gd name="connsiteY42" fmla="*/ 53444 h 147896"/>
                <a:gd name="connsiteX43" fmla="*/ 130866 w 170304"/>
                <a:gd name="connsiteY43" fmla="*/ 127840 h 147896"/>
                <a:gd name="connsiteX44" fmla="*/ 111146 w 170304"/>
                <a:gd name="connsiteY44" fmla="*/ 127840 h 147896"/>
                <a:gd name="connsiteX45" fmla="*/ 76189 w 170304"/>
                <a:gd name="connsiteY45" fmla="*/ 128289 h 147896"/>
                <a:gd name="connsiteX46" fmla="*/ 76189 w 170304"/>
                <a:gd name="connsiteY46" fmla="*/ 53444 h 147896"/>
                <a:gd name="connsiteX47" fmla="*/ 94116 w 170304"/>
                <a:gd name="connsiteY47" fmla="*/ 53444 h 147896"/>
                <a:gd name="connsiteX48" fmla="*/ 94116 w 170304"/>
                <a:gd name="connsiteY48" fmla="*/ 127840 h 147896"/>
                <a:gd name="connsiteX49" fmla="*/ 76189 w 170304"/>
                <a:gd name="connsiteY49" fmla="*/ 127840 h 147896"/>
                <a:gd name="connsiteX50" fmla="*/ 41232 w 170304"/>
                <a:gd name="connsiteY50" fmla="*/ 128289 h 147896"/>
                <a:gd name="connsiteX51" fmla="*/ 41232 w 170304"/>
                <a:gd name="connsiteY51" fmla="*/ 53444 h 147896"/>
                <a:gd name="connsiteX52" fmla="*/ 58710 w 170304"/>
                <a:gd name="connsiteY52" fmla="*/ 53444 h 147896"/>
                <a:gd name="connsiteX53" fmla="*/ 58710 w 170304"/>
                <a:gd name="connsiteY53" fmla="*/ 127840 h 147896"/>
                <a:gd name="connsiteX54" fmla="*/ 41232 w 170304"/>
                <a:gd name="connsiteY54" fmla="*/ 127840 h 147896"/>
                <a:gd name="connsiteX55" fmla="*/ 63192 w 170304"/>
                <a:gd name="connsiteY55" fmla="*/ 53444 h 147896"/>
                <a:gd name="connsiteX56" fmla="*/ 71707 w 170304"/>
                <a:gd name="connsiteY56" fmla="*/ 53444 h 147896"/>
                <a:gd name="connsiteX57" fmla="*/ 71707 w 170304"/>
                <a:gd name="connsiteY57" fmla="*/ 127840 h 147896"/>
                <a:gd name="connsiteX58" fmla="*/ 63192 w 170304"/>
                <a:gd name="connsiteY58" fmla="*/ 127840 h 147896"/>
                <a:gd name="connsiteX59" fmla="*/ 63192 w 170304"/>
                <a:gd name="connsiteY59" fmla="*/ 53444 h 147896"/>
                <a:gd name="connsiteX60" fmla="*/ 98149 w 170304"/>
                <a:gd name="connsiteY60" fmla="*/ 53444 h 147896"/>
                <a:gd name="connsiteX61" fmla="*/ 106665 w 170304"/>
                <a:gd name="connsiteY61" fmla="*/ 53444 h 147896"/>
                <a:gd name="connsiteX62" fmla="*/ 106665 w 170304"/>
                <a:gd name="connsiteY62" fmla="*/ 127840 h 147896"/>
                <a:gd name="connsiteX63" fmla="*/ 98149 w 170304"/>
                <a:gd name="connsiteY63" fmla="*/ 127840 h 147896"/>
                <a:gd name="connsiteX64" fmla="*/ 98149 w 170304"/>
                <a:gd name="connsiteY64" fmla="*/ 53444 h 147896"/>
                <a:gd name="connsiteX65" fmla="*/ 84704 w 170304"/>
                <a:gd name="connsiteY65" fmla="*/ 5042 h 147896"/>
                <a:gd name="connsiteX66" fmla="*/ 86945 w 170304"/>
                <a:gd name="connsiteY66" fmla="*/ 5042 h 147896"/>
                <a:gd name="connsiteX67" fmla="*/ 131314 w 170304"/>
                <a:gd name="connsiteY67" fmla="*/ 35966 h 147896"/>
                <a:gd name="connsiteX68" fmla="*/ 40335 w 170304"/>
                <a:gd name="connsiteY68" fmla="*/ 35966 h 147896"/>
                <a:gd name="connsiteX69" fmla="*/ 84704 w 170304"/>
                <a:gd name="connsiteY69" fmla="*/ 5042 h 147896"/>
                <a:gd name="connsiteX70" fmla="*/ 25546 w 170304"/>
                <a:gd name="connsiteY70" fmla="*/ 39999 h 147896"/>
                <a:gd name="connsiteX71" fmla="*/ 146104 w 170304"/>
                <a:gd name="connsiteY71" fmla="*/ 39999 h 147896"/>
                <a:gd name="connsiteX72" fmla="*/ 146104 w 170304"/>
                <a:gd name="connsiteY72" fmla="*/ 48963 h 147896"/>
                <a:gd name="connsiteX73" fmla="*/ 143863 w 170304"/>
                <a:gd name="connsiteY73" fmla="*/ 48963 h 147896"/>
                <a:gd name="connsiteX74" fmla="*/ 132659 w 170304"/>
                <a:gd name="connsiteY74" fmla="*/ 48963 h 147896"/>
                <a:gd name="connsiteX75" fmla="*/ 108457 w 170304"/>
                <a:gd name="connsiteY75" fmla="*/ 48963 h 147896"/>
                <a:gd name="connsiteX76" fmla="*/ 95909 w 170304"/>
                <a:gd name="connsiteY76" fmla="*/ 48963 h 147896"/>
                <a:gd name="connsiteX77" fmla="*/ 73500 w 170304"/>
                <a:gd name="connsiteY77" fmla="*/ 48963 h 147896"/>
                <a:gd name="connsiteX78" fmla="*/ 60503 w 170304"/>
                <a:gd name="connsiteY78" fmla="*/ 48963 h 147896"/>
                <a:gd name="connsiteX79" fmla="*/ 38543 w 170304"/>
                <a:gd name="connsiteY79" fmla="*/ 48963 h 147896"/>
                <a:gd name="connsiteX80" fmla="*/ 26890 w 170304"/>
                <a:gd name="connsiteY80" fmla="*/ 48963 h 147896"/>
                <a:gd name="connsiteX81" fmla="*/ 25098 w 170304"/>
                <a:gd name="connsiteY81" fmla="*/ 48963 h 147896"/>
                <a:gd name="connsiteX82" fmla="*/ 25098 w 170304"/>
                <a:gd name="connsiteY82" fmla="*/ 39999 h 147896"/>
                <a:gd name="connsiteX83" fmla="*/ 29579 w 170304"/>
                <a:gd name="connsiteY83" fmla="*/ 53444 h 147896"/>
                <a:gd name="connsiteX84" fmla="*/ 36750 w 170304"/>
                <a:gd name="connsiteY84" fmla="*/ 53444 h 147896"/>
                <a:gd name="connsiteX85" fmla="*/ 36750 w 170304"/>
                <a:gd name="connsiteY85" fmla="*/ 127840 h 147896"/>
                <a:gd name="connsiteX86" fmla="*/ 29579 w 170304"/>
                <a:gd name="connsiteY86" fmla="*/ 127840 h 147896"/>
                <a:gd name="connsiteX87" fmla="*/ 29579 w 170304"/>
                <a:gd name="connsiteY87" fmla="*/ 53444 h 147896"/>
                <a:gd name="connsiteX88" fmla="*/ 20616 w 170304"/>
                <a:gd name="connsiteY88" fmla="*/ 132771 h 147896"/>
                <a:gd name="connsiteX89" fmla="*/ 27339 w 170304"/>
                <a:gd name="connsiteY89" fmla="*/ 132771 h 147896"/>
                <a:gd name="connsiteX90" fmla="*/ 38991 w 170304"/>
                <a:gd name="connsiteY90" fmla="*/ 132771 h 147896"/>
                <a:gd name="connsiteX91" fmla="*/ 60951 w 170304"/>
                <a:gd name="connsiteY91" fmla="*/ 132771 h 147896"/>
                <a:gd name="connsiteX92" fmla="*/ 73948 w 170304"/>
                <a:gd name="connsiteY92" fmla="*/ 132771 h 147896"/>
                <a:gd name="connsiteX93" fmla="*/ 96357 w 170304"/>
                <a:gd name="connsiteY93" fmla="*/ 132771 h 147896"/>
                <a:gd name="connsiteX94" fmla="*/ 109354 w 170304"/>
                <a:gd name="connsiteY94" fmla="*/ 132771 h 147896"/>
                <a:gd name="connsiteX95" fmla="*/ 133555 w 170304"/>
                <a:gd name="connsiteY95" fmla="*/ 132771 h 147896"/>
                <a:gd name="connsiteX96" fmla="*/ 144759 w 170304"/>
                <a:gd name="connsiteY96" fmla="*/ 132771 h 147896"/>
                <a:gd name="connsiteX97" fmla="*/ 151930 w 170304"/>
                <a:gd name="connsiteY97" fmla="*/ 132771 h 147896"/>
                <a:gd name="connsiteX98" fmla="*/ 151930 w 170304"/>
                <a:gd name="connsiteY98" fmla="*/ 138149 h 147896"/>
                <a:gd name="connsiteX99" fmla="*/ 21512 w 170304"/>
                <a:gd name="connsiteY99" fmla="*/ 138149 h 147896"/>
                <a:gd name="connsiteX100" fmla="*/ 21512 w 170304"/>
                <a:gd name="connsiteY100" fmla="*/ 132771 h 147896"/>
                <a:gd name="connsiteX101" fmla="*/ 14342 w 170304"/>
                <a:gd name="connsiteY101" fmla="*/ 142630 h 147896"/>
                <a:gd name="connsiteX102" fmla="*/ 19272 w 170304"/>
                <a:gd name="connsiteY102" fmla="*/ 142630 h 147896"/>
                <a:gd name="connsiteX103" fmla="*/ 152378 w 170304"/>
                <a:gd name="connsiteY103" fmla="*/ 142630 h 147896"/>
                <a:gd name="connsiteX104" fmla="*/ 157308 w 170304"/>
                <a:gd name="connsiteY104" fmla="*/ 142630 h 147896"/>
                <a:gd name="connsiteX105" fmla="*/ 157308 w 170304"/>
                <a:gd name="connsiteY105" fmla="*/ 148008 h 147896"/>
                <a:gd name="connsiteX106" fmla="*/ 13893 w 170304"/>
                <a:gd name="connsiteY106" fmla="*/ 148008 h 147896"/>
                <a:gd name="connsiteX107" fmla="*/ 13893 w 170304"/>
                <a:gd name="connsiteY107" fmla="*/ 142630 h 1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170304" h="147896">
                  <a:moveTo>
                    <a:pt x="169409" y="148008"/>
                  </a:moveTo>
                  <a:lnTo>
                    <a:pt x="161790" y="148008"/>
                  </a:lnTo>
                  <a:lnTo>
                    <a:pt x="161790" y="141286"/>
                  </a:lnTo>
                  <a:cubicBezTo>
                    <a:pt x="161790" y="139493"/>
                    <a:pt x="160445" y="138149"/>
                    <a:pt x="158652" y="138149"/>
                  </a:cubicBezTo>
                  <a:lnTo>
                    <a:pt x="155515" y="138149"/>
                  </a:lnTo>
                  <a:lnTo>
                    <a:pt x="155515" y="131426"/>
                  </a:lnTo>
                  <a:cubicBezTo>
                    <a:pt x="155515" y="129633"/>
                    <a:pt x="154171" y="128289"/>
                    <a:pt x="152378" y="128289"/>
                  </a:cubicBezTo>
                  <a:lnTo>
                    <a:pt x="146104" y="128289"/>
                  </a:lnTo>
                  <a:lnTo>
                    <a:pt x="146104" y="53444"/>
                  </a:lnTo>
                  <a:lnTo>
                    <a:pt x="147448" y="53444"/>
                  </a:lnTo>
                  <a:cubicBezTo>
                    <a:pt x="149241" y="53444"/>
                    <a:pt x="150585" y="52100"/>
                    <a:pt x="150585" y="50307"/>
                  </a:cubicBezTo>
                  <a:lnTo>
                    <a:pt x="150585" y="38655"/>
                  </a:lnTo>
                  <a:cubicBezTo>
                    <a:pt x="150585" y="36862"/>
                    <a:pt x="149241" y="35518"/>
                    <a:pt x="147448" y="35518"/>
                  </a:cubicBezTo>
                  <a:lnTo>
                    <a:pt x="138933" y="35518"/>
                  </a:lnTo>
                  <a:lnTo>
                    <a:pt x="89186" y="1008"/>
                  </a:lnTo>
                  <a:cubicBezTo>
                    <a:pt x="86945" y="-336"/>
                    <a:pt x="84256" y="-336"/>
                    <a:pt x="82015" y="1008"/>
                  </a:cubicBezTo>
                  <a:lnTo>
                    <a:pt x="32268" y="35518"/>
                  </a:lnTo>
                  <a:lnTo>
                    <a:pt x="24201" y="35518"/>
                  </a:lnTo>
                  <a:cubicBezTo>
                    <a:pt x="22409" y="35518"/>
                    <a:pt x="21064" y="36862"/>
                    <a:pt x="21064" y="38655"/>
                  </a:cubicBezTo>
                  <a:lnTo>
                    <a:pt x="21064" y="50307"/>
                  </a:lnTo>
                  <a:cubicBezTo>
                    <a:pt x="21064" y="52100"/>
                    <a:pt x="22409" y="53444"/>
                    <a:pt x="24201" y="53444"/>
                  </a:cubicBezTo>
                  <a:lnTo>
                    <a:pt x="25098" y="53444"/>
                  </a:lnTo>
                  <a:lnTo>
                    <a:pt x="25098" y="127840"/>
                  </a:lnTo>
                  <a:lnTo>
                    <a:pt x="19272" y="127840"/>
                  </a:lnTo>
                  <a:cubicBezTo>
                    <a:pt x="17479" y="127840"/>
                    <a:pt x="16134" y="129185"/>
                    <a:pt x="16134" y="130978"/>
                  </a:cubicBezTo>
                  <a:lnTo>
                    <a:pt x="16134" y="137700"/>
                  </a:lnTo>
                  <a:lnTo>
                    <a:pt x="12997" y="137700"/>
                  </a:lnTo>
                  <a:cubicBezTo>
                    <a:pt x="11204" y="137700"/>
                    <a:pt x="9860" y="139045"/>
                    <a:pt x="9860" y="140838"/>
                  </a:cubicBezTo>
                  <a:lnTo>
                    <a:pt x="9860" y="147560"/>
                  </a:lnTo>
                  <a:lnTo>
                    <a:pt x="2241" y="147560"/>
                  </a:lnTo>
                  <a:cubicBezTo>
                    <a:pt x="896" y="147560"/>
                    <a:pt x="0" y="148456"/>
                    <a:pt x="0" y="149801"/>
                  </a:cubicBezTo>
                  <a:cubicBezTo>
                    <a:pt x="0" y="151145"/>
                    <a:pt x="896" y="152042"/>
                    <a:pt x="2241" y="152042"/>
                  </a:cubicBezTo>
                  <a:lnTo>
                    <a:pt x="169409" y="152042"/>
                  </a:lnTo>
                  <a:cubicBezTo>
                    <a:pt x="170753" y="152042"/>
                    <a:pt x="171649" y="151145"/>
                    <a:pt x="171649" y="149801"/>
                  </a:cubicBezTo>
                  <a:cubicBezTo>
                    <a:pt x="171649" y="148456"/>
                    <a:pt x="170753" y="148008"/>
                    <a:pt x="169409" y="148008"/>
                  </a:cubicBezTo>
                  <a:close/>
                  <a:moveTo>
                    <a:pt x="141622" y="128289"/>
                  </a:moveTo>
                  <a:lnTo>
                    <a:pt x="134899" y="128289"/>
                  </a:lnTo>
                  <a:lnTo>
                    <a:pt x="134899" y="53444"/>
                  </a:lnTo>
                  <a:lnTo>
                    <a:pt x="141622" y="53444"/>
                  </a:lnTo>
                  <a:lnTo>
                    <a:pt x="141622" y="128289"/>
                  </a:lnTo>
                  <a:close/>
                  <a:moveTo>
                    <a:pt x="111146" y="128289"/>
                  </a:moveTo>
                  <a:lnTo>
                    <a:pt x="111146" y="53444"/>
                  </a:lnTo>
                  <a:lnTo>
                    <a:pt x="130866" y="53444"/>
                  </a:lnTo>
                  <a:lnTo>
                    <a:pt x="130866" y="127840"/>
                  </a:lnTo>
                  <a:lnTo>
                    <a:pt x="111146" y="127840"/>
                  </a:lnTo>
                  <a:close/>
                  <a:moveTo>
                    <a:pt x="76189" y="128289"/>
                  </a:moveTo>
                  <a:lnTo>
                    <a:pt x="76189" y="53444"/>
                  </a:lnTo>
                  <a:lnTo>
                    <a:pt x="94116" y="53444"/>
                  </a:lnTo>
                  <a:lnTo>
                    <a:pt x="94116" y="127840"/>
                  </a:lnTo>
                  <a:lnTo>
                    <a:pt x="76189" y="127840"/>
                  </a:lnTo>
                  <a:close/>
                  <a:moveTo>
                    <a:pt x="41232" y="128289"/>
                  </a:moveTo>
                  <a:lnTo>
                    <a:pt x="41232" y="53444"/>
                  </a:lnTo>
                  <a:lnTo>
                    <a:pt x="58710" y="53444"/>
                  </a:lnTo>
                  <a:lnTo>
                    <a:pt x="58710" y="127840"/>
                  </a:lnTo>
                  <a:lnTo>
                    <a:pt x="41232" y="127840"/>
                  </a:lnTo>
                  <a:close/>
                  <a:moveTo>
                    <a:pt x="63192" y="53444"/>
                  </a:moveTo>
                  <a:lnTo>
                    <a:pt x="71707" y="53444"/>
                  </a:lnTo>
                  <a:lnTo>
                    <a:pt x="71707" y="127840"/>
                  </a:lnTo>
                  <a:lnTo>
                    <a:pt x="63192" y="127840"/>
                  </a:lnTo>
                  <a:lnTo>
                    <a:pt x="63192" y="53444"/>
                  </a:lnTo>
                  <a:close/>
                  <a:moveTo>
                    <a:pt x="98149" y="53444"/>
                  </a:moveTo>
                  <a:lnTo>
                    <a:pt x="106665" y="53444"/>
                  </a:lnTo>
                  <a:lnTo>
                    <a:pt x="106665" y="127840"/>
                  </a:lnTo>
                  <a:lnTo>
                    <a:pt x="98149" y="127840"/>
                  </a:lnTo>
                  <a:lnTo>
                    <a:pt x="98149" y="53444"/>
                  </a:lnTo>
                  <a:close/>
                  <a:moveTo>
                    <a:pt x="84704" y="5042"/>
                  </a:moveTo>
                  <a:cubicBezTo>
                    <a:pt x="85601" y="4594"/>
                    <a:pt x="86497" y="4594"/>
                    <a:pt x="86945" y="5042"/>
                  </a:cubicBezTo>
                  <a:lnTo>
                    <a:pt x="131314" y="35966"/>
                  </a:lnTo>
                  <a:lnTo>
                    <a:pt x="40335" y="35966"/>
                  </a:lnTo>
                  <a:lnTo>
                    <a:pt x="84704" y="5042"/>
                  </a:lnTo>
                  <a:close/>
                  <a:moveTo>
                    <a:pt x="25546" y="39999"/>
                  </a:moveTo>
                  <a:lnTo>
                    <a:pt x="146104" y="39999"/>
                  </a:lnTo>
                  <a:lnTo>
                    <a:pt x="146104" y="48963"/>
                  </a:lnTo>
                  <a:lnTo>
                    <a:pt x="143863" y="48963"/>
                  </a:lnTo>
                  <a:lnTo>
                    <a:pt x="132659" y="48963"/>
                  </a:lnTo>
                  <a:lnTo>
                    <a:pt x="108457" y="48963"/>
                  </a:lnTo>
                  <a:lnTo>
                    <a:pt x="95909" y="48963"/>
                  </a:lnTo>
                  <a:lnTo>
                    <a:pt x="73500" y="48963"/>
                  </a:lnTo>
                  <a:lnTo>
                    <a:pt x="60503" y="48963"/>
                  </a:lnTo>
                  <a:lnTo>
                    <a:pt x="38543" y="48963"/>
                  </a:lnTo>
                  <a:lnTo>
                    <a:pt x="26890" y="48963"/>
                  </a:lnTo>
                  <a:lnTo>
                    <a:pt x="25098" y="48963"/>
                  </a:lnTo>
                  <a:lnTo>
                    <a:pt x="25098" y="39999"/>
                  </a:lnTo>
                  <a:close/>
                  <a:moveTo>
                    <a:pt x="29579" y="53444"/>
                  </a:moveTo>
                  <a:lnTo>
                    <a:pt x="36750" y="53444"/>
                  </a:lnTo>
                  <a:lnTo>
                    <a:pt x="36750" y="127840"/>
                  </a:lnTo>
                  <a:lnTo>
                    <a:pt x="29579" y="127840"/>
                  </a:lnTo>
                  <a:lnTo>
                    <a:pt x="29579" y="53444"/>
                  </a:lnTo>
                  <a:close/>
                  <a:moveTo>
                    <a:pt x="20616" y="132771"/>
                  </a:moveTo>
                  <a:lnTo>
                    <a:pt x="27339" y="132771"/>
                  </a:lnTo>
                  <a:lnTo>
                    <a:pt x="38991" y="132771"/>
                  </a:lnTo>
                  <a:lnTo>
                    <a:pt x="60951" y="132771"/>
                  </a:lnTo>
                  <a:lnTo>
                    <a:pt x="73948" y="132771"/>
                  </a:lnTo>
                  <a:lnTo>
                    <a:pt x="96357" y="132771"/>
                  </a:lnTo>
                  <a:lnTo>
                    <a:pt x="109354" y="132771"/>
                  </a:lnTo>
                  <a:lnTo>
                    <a:pt x="133555" y="132771"/>
                  </a:lnTo>
                  <a:lnTo>
                    <a:pt x="144759" y="132771"/>
                  </a:lnTo>
                  <a:lnTo>
                    <a:pt x="151930" y="132771"/>
                  </a:lnTo>
                  <a:lnTo>
                    <a:pt x="151930" y="138149"/>
                  </a:lnTo>
                  <a:lnTo>
                    <a:pt x="21512" y="138149"/>
                  </a:lnTo>
                  <a:lnTo>
                    <a:pt x="21512" y="132771"/>
                  </a:lnTo>
                  <a:close/>
                  <a:moveTo>
                    <a:pt x="14342" y="142630"/>
                  </a:moveTo>
                  <a:lnTo>
                    <a:pt x="19272" y="142630"/>
                  </a:lnTo>
                  <a:lnTo>
                    <a:pt x="152378" y="142630"/>
                  </a:lnTo>
                  <a:lnTo>
                    <a:pt x="157308" y="142630"/>
                  </a:lnTo>
                  <a:lnTo>
                    <a:pt x="157308" y="148008"/>
                  </a:lnTo>
                  <a:lnTo>
                    <a:pt x="13893" y="148008"/>
                  </a:lnTo>
                  <a:lnTo>
                    <a:pt x="13893" y="142630"/>
                  </a:lnTo>
                  <a:close/>
                </a:path>
              </a:pathLst>
            </a:custGeom>
            <a:grpFill/>
            <a:ln w="4477" cap="flat">
              <a:noFill/>
              <a:prstDash val="solid"/>
              <a:miter/>
            </a:ln>
          </p:spPr>
          <p:txBody>
            <a:bodyPr rtlCol="0" anchor="ctr"/>
            <a:lstStyle/>
            <a:p>
              <a:endParaRPr lang="en-US"/>
            </a:p>
          </p:txBody>
        </p:sp>
      </p:grpSp>
      <p:sp>
        <p:nvSpPr>
          <p:cNvPr id="6" name="Rechteck 21">
            <a:extLst>
              <a:ext uri="{FF2B5EF4-FFF2-40B4-BE49-F238E27FC236}">
                <a16:creationId xmlns:a16="http://schemas.microsoft.com/office/drawing/2014/main" id="{FADE73FA-5596-65AF-B900-E9B208613A73}"/>
              </a:ext>
            </a:extLst>
          </p:cNvPr>
          <p:cNvSpPr/>
          <p:nvPr/>
        </p:nvSpPr>
        <p:spPr>
          <a:xfrm>
            <a:off x="1497689" y="1653606"/>
            <a:ext cx="6109430" cy="928800"/>
          </a:xfrm>
          <a:prstGeom prst="rect">
            <a:avLst/>
          </a:prstGeom>
          <a:solidFill>
            <a:schemeClr val="accent1">
              <a:lumMod val="75000"/>
              <a:alpha val="2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spcAft>
                <a:spcPts val="600"/>
              </a:spcAft>
            </a:pPr>
            <a:r>
              <a:rPr lang="en-US" sz="1200" b="1" i="0">
                <a:solidFill>
                  <a:schemeClr val="bg1"/>
                </a:solidFill>
                <a:effectLst/>
              </a:rPr>
              <a:t>Align Organizational Structures to </a:t>
            </a:r>
            <a:r>
              <a:rPr lang="en-US" sz="1200" b="1" i="0">
                <a:solidFill>
                  <a:schemeClr val="accent2"/>
                </a:solidFill>
                <a:effectLst/>
              </a:rPr>
              <a:t>Value Streams</a:t>
            </a:r>
          </a:p>
          <a:p>
            <a:pPr algn="l">
              <a:spcAft>
                <a:spcPts val="600"/>
              </a:spcAft>
            </a:pPr>
            <a:r>
              <a:rPr lang="en-US" sz="1200" i="0">
                <a:solidFill>
                  <a:schemeClr val="bg1"/>
                </a:solidFill>
                <a:effectLst/>
              </a:rPr>
              <a:t>Transition from function-based silos to product-centric, cross-functional teams aligned with customer value delivery</a:t>
            </a:r>
          </a:p>
        </p:txBody>
      </p:sp>
      <p:sp>
        <p:nvSpPr>
          <p:cNvPr id="23" name="Rectangle 22">
            <a:extLst>
              <a:ext uri="{FF2B5EF4-FFF2-40B4-BE49-F238E27FC236}">
                <a16:creationId xmlns:a16="http://schemas.microsoft.com/office/drawing/2014/main" id="{EB56D2C9-4B4E-3E57-F3F5-934247E225A7}"/>
              </a:ext>
            </a:extLst>
          </p:cNvPr>
          <p:cNvSpPr/>
          <p:nvPr/>
        </p:nvSpPr>
        <p:spPr>
          <a:xfrm>
            <a:off x="565002" y="1653606"/>
            <a:ext cx="932688" cy="928800"/>
          </a:xfrm>
          <a:prstGeom prst="rect">
            <a:avLst/>
          </a:prstGeom>
          <a:solidFill>
            <a:schemeClr val="accent1">
              <a:lumMod val="50000"/>
              <a:alpha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4" name="Graphic 2">
            <a:extLst>
              <a:ext uri="{FF2B5EF4-FFF2-40B4-BE49-F238E27FC236}">
                <a16:creationId xmlns:a16="http://schemas.microsoft.com/office/drawing/2014/main" id="{E4E5B978-6F54-EFD5-55CA-BA1D95497EC0}"/>
              </a:ext>
            </a:extLst>
          </p:cNvPr>
          <p:cNvSpPr>
            <a:spLocks noChangeAspect="1"/>
          </p:cNvSpPr>
          <p:nvPr/>
        </p:nvSpPr>
        <p:spPr>
          <a:xfrm>
            <a:off x="763392" y="1892391"/>
            <a:ext cx="481312" cy="451229"/>
          </a:xfrm>
          <a:custGeom>
            <a:avLst/>
            <a:gdLst>
              <a:gd name="connsiteX0" fmla="*/ 425824 w 478118"/>
              <a:gd name="connsiteY0" fmla="*/ 252528 h 448234"/>
              <a:gd name="connsiteX1" fmla="*/ 379954 w 478118"/>
              <a:gd name="connsiteY1" fmla="*/ 274492 h 448234"/>
              <a:gd name="connsiteX2" fmla="*/ 330200 w 478118"/>
              <a:gd name="connsiteY2" fmla="*/ 245954 h 448234"/>
              <a:gd name="connsiteX3" fmla="*/ 318994 w 478118"/>
              <a:gd name="connsiteY3" fmla="*/ 136734 h 448234"/>
              <a:gd name="connsiteX4" fmla="*/ 356796 w 478118"/>
              <a:gd name="connsiteY4" fmla="*/ 103117 h 448234"/>
              <a:gd name="connsiteX5" fmla="*/ 438848 w 478118"/>
              <a:gd name="connsiteY5" fmla="*/ 95480 h 448234"/>
              <a:gd name="connsiteX6" fmla="*/ 431212 w 478118"/>
              <a:gd name="connsiteY6" fmla="*/ 13427 h 448234"/>
              <a:gd name="connsiteX7" fmla="*/ 349159 w 478118"/>
              <a:gd name="connsiteY7" fmla="*/ 21064 h 448234"/>
              <a:gd name="connsiteX8" fmla="*/ 346636 w 478118"/>
              <a:gd name="connsiteY8" fmla="*/ 92210 h 448234"/>
              <a:gd name="connsiteX9" fmla="*/ 308536 w 478118"/>
              <a:gd name="connsiteY9" fmla="*/ 126126 h 448234"/>
              <a:gd name="connsiteX10" fmla="*/ 180041 w 478118"/>
              <a:gd name="connsiteY10" fmla="*/ 123138 h 448234"/>
              <a:gd name="connsiteX11" fmla="*/ 147619 w 478118"/>
              <a:gd name="connsiteY11" fmla="*/ 88176 h 448234"/>
              <a:gd name="connsiteX12" fmla="*/ 140251 w 478118"/>
              <a:gd name="connsiteY12" fmla="*/ 20750 h 448234"/>
              <a:gd name="connsiteX13" fmla="*/ 72825 w 478118"/>
              <a:gd name="connsiteY13" fmla="*/ 28117 h 448234"/>
              <a:gd name="connsiteX14" fmla="*/ 80193 w 478118"/>
              <a:gd name="connsiteY14" fmla="*/ 95543 h 448234"/>
              <a:gd name="connsiteX15" fmla="*/ 110714 w 478118"/>
              <a:gd name="connsiteY15" fmla="*/ 106105 h 448234"/>
              <a:gd name="connsiteX16" fmla="*/ 136562 w 478118"/>
              <a:gd name="connsiteY16" fmla="*/ 98485 h 448234"/>
              <a:gd name="connsiteX17" fmla="*/ 169284 w 478118"/>
              <a:gd name="connsiteY17" fmla="*/ 132999 h 448234"/>
              <a:gd name="connsiteX18" fmla="*/ 143585 w 478118"/>
              <a:gd name="connsiteY18" fmla="*/ 199188 h 448234"/>
              <a:gd name="connsiteX19" fmla="*/ 155388 w 478118"/>
              <a:gd name="connsiteY19" fmla="*/ 246253 h 448234"/>
              <a:gd name="connsiteX20" fmla="*/ 105933 w 478118"/>
              <a:gd name="connsiteY20" fmla="*/ 275837 h 448234"/>
              <a:gd name="connsiteX21" fmla="*/ 59765 w 478118"/>
              <a:gd name="connsiteY21" fmla="*/ 252528 h 448234"/>
              <a:gd name="connsiteX22" fmla="*/ 0 w 478118"/>
              <a:gd name="connsiteY22" fmla="*/ 312293 h 448234"/>
              <a:gd name="connsiteX23" fmla="*/ 59765 w 478118"/>
              <a:gd name="connsiteY23" fmla="*/ 372058 h 448234"/>
              <a:gd name="connsiteX24" fmla="*/ 119530 w 478118"/>
              <a:gd name="connsiteY24" fmla="*/ 312293 h 448234"/>
              <a:gd name="connsiteX25" fmla="*/ 114449 w 478118"/>
              <a:gd name="connsiteY25" fmla="*/ 288387 h 448234"/>
              <a:gd name="connsiteX26" fmla="*/ 164353 w 478118"/>
              <a:gd name="connsiteY26" fmla="*/ 259401 h 448234"/>
              <a:gd name="connsiteX27" fmla="*/ 235921 w 478118"/>
              <a:gd name="connsiteY27" fmla="*/ 298547 h 448234"/>
              <a:gd name="connsiteX28" fmla="*/ 235921 w 478118"/>
              <a:gd name="connsiteY28" fmla="*/ 366081 h 448234"/>
              <a:gd name="connsiteX29" fmla="*/ 195866 w 478118"/>
              <a:gd name="connsiteY29" fmla="*/ 421078 h 448234"/>
              <a:gd name="connsiteX30" fmla="*/ 250863 w 478118"/>
              <a:gd name="connsiteY30" fmla="*/ 461135 h 448234"/>
              <a:gd name="connsiteX31" fmla="*/ 290918 w 478118"/>
              <a:gd name="connsiteY31" fmla="*/ 406137 h 448234"/>
              <a:gd name="connsiteX32" fmla="*/ 250863 w 478118"/>
              <a:gd name="connsiteY32" fmla="*/ 366081 h 448234"/>
              <a:gd name="connsiteX33" fmla="*/ 250863 w 478118"/>
              <a:gd name="connsiteY33" fmla="*/ 298547 h 448234"/>
              <a:gd name="connsiteX34" fmla="*/ 323029 w 478118"/>
              <a:gd name="connsiteY34" fmla="*/ 258505 h 448234"/>
              <a:gd name="connsiteX35" fmla="*/ 372633 w 478118"/>
              <a:gd name="connsiteY35" fmla="*/ 288387 h 448234"/>
              <a:gd name="connsiteX36" fmla="*/ 403533 w 478118"/>
              <a:gd name="connsiteY36" fmla="*/ 367057 h 448234"/>
              <a:gd name="connsiteX37" fmla="*/ 482203 w 478118"/>
              <a:gd name="connsiteY37" fmla="*/ 336157 h 448234"/>
              <a:gd name="connsiteX38" fmla="*/ 451303 w 478118"/>
              <a:gd name="connsiteY38" fmla="*/ 257487 h 448234"/>
              <a:gd name="connsiteX39" fmla="*/ 425824 w 478118"/>
              <a:gd name="connsiteY39" fmla="*/ 252528 h 448234"/>
              <a:gd name="connsiteX40" fmla="*/ 395194 w 478118"/>
              <a:gd name="connsiteY40" fmla="*/ 13470 h 448234"/>
              <a:gd name="connsiteX41" fmla="*/ 440018 w 478118"/>
              <a:gd name="connsiteY41" fmla="*/ 58293 h 448234"/>
              <a:gd name="connsiteX42" fmla="*/ 395194 w 478118"/>
              <a:gd name="connsiteY42" fmla="*/ 103117 h 448234"/>
              <a:gd name="connsiteX43" fmla="*/ 350371 w 478118"/>
              <a:gd name="connsiteY43" fmla="*/ 58293 h 448234"/>
              <a:gd name="connsiteX44" fmla="*/ 395194 w 478118"/>
              <a:gd name="connsiteY44" fmla="*/ 13470 h 448234"/>
              <a:gd name="connsiteX45" fmla="*/ 111312 w 478118"/>
              <a:gd name="connsiteY45" fmla="*/ 91164 h 448234"/>
              <a:gd name="connsiteX46" fmla="*/ 77551 w 478118"/>
              <a:gd name="connsiteY46" fmla="*/ 58596 h 448234"/>
              <a:gd name="connsiteX47" fmla="*/ 110119 w 478118"/>
              <a:gd name="connsiteY47" fmla="*/ 24836 h 448234"/>
              <a:gd name="connsiteX48" fmla="*/ 143880 w 478118"/>
              <a:gd name="connsiteY48" fmla="*/ 57404 h 448234"/>
              <a:gd name="connsiteX49" fmla="*/ 143884 w 478118"/>
              <a:gd name="connsiteY49" fmla="*/ 58293 h 448234"/>
              <a:gd name="connsiteX50" fmla="*/ 110714 w 478118"/>
              <a:gd name="connsiteY50" fmla="*/ 91164 h 448234"/>
              <a:gd name="connsiteX51" fmla="*/ 59765 w 478118"/>
              <a:gd name="connsiteY51" fmla="*/ 357117 h 448234"/>
              <a:gd name="connsiteX52" fmla="*/ 14941 w 478118"/>
              <a:gd name="connsiteY52" fmla="*/ 312293 h 448234"/>
              <a:gd name="connsiteX53" fmla="*/ 59765 w 478118"/>
              <a:gd name="connsiteY53" fmla="*/ 267470 h 448234"/>
              <a:gd name="connsiteX54" fmla="*/ 104588 w 478118"/>
              <a:gd name="connsiteY54" fmla="*/ 312293 h 448234"/>
              <a:gd name="connsiteX55" fmla="*/ 59765 w 478118"/>
              <a:gd name="connsiteY55" fmla="*/ 357117 h 448234"/>
              <a:gd name="connsiteX56" fmla="*/ 276113 w 478118"/>
              <a:gd name="connsiteY56" fmla="*/ 413893 h 448234"/>
              <a:gd name="connsiteX57" fmla="*/ 242794 w 478118"/>
              <a:gd name="connsiteY57" fmla="*/ 447212 h 448234"/>
              <a:gd name="connsiteX58" fmla="*/ 209475 w 478118"/>
              <a:gd name="connsiteY58" fmla="*/ 413893 h 448234"/>
              <a:gd name="connsiteX59" fmla="*/ 242794 w 478118"/>
              <a:gd name="connsiteY59" fmla="*/ 380574 h 448234"/>
              <a:gd name="connsiteX60" fmla="*/ 242944 w 478118"/>
              <a:gd name="connsiteY60" fmla="*/ 380574 h 448234"/>
              <a:gd name="connsiteX61" fmla="*/ 275814 w 478118"/>
              <a:gd name="connsiteY61" fmla="*/ 413594 h 448234"/>
              <a:gd name="connsiteX62" fmla="*/ 242645 w 478118"/>
              <a:gd name="connsiteY62" fmla="*/ 283905 h 448234"/>
              <a:gd name="connsiteX63" fmla="*/ 158526 w 478118"/>
              <a:gd name="connsiteY63" fmla="*/ 199786 h 448234"/>
              <a:gd name="connsiteX64" fmla="*/ 242645 w 478118"/>
              <a:gd name="connsiteY64" fmla="*/ 115667 h 448234"/>
              <a:gd name="connsiteX65" fmla="*/ 326764 w 478118"/>
              <a:gd name="connsiteY65" fmla="*/ 199786 h 448234"/>
              <a:gd name="connsiteX66" fmla="*/ 242645 w 478118"/>
              <a:gd name="connsiteY66" fmla="*/ 283905 h 448234"/>
              <a:gd name="connsiteX67" fmla="*/ 425824 w 478118"/>
              <a:gd name="connsiteY67" fmla="*/ 357117 h 448234"/>
              <a:gd name="connsiteX68" fmla="*/ 381000 w 478118"/>
              <a:gd name="connsiteY68" fmla="*/ 312293 h 448234"/>
              <a:gd name="connsiteX69" fmla="*/ 386827 w 478118"/>
              <a:gd name="connsiteY69" fmla="*/ 290479 h 448234"/>
              <a:gd name="connsiteX70" fmla="*/ 388620 w 478118"/>
              <a:gd name="connsiteY70" fmla="*/ 288686 h 448234"/>
              <a:gd name="connsiteX71" fmla="*/ 389517 w 478118"/>
              <a:gd name="connsiteY71" fmla="*/ 286146 h 448234"/>
              <a:gd name="connsiteX72" fmla="*/ 452071 w 478118"/>
              <a:gd name="connsiteY72" fmla="*/ 275886 h 448234"/>
              <a:gd name="connsiteX73" fmla="*/ 462331 w 478118"/>
              <a:gd name="connsiteY73" fmla="*/ 338440 h 448234"/>
              <a:gd name="connsiteX74" fmla="*/ 425824 w 478118"/>
              <a:gd name="connsiteY74" fmla="*/ 357117 h 44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78118" h="448234">
                <a:moveTo>
                  <a:pt x="425824" y="252528"/>
                </a:moveTo>
                <a:cubicBezTo>
                  <a:pt x="408026" y="252654"/>
                  <a:pt x="391211" y="260706"/>
                  <a:pt x="379954" y="274492"/>
                </a:cubicBezTo>
                <a:lnTo>
                  <a:pt x="330200" y="245954"/>
                </a:lnTo>
                <a:cubicBezTo>
                  <a:pt x="348951" y="210642"/>
                  <a:pt x="344526" y="167503"/>
                  <a:pt x="318994" y="136734"/>
                </a:cubicBezTo>
                <a:lnTo>
                  <a:pt x="356796" y="103117"/>
                </a:lnTo>
                <a:cubicBezTo>
                  <a:pt x="381562" y="123666"/>
                  <a:pt x="418299" y="120247"/>
                  <a:pt x="438848" y="95480"/>
                </a:cubicBezTo>
                <a:cubicBezTo>
                  <a:pt x="459397" y="70713"/>
                  <a:pt x="455978" y="33977"/>
                  <a:pt x="431212" y="13427"/>
                </a:cubicBezTo>
                <a:cubicBezTo>
                  <a:pt x="406444" y="-7122"/>
                  <a:pt x="369708" y="-3703"/>
                  <a:pt x="349159" y="21064"/>
                </a:cubicBezTo>
                <a:cubicBezTo>
                  <a:pt x="332244" y="41450"/>
                  <a:pt x="331209" y="70678"/>
                  <a:pt x="346636" y="92210"/>
                </a:cubicBezTo>
                <a:lnTo>
                  <a:pt x="308536" y="126126"/>
                </a:lnTo>
                <a:cubicBezTo>
                  <a:pt x="272349" y="93457"/>
                  <a:pt x="217707" y="92187"/>
                  <a:pt x="180041" y="123138"/>
                </a:cubicBezTo>
                <a:lnTo>
                  <a:pt x="147619" y="88176"/>
                </a:lnTo>
                <a:cubicBezTo>
                  <a:pt x="164204" y="67522"/>
                  <a:pt x="160905" y="37334"/>
                  <a:pt x="140251" y="20750"/>
                </a:cubicBezTo>
                <a:cubicBezTo>
                  <a:pt x="119598" y="4165"/>
                  <a:pt x="89410" y="7464"/>
                  <a:pt x="72825" y="28117"/>
                </a:cubicBezTo>
                <a:cubicBezTo>
                  <a:pt x="56241" y="48771"/>
                  <a:pt x="59539" y="78958"/>
                  <a:pt x="80193" y="95543"/>
                </a:cubicBezTo>
                <a:cubicBezTo>
                  <a:pt x="88840" y="102486"/>
                  <a:pt x="99625" y="106219"/>
                  <a:pt x="110714" y="106105"/>
                </a:cubicBezTo>
                <a:cubicBezTo>
                  <a:pt x="119884" y="106104"/>
                  <a:pt x="128859" y="103459"/>
                  <a:pt x="136562" y="98485"/>
                </a:cubicBezTo>
                <a:lnTo>
                  <a:pt x="169284" y="132999"/>
                </a:lnTo>
                <a:cubicBezTo>
                  <a:pt x="152733" y="151067"/>
                  <a:pt x="143563" y="174686"/>
                  <a:pt x="143585" y="199188"/>
                </a:cubicBezTo>
                <a:cubicBezTo>
                  <a:pt x="143594" y="215607"/>
                  <a:pt x="147648" y="231772"/>
                  <a:pt x="155388" y="246253"/>
                </a:cubicBezTo>
                <a:lnTo>
                  <a:pt x="105933" y="275837"/>
                </a:lnTo>
                <a:cubicBezTo>
                  <a:pt x="94978" y="261344"/>
                  <a:pt x="77931" y="252738"/>
                  <a:pt x="59765" y="252528"/>
                </a:cubicBezTo>
                <a:cubicBezTo>
                  <a:pt x="26758" y="252528"/>
                  <a:pt x="0" y="279287"/>
                  <a:pt x="0" y="312293"/>
                </a:cubicBezTo>
                <a:cubicBezTo>
                  <a:pt x="0" y="345300"/>
                  <a:pt x="26758" y="372058"/>
                  <a:pt x="59765" y="372058"/>
                </a:cubicBezTo>
                <a:cubicBezTo>
                  <a:pt x="92772" y="372058"/>
                  <a:pt x="119530" y="345300"/>
                  <a:pt x="119530" y="312293"/>
                </a:cubicBezTo>
                <a:cubicBezTo>
                  <a:pt x="119476" y="304062"/>
                  <a:pt x="117747" y="295928"/>
                  <a:pt x="114449" y="288387"/>
                </a:cubicBezTo>
                <a:lnTo>
                  <a:pt x="164353" y="259401"/>
                </a:lnTo>
                <a:cubicBezTo>
                  <a:pt x="181467" y="282137"/>
                  <a:pt x="207545" y="296402"/>
                  <a:pt x="235921" y="298547"/>
                </a:cubicBezTo>
                <a:lnTo>
                  <a:pt x="235921" y="366081"/>
                </a:lnTo>
                <a:cubicBezTo>
                  <a:pt x="209673" y="370206"/>
                  <a:pt x="191739" y="394831"/>
                  <a:pt x="195866" y="421078"/>
                </a:cubicBezTo>
                <a:cubicBezTo>
                  <a:pt x="199991" y="447327"/>
                  <a:pt x="224614" y="465261"/>
                  <a:pt x="250863" y="461135"/>
                </a:cubicBezTo>
                <a:cubicBezTo>
                  <a:pt x="277111" y="457009"/>
                  <a:pt x="295045" y="432386"/>
                  <a:pt x="290918" y="406137"/>
                </a:cubicBezTo>
                <a:cubicBezTo>
                  <a:pt x="287676" y="385506"/>
                  <a:pt x="271493" y="369323"/>
                  <a:pt x="250863" y="366081"/>
                </a:cubicBezTo>
                <a:lnTo>
                  <a:pt x="250863" y="298547"/>
                </a:lnTo>
                <a:cubicBezTo>
                  <a:pt x="279597" y="296333"/>
                  <a:pt x="305943" y="281714"/>
                  <a:pt x="323029" y="258505"/>
                </a:cubicBezTo>
                <a:lnTo>
                  <a:pt x="372633" y="288387"/>
                </a:lnTo>
                <a:cubicBezTo>
                  <a:pt x="359442" y="318645"/>
                  <a:pt x="373277" y="353865"/>
                  <a:pt x="403533" y="367057"/>
                </a:cubicBezTo>
                <a:cubicBezTo>
                  <a:pt x="433790" y="380247"/>
                  <a:pt x="469011" y="366413"/>
                  <a:pt x="482203" y="336157"/>
                </a:cubicBezTo>
                <a:cubicBezTo>
                  <a:pt x="495393" y="305900"/>
                  <a:pt x="481559" y="270679"/>
                  <a:pt x="451303" y="257487"/>
                </a:cubicBezTo>
                <a:cubicBezTo>
                  <a:pt x="443275" y="253988"/>
                  <a:pt x="434578" y="252295"/>
                  <a:pt x="425824" y="252528"/>
                </a:cubicBezTo>
                <a:close/>
                <a:moveTo>
                  <a:pt x="395194" y="13470"/>
                </a:moveTo>
                <a:cubicBezTo>
                  <a:pt x="419950" y="13470"/>
                  <a:pt x="440018" y="33538"/>
                  <a:pt x="440018" y="58293"/>
                </a:cubicBezTo>
                <a:cubicBezTo>
                  <a:pt x="440018" y="83049"/>
                  <a:pt x="419950" y="103117"/>
                  <a:pt x="395194" y="103117"/>
                </a:cubicBezTo>
                <a:cubicBezTo>
                  <a:pt x="370438" y="103117"/>
                  <a:pt x="350371" y="83049"/>
                  <a:pt x="350371" y="58293"/>
                </a:cubicBezTo>
                <a:cubicBezTo>
                  <a:pt x="350371" y="33538"/>
                  <a:pt x="370438" y="13470"/>
                  <a:pt x="395194" y="13470"/>
                </a:cubicBezTo>
                <a:close/>
                <a:moveTo>
                  <a:pt x="111312" y="91164"/>
                </a:moveTo>
                <a:cubicBezTo>
                  <a:pt x="92996" y="91493"/>
                  <a:pt x="77881" y="76912"/>
                  <a:pt x="77551" y="58596"/>
                </a:cubicBezTo>
                <a:cubicBezTo>
                  <a:pt x="77222" y="40280"/>
                  <a:pt x="91803" y="25165"/>
                  <a:pt x="110119" y="24836"/>
                </a:cubicBezTo>
                <a:cubicBezTo>
                  <a:pt x="128435" y="24506"/>
                  <a:pt x="143550" y="39087"/>
                  <a:pt x="143880" y="57404"/>
                </a:cubicBezTo>
                <a:cubicBezTo>
                  <a:pt x="143885" y="57700"/>
                  <a:pt x="143886" y="57997"/>
                  <a:pt x="143884" y="58293"/>
                </a:cubicBezTo>
                <a:cubicBezTo>
                  <a:pt x="143720" y="76495"/>
                  <a:pt x="128917" y="91165"/>
                  <a:pt x="110714" y="91164"/>
                </a:cubicBezTo>
                <a:close/>
                <a:moveTo>
                  <a:pt x="59765" y="357117"/>
                </a:moveTo>
                <a:cubicBezTo>
                  <a:pt x="35009" y="357117"/>
                  <a:pt x="14941" y="337049"/>
                  <a:pt x="14941" y="312293"/>
                </a:cubicBezTo>
                <a:cubicBezTo>
                  <a:pt x="14941" y="287537"/>
                  <a:pt x="35009" y="267470"/>
                  <a:pt x="59765" y="267470"/>
                </a:cubicBezTo>
                <a:cubicBezTo>
                  <a:pt x="84520" y="267470"/>
                  <a:pt x="104588" y="287537"/>
                  <a:pt x="104588" y="312293"/>
                </a:cubicBezTo>
                <a:cubicBezTo>
                  <a:pt x="104588" y="337049"/>
                  <a:pt x="84520" y="357117"/>
                  <a:pt x="59765" y="357117"/>
                </a:cubicBezTo>
                <a:close/>
                <a:moveTo>
                  <a:pt x="276113" y="413893"/>
                </a:moveTo>
                <a:cubicBezTo>
                  <a:pt x="276113" y="432294"/>
                  <a:pt x="261196" y="447212"/>
                  <a:pt x="242794" y="447212"/>
                </a:cubicBezTo>
                <a:cubicBezTo>
                  <a:pt x="224393" y="447212"/>
                  <a:pt x="209475" y="432293"/>
                  <a:pt x="209475" y="413893"/>
                </a:cubicBezTo>
                <a:cubicBezTo>
                  <a:pt x="209475" y="395491"/>
                  <a:pt x="224393" y="380574"/>
                  <a:pt x="242794" y="380574"/>
                </a:cubicBezTo>
                <a:cubicBezTo>
                  <a:pt x="242844" y="380574"/>
                  <a:pt x="242894" y="380574"/>
                  <a:pt x="242944" y="380574"/>
                </a:cubicBezTo>
                <a:cubicBezTo>
                  <a:pt x="261054" y="380818"/>
                  <a:pt x="275653" y="395482"/>
                  <a:pt x="275814" y="413594"/>
                </a:cubicBezTo>
                <a:close/>
                <a:moveTo>
                  <a:pt x="242645" y="283905"/>
                </a:moveTo>
                <a:cubicBezTo>
                  <a:pt x="196187" y="283905"/>
                  <a:pt x="158526" y="246244"/>
                  <a:pt x="158526" y="199786"/>
                </a:cubicBezTo>
                <a:cubicBezTo>
                  <a:pt x="158526" y="153328"/>
                  <a:pt x="196187" y="115667"/>
                  <a:pt x="242645" y="115667"/>
                </a:cubicBezTo>
                <a:cubicBezTo>
                  <a:pt x="289103" y="115667"/>
                  <a:pt x="326764" y="153328"/>
                  <a:pt x="326764" y="199786"/>
                </a:cubicBezTo>
                <a:cubicBezTo>
                  <a:pt x="326764" y="246244"/>
                  <a:pt x="289103" y="283905"/>
                  <a:pt x="242645" y="283905"/>
                </a:cubicBezTo>
                <a:close/>
                <a:moveTo>
                  <a:pt x="425824" y="357117"/>
                </a:moveTo>
                <a:cubicBezTo>
                  <a:pt x="401068" y="357117"/>
                  <a:pt x="381000" y="337049"/>
                  <a:pt x="381000" y="312293"/>
                </a:cubicBezTo>
                <a:cubicBezTo>
                  <a:pt x="381050" y="304643"/>
                  <a:pt x="383055" y="297134"/>
                  <a:pt x="386827" y="290479"/>
                </a:cubicBezTo>
                <a:cubicBezTo>
                  <a:pt x="387567" y="290043"/>
                  <a:pt x="388184" y="289426"/>
                  <a:pt x="388620" y="288686"/>
                </a:cubicBezTo>
                <a:cubicBezTo>
                  <a:pt x="389073" y="287902"/>
                  <a:pt x="389378" y="287041"/>
                  <a:pt x="389517" y="286146"/>
                </a:cubicBezTo>
                <a:cubicBezTo>
                  <a:pt x="403957" y="266040"/>
                  <a:pt x="431965" y="261445"/>
                  <a:pt x="452071" y="275886"/>
                </a:cubicBezTo>
                <a:cubicBezTo>
                  <a:pt x="472177" y="290327"/>
                  <a:pt x="476772" y="318334"/>
                  <a:pt x="462331" y="338440"/>
                </a:cubicBezTo>
                <a:cubicBezTo>
                  <a:pt x="453889" y="350193"/>
                  <a:pt x="440294" y="357149"/>
                  <a:pt x="425824" y="357117"/>
                </a:cubicBezTo>
                <a:close/>
              </a:path>
            </a:pathLst>
          </a:custGeom>
          <a:solidFill>
            <a:schemeClr val="bg1"/>
          </a:solidFill>
          <a:ln w="14883" cap="flat">
            <a:noFill/>
            <a:prstDash val="solid"/>
            <a:miter/>
          </a:ln>
        </p:spPr>
        <p:txBody>
          <a:bodyPr rtlCol="0" anchor="ctr"/>
          <a:lstStyle/>
          <a:p>
            <a:endParaRPr lang="de-DE"/>
          </a:p>
        </p:txBody>
      </p:sp>
      <p:sp>
        <p:nvSpPr>
          <p:cNvPr id="25" name="TextBox 24">
            <a:extLst>
              <a:ext uri="{FF2B5EF4-FFF2-40B4-BE49-F238E27FC236}">
                <a16:creationId xmlns:a16="http://schemas.microsoft.com/office/drawing/2014/main" id="{2C4481F4-B60E-4878-6847-836618FCFA17}"/>
              </a:ext>
            </a:extLst>
          </p:cNvPr>
          <p:cNvSpPr txBox="1"/>
          <p:nvPr/>
        </p:nvSpPr>
        <p:spPr>
          <a:xfrm>
            <a:off x="7860104" y="1794841"/>
            <a:ext cx="378051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FFFFFF"/>
                </a:solidFill>
                <a:effectLst/>
                <a:uLnTx/>
                <a:uFillTx/>
                <a:latin typeface="Ubuntu"/>
                <a:ea typeface="+mn-ea"/>
                <a:cs typeface="+mn-cs"/>
              </a:rPr>
              <a:t>“85% of companies state that they have already introduced a product-centric model or plan to do so in order to increase customer satisfaction.” </a:t>
            </a:r>
            <a:r>
              <a:rPr kumimoji="0" lang="en-US" sz="1200" b="0" i="1" u="none" strike="noStrike" kern="1200" cap="none" spc="0" normalizeH="0" baseline="30000" noProof="0">
                <a:ln>
                  <a:noFill/>
                </a:ln>
                <a:solidFill>
                  <a:srgbClr val="FFFFFF"/>
                </a:solidFill>
                <a:effectLst/>
                <a:uLnTx/>
                <a:uFillTx/>
                <a:latin typeface="Ubuntu"/>
                <a:ea typeface="+mn-ea"/>
                <a:cs typeface="+mn-cs"/>
              </a:rPr>
              <a:t>1</a:t>
            </a:r>
            <a:endParaRPr kumimoji="0" lang="en-US" sz="800" b="0" u="none" strike="noStrike" kern="1200" cap="none" spc="0" normalizeH="0" baseline="0" noProof="0">
              <a:ln>
                <a:noFill/>
              </a:ln>
              <a:solidFill>
                <a:srgbClr val="FFFFFF"/>
              </a:solidFill>
              <a:effectLst/>
              <a:uLnTx/>
              <a:uFillTx/>
              <a:ea typeface="+mn-ea"/>
              <a:cs typeface="+mn-cs"/>
            </a:endParaRPr>
          </a:p>
        </p:txBody>
      </p:sp>
      <p:sp>
        <p:nvSpPr>
          <p:cNvPr id="26" name="TextBox 25">
            <a:extLst>
              <a:ext uri="{FF2B5EF4-FFF2-40B4-BE49-F238E27FC236}">
                <a16:creationId xmlns:a16="http://schemas.microsoft.com/office/drawing/2014/main" id="{F8175D41-7275-FC5E-F353-3786ED7DF723}"/>
              </a:ext>
            </a:extLst>
          </p:cNvPr>
          <p:cNvSpPr txBox="1"/>
          <p:nvPr/>
        </p:nvSpPr>
        <p:spPr>
          <a:xfrm>
            <a:off x="7860104" y="2882593"/>
            <a:ext cx="378051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FFFFFF"/>
                </a:solidFill>
                <a:effectLst/>
                <a:uLnTx/>
                <a:uFillTx/>
                <a:ea typeface="+mn-ea"/>
                <a:cs typeface="+mn-cs"/>
              </a:rPr>
              <a:t>"93% of executives in the consumer goods sector see generative AI as a top priority to drive personalized customer experiences and product innovation.“ </a:t>
            </a:r>
            <a:r>
              <a:rPr kumimoji="0" lang="en-US" sz="1200" b="0" i="1" u="none" strike="noStrike" kern="1200" cap="none" spc="0" normalizeH="0" baseline="30000" noProof="0">
                <a:ln>
                  <a:noFill/>
                </a:ln>
                <a:solidFill>
                  <a:srgbClr val="FFFFFF"/>
                </a:solidFill>
                <a:effectLst/>
                <a:uLnTx/>
                <a:uFillTx/>
                <a:ea typeface="+mn-ea"/>
                <a:cs typeface="+mn-cs"/>
              </a:rPr>
              <a:t>2</a:t>
            </a:r>
            <a:endParaRPr kumimoji="0" lang="en-US" sz="800" b="0" u="none" strike="noStrike" kern="1200" cap="none" spc="0" normalizeH="0" baseline="0" noProof="0">
              <a:ln>
                <a:noFill/>
              </a:ln>
              <a:solidFill>
                <a:srgbClr val="FFFFFF"/>
              </a:solidFill>
              <a:effectLst/>
              <a:uLnTx/>
              <a:uFillTx/>
              <a:ea typeface="+mn-ea"/>
              <a:cs typeface="+mn-cs"/>
            </a:endParaRPr>
          </a:p>
        </p:txBody>
      </p:sp>
      <p:sp>
        <p:nvSpPr>
          <p:cNvPr id="27" name="TextBox 26">
            <a:extLst>
              <a:ext uri="{FF2B5EF4-FFF2-40B4-BE49-F238E27FC236}">
                <a16:creationId xmlns:a16="http://schemas.microsoft.com/office/drawing/2014/main" id="{BE766D26-8DA9-E385-B07A-99E15D42B5AB}"/>
              </a:ext>
            </a:extLst>
          </p:cNvPr>
          <p:cNvSpPr txBox="1"/>
          <p:nvPr/>
        </p:nvSpPr>
        <p:spPr>
          <a:xfrm>
            <a:off x="7860104" y="3970344"/>
            <a:ext cx="378051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FFFFFF"/>
                </a:solidFill>
                <a:effectLst/>
                <a:uLnTx/>
                <a:uFillTx/>
                <a:latin typeface="Ubuntu"/>
                <a:ea typeface="+mn-ea"/>
                <a:cs typeface="+mn-cs"/>
              </a:rPr>
              <a:t>“82% of leaders say they’re confident they’ll use agents as digital team members to expand workforce capacity in the next 12 to 18 months.” </a:t>
            </a:r>
            <a:r>
              <a:rPr kumimoji="0" lang="en-US" sz="1200" b="0" i="1" u="none" strike="noStrike" kern="1200" cap="none" spc="0" normalizeH="0" baseline="30000" noProof="0">
                <a:ln>
                  <a:noFill/>
                </a:ln>
                <a:solidFill>
                  <a:srgbClr val="FFFFFF"/>
                </a:solidFill>
                <a:effectLst/>
                <a:uLnTx/>
                <a:uFillTx/>
                <a:latin typeface="Ubuntu"/>
                <a:ea typeface="+mn-ea"/>
                <a:cs typeface="+mn-cs"/>
              </a:rPr>
              <a:t>3</a:t>
            </a:r>
            <a:endParaRPr kumimoji="0" lang="en-US" sz="800" b="0" i="0" u="none" strike="noStrike" kern="1200" cap="none" spc="0" normalizeH="0" baseline="0" noProof="0">
              <a:ln>
                <a:noFill/>
              </a:ln>
              <a:solidFill>
                <a:srgbClr val="FFFFFF"/>
              </a:solidFill>
              <a:effectLst/>
              <a:uLnTx/>
              <a:uFillTx/>
              <a:latin typeface="Segoe Sans"/>
              <a:ea typeface="+mn-ea"/>
              <a:cs typeface="+mn-cs"/>
            </a:endParaRPr>
          </a:p>
        </p:txBody>
      </p:sp>
      <p:sp>
        <p:nvSpPr>
          <p:cNvPr id="28" name="TextBox 27">
            <a:extLst>
              <a:ext uri="{FF2B5EF4-FFF2-40B4-BE49-F238E27FC236}">
                <a16:creationId xmlns:a16="http://schemas.microsoft.com/office/drawing/2014/main" id="{B02B6277-04CB-DFA6-9FE9-BB2224ED9F87}"/>
              </a:ext>
            </a:extLst>
          </p:cNvPr>
          <p:cNvSpPr txBox="1"/>
          <p:nvPr/>
        </p:nvSpPr>
        <p:spPr>
          <a:xfrm>
            <a:off x="7860103" y="5058096"/>
            <a:ext cx="378051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FFFFFF"/>
                </a:solidFill>
                <a:effectLst/>
                <a:uLnTx/>
                <a:uFillTx/>
                <a:latin typeface="Ubuntu"/>
                <a:ea typeface="+mn-ea"/>
                <a:cs typeface="+mn-cs"/>
              </a:rPr>
              <a:t>“65% of leaders believe GenAI can serve as co-thinker in strategic planning, evaluating risks and opportunities and augmenting decision-making.” </a:t>
            </a:r>
            <a:r>
              <a:rPr kumimoji="0" lang="en-US" sz="1200" b="0" i="1" u="none" strike="noStrike" kern="1200" cap="none" spc="0" normalizeH="0" baseline="30000" noProof="0">
                <a:ln>
                  <a:noFill/>
                </a:ln>
                <a:solidFill>
                  <a:srgbClr val="FFFFFF"/>
                </a:solidFill>
                <a:effectLst/>
                <a:uLnTx/>
                <a:uFillTx/>
                <a:latin typeface="Ubuntu"/>
                <a:ea typeface="+mn-ea"/>
                <a:cs typeface="+mn-cs"/>
              </a:rPr>
              <a:t>4</a:t>
            </a:r>
            <a:endParaRPr kumimoji="0" lang="en-US" sz="800" b="0" i="0" u="none" strike="noStrike" kern="1200" cap="none" spc="0" normalizeH="0" baseline="0" noProof="0">
              <a:ln>
                <a:noFill/>
              </a:ln>
              <a:solidFill>
                <a:srgbClr val="FFFFFF"/>
              </a:solidFill>
              <a:effectLst/>
              <a:uLnTx/>
              <a:uFillTx/>
              <a:latin typeface="Segoe Sans"/>
              <a:ea typeface="+mn-ea"/>
              <a:cs typeface="+mn-cs"/>
            </a:endParaRPr>
          </a:p>
        </p:txBody>
      </p:sp>
      <p:sp>
        <p:nvSpPr>
          <p:cNvPr id="33" name="TextBox 32">
            <a:extLst>
              <a:ext uri="{FF2B5EF4-FFF2-40B4-BE49-F238E27FC236}">
                <a16:creationId xmlns:a16="http://schemas.microsoft.com/office/drawing/2014/main" id="{F6E5DD48-8165-0AF1-786A-D4172353CA74}"/>
              </a:ext>
            </a:extLst>
          </p:cNvPr>
          <p:cNvSpPr txBox="1"/>
          <p:nvPr/>
        </p:nvSpPr>
        <p:spPr>
          <a:xfrm>
            <a:off x="565002" y="6117246"/>
            <a:ext cx="8929513" cy="340735"/>
          </a:xfrm>
          <a:prstGeom prst="rect">
            <a:avLst/>
          </a:prstGeom>
          <a:noFill/>
        </p:spPr>
        <p:txBody>
          <a:bodyPr vert="horz" wrap="square" lIns="90000" tIns="46800" rIns="90000" bIns="46800" rtlCol="0" anchor="ctr">
            <a:spAutoFit/>
          </a:bodyPr>
          <a:lstStyle/>
          <a:p>
            <a:pPr>
              <a:spcBef>
                <a:spcPct val="0"/>
              </a:spcBef>
            </a:pPr>
            <a:r>
              <a:rPr lang="de-DE" sz="800" i="1" baseline="30000">
                <a:solidFill>
                  <a:schemeClr val="bg1"/>
                </a:solidFill>
              </a:rPr>
              <a:t>1</a:t>
            </a:r>
            <a:r>
              <a:rPr lang="en-US" sz="800" i="1">
                <a:solidFill>
                  <a:schemeClr val="bg1"/>
                </a:solidFill>
              </a:rPr>
              <a:t> Capgemini, „You build it, you run it: How to become a product-oriented organization“ 2020; </a:t>
            </a:r>
            <a:r>
              <a:rPr lang="en-US" sz="800" i="1" baseline="30000">
                <a:solidFill>
                  <a:schemeClr val="bg1"/>
                </a:solidFill>
              </a:rPr>
              <a:t>2</a:t>
            </a:r>
            <a:r>
              <a:rPr lang="en-US" sz="800" i="1" baseline="30000">
                <a:solidFill>
                  <a:srgbClr val="FFFFFF"/>
                </a:solidFill>
              </a:rPr>
              <a:t> </a:t>
            </a:r>
            <a:r>
              <a:rPr lang="en-US" sz="800" i="1">
                <a:solidFill>
                  <a:srgbClr val="FFFFFF"/>
                </a:solidFill>
              </a:rPr>
              <a:t>Capgemini Research Institute „Imagining a new era of customer experience with generative AI“ 2025; </a:t>
            </a:r>
            <a:br>
              <a:rPr lang="en-US" sz="800" i="1">
                <a:solidFill>
                  <a:srgbClr val="FFFFFF"/>
                </a:solidFill>
              </a:rPr>
            </a:br>
            <a:r>
              <a:rPr lang="en-US" sz="800" i="1" baseline="30000">
                <a:solidFill>
                  <a:srgbClr val="FFFFFF"/>
                </a:solidFill>
              </a:rPr>
              <a:t>3 </a:t>
            </a:r>
            <a:r>
              <a:rPr lang="en-US" sz="800" i="1">
                <a:solidFill>
                  <a:srgbClr val="FFFFFF"/>
                </a:solidFill>
              </a:rPr>
              <a:t>Microsoft, Work Trend Index 2025; </a:t>
            </a:r>
            <a:r>
              <a:rPr lang="en-US" sz="800" i="1" baseline="30000">
                <a:solidFill>
                  <a:srgbClr val="FFFFFF"/>
                </a:solidFill>
              </a:rPr>
              <a:t>4 </a:t>
            </a:r>
            <a:r>
              <a:rPr lang="en-US" sz="800" i="1">
                <a:solidFill>
                  <a:srgbClr val="FFFFFF"/>
                </a:solidFill>
              </a:rPr>
              <a:t>Capgemini Research Institute, Gen AI at work 2024 </a:t>
            </a:r>
            <a:r>
              <a:rPr lang="en-US" sz="800" i="1">
                <a:solidFill>
                  <a:schemeClr val="bg1"/>
                </a:solidFill>
              </a:rPr>
              <a:t>  </a:t>
            </a:r>
            <a:r>
              <a:rPr lang="de-DE" sz="800" i="1">
                <a:solidFill>
                  <a:schemeClr val="bg1"/>
                </a:solidFill>
              </a:rPr>
              <a:t> </a:t>
            </a:r>
          </a:p>
        </p:txBody>
      </p:sp>
    </p:spTree>
    <p:extLst>
      <p:ext uri="{BB962C8B-B14F-4D97-AF65-F5344CB8AC3E}">
        <p14:creationId xmlns:p14="http://schemas.microsoft.com/office/powerpoint/2010/main" val="507130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34C17-0AB7-3A9B-7F7D-2D7E1795536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D903404-3BE7-22BE-2D93-0300F2BBA8E8}"/>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4A8A5CB3-EF31-B1AC-C4C4-AF212236C13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BFA3BED5-2317-FD6F-060C-42837BA4FE4F}"/>
              </a:ext>
            </a:extLst>
          </p:cNvPr>
          <p:cNvSpPr>
            <a:spLocks noGrp="1"/>
          </p:cNvSpPr>
          <p:nvPr>
            <p:ph type="sldNum" sz="quarter" idx="12"/>
          </p:nvPr>
        </p:nvSpPr>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38C1B4BF-A67A-E61B-04B8-056AB97ABE3B}"/>
              </a:ext>
            </a:extLst>
          </p:cNvPr>
          <p:cNvSpPr>
            <a:spLocks noGrp="1"/>
          </p:cNvSpPr>
          <p:nvPr>
            <p:ph type="title"/>
          </p:nvPr>
        </p:nvSpPr>
        <p:spPr/>
        <p:txBody>
          <a:bodyPr/>
          <a:lstStyle/>
          <a:p>
            <a:r>
              <a:rPr lang="en-US"/>
              <a:t>By redesigning your AI-native Operating Model, we help you to achieve significant and measurable improvements</a:t>
            </a:r>
            <a:endParaRPr lang="de-DE"/>
          </a:p>
        </p:txBody>
      </p:sp>
      <p:grpSp>
        <p:nvGrpSpPr>
          <p:cNvPr id="31" name="Gruppieren 49">
            <a:extLst>
              <a:ext uri="{FF2B5EF4-FFF2-40B4-BE49-F238E27FC236}">
                <a16:creationId xmlns:a16="http://schemas.microsoft.com/office/drawing/2014/main" id="{B2C8BEA7-12F9-7C00-87B5-FF0D9FA13024}"/>
              </a:ext>
            </a:extLst>
          </p:cNvPr>
          <p:cNvGrpSpPr/>
          <p:nvPr/>
        </p:nvGrpSpPr>
        <p:grpSpPr>
          <a:xfrm>
            <a:off x="5542427" y="3315588"/>
            <a:ext cx="12701633" cy="1113701"/>
            <a:chOff x="-11158516" y="2461403"/>
            <a:chExt cx="27963603" cy="1786263"/>
          </a:xfrm>
        </p:grpSpPr>
        <p:grpSp>
          <p:nvGrpSpPr>
            <p:cNvPr id="32" name="Group 1">
              <a:extLst>
                <a:ext uri="{FF2B5EF4-FFF2-40B4-BE49-F238E27FC236}">
                  <a16:creationId xmlns:a16="http://schemas.microsoft.com/office/drawing/2014/main" id="{4B435692-2F14-5DB1-DAD3-2FA4A2CF4FE0}"/>
                </a:ext>
              </a:extLst>
            </p:cNvPr>
            <p:cNvGrpSpPr/>
            <p:nvPr/>
          </p:nvGrpSpPr>
          <p:grpSpPr>
            <a:xfrm>
              <a:off x="-3657524" y="2465048"/>
              <a:ext cx="12975061" cy="1782618"/>
              <a:chOff x="3619540" y="2942178"/>
              <a:chExt cx="3086060" cy="1316014"/>
            </a:xfrm>
          </p:grpSpPr>
          <p:grpSp>
            <p:nvGrpSpPr>
              <p:cNvPr id="55" name="Group 3">
                <a:extLst>
                  <a:ext uri="{FF2B5EF4-FFF2-40B4-BE49-F238E27FC236}">
                    <a16:creationId xmlns:a16="http://schemas.microsoft.com/office/drawing/2014/main" id="{02B70F66-AC02-222A-9490-D9773F256575}"/>
                  </a:ext>
                </a:extLst>
              </p:cNvPr>
              <p:cNvGrpSpPr/>
              <p:nvPr/>
            </p:nvGrpSpPr>
            <p:grpSpPr>
              <a:xfrm>
                <a:off x="4643966" y="2942178"/>
                <a:ext cx="2061634" cy="1316013"/>
                <a:chOff x="3221962" y="1681343"/>
                <a:chExt cx="2061634" cy="1316013"/>
              </a:xfrm>
            </p:grpSpPr>
            <p:sp>
              <p:nvSpPr>
                <p:cNvPr id="63" name="Parallelogram 118">
                  <a:extLst>
                    <a:ext uri="{FF2B5EF4-FFF2-40B4-BE49-F238E27FC236}">
                      <a16:creationId xmlns:a16="http://schemas.microsoft.com/office/drawing/2014/main" id="{9738067D-BF84-1983-CB0B-1CDA369493E9}"/>
                    </a:ext>
                  </a:extLst>
                </p:cNvPr>
                <p:cNvSpPr/>
                <p:nvPr/>
              </p:nvSpPr>
              <p:spPr>
                <a:xfrm>
                  <a:off x="3221962"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C6F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64" name="Parallelogram 118">
                  <a:extLst>
                    <a:ext uri="{FF2B5EF4-FFF2-40B4-BE49-F238E27FC236}">
                      <a16:creationId xmlns:a16="http://schemas.microsoft.com/office/drawing/2014/main" id="{BCC7C2FB-A69C-7F13-61C0-5B71DFF3BCBD}"/>
                    </a:ext>
                  </a:extLst>
                </p:cNvPr>
                <p:cNvSpPr/>
                <p:nvPr/>
              </p:nvSpPr>
              <p:spPr>
                <a:xfrm flipH="1">
                  <a:off x="4124058"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12ABD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grpSp>
            <p:nvGrpSpPr>
              <p:cNvPr id="56" name="Group 4">
                <a:extLst>
                  <a:ext uri="{FF2B5EF4-FFF2-40B4-BE49-F238E27FC236}">
                    <a16:creationId xmlns:a16="http://schemas.microsoft.com/office/drawing/2014/main" id="{9E1DF2FD-833F-0024-B8A0-0A2F4DC11A62}"/>
                  </a:ext>
                </a:extLst>
              </p:cNvPr>
              <p:cNvGrpSpPr/>
              <p:nvPr/>
            </p:nvGrpSpPr>
            <p:grpSpPr>
              <a:xfrm>
                <a:off x="4050550" y="2942178"/>
                <a:ext cx="2061634" cy="1316013"/>
                <a:chOff x="3221962" y="1681343"/>
                <a:chExt cx="2061634" cy="1316013"/>
              </a:xfrm>
            </p:grpSpPr>
            <p:sp>
              <p:nvSpPr>
                <p:cNvPr id="61" name="Parallelogram 118">
                  <a:extLst>
                    <a:ext uri="{FF2B5EF4-FFF2-40B4-BE49-F238E27FC236}">
                      <a16:creationId xmlns:a16="http://schemas.microsoft.com/office/drawing/2014/main" id="{414AC117-15A0-075B-23C7-7BD4D63518B8}"/>
                    </a:ext>
                  </a:extLst>
                </p:cNvPr>
                <p:cNvSpPr/>
                <p:nvPr/>
              </p:nvSpPr>
              <p:spPr>
                <a:xfrm>
                  <a:off x="3221962"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04368"/>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62" name="Parallelogram 118">
                  <a:extLst>
                    <a:ext uri="{FF2B5EF4-FFF2-40B4-BE49-F238E27FC236}">
                      <a16:creationId xmlns:a16="http://schemas.microsoft.com/office/drawing/2014/main" id="{BC24697A-A087-6938-6CF4-16BAE187BC94}"/>
                    </a:ext>
                  </a:extLst>
                </p:cNvPr>
                <p:cNvSpPr/>
                <p:nvPr/>
              </p:nvSpPr>
              <p:spPr>
                <a:xfrm flipH="1">
                  <a:off x="4124058"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sp>
            <p:nvSpPr>
              <p:cNvPr id="57" name="Freeform: Shape 5">
                <a:extLst>
                  <a:ext uri="{FF2B5EF4-FFF2-40B4-BE49-F238E27FC236}">
                    <a16:creationId xmlns:a16="http://schemas.microsoft.com/office/drawing/2014/main" id="{F9AFB08D-0FD4-A6D9-F5E1-90AADFEAD2CD}"/>
                  </a:ext>
                </a:extLst>
              </p:cNvPr>
              <p:cNvSpPr/>
              <p:nvPr/>
            </p:nvSpPr>
            <p:spPr>
              <a:xfrm>
                <a:off x="3910897" y="2942178"/>
                <a:ext cx="705777" cy="655315"/>
              </a:xfrm>
              <a:custGeom>
                <a:avLst/>
                <a:gdLst>
                  <a:gd name="connsiteX0" fmla="*/ 445206 w 705777"/>
                  <a:gd name="connsiteY0" fmla="*/ 0 h 655315"/>
                  <a:gd name="connsiteX1" fmla="*/ 705777 w 705777"/>
                  <a:gd name="connsiteY1" fmla="*/ 0 h 655315"/>
                  <a:gd name="connsiteX2" fmla="*/ 317534 w 705777"/>
                  <a:gd name="connsiteY2" fmla="*/ 534808 h 655315"/>
                  <a:gd name="connsiteX3" fmla="*/ 259096 w 705777"/>
                  <a:gd name="connsiteY3" fmla="*/ 655315 h 655315"/>
                  <a:gd name="connsiteX4" fmla="*/ 0 w 705777"/>
                  <a:gd name="connsiteY4" fmla="*/ 655315 h 655315"/>
                  <a:gd name="connsiteX5" fmla="*/ 57914 w 705777"/>
                  <a:gd name="connsiteY5" fmla="*/ 536786 h 655315"/>
                  <a:gd name="connsiteX6" fmla="*/ 445206 w 705777"/>
                  <a:gd name="connsiteY6" fmla="*/ 0 h 65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5777" h="655315">
                    <a:moveTo>
                      <a:pt x="445206" y="0"/>
                    </a:moveTo>
                    <a:lnTo>
                      <a:pt x="705777" y="0"/>
                    </a:lnTo>
                    <a:cubicBezTo>
                      <a:pt x="591347" y="228"/>
                      <a:pt x="455950" y="251746"/>
                      <a:pt x="317534" y="534808"/>
                    </a:cubicBezTo>
                    <a:lnTo>
                      <a:pt x="259096" y="655315"/>
                    </a:lnTo>
                    <a:lnTo>
                      <a:pt x="0" y="655315"/>
                    </a:lnTo>
                    <a:lnTo>
                      <a:pt x="57914" y="536786"/>
                    </a:lnTo>
                    <a:cubicBezTo>
                      <a:pt x="197115" y="254090"/>
                      <a:pt x="332859" y="2312"/>
                      <a:pt x="445206" y="0"/>
                    </a:cubicBezTo>
                    <a:close/>
                  </a:path>
                </a:pathLst>
              </a:custGeom>
              <a:solidFill>
                <a:srgbClr val="1E072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58" name="Parallelogram 118">
                <a:extLst>
                  <a:ext uri="{FF2B5EF4-FFF2-40B4-BE49-F238E27FC236}">
                    <a16:creationId xmlns:a16="http://schemas.microsoft.com/office/drawing/2014/main" id="{EE91D8B6-EA18-CC7A-D857-7EF2ABC94030}"/>
                  </a:ext>
                </a:extLst>
              </p:cNvPr>
              <p:cNvSpPr/>
              <p:nvPr/>
            </p:nvSpPr>
            <p:spPr>
              <a:xfrm flipH="1">
                <a:off x="4359231" y="2942178"/>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chemeClr val="accent3">
                  <a:lumMod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59" name="Freeform: Shape 9">
                <a:extLst>
                  <a:ext uri="{FF2B5EF4-FFF2-40B4-BE49-F238E27FC236}">
                    <a16:creationId xmlns:a16="http://schemas.microsoft.com/office/drawing/2014/main" id="{007977A8-5AEA-B518-263D-9C02E1C1F153}"/>
                  </a:ext>
                </a:extLst>
              </p:cNvPr>
              <p:cNvSpPr/>
              <p:nvPr/>
            </p:nvSpPr>
            <p:spPr>
              <a:xfrm>
                <a:off x="3619540" y="3597493"/>
                <a:ext cx="712857" cy="660698"/>
              </a:xfrm>
              <a:custGeom>
                <a:avLst/>
                <a:gdLst>
                  <a:gd name="connsiteX0" fmla="*/ 0 w 712857"/>
                  <a:gd name="connsiteY0" fmla="*/ 0 h 660698"/>
                  <a:gd name="connsiteX1" fmla="*/ 259096 w 712857"/>
                  <a:gd name="connsiteY1" fmla="*/ 0 h 660698"/>
                  <a:gd name="connsiteX2" fmla="*/ 260993 w 712857"/>
                  <a:gd name="connsiteY2" fmla="*/ 3882 h 660698"/>
                  <a:gd name="connsiteX3" fmla="*/ 712857 w 712857"/>
                  <a:gd name="connsiteY3" fmla="*/ 660698 h 660698"/>
                  <a:gd name="connsiteX4" fmla="*/ 452286 w 712857"/>
                  <a:gd name="connsiteY4" fmla="*/ 660698 h 660698"/>
                  <a:gd name="connsiteX5" fmla="*/ 1016 w 712857"/>
                  <a:gd name="connsiteY5" fmla="*/ 2097 h 660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2857" h="660698">
                    <a:moveTo>
                      <a:pt x="0" y="0"/>
                    </a:moveTo>
                    <a:lnTo>
                      <a:pt x="259096" y="0"/>
                    </a:lnTo>
                    <a:lnTo>
                      <a:pt x="260993" y="3882"/>
                    </a:lnTo>
                    <a:cubicBezTo>
                      <a:pt x="420742" y="331961"/>
                      <a:pt x="581286" y="659644"/>
                      <a:pt x="712857" y="660698"/>
                    </a:cubicBezTo>
                    <a:lnTo>
                      <a:pt x="452286" y="660698"/>
                    </a:lnTo>
                    <a:cubicBezTo>
                      <a:pt x="319127" y="659644"/>
                      <a:pt x="159774" y="330771"/>
                      <a:pt x="1016" y="2097"/>
                    </a:cubicBezTo>
                    <a:close/>
                  </a:path>
                </a:pathLst>
              </a:cu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60" name="Freeform: Shape 10">
                <a:extLst>
                  <a:ext uri="{FF2B5EF4-FFF2-40B4-BE49-F238E27FC236}">
                    <a16:creationId xmlns:a16="http://schemas.microsoft.com/office/drawing/2014/main" id="{758161FE-C875-49B6-C8CC-B61CD3841681}"/>
                  </a:ext>
                </a:extLst>
              </p:cNvPr>
              <p:cNvSpPr/>
              <p:nvPr/>
            </p:nvSpPr>
            <p:spPr>
              <a:xfrm>
                <a:off x="4212498" y="3597495"/>
                <a:ext cx="712856" cy="660697"/>
              </a:xfrm>
              <a:custGeom>
                <a:avLst/>
                <a:gdLst>
                  <a:gd name="connsiteX0" fmla="*/ 0 w 712856"/>
                  <a:gd name="connsiteY0" fmla="*/ 0 h 660697"/>
                  <a:gd name="connsiteX1" fmla="*/ 259096 w 712856"/>
                  <a:gd name="connsiteY1" fmla="*/ 0 h 660697"/>
                  <a:gd name="connsiteX2" fmla="*/ 260992 w 712856"/>
                  <a:gd name="connsiteY2" fmla="*/ 3881 h 660697"/>
                  <a:gd name="connsiteX3" fmla="*/ 712856 w 712856"/>
                  <a:gd name="connsiteY3" fmla="*/ 660697 h 660697"/>
                  <a:gd name="connsiteX4" fmla="*/ 452285 w 712856"/>
                  <a:gd name="connsiteY4" fmla="*/ 660697 h 660697"/>
                  <a:gd name="connsiteX5" fmla="*/ 1016 w 712856"/>
                  <a:gd name="connsiteY5" fmla="*/ 2096 h 660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2856" h="660697">
                    <a:moveTo>
                      <a:pt x="0" y="0"/>
                    </a:moveTo>
                    <a:lnTo>
                      <a:pt x="259096" y="0"/>
                    </a:lnTo>
                    <a:lnTo>
                      <a:pt x="260992" y="3881"/>
                    </a:lnTo>
                    <a:cubicBezTo>
                      <a:pt x="420742" y="331960"/>
                      <a:pt x="581285" y="659643"/>
                      <a:pt x="712856" y="660697"/>
                    </a:cubicBezTo>
                    <a:lnTo>
                      <a:pt x="452285" y="660697"/>
                    </a:lnTo>
                    <a:cubicBezTo>
                      <a:pt x="319126" y="659643"/>
                      <a:pt x="159773" y="330770"/>
                      <a:pt x="1016" y="2096"/>
                    </a:cubicBezTo>
                    <a:close/>
                  </a:path>
                </a:pathLst>
              </a:custGeom>
              <a:solidFill>
                <a:srgbClr val="12ABD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grpSp>
        <p:grpSp>
          <p:nvGrpSpPr>
            <p:cNvPr id="33" name="Group 1">
              <a:extLst>
                <a:ext uri="{FF2B5EF4-FFF2-40B4-BE49-F238E27FC236}">
                  <a16:creationId xmlns:a16="http://schemas.microsoft.com/office/drawing/2014/main" id="{FCCC8AAA-37A6-D508-D43B-07A535DBC15B}"/>
                </a:ext>
              </a:extLst>
            </p:cNvPr>
            <p:cNvGrpSpPr/>
            <p:nvPr/>
          </p:nvGrpSpPr>
          <p:grpSpPr>
            <a:xfrm>
              <a:off x="3830026" y="2465047"/>
              <a:ext cx="12975061" cy="1782618"/>
              <a:chOff x="3619540" y="2942178"/>
              <a:chExt cx="3086060" cy="1316014"/>
            </a:xfrm>
          </p:grpSpPr>
          <p:grpSp>
            <p:nvGrpSpPr>
              <p:cNvPr id="45" name="Group 3">
                <a:extLst>
                  <a:ext uri="{FF2B5EF4-FFF2-40B4-BE49-F238E27FC236}">
                    <a16:creationId xmlns:a16="http://schemas.microsoft.com/office/drawing/2014/main" id="{2F6938AF-C864-806B-CD1A-84EDAEE5B452}"/>
                  </a:ext>
                </a:extLst>
              </p:cNvPr>
              <p:cNvGrpSpPr/>
              <p:nvPr/>
            </p:nvGrpSpPr>
            <p:grpSpPr>
              <a:xfrm>
                <a:off x="4643966" y="2942178"/>
                <a:ext cx="2061634" cy="1316013"/>
                <a:chOff x="3221962" y="1681343"/>
                <a:chExt cx="2061634" cy="1316013"/>
              </a:xfrm>
            </p:grpSpPr>
            <p:sp>
              <p:nvSpPr>
                <p:cNvPr id="53" name="Parallelogram 118">
                  <a:extLst>
                    <a:ext uri="{FF2B5EF4-FFF2-40B4-BE49-F238E27FC236}">
                      <a16:creationId xmlns:a16="http://schemas.microsoft.com/office/drawing/2014/main" id="{04B682AB-69BE-B8DE-A349-6E987569137C}"/>
                    </a:ext>
                  </a:extLst>
                </p:cNvPr>
                <p:cNvSpPr/>
                <p:nvPr/>
              </p:nvSpPr>
              <p:spPr>
                <a:xfrm>
                  <a:off x="3221962"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C6F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54" name="Parallelogram 118">
                  <a:extLst>
                    <a:ext uri="{FF2B5EF4-FFF2-40B4-BE49-F238E27FC236}">
                      <a16:creationId xmlns:a16="http://schemas.microsoft.com/office/drawing/2014/main" id="{390B9FF8-C618-0D2F-BDF4-892074B35A57}"/>
                    </a:ext>
                  </a:extLst>
                </p:cNvPr>
                <p:cNvSpPr/>
                <p:nvPr/>
              </p:nvSpPr>
              <p:spPr>
                <a:xfrm flipH="1">
                  <a:off x="4124058"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12ABD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grpSp>
            <p:nvGrpSpPr>
              <p:cNvPr id="46" name="Group 4">
                <a:extLst>
                  <a:ext uri="{FF2B5EF4-FFF2-40B4-BE49-F238E27FC236}">
                    <a16:creationId xmlns:a16="http://schemas.microsoft.com/office/drawing/2014/main" id="{3010798F-5818-C38C-5E86-FB84641AEB04}"/>
                  </a:ext>
                </a:extLst>
              </p:cNvPr>
              <p:cNvGrpSpPr/>
              <p:nvPr/>
            </p:nvGrpSpPr>
            <p:grpSpPr>
              <a:xfrm>
                <a:off x="4050550" y="2942178"/>
                <a:ext cx="2061634" cy="1316013"/>
                <a:chOff x="3221962" y="1681343"/>
                <a:chExt cx="2061634" cy="1316013"/>
              </a:xfrm>
            </p:grpSpPr>
            <p:sp>
              <p:nvSpPr>
                <p:cNvPr id="51" name="Parallelogram 118">
                  <a:extLst>
                    <a:ext uri="{FF2B5EF4-FFF2-40B4-BE49-F238E27FC236}">
                      <a16:creationId xmlns:a16="http://schemas.microsoft.com/office/drawing/2014/main" id="{22F12034-7519-DE27-7750-D3DB9E7620D9}"/>
                    </a:ext>
                  </a:extLst>
                </p:cNvPr>
                <p:cNvSpPr/>
                <p:nvPr/>
              </p:nvSpPr>
              <p:spPr>
                <a:xfrm>
                  <a:off x="3221962"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04368"/>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52" name="Parallelogram 118">
                  <a:extLst>
                    <a:ext uri="{FF2B5EF4-FFF2-40B4-BE49-F238E27FC236}">
                      <a16:creationId xmlns:a16="http://schemas.microsoft.com/office/drawing/2014/main" id="{E47C3BD2-6D53-97D8-F7A3-FD70FFD78461}"/>
                    </a:ext>
                  </a:extLst>
                </p:cNvPr>
                <p:cNvSpPr/>
                <p:nvPr/>
              </p:nvSpPr>
              <p:spPr>
                <a:xfrm flipH="1">
                  <a:off x="4124058"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sp>
            <p:nvSpPr>
              <p:cNvPr id="47" name="Freeform: Shape 5">
                <a:extLst>
                  <a:ext uri="{FF2B5EF4-FFF2-40B4-BE49-F238E27FC236}">
                    <a16:creationId xmlns:a16="http://schemas.microsoft.com/office/drawing/2014/main" id="{CC6872CB-0FDE-C1A6-F271-111B6848DAF9}"/>
                  </a:ext>
                </a:extLst>
              </p:cNvPr>
              <p:cNvSpPr/>
              <p:nvPr/>
            </p:nvSpPr>
            <p:spPr>
              <a:xfrm>
                <a:off x="3910897" y="2942178"/>
                <a:ext cx="705777" cy="655315"/>
              </a:xfrm>
              <a:custGeom>
                <a:avLst/>
                <a:gdLst>
                  <a:gd name="connsiteX0" fmla="*/ 445206 w 705777"/>
                  <a:gd name="connsiteY0" fmla="*/ 0 h 655315"/>
                  <a:gd name="connsiteX1" fmla="*/ 705777 w 705777"/>
                  <a:gd name="connsiteY1" fmla="*/ 0 h 655315"/>
                  <a:gd name="connsiteX2" fmla="*/ 317534 w 705777"/>
                  <a:gd name="connsiteY2" fmla="*/ 534808 h 655315"/>
                  <a:gd name="connsiteX3" fmla="*/ 259096 w 705777"/>
                  <a:gd name="connsiteY3" fmla="*/ 655315 h 655315"/>
                  <a:gd name="connsiteX4" fmla="*/ 0 w 705777"/>
                  <a:gd name="connsiteY4" fmla="*/ 655315 h 655315"/>
                  <a:gd name="connsiteX5" fmla="*/ 57914 w 705777"/>
                  <a:gd name="connsiteY5" fmla="*/ 536786 h 655315"/>
                  <a:gd name="connsiteX6" fmla="*/ 445206 w 705777"/>
                  <a:gd name="connsiteY6" fmla="*/ 0 h 65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5777" h="655315">
                    <a:moveTo>
                      <a:pt x="445206" y="0"/>
                    </a:moveTo>
                    <a:lnTo>
                      <a:pt x="705777" y="0"/>
                    </a:lnTo>
                    <a:cubicBezTo>
                      <a:pt x="591347" y="228"/>
                      <a:pt x="455950" y="251746"/>
                      <a:pt x="317534" y="534808"/>
                    </a:cubicBezTo>
                    <a:lnTo>
                      <a:pt x="259096" y="655315"/>
                    </a:lnTo>
                    <a:lnTo>
                      <a:pt x="0" y="655315"/>
                    </a:lnTo>
                    <a:lnTo>
                      <a:pt x="57914" y="536786"/>
                    </a:lnTo>
                    <a:cubicBezTo>
                      <a:pt x="197115" y="254090"/>
                      <a:pt x="332859" y="2312"/>
                      <a:pt x="445206" y="0"/>
                    </a:cubicBezTo>
                    <a:close/>
                  </a:path>
                </a:pathLst>
              </a:custGeom>
              <a:solidFill>
                <a:schemeClr val="accent3">
                  <a:lumMod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48" name="Parallelogram 118">
                <a:extLst>
                  <a:ext uri="{FF2B5EF4-FFF2-40B4-BE49-F238E27FC236}">
                    <a16:creationId xmlns:a16="http://schemas.microsoft.com/office/drawing/2014/main" id="{63BE9607-8151-0E4D-0308-83D6A52940BD}"/>
                  </a:ext>
                </a:extLst>
              </p:cNvPr>
              <p:cNvSpPr/>
              <p:nvPr/>
            </p:nvSpPr>
            <p:spPr>
              <a:xfrm flipH="1">
                <a:off x="4359231" y="2942178"/>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chemeClr val="accent3">
                  <a:lumMod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49" name="Freeform: Shape 9">
                <a:extLst>
                  <a:ext uri="{FF2B5EF4-FFF2-40B4-BE49-F238E27FC236}">
                    <a16:creationId xmlns:a16="http://schemas.microsoft.com/office/drawing/2014/main" id="{8B6892C2-F3D0-130E-F0E3-BD62FF52D039}"/>
                  </a:ext>
                </a:extLst>
              </p:cNvPr>
              <p:cNvSpPr/>
              <p:nvPr/>
            </p:nvSpPr>
            <p:spPr>
              <a:xfrm>
                <a:off x="3619540" y="3597493"/>
                <a:ext cx="712857" cy="660698"/>
              </a:xfrm>
              <a:custGeom>
                <a:avLst/>
                <a:gdLst>
                  <a:gd name="connsiteX0" fmla="*/ 0 w 712857"/>
                  <a:gd name="connsiteY0" fmla="*/ 0 h 660698"/>
                  <a:gd name="connsiteX1" fmla="*/ 259096 w 712857"/>
                  <a:gd name="connsiteY1" fmla="*/ 0 h 660698"/>
                  <a:gd name="connsiteX2" fmla="*/ 260993 w 712857"/>
                  <a:gd name="connsiteY2" fmla="*/ 3882 h 660698"/>
                  <a:gd name="connsiteX3" fmla="*/ 712857 w 712857"/>
                  <a:gd name="connsiteY3" fmla="*/ 660698 h 660698"/>
                  <a:gd name="connsiteX4" fmla="*/ 452286 w 712857"/>
                  <a:gd name="connsiteY4" fmla="*/ 660698 h 660698"/>
                  <a:gd name="connsiteX5" fmla="*/ 1016 w 712857"/>
                  <a:gd name="connsiteY5" fmla="*/ 2097 h 660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2857" h="660698">
                    <a:moveTo>
                      <a:pt x="0" y="0"/>
                    </a:moveTo>
                    <a:lnTo>
                      <a:pt x="259096" y="0"/>
                    </a:lnTo>
                    <a:lnTo>
                      <a:pt x="260993" y="3882"/>
                    </a:lnTo>
                    <a:cubicBezTo>
                      <a:pt x="420742" y="331961"/>
                      <a:pt x="581286" y="659644"/>
                      <a:pt x="712857" y="660698"/>
                    </a:cubicBezTo>
                    <a:lnTo>
                      <a:pt x="452286" y="660698"/>
                    </a:lnTo>
                    <a:cubicBezTo>
                      <a:pt x="319127" y="659644"/>
                      <a:pt x="159774" y="330771"/>
                      <a:pt x="1016" y="2097"/>
                    </a:cubicBezTo>
                    <a:close/>
                  </a:path>
                </a:pathLst>
              </a:cu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50" name="Freeform: Shape 10">
                <a:extLst>
                  <a:ext uri="{FF2B5EF4-FFF2-40B4-BE49-F238E27FC236}">
                    <a16:creationId xmlns:a16="http://schemas.microsoft.com/office/drawing/2014/main" id="{D015B593-333C-CE97-81D3-712381067483}"/>
                  </a:ext>
                </a:extLst>
              </p:cNvPr>
              <p:cNvSpPr/>
              <p:nvPr/>
            </p:nvSpPr>
            <p:spPr>
              <a:xfrm>
                <a:off x="4212498" y="3597495"/>
                <a:ext cx="712856" cy="660697"/>
              </a:xfrm>
              <a:custGeom>
                <a:avLst/>
                <a:gdLst>
                  <a:gd name="connsiteX0" fmla="*/ 0 w 712856"/>
                  <a:gd name="connsiteY0" fmla="*/ 0 h 660697"/>
                  <a:gd name="connsiteX1" fmla="*/ 259096 w 712856"/>
                  <a:gd name="connsiteY1" fmla="*/ 0 h 660697"/>
                  <a:gd name="connsiteX2" fmla="*/ 260992 w 712856"/>
                  <a:gd name="connsiteY2" fmla="*/ 3881 h 660697"/>
                  <a:gd name="connsiteX3" fmla="*/ 712856 w 712856"/>
                  <a:gd name="connsiteY3" fmla="*/ 660697 h 660697"/>
                  <a:gd name="connsiteX4" fmla="*/ 452285 w 712856"/>
                  <a:gd name="connsiteY4" fmla="*/ 660697 h 660697"/>
                  <a:gd name="connsiteX5" fmla="*/ 1016 w 712856"/>
                  <a:gd name="connsiteY5" fmla="*/ 2096 h 660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2856" h="660697">
                    <a:moveTo>
                      <a:pt x="0" y="0"/>
                    </a:moveTo>
                    <a:lnTo>
                      <a:pt x="259096" y="0"/>
                    </a:lnTo>
                    <a:lnTo>
                      <a:pt x="260992" y="3881"/>
                    </a:lnTo>
                    <a:cubicBezTo>
                      <a:pt x="420742" y="331960"/>
                      <a:pt x="581285" y="659643"/>
                      <a:pt x="712856" y="660697"/>
                    </a:cubicBezTo>
                    <a:lnTo>
                      <a:pt x="452285" y="660697"/>
                    </a:lnTo>
                    <a:cubicBezTo>
                      <a:pt x="319126" y="659643"/>
                      <a:pt x="159773" y="330770"/>
                      <a:pt x="1016" y="2096"/>
                    </a:cubicBezTo>
                    <a:close/>
                  </a:path>
                </a:pathLst>
              </a:custGeom>
              <a:solidFill>
                <a:srgbClr val="12ABD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grpSp>
        <p:grpSp>
          <p:nvGrpSpPr>
            <p:cNvPr id="34" name="Group 1">
              <a:extLst>
                <a:ext uri="{FF2B5EF4-FFF2-40B4-BE49-F238E27FC236}">
                  <a16:creationId xmlns:a16="http://schemas.microsoft.com/office/drawing/2014/main" id="{3E042E94-A586-CAED-F914-38AD979ADD04}"/>
                </a:ext>
              </a:extLst>
            </p:cNvPr>
            <p:cNvGrpSpPr/>
            <p:nvPr/>
          </p:nvGrpSpPr>
          <p:grpSpPr>
            <a:xfrm>
              <a:off x="-11158516" y="2461403"/>
              <a:ext cx="12975061" cy="1782618"/>
              <a:chOff x="3619540" y="2942178"/>
              <a:chExt cx="3086060" cy="1316014"/>
            </a:xfrm>
          </p:grpSpPr>
          <p:grpSp>
            <p:nvGrpSpPr>
              <p:cNvPr id="35" name="Group 3">
                <a:extLst>
                  <a:ext uri="{FF2B5EF4-FFF2-40B4-BE49-F238E27FC236}">
                    <a16:creationId xmlns:a16="http://schemas.microsoft.com/office/drawing/2014/main" id="{81FC678D-A19A-3C02-4DBB-A3FD44C3FF31}"/>
                  </a:ext>
                </a:extLst>
              </p:cNvPr>
              <p:cNvGrpSpPr/>
              <p:nvPr/>
            </p:nvGrpSpPr>
            <p:grpSpPr>
              <a:xfrm>
                <a:off x="4643966" y="2942178"/>
                <a:ext cx="2061634" cy="1316013"/>
                <a:chOff x="3221962" y="1681343"/>
                <a:chExt cx="2061634" cy="1316013"/>
              </a:xfrm>
            </p:grpSpPr>
            <p:sp>
              <p:nvSpPr>
                <p:cNvPr id="43" name="Parallelogram 118">
                  <a:extLst>
                    <a:ext uri="{FF2B5EF4-FFF2-40B4-BE49-F238E27FC236}">
                      <a16:creationId xmlns:a16="http://schemas.microsoft.com/office/drawing/2014/main" id="{D233D920-9036-5888-D474-FD3D32D781BD}"/>
                    </a:ext>
                  </a:extLst>
                </p:cNvPr>
                <p:cNvSpPr/>
                <p:nvPr/>
              </p:nvSpPr>
              <p:spPr>
                <a:xfrm>
                  <a:off x="3221962"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C6F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44" name="Parallelogram 118">
                  <a:extLst>
                    <a:ext uri="{FF2B5EF4-FFF2-40B4-BE49-F238E27FC236}">
                      <a16:creationId xmlns:a16="http://schemas.microsoft.com/office/drawing/2014/main" id="{8CC532A5-6451-7648-7C82-7A003DBF5EF5}"/>
                    </a:ext>
                  </a:extLst>
                </p:cNvPr>
                <p:cNvSpPr/>
                <p:nvPr/>
              </p:nvSpPr>
              <p:spPr>
                <a:xfrm flipH="1">
                  <a:off x="4124058"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12ABD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grpSp>
            <p:nvGrpSpPr>
              <p:cNvPr id="36" name="Group 4">
                <a:extLst>
                  <a:ext uri="{FF2B5EF4-FFF2-40B4-BE49-F238E27FC236}">
                    <a16:creationId xmlns:a16="http://schemas.microsoft.com/office/drawing/2014/main" id="{E1A4F284-B107-5B6E-97B1-D832EB76064C}"/>
                  </a:ext>
                </a:extLst>
              </p:cNvPr>
              <p:cNvGrpSpPr/>
              <p:nvPr/>
            </p:nvGrpSpPr>
            <p:grpSpPr>
              <a:xfrm>
                <a:off x="4050550" y="2942178"/>
                <a:ext cx="2061634" cy="1316013"/>
                <a:chOff x="3221962" y="1681343"/>
                <a:chExt cx="2061634" cy="1316013"/>
              </a:xfrm>
            </p:grpSpPr>
            <p:sp>
              <p:nvSpPr>
                <p:cNvPr id="41" name="Parallelogram 118">
                  <a:extLst>
                    <a:ext uri="{FF2B5EF4-FFF2-40B4-BE49-F238E27FC236}">
                      <a16:creationId xmlns:a16="http://schemas.microsoft.com/office/drawing/2014/main" id="{2967EDCF-2ECC-3731-9DE7-7E5EDFD4AA8F}"/>
                    </a:ext>
                  </a:extLst>
                </p:cNvPr>
                <p:cNvSpPr/>
                <p:nvPr/>
              </p:nvSpPr>
              <p:spPr>
                <a:xfrm>
                  <a:off x="3221962"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04368"/>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42" name="Parallelogram 118">
                  <a:extLst>
                    <a:ext uri="{FF2B5EF4-FFF2-40B4-BE49-F238E27FC236}">
                      <a16:creationId xmlns:a16="http://schemas.microsoft.com/office/drawing/2014/main" id="{DC2028A5-4873-6A31-A41E-56BE37B88DCF}"/>
                    </a:ext>
                  </a:extLst>
                </p:cNvPr>
                <p:cNvSpPr/>
                <p:nvPr/>
              </p:nvSpPr>
              <p:spPr>
                <a:xfrm flipH="1">
                  <a:off x="4124058"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sp>
            <p:nvSpPr>
              <p:cNvPr id="37" name="Freeform: Shape 5">
                <a:extLst>
                  <a:ext uri="{FF2B5EF4-FFF2-40B4-BE49-F238E27FC236}">
                    <a16:creationId xmlns:a16="http://schemas.microsoft.com/office/drawing/2014/main" id="{9570569A-584C-1AAA-39AD-C336E4ADD3A6}"/>
                  </a:ext>
                </a:extLst>
              </p:cNvPr>
              <p:cNvSpPr/>
              <p:nvPr/>
            </p:nvSpPr>
            <p:spPr>
              <a:xfrm>
                <a:off x="3910897" y="2942178"/>
                <a:ext cx="705777" cy="655315"/>
              </a:xfrm>
              <a:custGeom>
                <a:avLst/>
                <a:gdLst>
                  <a:gd name="connsiteX0" fmla="*/ 445206 w 705777"/>
                  <a:gd name="connsiteY0" fmla="*/ 0 h 655315"/>
                  <a:gd name="connsiteX1" fmla="*/ 705777 w 705777"/>
                  <a:gd name="connsiteY1" fmla="*/ 0 h 655315"/>
                  <a:gd name="connsiteX2" fmla="*/ 317534 w 705777"/>
                  <a:gd name="connsiteY2" fmla="*/ 534808 h 655315"/>
                  <a:gd name="connsiteX3" fmla="*/ 259096 w 705777"/>
                  <a:gd name="connsiteY3" fmla="*/ 655315 h 655315"/>
                  <a:gd name="connsiteX4" fmla="*/ 0 w 705777"/>
                  <a:gd name="connsiteY4" fmla="*/ 655315 h 655315"/>
                  <a:gd name="connsiteX5" fmla="*/ 57914 w 705777"/>
                  <a:gd name="connsiteY5" fmla="*/ 536786 h 655315"/>
                  <a:gd name="connsiteX6" fmla="*/ 445206 w 705777"/>
                  <a:gd name="connsiteY6" fmla="*/ 0 h 65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5777" h="655315">
                    <a:moveTo>
                      <a:pt x="445206" y="0"/>
                    </a:moveTo>
                    <a:lnTo>
                      <a:pt x="705777" y="0"/>
                    </a:lnTo>
                    <a:cubicBezTo>
                      <a:pt x="591347" y="228"/>
                      <a:pt x="455950" y="251746"/>
                      <a:pt x="317534" y="534808"/>
                    </a:cubicBezTo>
                    <a:lnTo>
                      <a:pt x="259096" y="655315"/>
                    </a:lnTo>
                    <a:lnTo>
                      <a:pt x="0" y="655315"/>
                    </a:lnTo>
                    <a:lnTo>
                      <a:pt x="57914" y="536786"/>
                    </a:lnTo>
                    <a:cubicBezTo>
                      <a:pt x="197115" y="254090"/>
                      <a:pt x="332859" y="2312"/>
                      <a:pt x="445206" y="0"/>
                    </a:cubicBezTo>
                    <a:close/>
                  </a:path>
                </a:pathLst>
              </a:custGeom>
              <a:solidFill>
                <a:srgbClr val="1E072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8" name="Parallelogram 118">
                <a:extLst>
                  <a:ext uri="{FF2B5EF4-FFF2-40B4-BE49-F238E27FC236}">
                    <a16:creationId xmlns:a16="http://schemas.microsoft.com/office/drawing/2014/main" id="{847035F4-4570-8187-C0BD-8B22D3E60275}"/>
                  </a:ext>
                </a:extLst>
              </p:cNvPr>
              <p:cNvSpPr/>
              <p:nvPr/>
            </p:nvSpPr>
            <p:spPr>
              <a:xfrm flipH="1">
                <a:off x="4359231" y="2942178"/>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chemeClr val="accent3">
                  <a:lumMod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9" name="Freeform: Shape 9">
                <a:extLst>
                  <a:ext uri="{FF2B5EF4-FFF2-40B4-BE49-F238E27FC236}">
                    <a16:creationId xmlns:a16="http://schemas.microsoft.com/office/drawing/2014/main" id="{81873E54-CE98-0632-FC86-ACFC292132D0}"/>
                  </a:ext>
                </a:extLst>
              </p:cNvPr>
              <p:cNvSpPr/>
              <p:nvPr/>
            </p:nvSpPr>
            <p:spPr>
              <a:xfrm>
                <a:off x="3619540" y="3597493"/>
                <a:ext cx="712857" cy="660698"/>
              </a:xfrm>
              <a:custGeom>
                <a:avLst/>
                <a:gdLst>
                  <a:gd name="connsiteX0" fmla="*/ 0 w 712857"/>
                  <a:gd name="connsiteY0" fmla="*/ 0 h 660698"/>
                  <a:gd name="connsiteX1" fmla="*/ 259096 w 712857"/>
                  <a:gd name="connsiteY1" fmla="*/ 0 h 660698"/>
                  <a:gd name="connsiteX2" fmla="*/ 260993 w 712857"/>
                  <a:gd name="connsiteY2" fmla="*/ 3882 h 660698"/>
                  <a:gd name="connsiteX3" fmla="*/ 712857 w 712857"/>
                  <a:gd name="connsiteY3" fmla="*/ 660698 h 660698"/>
                  <a:gd name="connsiteX4" fmla="*/ 452286 w 712857"/>
                  <a:gd name="connsiteY4" fmla="*/ 660698 h 660698"/>
                  <a:gd name="connsiteX5" fmla="*/ 1016 w 712857"/>
                  <a:gd name="connsiteY5" fmla="*/ 2097 h 660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2857" h="660698">
                    <a:moveTo>
                      <a:pt x="0" y="0"/>
                    </a:moveTo>
                    <a:lnTo>
                      <a:pt x="259096" y="0"/>
                    </a:lnTo>
                    <a:lnTo>
                      <a:pt x="260993" y="3882"/>
                    </a:lnTo>
                    <a:cubicBezTo>
                      <a:pt x="420742" y="331961"/>
                      <a:pt x="581286" y="659644"/>
                      <a:pt x="712857" y="660698"/>
                    </a:cubicBezTo>
                    <a:lnTo>
                      <a:pt x="452286" y="660698"/>
                    </a:lnTo>
                    <a:cubicBezTo>
                      <a:pt x="319127" y="659644"/>
                      <a:pt x="159774" y="330771"/>
                      <a:pt x="1016" y="2097"/>
                    </a:cubicBezTo>
                    <a:close/>
                  </a:path>
                </a:pathLst>
              </a:cu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40" name="Freeform: Shape 10">
                <a:extLst>
                  <a:ext uri="{FF2B5EF4-FFF2-40B4-BE49-F238E27FC236}">
                    <a16:creationId xmlns:a16="http://schemas.microsoft.com/office/drawing/2014/main" id="{DE71848E-256C-9E8D-FCB8-E4F6D8DB2286}"/>
                  </a:ext>
                </a:extLst>
              </p:cNvPr>
              <p:cNvSpPr/>
              <p:nvPr/>
            </p:nvSpPr>
            <p:spPr>
              <a:xfrm>
                <a:off x="4212498" y="3597495"/>
                <a:ext cx="712856" cy="660697"/>
              </a:xfrm>
              <a:custGeom>
                <a:avLst/>
                <a:gdLst>
                  <a:gd name="connsiteX0" fmla="*/ 0 w 712856"/>
                  <a:gd name="connsiteY0" fmla="*/ 0 h 660697"/>
                  <a:gd name="connsiteX1" fmla="*/ 259096 w 712856"/>
                  <a:gd name="connsiteY1" fmla="*/ 0 h 660697"/>
                  <a:gd name="connsiteX2" fmla="*/ 260992 w 712856"/>
                  <a:gd name="connsiteY2" fmla="*/ 3881 h 660697"/>
                  <a:gd name="connsiteX3" fmla="*/ 712856 w 712856"/>
                  <a:gd name="connsiteY3" fmla="*/ 660697 h 660697"/>
                  <a:gd name="connsiteX4" fmla="*/ 452285 w 712856"/>
                  <a:gd name="connsiteY4" fmla="*/ 660697 h 660697"/>
                  <a:gd name="connsiteX5" fmla="*/ 1016 w 712856"/>
                  <a:gd name="connsiteY5" fmla="*/ 2096 h 660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2856" h="660697">
                    <a:moveTo>
                      <a:pt x="0" y="0"/>
                    </a:moveTo>
                    <a:lnTo>
                      <a:pt x="259096" y="0"/>
                    </a:lnTo>
                    <a:lnTo>
                      <a:pt x="260992" y="3881"/>
                    </a:lnTo>
                    <a:cubicBezTo>
                      <a:pt x="420742" y="331960"/>
                      <a:pt x="581285" y="659643"/>
                      <a:pt x="712856" y="660697"/>
                    </a:cubicBezTo>
                    <a:lnTo>
                      <a:pt x="452285" y="660697"/>
                    </a:lnTo>
                    <a:cubicBezTo>
                      <a:pt x="319126" y="659643"/>
                      <a:pt x="159773" y="330770"/>
                      <a:pt x="1016" y="2096"/>
                    </a:cubicBezTo>
                    <a:close/>
                  </a:path>
                </a:pathLst>
              </a:custGeom>
              <a:solidFill>
                <a:srgbClr val="12ABD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grpSp>
      </p:grpSp>
      <p:sp>
        <p:nvSpPr>
          <p:cNvPr id="65" name="Rectangle 64">
            <a:extLst>
              <a:ext uri="{FF2B5EF4-FFF2-40B4-BE49-F238E27FC236}">
                <a16:creationId xmlns:a16="http://schemas.microsoft.com/office/drawing/2014/main" id="{E98478F7-3912-FFD9-BCA6-B31A4F812D77}"/>
              </a:ext>
            </a:extLst>
          </p:cNvPr>
          <p:cNvSpPr/>
          <p:nvPr/>
        </p:nvSpPr>
        <p:spPr>
          <a:xfrm>
            <a:off x="578352" y="1636173"/>
            <a:ext cx="2564350" cy="1495801"/>
          </a:xfrm>
          <a:prstGeom prst="rect">
            <a:avLst/>
          </a:prstGeom>
          <a:solidFill>
            <a:srgbClr val="272936">
              <a:alpha val="70000"/>
            </a:srgb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66" name="Rectangle 65">
            <a:extLst>
              <a:ext uri="{FF2B5EF4-FFF2-40B4-BE49-F238E27FC236}">
                <a16:creationId xmlns:a16="http://schemas.microsoft.com/office/drawing/2014/main" id="{DFA16B6D-BF48-81B6-82ED-FA71EEABF503}"/>
              </a:ext>
            </a:extLst>
          </p:cNvPr>
          <p:cNvSpPr/>
          <p:nvPr/>
        </p:nvSpPr>
        <p:spPr>
          <a:xfrm>
            <a:off x="578414" y="4964826"/>
            <a:ext cx="2564786" cy="1495801"/>
          </a:xfrm>
          <a:prstGeom prst="rect">
            <a:avLst/>
          </a:prstGeom>
          <a:solidFill>
            <a:srgbClr val="3A3D50">
              <a:alpha val="70000"/>
            </a:srgb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67" name="Rectangle 185">
            <a:extLst>
              <a:ext uri="{FF2B5EF4-FFF2-40B4-BE49-F238E27FC236}">
                <a16:creationId xmlns:a16="http://schemas.microsoft.com/office/drawing/2014/main" id="{635A7FBF-597A-3415-6B0A-A3C355335DD2}"/>
              </a:ext>
            </a:extLst>
          </p:cNvPr>
          <p:cNvSpPr/>
          <p:nvPr/>
        </p:nvSpPr>
        <p:spPr>
          <a:xfrm flipV="1">
            <a:off x="3417880" y="3932662"/>
            <a:ext cx="1157115" cy="2517787"/>
          </a:xfrm>
          <a:custGeom>
            <a:avLst/>
            <a:gdLst>
              <a:gd name="connsiteX0" fmla="*/ 0 w 1363487"/>
              <a:gd name="connsiteY0" fmla="*/ 0 h 1038201"/>
              <a:gd name="connsiteX1" fmla="*/ 1363487 w 1363487"/>
              <a:gd name="connsiteY1" fmla="*/ 0 h 1038201"/>
              <a:gd name="connsiteX2" fmla="*/ 1363487 w 1363487"/>
              <a:gd name="connsiteY2" fmla="*/ 1038201 h 1038201"/>
              <a:gd name="connsiteX3" fmla="*/ 0 w 1363487"/>
              <a:gd name="connsiteY3" fmla="*/ 1038201 h 1038201"/>
              <a:gd name="connsiteX4" fmla="*/ 0 w 1363487"/>
              <a:gd name="connsiteY4" fmla="*/ 0 h 1038201"/>
              <a:gd name="connsiteX0" fmla="*/ 0 w 1363487"/>
              <a:gd name="connsiteY0" fmla="*/ 0 h 1038201"/>
              <a:gd name="connsiteX1" fmla="*/ 547409 w 1363487"/>
              <a:gd name="connsiteY1" fmla="*/ 422788 h 1038201"/>
              <a:gd name="connsiteX2" fmla="*/ 1363487 w 1363487"/>
              <a:gd name="connsiteY2" fmla="*/ 1038201 h 1038201"/>
              <a:gd name="connsiteX3" fmla="*/ 0 w 1363487"/>
              <a:gd name="connsiteY3" fmla="*/ 1038201 h 1038201"/>
              <a:gd name="connsiteX4" fmla="*/ 0 w 1363487"/>
              <a:gd name="connsiteY4" fmla="*/ 0 h 1038201"/>
              <a:gd name="connsiteX0" fmla="*/ 0 w 560519"/>
              <a:gd name="connsiteY0" fmla="*/ 0 h 1038201"/>
              <a:gd name="connsiteX1" fmla="*/ 547409 w 560519"/>
              <a:gd name="connsiteY1" fmla="*/ 422788 h 1038201"/>
              <a:gd name="connsiteX2" fmla="*/ 560519 w 560519"/>
              <a:gd name="connsiteY2" fmla="*/ 579362 h 1038201"/>
              <a:gd name="connsiteX3" fmla="*/ 0 w 560519"/>
              <a:gd name="connsiteY3" fmla="*/ 1038201 h 1038201"/>
              <a:gd name="connsiteX4" fmla="*/ 0 w 560519"/>
              <a:gd name="connsiteY4" fmla="*/ 0 h 1038201"/>
              <a:gd name="connsiteX0" fmla="*/ 0 w 560519"/>
              <a:gd name="connsiteY0" fmla="*/ 0 h 1038201"/>
              <a:gd name="connsiteX1" fmla="*/ 547409 w 560519"/>
              <a:gd name="connsiteY1" fmla="*/ 422788 h 1038201"/>
              <a:gd name="connsiteX2" fmla="*/ 560519 w 560519"/>
              <a:gd name="connsiteY2" fmla="*/ 579362 h 1038201"/>
              <a:gd name="connsiteX3" fmla="*/ 0 w 560519"/>
              <a:gd name="connsiteY3" fmla="*/ 1038201 h 1038201"/>
              <a:gd name="connsiteX4" fmla="*/ 0 w 560519"/>
              <a:gd name="connsiteY4" fmla="*/ 0 h 1038201"/>
              <a:gd name="connsiteX0" fmla="*/ 0 w 623502"/>
              <a:gd name="connsiteY0" fmla="*/ 0 h 1051617"/>
              <a:gd name="connsiteX1" fmla="*/ 547409 w 623502"/>
              <a:gd name="connsiteY1" fmla="*/ 422788 h 1051617"/>
              <a:gd name="connsiteX2" fmla="*/ 560519 w 623502"/>
              <a:gd name="connsiteY2" fmla="*/ 579362 h 1051617"/>
              <a:gd name="connsiteX3" fmla="*/ 0 w 623502"/>
              <a:gd name="connsiteY3" fmla="*/ 1038201 h 1051617"/>
              <a:gd name="connsiteX4" fmla="*/ 0 w 623502"/>
              <a:gd name="connsiteY4" fmla="*/ 0 h 1051617"/>
              <a:gd name="connsiteX0" fmla="*/ 0 w 623502"/>
              <a:gd name="connsiteY0" fmla="*/ 15734 h 1067351"/>
              <a:gd name="connsiteX1" fmla="*/ 547409 w 623502"/>
              <a:gd name="connsiteY1" fmla="*/ 438522 h 1067351"/>
              <a:gd name="connsiteX2" fmla="*/ 560519 w 623502"/>
              <a:gd name="connsiteY2" fmla="*/ 595096 h 1067351"/>
              <a:gd name="connsiteX3" fmla="*/ 0 w 623502"/>
              <a:gd name="connsiteY3" fmla="*/ 1053935 h 1067351"/>
              <a:gd name="connsiteX4" fmla="*/ 0 w 623502"/>
              <a:gd name="connsiteY4" fmla="*/ 15734 h 1067351"/>
              <a:gd name="connsiteX0" fmla="*/ 0 w 656252"/>
              <a:gd name="connsiteY0" fmla="*/ 15734 h 1065227"/>
              <a:gd name="connsiteX1" fmla="*/ 547409 w 656252"/>
              <a:gd name="connsiteY1" fmla="*/ 438522 h 1065227"/>
              <a:gd name="connsiteX2" fmla="*/ 560519 w 656252"/>
              <a:gd name="connsiteY2" fmla="*/ 595096 h 1065227"/>
              <a:gd name="connsiteX3" fmla="*/ 0 w 656252"/>
              <a:gd name="connsiteY3" fmla="*/ 1053935 h 1065227"/>
              <a:gd name="connsiteX4" fmla="*/ 0 w 656252"/>
              <a:gd name="connsiteY4" fmla="*/ 15734 h 1065227"/>
              <a:gd name="connsiteX0" fmla="*/ 0 w 678839"/>
              <a:gd name="connsiteY0" fmla="*/ 13311 h 1062804"/>
              <a:gd name="connsiteX1" fmla="*/ 547409 w 678839"/>
              <a:gd name="connsiteY1" fmla="*/ 436099 h 1062804"/>
              <a:gd name="connsiteX2" fmla="*/ 560519 w 678839"/>
              <a:gd name="connsiteY2" fmla="*/ 592673 h 1062804"/>
              <a:gd name="connsiteX3" fmla="*/ 0 w 678839"/>
              <a:gd name="connsiteY3" fmla="*/ 1051512 h 1062804"/>
              <a:gd name="connsiteX4" fmla="*/ 0 w 678839"/>
              <a:gd name="connsiteY4" fmla="*/ 13311 h 1062804"/>
              <a:gd name="connsiteX0" fmla="*/ 0 w 678839"/>
              <a:gd name="connsiteY0" fmla="*/ 200 h 1049693"/>
              <a:gd name="connsiteX1" fmla="*/ 547409 w 678839"/>
              <a:gd name="connsiteY1" fmla="*/ 422988 h 1049693"/>
              <a:gd name="connsiteX2" fmla="*/ 560519 w 678839"/>
              <a:gd name="connsiteY2" fmla="*/ 579562 h 1049693"/>
              <a:gd name="connsiteX3" fmla="*/ 0 w 678839"/>
              <a:gd name="connsiteY3" fmla="*/ 1038401 h 1049693"/>
              <a:gd name="connsiteX4" fmla="*/ 0 w 678839"/>
              <a:gd name="connsiteY4" fmla="*/ 200 h 1049693"/>
              <a:gd name="connsiteX0" fmla="*/ 0 w 678839"/>
              <a:gd name="connsiteY0" fmla="*/ 200 h 1038437"/>
              <a:gd name="connsiteX1" fmla="*/ 547409 w 678839"/>
              <a:gd name="connsiteY1" fmla="*/ 422988 h 1038437"/>
              <a:gd name="connsiteX2" fmla="*/ 560519 w 678839"/>
              <a:gd name="connsiteY2" fmla="*/ 579562 h 1038437"/>
              <a:gd name="connsiteX3" fmla="*/ 0 w 678839"/>
              <a:gd name="connsiteY3" fmla="*/ 1038401 h 1038437"/>
              <a:gd name="connsiteX4" fmla="*/ 0 w 678839"/>
              <a:gd name="connsiteY4" fmla="*/ 200 h 1038437"/>
              <a:gd name="connsiteX0" fmla="*/ 0 w 662463"/>
              <a:gd name="connsiteY0" fmla="*/ 200 h 1038447"/>
              <a:gd name="connsiteX1" fmla="*/ 547409 w 662463"/>
              <a:gd name="connsiteY1" fmla="*/ 422988 h 1038447"/>
              <a:gd name="connsiteX2" fmla="*/ 661522 w 662463"/>
              <a:gd name="connsiteY2" fmla="*/ 478781 h 1038447"/>
              <a:gd name="connsiteX3" fmla="*/ 560519 w 662463"/>
              <a:gd name="connsiteY3" fmla="*/ 579562 h 1038447"/>
              <a:gd name="connsiteX4" fmla="*/ 0 w 662463"/>
              <a:gd name="connsiteY4" fmla="*/ 1038401 h 1038447"/>
              <a:gd name="connsiteX5" fmla="*/ 0 w 662463"/>
              <a:gd name="connsiteY5" fmla="*/ 200 h 1038447"/>
              <a:gd name="connsiteX0" fmla="*/ 0 w 1376005"/>
              <a:gd name="connsiteY0" fmla="*/ 242 h 1038489"/>
              <a:gd name="connsiteX1" fmla="*/ 547409 w 1376005"/>
              <a:gd name="connsiteY1" fmla="*/ 423030 h 1038489"/>
              <a:gd name="connsiteX2" fmla="*/ 1375999 w 1376005"/>
              <a:gd name="connsiteY2" fmla="*/ 482101 h 1038489"/>
              <a:gd name="connsiteX3" fmla="*/ 560519 w 1376005"/>
              <a:gd name="connsiteY3" fmla="*/ 579604 h 1038489"/>
              <a:gd name="connsiteX4" fmla="*/ 0 w 1376005"/>
              <a:gd name="connsiteY4" fmla="*/ 1038443 h 1038489"/>
              <a:gd name="connsiteX5" fmla="*/ 0 w 1376005"/>
              <a:gd name="connsiteY5" fmla="*/ 242 h 1038489"/>
              <a:gd name="connsiteX0" fmla="*/ 0 w 1376005"/>
              <a:gd name="connsiteY0" fmla="*/ 3 h 1038250"/>
              <a:gd name="connsiteX1" fmla="*/ 547409 w 1376005"/>
              <a:gd name="connsiteY1" fmla="*/ 422791 h 1038250"/>
              <a:gd name="connsiteX2" fmla="*/ 1375999 w 1376005"/>
              <a:gd name="connsiteY2" fmla="*/ 481862 h 1038250"/>
              <a:gd name="connsiteX3" fmla="*/ 560519 w 1376005"/>
              <a:gd name="connsiteY3" fmla="*/ 579365 h 1038250"/>
              <a:gd name="connsiteX4" fmla="*/ 0 w 1376005"/>
              <a:gd name="connsiteY4" fmla="*/ 1038204 h 1038250"/>
              <a:gd name="connsiteX5" fmla="*/ 0 w 1376005"/>
              <a:gd name="connsiteY5" fmla="*/ 3 h 1038250"/>
              <a:gd name="connsiteX0" fmla="*/ 0 w 1376005"/>
              <a:gd name="connsiteY0" fmla="*/ 3 h 1038250"/>
              <a:gd name="connsiteX1" fmla="*/ 547409 w 1376005"/>
              <a:gd name="connsiteY1" fmla="*/ 422791 h 1038250"/>
              <a:gd name="connsiteX2" fmla="*/ 1375999 w 1376005"/>
              <a:gd name="connsiteY2" fmla="*/ 481862 h 1038250"/>
              <a:gd name="connsiteX3" fmla="*/ 560519 w 1376005"/>
              <a:gd name="connsiteY3" fmla="*/ 579365 h 1038250"/>
              <a:gd name="connsiteX4" fmla="*/ 0 w 1376005"/>
              <a:gd name="connsiteY4" fmla="*/ 1038204 h 1038250"/>
              <a:gd name="connsiteX5" fmla="*/ 0 w 1376005"/>
              <a:gd name="connsiteY5" fmla="*/ 3 h 1038250"/>
              <a:gd name="connsiteX0" fmla="*/ 0 w 1376005"/>
              <a:gd name="connsiteY0" fmla="*/ 3 h 1038204"/>
              <a:gd name="connsiteX1" fmla="*/ 547409 w 1376005"/>
              <a:gd name="connsiteY1" fmla="*/ 422791 h 1038204"/>
              <a:gd name="connsiteX2" fmla="*/ 1375999 w 1376005"/>
              <a:gd name="connsiteY2" fmla="*/ 481862 h 1038204"/>
              <a:gd name="connsiteX3" fmla="*/ 560519 w 1376005"/>
              <a:gd name="connsiteY3" fmla="*/ 579365 h 1038204"/>
              <a:gd name="connsiteX4" fmla="*/ 0 w 1376005"/>
              <a:gd name="connsiteY4" fmla="*/ 1038204 h 1038204"/>
              <a:gd name="connsiteX5" fmla="*/ 0 w 1376005"/>
              <a:gd name="connsiteY5" fmla="*/ 3 h 1038204"/>
              <a:gd name="connsiteX0" fmla="*/ 0 w 1376005"/>
              <a:gd name="connsiteY0" fmla="*/ 3 h 1038204"/>
              <a:gd name="connsiteX1" fmla="*/ 547409 w 1376005"/>
              <a:gd name="connsiteY1" fmla="*/ 422791 h 1038204"/>
              <a:gd name="connsiteX2" fmla="*/ 1375999 w 1376005"/>
              <a:gd name="connsiteY2" fmla="*/ 481862 h 1038204"/>
              <a:gd name="connsiteX3" fmla="*/ 560519 w 1376005"/>
              <a:gd name="connsiteY3" fmla="*/ 579365 h 1038204"/>
              <a:gd name="connsiteX4" fmla="*/ 0 w 1376005"/>
              <a:gd name="connsiteY4" fmla="*/ 1038204 h 1038204"/>
              <a:gd name="connsiteX5" fmla="*/ 0 w 1376005"/>
              <a:gd name="connsiteY5" fmla="*/ 3 h 1038204"/>
              <a:gd name="connsiteX0" fmla="*/ 0 w 1376004"/>
              <a:gd name="connsiteY0" fmla="*/ 3 h 1038204"/>
              <a:gd name="connsiteX1" fmla="*/ 547409 w 1376004"/>
              <a:gd name="connsiteY1" fmla="*/ 422791 h 1038204"/>
              <a:gd name="connsiteX2" fmla="*/ 1375999 w 1376004"/>
              <a:gd name="connsiteY2" fmla="*/ 481862 h 1038204"/>
              <a:gd name="connsiteX3" fmla="*/ 547409 w 1376004"/>
              <a:gd name="connsiteY3" fmla="*/ 579365 h 1038204"/>
              <a:gd name="connsiteX4" fmla="*/ 0 w 1376004"/>
              <a:gd name="connsiteY4" fmla="*/ 1038204 h 1038204"/>
              <a:gd name="connsiteX5" fmla="*/ 0 w 1376004"/>
              <a:gd name="connsiteY5" fmla="*/ 3 h 1038204"/>
              <a:gd name="connsiteX0" fmla="*/ 0 w 1376004"/>
              <a:gd name="connsiteY0" fmla="*/ 3 h 1038204"/>
              <a:gd name="connsiteX1" fmla="*/ 547409 w 1376004"/>
              <a:gd name="connsiteY1" fmla="*/ 422791 h 1038204"/>
              <a:gd name="connsiteX2" fmla="*/ 1375999 w 1376004"/>
              <a:gd name="connsiteY2" fmla="*/ 481862 h 1038204"/>
              <a:gd name="connsiteX3" fmla="*/ 547409 w 1376004"/>
              <a:gd name="connsiteY3" fmla="*/ 579365 h 1038204"/>
              <a:gd name="connsiteX4" fmla="*/ 0 w 1376004"/>
              <a:gd name="connsiteY4" fmla="*/ 1038204 h 1038204"/>
              <a:gd name="connsiteX5" fmla="*/ 0 w 1376004"/>
              <a:gd name="connsiteY5" fmla="*/ 3 h 1038204"/>
              <a:gd name="connsiteX0" fmla="*/ 0 w 1398055"/>
              <a:gd name="connsiteY0" fmla="*/ 3 h 1271791"/>
              <a:gd name="connsiteX1" fmla="*/ 547409 w 1398055"/>
              <a:gd name="connsiteY1" fmla="*/ 422791 h 1271791"/>
              <a:gd name="connsiteX2" fmla="*/ 1375999 w 1398055"/>
              <a:gd name="connsiteY2" fmla="*/ 481862 h 1271791"/>
              <a:gd name="connsiteX3" fmla="*/ 1245500 w 1398055"/>
              <a:gd name="connsiteY3" fmla="*/ 1254514 h 1271791"/>
              <a:gd name="connsiteX4" fmla="*/ 0 w 1398055"/>
              <a:gd name="connsiteY4" fmla="*/ 1038204 h 1271791"/>
              <a:gd name="connsiteX5" fmla="*/ 0 w 1398055"/>
              <a:gd name="connsiteY5" fmla="*/ 3 h 1271791"/>
              <a:gd name="connsiteX0" fmla="*/ 0 w 1488655"/>
              <a:gd name="connsiteY0" fmla="*/ 3 h 1734094"/>
              <a:gd name="connsiteX1" fmla="*/ 547409 w 1488655"/>
              <a:gd name="connsiteY1" fmla="*/ 422791 h 1734094"/>
              <a:gd name="connsiteX2" fmla="*/ 1375999 w 1488655"/>
              <a:gd name="connsiteY2" fmla="*/ 481862 h 1734094"/>
              <a:gd name="connsiteX3" fmla="*/ 1389707 w 1488655"/>
              <a:gd name="connsiteY3" fmla="*/ 1726462 h 1734094"/>
              <a:gd name="connsiteX4" fmla="*/ 0 w 1488655"/>
              <a:gd name="connsiteY4" fmla="*/ 1038204 h 1734094"/>
              <a:gd name="connsiteX5" fmla="*/ 0 w 1488655"/>
              <a:gd name="connsiteY5" fmla="*/ 3 h 1734094"/>
              <a:gd name="connsiteX0" fmla="*/ 0 w 1558537"/>
              <a:gd name="connsiteY0" fmla="*/ 3 h 1835316"/>
              <a:gd name="connsiteX1" fmla="*/ 547409 w 1558537"/>
              <a:gd name="connsiteY1" fmla="*/ 422791 h 1835316"/>
              <a:gd name="connsiteX2" fmla="*/ 1375999 w 1558537"/>
              <a:gd name="connsiteY2" fmla="*/ 481862 h 1835316"/>
              <a:gd name="connsiteX3" fmla="*/ 1389707 w 1558537"/>
              <a:gd name="connsiteY3" fmla="*/ 1726462 h 1835316"/>
              <a:gd name="connsiteX4" fmla="*/ 0 w 1558537"/>
              <a:gd name="connsiteY4" fmla="*/ 1038204 h 1835316"/>
              <a:gd name="connsiteX5" fmla="*/ 0 w 1558537"/>
              <a:gd name="connsiteY5" fmla="*/ 3 h 1835316"/>
              <a:gd name="connsiteX0" fmla="*/ 0 w 1558537"/>
              <a:gd name="connsiteY0" fmla="*/ 3 h 1932032"/>
              <a:gd name="connsiteX1" fmla="*/ 547409 w 1558537"/>
              <a:gd name="connsiteY1" fmla="*/ 422791 h 1932032"/>
              <a:gd name="connsiteX2" fmla="*/ 1375999 w 1558537"/>
              <a:gd name="connsiteY2" fmla="*/ 481862 h 1932032"/>
              <a:gd name="connsiteX3" fmla="*/ 1389707 w 1558537"/>
              <a:gd name="connsiteY3" fmla="*/ 1828062 h 1932032"/>
              <a:gd name="connsiteX4" fmla="*/ 0 w 1558537"/>
              <a:gd name="connsiteY4" fmla="*/ 1038204 h 1932032"/>
              <a:gd name="connsiteX5" fmla="*/ 0 w 1558537"/>
              <a:gd name="connsiteY5" fmla="*/ 3 h 1932032"/>
              <a:gd name="connsiteX0" fmla="*/ 0 w 1516312"/>
              <a:gd name="connsiteY0" fmla="*/ 3 h 1951784"/>
              <a:gd name="connsiteX1" fmla="*/ 547409 w 1516312"/>
              <a:gd name="connsiteY1" fmla="*/ 422791 h 1951784"/>
              <a:gd name="connsiteX2" fmla="*/ 1375999 w 1516312"/>
              <a:gd name="connsiteY2" fmla="*/ 481862 h 1951784"/>
              <a:gd name="connsiteX3" fmla="*/ 1389707 w 1516312"/>
              <a:gd name="connsiteY3" fmla="*/ 1828062 h 1951784"/>
              <a:gd name="connsiteX4" fmla="*/ 0 w 1516312"/>
              <a:gd name="connsiteY4" fmla="*/ 1038204 h 1951784"/>
              <a:gd name="connsiteX5" fmla="*/ 0 w 1516312"/>
              <a:gd name="connsiteY5" fmla="*/ 3 h 1951784"/>
              <a:gd name="connsiteX0" fmla="*/ 0 w 1397836"/>
              <a:gd name="connsiteY0" fmla="*/ 5 h 1828064"/>
              <a:gd name="connsiteX1" fmla="*/ 547409 w 1397836"/>
              <a:gd name="connsiteY1" fmla="*/ 422793 h 1828064"/>
              <a:gd name="connsiteX2" fmla="*/ 1389707 w 1397836"/>
              <a:gd name="connsiteY2" fmla="*/ 1828064 h 1828064"/>
              <a:gd name="connsiteX3" fmla="*/ 0 w 1397836"/>
              <a:gd name="connsiteY3" fmla="*/ 1038206 h 1828064"/>
              <a:gd name="connsiteX4" fmla="*/ 0 w 1397836"/>
              <a:gd name="connsiteY4" fmla="*/ 5 h 1828064"/>
              <a:gd name="connsiteX0" fmla="*/ 0 w 1616076"/>
              <a:gd name="connsiteY0" fmla="*/ 1 h 1854916"/>
              <a:gd name="connsiteX1" fmla="*/ 1474918 w 1616076"/>
              <a:gd name="connsiteY1" fmla="*/ 1510892 h 1854916"/>
              <a:gd name="connsiteX2" fmla="*/ 1389707 w 1616076"/>
              <a:gd name="connsiteY2" fmla="*/ 1828060 h 1854916"/>
              <a:gd name="connsiteX3" fmla="*/ 0 w 1616076"/>
              <a:gd name="connsiteY3" fmla="*/ 1038202 h 1854916"/>
              <a:gd name="connsiteX4" fmla="*/ 0 w 1616076"/>
              <a:gd name="connsiteY4" fmla="*/ 1 h 1854916"/>
              <a:gd name="connsiteX0" fmla="*/ 0 w 1590004"/>
              <a:gd name="connsiteY0" fmla="*/ 1 h 1856950"/>
              <a:gd name="connsiteX1" fmla="*/ 1474918 w 1590004"/>
              <a:gd name="connsiteY1" fmla="*/ 1510892 h 1856950"/>
              <a:gd name="connsiteX2" fmla="*/ 1389707 w 1590004"/>
              <a:gd name="connsiteY2" fmla="*/ 1828060 h 1856950"/>
              <a:gd name="connsiteX3" fmla="*/ 0 w 1590004"/>
              <a:gd name="connsiteY3" fmla="*/ 1038202 h 1856950"/>
              <a:gd name="connsiteX4" fmla="*/ 0 w 1590004"/>
              <a:gd name="connsiteY4" fmla="*/ 1 h 1856950"/>
              <a:gd name="connsiteX0" fmla="*/ 0 w 1590004"/>
              <a:gd name="connsiteY0" fmla="*/ 0 h 1856949"/>
              <a:gd name="connsiteX1" fmla="*/ 1474918 w 1590004"/>
              <a:gd name="connsiteY1" fmla="*/ 1510891 h 1856949"/>
              <a:gd name="connsiteX2" fmla="*/ 1389707 w 1590004"/>
              <a:gd name="connsiteY2" fmla="*/ 1828059 h 1856949"/>
              <a:gd name="connsiteX3" fmla="*/ 0 w 1590004"/>
              <a:gd name="connsiteY3" fmla="*/ 1038201 h 1856949"/>
              <a:gd name="connsiteX4" fmla="*/ 0 w 1590004"/>
              <a:gd name="connsiteY4" fmla="*/ 0 h 1856949"/>
              <a:gd name="connsiteX0" fmla="*/ 0 w 1590004"/>
              <a:gd name="connsiteY0" fmla="*/ 0 h 1856949"/>
              <a:gd name="connsiteX1" fmla="*/ 1474918 w 1590004"/>
              <a:gd name="connsiteY1" fmla="*/ 1510891 h 1856949"/>
              <a:gd name="connsiteX2" fmla="*/ 1389707 w 1590004"/>
              <a:gd name="connsiteY2" fmla="*/ 1828059 h 1856949"/>
              <a:gd name="connsiteX3" fmla="*/ 0 w 1590004"/>
              <a:gd name="connsiteY3" fmla="*/ 1038201 h 1856949"/>
              <a:gd name="connsiteX4" fmla="*/ 0 w 1590004"/>
              <a:gd name="connsiteY4" fmla="*/ 0 h 1856949"/>
              <a:gd name="connsiteX0" fmla="*/ 0 w 1578629"/>
              <a:gd name="connsiteY0" fmla="*/ 0 h 1998064"/>
              <a:gd name="connsiteX1" fmla="*/ 1474918 w 1578629"/>
              <a:gd name="connsiteY1" fmla="*/ 1510891 h 1998064"/>
              <a:gd name="connsiteX2" fmla="*/ 1389707 w 1578629"/>
              <a:gd name="connsiteY2" fmla="*/ 1828059 h 1998064"/>
              <a:gd name="connsiteX3" fmla="*/ 0 w 1578629"/>
              <a:gd name="connsiteY3" fmla="*/ 1038201 h 1998064"/>
              <a:gd name="connsiteX4" fmla="*/ 0 w 1578629"/>
              <a:gd name="connsiteY4" fmla="*/ 0 h 1998064"/>
              <a:gd name="connsiteX0" fmla="*/ 0 w 1668424"/>
              <a:gd name="connsiteY0" fmla="*/ 0 h 2061602"/>
              <a:gd name="connsiteX1" fmla="*/ 1474918 w 1668424"/>
              <a:gd name="connsiteY1" fmla="*/ 1510891 h 2061602"/>
              <a:gd name="connsiteX2" fmla="*/ 1389707 w 1668424"/>
              <a:gd name="connsiteY2" fmla="*/ 1828059 h 2061602"/>
              <a:gd name="connsiteX3" fmla="*/ 0 w 1668424"/>
              <a:gd name="connsiteY3" fmla="*/ 1038201 h 2061602"/>
              <a:gd name="connsiteX4" fmla="*/ 0 w 1668424"/>
              <a:gd name="connsiteY4" fmla="*/ 0 h 2061602"/>
              <a:gd name="connsiteX0" fmla="*/ 0 w 1518418"/>
              <a:gd name="connsiteY0" fmla="*/ 0 h 1901450"/>
              <a:gd name="connsiteX1" fmla="*/ 1474918 w 1518418"/>
              <a:gd name="connsiteY1" fmla="*/ 1510891 h 1901450"/>
              <a:gd name="connsiteX2" fmla="*/ 1046807 w 1518418"/>
              <a:gd name="connsiteY2" fmla="*/ 1710584 h 1901450"/>
              <a:gd name="connsiteX3" fmla="*/ 0 w 1518418"/>
              <a:gd name="connsiteY3" fmla="*/ 1038201 h 1901450"/>
              <a:gd name="connsiteX4" fmla="*/ 0 w 1518418"/>
              <a:gd name="connsiteY4" fmla="*/ 0 h 1901450"/>
              <a:gd name="connsiteX0" fmla="*/ 0 w 1348602"/>
              <a:gd name="connsiteY0" fmla="*/ 0 h 1859716"/>
              <a:gd name="connsiteX1" fmla="*/ 1281243 w 1348602"/>
              <a:gd name="connsiteY1" fmla="*/ 1701391 h 1859716"/>
              <a:gd name="connsiteX2" fmla="*/ 1046807 w 1348602"/>
              <a:gd name="connsiteY2" fmla="*/ 1710584 h 1859716"/>
              <a:gd name="connsiteX3" fmla="*/ 0 w 1348602"/>
              <a:gd name="connsiteY3" fmla="*/ 1038201 h 1859716"/>
              <a:gd name="connsiteX4" fmla="*/ 0 w 1348602"/>
              <a:gd name="connsiteY4" fmla="*/ 0 h 1859716"/>
              <a:gd name="connsiteX0" fmla="*/ 0 w 1326827"/>
              <a:gd name="connsiteY0" fmla="*/ 0 h 1850244"/>
              <a:gd name="connsiteX1" fmla="*/ 1281243 w 1326827"/>
              <a:gd name="connsiteY1" fmla="*/ 1701391 h 1850244"/>
              <a:gd name="connsiteX2" fmla="*/ 1046807 w 1326827"/>
              <a:gd name="connsiteY2" fmla="*/ 1710584 h 1850244"/>
              <a:gd name="connsiteX3" fmla="*/ 0 w 1326827"/>
              <a:gd name="connsiteY3" fmla="*/ 1038201 h 1850244"/>
              <a:gd name="connsiteX4" fmla="*/ 0 w 1326827"/>
              <a:gd name="connsiteY4" fmla="*/ 0 h 1850244"/>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80841"/>
              <a:gd name="connsiteY0" fmla="*/ 0 h 2087190"/>
              <a:gd name="connsiteX1" fmla="*/ 1319343 w 1380841"/>
              <a:gd name="connsiteY1" fmla="*/ 1720441 h 2087190"/>
              <a:gd name="connsiteX2" fmla="*/ 1046807 w 1380841"/>
              <a:gd name="connsiteY2" fmla="*/ 1710584 h 2087190"/>
              <a:gd name="connsiteX3" fmla="*/ 0 w 1380841"/>
              <a:gd name="connsiteY3" fmla="*/ 1038201 h 2087190"/>
              <a:gd name="connsiteX4" fmla="*/ 0 w 1380841"/>
              <a:gd name="connsiteY4" fmla="*/ 0 h 2087190"/>
              <a:gd name="connsiteX0" fmla="*/ 0 w 1380841"/>
              <a:gd name="connsiteY0" fmla="*/ 0 h 2087190"/>
              <a:gd name="connsiteX1" fmla="*/ 1319343 w 1380841"/>
              <a:gd name="connsiteY1" fmla="*/ 1720441 h 2087190"/>
              <a:gd name="connsiteX2" fmla="*/ 1046807 w 1380841"/>
              <a:gd name="connsiteY2" fmla="*/ 1710584 h 2087190"/>
              <a:gd name="connsiteX3" fmla="*/ 0 w 1380841"/>
              <a:gd name="connsiteY3" fmla="*/ 1038201 h 2087190"/>
              <a:gd name="connsiteX4" fmla="*/ 0 w 1380841"/>
              <a:gd name="connsiteY4" fmla="*/ 0 h 2087190"/>
              <a:gd name="connsiteX0" fmla="*/ 0 w 1380841"/>
              <a:gd name="connsiteY0" fmla="*/ 0 h 2087190"/>
              <a:gd name="connsiteX1" fmla="*/ 1319343 w 1380841"/>
              <a:gd name="connsiteY1" fmla="*/ 1720441 h 2087190"/>
              <a:gd name="connsiteX2" fmla="*/ 1046807 w 1380841"/>
              <a:gd name="connsiteY2" fmla="*/ 1710584 h 2087190"/>
              <a:gd name="connsiteX3" fmla="*/ 0 w 1380841"/>
              <a:gd name="connsiteY3" fmla="*/ 1038201 h 2087190"/>
              <a:gd name="connsiteX4" fmla="*/ 0 w 1380841"/>
              <a:gd name="connsiteY4" fmla="*/ 0 h 2087190"/>
              <a:gd name="connsiteX0" fmla="*/ 0 w 1380841"/>
              <a:gd name="connsiteY0" fmla="*/ 20 h 2087210"/>
              <a:gd name="connsiteX1" fmla="*/ 1319343 w 1380841"/>
              <a:gd name="connsiteY1" fmla="*/ 1720461 h 2087210"/>
              <a:gd name="connsiteX2" fmla="*/ 1046807 w 1380841"/>
              <a:gd name="connsiteY2" fmla="*/ 1710604 h 2087210"/>
              <a:gd name="connsiteX3" fmla="*/ 0 w 1380841"/>
              <a:gd name="connsiteY3" fmla="*/ 1038221 h 2087210"/>
              <a:gd name="connsiteX4" fmla="*/ 0 w 1380841"/>
              <a:gd name="connsiteY4" fmla="*/ 20 h 2087210"/>
              <a:gd name="connsiteX0" fmla="*/ 0 w 1500298"/>
              <a:gd name="connsiteY0" fmla="*/ 18 h 2124713"/>
              <a:gd name="connsiteX1" fmla="*/ 1471743 w 1500298"/>
              <a:gd name="connsiteY1" fmla="*/ 2041134 h 2124713"/>
              <a:gd name="connsiteX2" fmla="*/ 1046807 w 1500298"/>
              <a:gd name="connsiteY2" fmla="*/ 1710602 h 2124713"/>
              <a:gd name="connsiteX3" fmla="*/ 0 w 1500298"/>
              <a:gd name="connsiteY3" fmla="*/ 1038219 h 2124713"/>
              <a:gd name="connsiteX4" fmla="*/ 0 w 1500298"/>
              <a:gd name="connsiteY4" fmla="*/ 18 h 2124713"/>
              <a:gd name="connsiteX0" fmla="*/ 0 w 1547515"/>
              <a:gd name="connsiteY0" fmla="*/ 18 h 2218694"/>
              <a:gd name="connsiteX1" fmla="*/ 1471743 w 1547515"/>
              <a:gd name="connsiteY1" fmla="*/ 2041134 h 2218694"/>
              <a:gd name="connsiteX2" fmla="*/ 1196032 w 1547515"/>
              <a:gd name="connsiteY2" fmla="*/ 1999527 h 2218694"/>
              <a:gd name="connsiteX3" fmla="*/ 0 w 1547515"/>
              <a:gd name="connsiteY3" fmla="*/ 1038219 h 2218694"/>
              <a:gd name="connsiteX4" fmla="*/ 0 w 1547515"/>
              <a:gd name="connsiteY4" fmla="*/ 18 h 2218694"/>
              <a:gd name="connsiteX0" fmla="*/ 0 w 1537701"/>
              <a:gd name="connsiteY0" fmla="*/ 18 h 2285617"/>
              <a:gd name="connsiteX1" fmla="*/ 1471743 w 1537701"/>
              <a:gd name="connsiteY1" fmla="*/ 2041134 h 2285617"/>
              <a:gd name="connsiteX2" fmla="*/ 1196032 w 1537701"/>
              <a:gd name="connsiteY2" fmla="*/ 1999527 h 2285617"/>
              <a:gd name="connsiteX3" fmla="*/ 0 w 1537701"/>
              <a:gd name="connsiteY3" fmla="*/ 1038219 h 2285617"/>
              <a:gd name="connsiteX4" fmla="*/ 0 w 1537701"/>
              <a:gd name="connsiteY4" fmla="*/ 18 h 2285617"/>
              <a:gd name="connsiteX0" fmla="*/ 0 w 1526033"/>
              <a:gd name="connsiteY0" fmla="*/ 18 h 2291774"/>
              <a:gd name="connsiteX1" fmla="*/ 1471743 w 1526033"/>
              <a:gd name="connsiteY1" fmla="*/ 2041134 h 2291774"/>
              <a:gd name="connsiteX2" fmla="*/ 1196032 w 1526033"/>
              <a:gd name="connsiteY2" fmla="*/ 1999527 h 2291774"/>
              <a:gd name="connsiteX3" fmla="*/ 0 w 1526033"/>
              <a:gd name="connsiteY3" fmla="*/ 1038219 h 2291774"/>
              <a:gd name="connsiteX4" fmla="*/ 0 w 1526033"/>
              <a:gd name="connsiteY4" fmla="*/ 18 h 2291774"/>
              <a:gd name="connsiteX0" fmla="*/ 0 w 1539364"/>
              <a:gd name="connsiteY0" fmla="*/ 18 h 2230153"/>
              <a:gd name="connsiteX1" fmla="*/ 1476506 w 1539364"/>
              <a:gd name="connsiteY1" fmla="*/ 2047484 h 2230153"/>
              <a:gd name="connsiteX2" fmla="*/ 1196032 w 1539364"/>
              <a:gd name="connsiteY2" fmla="*/ 1999527 h 2230153"/>
              <a:gd name="connsiteX3" fmla="*/ 0 w 1539364"/>
              <a:gd name="connsiteY3" fmla="*/ 1038219 h 2230153"/>
              <a:gd name="connsiteX4" fmla="*/ 0 w 1539364"/>
              <a:gd name="connsiteY4" fmla="*/ 18 h 2230153"/>
              <a:gd name="connsiteX0" fmla="*/ 0 w 1525568"/>
              <a:gd name="connsiteY0" fmla="*/ 18 h 2260650"/>
              <a:gd name="connsiteX1" fmla="*/ 1476506 w 1525568"/>
              <a:gd name="connsiteY1" fmla="*/ 2047484 h 2260650"/>
              <a:gd name="connsiteX2" fmla="*/ 1196032 w 1525568"/>
              <a:gd name="connsiteY2" fmla="*/ 1999527 h 2260650"/>
              <a:gd name="connsiteX3" fmla="*/ 0 w 1525568"/>
              <a:gd name="connsiteY3" fmla="*/ 1038219 h 2260650"/>
              <a:gd name="connsiteX4" fmla="*/ 0 w 1525568"/>
              <a:gd name="connsiteY4" fmla="*/ 18 h 2260650"/>
              <a:gd name="connsiteX0" fmla="*/ 0 w 1535588"/>
              <a:gd name="connsiteY0" fmla="*/ 18 h 2345333"/>
              <a:gd name="connsiteX1" fmla="*/ 1476506 w 1535588"/>
              <a:gd name="connsiteY1" fmla="*/ 2047484 h 2345333"/>
              <a:gd name="connsiteX2" fmla="*/ 1196032 w 1535588"/>
              <a:gd name="connsiteY2" fmla="*/ 1999527 h 2345333"/>
              <a:gd name="connsiteX3" fmla="*/ 0 w 1535588"/>
              <a:gd name="connsiteY3" fmla="*/ 1038219 h 2345333"/>
              <a:gd name="connsiteX4" fmla="*/ 0 w 1535588"/>
              <a:gd name="connsiteY4" fmla="*/ 18 h 2345333"/>
              <a:gd name="connsiteX0" fmla="*/ 0 w 1539364"/>
              <a:gd name="connsiteY0" fmla="*/ 18 h 2339807"/>
              <a:gd name="connsiteX1" fmla="*/ 1476506 w 1539364"/>
              <a:gd name="connsiteY1" fmla="*/ 2047484 h 2339807"/>
              <a:gd name="connsiteX2" fmla="*/ 1196032 w 1539364"/>
              <a:gd name="connsiteY2" fmla="*/ 1999527 h 2339807"/>
              <a:gd name="connsiteX3" fmla="*/ 0 w 1539364"/>
              <a:gd name="connsiteY3" fmla="*/ 1038219 h 2339807"/>
              <a:gd name="connsiteX4" fmla="*/ 0 w 1539364"/>
              <a:gd name="connsiteY4" fmla="*/ 18 h 2339807"/>
              <a:gd name="connsiteX0" fmla="*/ 0 w 1551187"/>
              <a:gd name="connsiteY0" fmla="*/ 18 h 2335934"/>
              <a:gd name="connsiteX1" fmla="*/ 1476506 w 1551187"/>
              <a:gd name="connsiteY1" fmla="*/ 2047484 h 2335934"/>
              <a:gd name="connsiteX2" fmla="*/ 1194444 w 1551187"/>
              <a:gd name="connsiteY2" fmla="*/ 2002702 h 2335934"/>
              <a:gd name="connsiteX3" fmla="*/ 0 w 1551187"/>
              <a:gd name="connsiteY3" fmla="*/ 1038219 h 2335934"/>
              <a:gd name="connsiteX4" fmla="*/ 0 w 1551187"/>
              <a:gd name="connsiteY4" fmla="*/ 18 h 2335934"/>
              <a:gd name="connsiteX0" fmla="*/ 0 w 1534954"/>
              <a:gd name="connsiteY0" fmla="*/ 18 h 2342235"/>
              <a:gd name="connsiteX1" fmla="*/ 1476506 w 1534954"/>
              <a:gd name="connsiteY1" fmla="*/ 2047484 h 2342235"/>
              <a:gd name="connsiteX2" fmla="*/ 1194444 w 1534954"/>
              <a:gd name="connsiteY2" fmla="*/ 2002702 h 2342235"/>
              <a:gd name="connsiteX3" fmla="*/ 0 w 1534954"/>
              <a:gd name="connsiteY3" fmla="*/ 1038219 h 2342235"/>
              <a:gd name="connsiteX4" fmla="*/ 0 w 1534954"/>
              <a:gd name="connsiteY4" fmla="*/ 18 h 2342235"/>
              <a:gd name="connsiteX0" fmla="*/ 0 w 1522191"/>
              <a:gd name="connsiteY0" fmla="*/ 18 h 2216999"/>
              <a:gd name="connsiteX1" fmla="*/ 1476506 w 1522191"/>
              <a:gd name="connsiteY1" fmla="*/ 2047484 h 2216999"/>
              <a:gd name="connsiteX2" fmla="*/ 1194444 w 1522191"/>
              <a:gd name="connsiteY2" fmla="*/ 2002702 h 2216999"/>
              <a:gd name="connsiteX3" fmla="*/ 651170 w 1522191"/>
              <a:gd name="connsiteY3" fmla="*/ 1387789 h 2216999"/>
              <a:gd name="connsiteX4" fmla="*/ 0 w 1522191"/>
              <a:gd name="connsiteY4" fmla="*/ 1038219 h 2216999"/>
              <a:gd name="connsiteX5" fmla="*/ 0 w 1522191"/>
              <a:gd name="connsiteY5" fmla="*/ 18 h 2216999"/>
              <a:gd name="connsiteX0" fmla="*/ 0 w 1522191"/>
              <a:gd name="connsiteY0" fmla="*/ 18 h 2216999"/>
              <a:gd name="connsiteX1" fmla="*/ 1476506 w 1522191"/>
              <a:gd name="connsiteY1" fmla="*/ 2047484 h 2216999"/>
              <a:gd name="connsiteX2" fmla="*/ 1194444 w 1522191"/>
              <a:gd name="connsiteY2" fmla="*/ 2002702 h 2216999"/>
              <a:gd name="connsiteX3" fmla="*/ 651170 w 1522191"/>
              <a:gd name="connsiteY3" fmla="*/ 1387789 h 2216999"/>
              <a:gd name="connsiteX4" fmla="*/ 0 w 1522191"/>
              <a:gd name="connsiteY4" fmla="*/ 1038219 h 2216999"/>
              <a:gd name="connsiteX5" fmla="*/ 0 w 1522191"/>
              <a:gd name="connsiteY5" fmla="*/ 18 h 2216999"/>
              <a:gd name="connsiteX0" fmla="*/ 0 w 1520978"/>
              <a:gd name="connsiteY0" fmla="*/ 18 h 2219435"/>
              <a:gd name="connsiteX1" fmla="*/ 1476506 w 1520978"/>
              <a:gd name="connsiteY1" fmla="*/ 2047484 h 2219435"/>
              <a:gd name="connsiteX2" fmla="*/ 1194444 w 1520978"/>
              <a:gd name="connsiteY2" fmla="*/ 2002702 h 2219435"/>
              <a:gd name="connsiteX3" fmla="*/ 728941 w 1520978"/>
              <a:gd name="connsiteY3" fmla="*/ 1328872 h 2219435"/>
              <a:gd name="connsiteX4" fmla="*/ 0 w 1520978"/>
              <a:gd name="connsiteY4" fmla="*/ 1038219 h 2219435"/>
              <a:gd name="connsiteX5" fmla="*/ 0 w 1520978"/>
              <a:gd name="connsiteY5" fmla="*/ 18 h 2219435"/>
              <a:gd name="connsiteX0" fmla="*/ 0 w 1520978"/>
              <a:gd name="connsiteY0" fmla="*/ 18 h 2219435"/>
              <a:gd name="connsiteX1" fmla="*/ 1476506 w 1520978"/>
              <a:gd name="connsiteY1" fmla="*/ 2047484 h 2219435"/>
              <a:gd name="connsiteX2" fmla="*/ 1194444 w 1520978"/>
              <a:gd name="connsiteY2" fmla="*/ 2002702 h 2219435"/>
              <a:gd name="connsiteX3" fmla="*/ 728941 w 1520978"/>
              <a:gd name="connsiteY3" fmla="*/ 1328872 h 2219435"/>
              <a:gd name="connsiteX4" fmla="*/ 0 w 1520978"/>
              <a:gd name="connsiteY4" fmla="*/ 1038219 h 2219435"/>
              <a:gd name="connsiteX5" fmla="*/ 0 w 1520978"/>
              <a:gd name="connsiteY5" fmla="*/ 18 h 2219435"/>
              <a:gd name="connsiteX0" fmla="*/ 0 w 1519890"/>
              <a:gd name="connsiteY0" fmla="*/ 18 h 2220026"/>
              <a:gd name="connsiteX1" fmla="*/ 1476506 w 1519890"/>
              <a:gd name="connsiteY1" fmla="*/ 2047484 h 2220026"/>
              <a:gd name="connsiteX2" fmla="*/ 1194444 w 1519890"/>
              <a:gd name="connsiteY2" fmla="*/ 2002702 h 2220026"/>
              <a:gd name="connsiteX3" fmla="*/ 801999 w 1519890"/>
              <a:gd name="connsiteY3" fmla="*/ 1314732 h 2220026"/>
              <a:gd name="connsiteX4" fmla="*/ 0 w 1519890"/>
              <a:gd name="connsiteY4" fmla="*/ 1038219 h 2220026"/>
              <a:gd name="connsiteX5" fmla="*/ 0 w 1519890"/>
              <a:gd name="connsiteY5" fmla="*/ 18 h 2220026"/>
              <a:gd name="connsiteX0" fmla="*/ 0 w 1517164"/>
              <a:gd name="connsiteY0" fmla="*/ 18 h 2237661"/>
              <a:gd name="connsiteX1" fmla="*/ 1476506 w 1517164"/>
              <a:gd name="connsiteY1" fmla="*/ 2047484 h 2237661"/>
              <a:gd name="connsiteX2" fmla="*/ 1194444 w 1517164"/>
              <a:gd name="connsiteY2" fmla="*/ 2002702 h 2237661"/>
              <a:gd name="connsiteX3" fmla="*/ 801999 w 1517164"/>
              <a:gd name="connsiteY3" fmla="*/ 1314732 h 2237661"/>
              <a:gd name="connsiteX4" fmla="*/ 0 w 1517164"/>
              <a:gd name="connsiteY4" fmla="*/ 1038219 h 2237661"/>
              <a:gd name="connsiteX5" fmla="*/ 0 w 1517164"/>
              <a:gd name="connsiteY5" fmla="*/ 18 h 2237661"/>
              <a:gd name="connsiteX0" fmla="*/ 0 w 1517164"/>
              <a:gd name="connsiteY0" fmla="*/ 2 h 2237645"/>
              <a:gd name="connsiteX1" fmla="*/ 1476506 w 1517164"/>
              <a:gd name="connsiteY1" fmla="*/ 2047468 h 2237645"/>
              <a:gd name="connsiteX2" fmla="*/ 1194444 w 1517164"/>
              <a:gd name="connsiteY2" fmla="*/ 2002686 h 2237645"/>
              <a:gd name="connsiteX3" fmla="*/ 801999 w 1517164"/>
              <a:gd name="connsiteY3" fmla="*/ 1314716 h 2237645"/>
              <a:gd name="connsiteX4" fmla="*/ 0 w 1517164"/>
              <a:gd name="connsiteY4" fmla="*/ 1038203 h 2237645"/>
              <a:gd name="connsiteX5" fmla="*/ 0 w 1517164"/>
              <a:gd name="connsiteY5" fmla="*/ 2 h 2237645"/>
              <a:gd name="connsiteX0" fmla="*/ 0 w 1674000"/>
              <a:gd name="connsiteY0" fmla="*/ 2 h 2563922"/>
              <a:gd name="connsiteX1" fmla="*/ 1476506 w 1674000"/>
              <a:gd name="connsiteY1" fmla="*/ 2047468 h 2563922"/>
              <a:gd name="connsiteX2" fmla="*/ 1194444 w 1674000"/>
              <a:gd name="connsiteY2" fmla="*/ 2002686 h 2563922"/>
              <a:gd name="connsiteX3" fmla="*/ 801999 w 1674000"/>
              <a:gd name="connsiteY3" fmla="*/ 1314716 h 2563922"/>
              <a:gd name="connsiteX4" fmla="*/ 0 w 1674000"/>
              <a:gd name="connsiteY4" fmla="*/ 1038203 h 2563922"/>
              <a:gd name="connsiteX5" fmla="*/ 0 w 1674000"/>
              <a:gd name="connsiteY5" fmla="*/ 2 h 2563922"/>
              <a:gd name="connsiteX0" fmla="*/ 0 w 1702487"/>
              <a:gd name="connsiteY0" fmla="*/ 2 h 2559136"/>
              <a:gd name="connsiteX1" fmla="*/ 1476506 w 1702487"/>
              <a:gd name="connsiteY1" fmla="*/ 2047468 h 2559136"/>
              <a:gd name="connsiteX2" fmla="*/ 1194444 w 1702487"/>
              <a:gd name="connsiteY2" fmla="*/ 2002686 h 2559136"/>
              <a:gd name="connsiteX3" fmla="*/ 0 w 1702487"/>
              <a:gd name="connsiteY3" fmla="*/ 1038203 h 2559136"/>
              <a:gd name="connsiteX4" fmla="*/ 0 w 1702487"/>
              <a:gd name="connsiteY4" fmla="*/ 2 h 255913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501299"/>
              <a:gd name="connsiteY0" fmla="*/ 2 h 2275012"/>
              <a:gd name="connsiteX1" fmla="*/ 1476506 w 1501299"/>
              <a:gd name="connsiteY1" fmla="*/ 2047468 h 2275012"/>
              <a:gd name="connsiteX2" fmla="*/ 909380 w 1501299"/>
              <a:gd name="connsiteY2" fmla="*/ 2044350 h 2275012"/>
              <a:gd name="connsiteX3" fmla="*/ 0 w 1501299"/>
              <a:gd name="connsiteY3" fmla="*/ 1038203 h 2275012"/>
              <a:gd name="connsiteX4" fmla="*/ 0 w 1501299"/>
              <a:gd name="connsiteY4" fmla="*/ 2 h 2275012"/>
              <a:gd name="connsiteX0" fmla="*/ 0 w 1214617"/>
              <a:gd name="connsiteY0" fmla="*/ 2 h 2242332"/>
              <a:gd name="connsiteX1" fmla="*/ 1162935 w 1214617"/>
              <a:gd name="connsiteY1" fmla="*/ 2047468 h 2242332"/>
              <a:gd name="connsiteX2" fmla="*/ 909380 w 1214617"/>
              <a:gd name="connsiteY2" fmla="*/ 2044350 h 2242332"/>
              <a:gd name="connsiteX3" fmla="*/ 0 w 1214617"/>
              <a:gd name="connsiteY3" fmla="*/ 1038203 h 2242332"/>
              <a:gd name="connsiteX4" fmla="*/ 0 w 1214617"/>
              <a:gd name="connsiteY4" fmla="*/ 2 h 2242332"/>
              <a:gd name="connsiteX0" fmla="*/ 0 w 1204372"/>
              <a:gd name="connsiteY0" fmla="*/ 2 h 2267930"/>
              <a:gd name="connsiteX1" fmla="*/ 1162935 w 1204372"/>
              <a:gd name="connsiteY1" fmla="*/ 2047468 h 2267930"/>
              <a:gd name="connsiteX2" fmla="*/ 909380 w 1204372"/>
              <a:gd name="connsiteY2" fmla="*/ 2044350 h 2267930"/>
              <a:gd name="connsiteX3" fmla="*/ 0 w 1204372"/>
              <a:gd name="connsiteY3" fmla="*/ 1038203 h 2267930"/>
              <a:gd name="connsiteX4" fmla="*/ 0 w 1204372"/>
              <a:gd name="connsiteY4" fmla="*/ 2 h 2267930"/>
              <a:gd name="connsiteX0" fmla="*/ 0 w 1323773"/>
              <a:gd name="connsiteY0" fmla="*/ 2 h 2487034"/>
              <a:gd name="connsiteX1" fmla="*/ 1162935 w 1323773"/>
              <a:gd name="connsiteY1" fmla="*/ 2047468 h 2487034"/>
              <a:gd name="connsiteX2" fmla="*/ 909380 w 1323773"/>
              <a:gd name="connsiteY2" fmla="*/ 2044350 h 2487034"/>
              <a:gd name="connsiteX3" fmla="*/ 0 w 1323773"/>
              <a:gd name="connsiteY3" fmla="*/ 1038203 h 2487034"/>
              <a:gd name="connsiteX4" fmla="*/ 0 w 1323773"/>
              <a:gd name="connsiteY4" fmla="*/ 2 h 2487034"/>
              <a:gd name="connsiteX0" fmla="*/ 0 w 1343405"/>
              <a:gd name="connsiteY0" fmla="*/ 2 h 2458041"/>
              <a:gd name="connsiteX1" fmla="*/ 1167698 w 1343405"/>
              <a:gd name="connsiteY1" fmla="*/ 2036356 h 2458041"/>
              <a:gd name="connsiteX2" fmla="*/ 909380 w 1343405"/>
              <a:gd name="connsiteY2" fmla="*/ 2044350 h 2458041"/>
              <a:gd name="connsiteX3" fmla="*/ 0 w 1343405"/>
              <a:gd name="connsiteY3" fmla="*/ 1038203 h 2458041"/>
              <a:gd name="connsiteX4" fmla="*/ 0 w 1343405"/>
              <a:gd name="connsiteY4" fmla="*/ 2 h 2458041"/>
              <a:gd name="connsiteX0" fmla="*/ 0 w 1329653"/>
              <a:gd name="connsiteY0" fmla="*/ 2 h 2473576"/>
              <a:gd name="connsiteX1" fmla="*/ 1167698 w 1329653"/>
              <a:gd name="connsiteY1" fmla="*/ 2036356 h 2473576"/>
              <a:gd name="connsiteX2" fmla="*/ 909380 w 1329653"/>
              <a:gd name="connsiteY2" fmla="*/ 2044350 h 2473576"/>
              <a:gd name="connsiteX3" fmla="*/ 0 w 1329653"/>
              <a:gd name="connsiteY3" fmla="*/ 1038203 h 2473576"/>
              <a:gd name="connsiteX4" fmla="*/ 0 w 1329653"/>
              <a:gd name="connsiteY4" fmla="*/ 2 h 2473576"/>
              <a:gd name="connsiteX0" fmla="*/ 0 w 1326857"/>
              <a:gd name="connsiteY0" fmla="*/ 2 h 2475793"/>
              <a:gd name="connsiteX1" fmla="*/ 1167698 w 1326857"/>
              <a:gd name="connsiteY1" fmla="*/ 2036356 h 2475793"/>
              <a:gd name="connsiteX2" fmla="*/ 909380 w 1326857"/>
              <a:gd name="connsiteY2" fmla="*/ 2044350 h 2475793"/>
              <a:gd name="connsiteX3" fmla="*/ 0 w 1326857"/>
              <a:gd name="connsiteY3" fmla="*/ 1038203 h 2475793"/>
              <a:gd name="connsiteX4" fmla="*/ 0 w 1326857"/>
              <a:gd name="connsiteY4" fmla="*/ 2 h 2475793"/>
              <a:gd name="connsiteX0" fmla="*/ 0 w 1215698"/>
              <a:gd name="connsiteY0" fmla="*/ 2 h 2245906"/>
              <a:gd name="connsiteX1" fmla="*/ 1167698 w 1215698"/>
              <a:gd name="connsiteY1" fmla="*/ 2036356 h 2245906"/>
              <a:gd name="connsiteX2" fmla="*/ 953830 w 1215698"/>
              <a:gd name="connsiteY2" fmla="*/ 2022125 h 2245906"/>
              <a:gd name="connsiteX3" fmla="*/ 0 w 1215698"/>
              <a:gd name="connsiteY3" fmla="*/ 1038203 h 2245906"/>
              <a:gd name="connsiteX4" fmla="*/ 0 w 1215698"/>
              <a:gd name="connsiteY4" fmla="*/ 2 h 2245906"/>
              <a:gd name="connsiteX0" fmla="*/ 0 w 1208931"/>
              <a:gd name="connsiteY0" fmla="*/ 2 h 2271062"/>
              <a:gd name="connsiteX1" fmla="*/ 1167698 w 1208931"/>
              <a:gd name="connsiteY1" fmla="*/ 2036356 h 2271062"/>
              <a:gd name="connsiteX2" fmla="*/ 914142 w 1208931"/>
              <a:gd name="connsiteY2" fmla="*/ 2071337 h 2271062"/>
              <a:gd name="connsiteX3" fmla="*/ 0 w 1208931"/>
              <a:gd name="connsiteY3" fmla="*/ 1038203 h 2271062"/>
              <a:gd name="connsiteX4" fmla="*/ 0 w 1208931"/>
              <a:gd name="connsiteY4" fmla="*/ 2 h 2271062"/>
              <a:gd name="connsiteX0" fmla="*/ 0 w 1209788"/>
              <a:gd name="connsiteY0" fmla="*/ 2 h 2271062"/>
              <a:gd name="connsiteX1" fmla="*/ 1167698 w 1209788"/>
              <a:gd name="connsiteY1" fmla="*/ 2036356 h 2271062"/>
              <a:gd name="connsiteX2" fmla="*/ 914142 w 1209788"/>
              <a:gd name="connsiteY2" fmla="*/ 2071337 h 2271062"/>
              <a:gd name="connsiteX3" fmla="*/ 0 w 1209788"/>
              <a:gd name="connsiteY3" fmla="*/ 1038203 h 2271062"/>
              <a:gd name="connsiteX4" fmla="*/ 0 w 1209788"/>
              <a:gd name="connsiteY4" fmla="*/ 2 h 2271062"/>
              <a:gd name="connsiteX0" fmla="*/ 0 w 1209277"/>
              <a:gd name="connsiteY0" fmla="*/ 2 h 2262663"/>
              <a:gd name="connsiteX1" fmla="*/ 1167698 w 1209277"/>
              <a:gd name="connsiteY1" fmla="*/ 2036356 h 2262663"/>
              <a:gd name="connsiteX2" fmla="*/ 910967 w 1209277"/>
              <a:gd name="connsiteY2" fmla="*/ 2055462 h 2262663"/>
              <a:gd name="connsiteX3" fmla="*/ 0 w 1209277"/>
              <a:gd name="connsiteY3" fmla="*/ 1038203 h 2262663"/>
              <a:gd name="connsiteX4" fmla="*/ 0 w 1209277"/>
              <a:gd name="connsiteY4" fmla="*/ 2 h 2262663"/>
              <a:gd name="connsiteX0" fmla="*/ 0 w 1229148"/>
              <a:gd name="connsiteY0" fmla="*/ 2 h 2271887"/>
              <a:gd name="connsiteX1" fmla="*/ 1167698 w 1229148"/>
              <a:gd name="connsiteY1" fmla="*/ 2036356 h 2271887"/>
              <a:gd name="connsiteX2" fmla="*/ 1049930 w 1229148"/>
              <a:gd name="connsiteY2" fmla="*/ 2230851 h 2271887"/>
              <a:gd name="connsiteX3" fmla="*/ 910967 w 1229148"/>
              <a:gd name="connsiteY3" fmla="*/ 2055462 h 2271887"/>
              <a:gd name="connsiteX4" fmla="*/ 0 w 1229148"/>
              <a:gd name="connsiteY4" fmla="*/ 1038203 h 2271887"/>
              <a:gd name="connsiteX5" fmla="*/ 0 w 1229148"/>
              <a:gd name="connsiteY5" fmla="*/ 2 h 2271887"/>
              <a:gd name="connsiteX0" fmla="*/ 0 w 1219129"/>
              <a:gd name="connsiteY0" fmla="*/ 2 h 2173768"/>
              <a:gd name="connsiteX1" fmla="*/ 1167698 w 1219129"/>
              <a:gd name="connsiteY1" fmla="*/ 2036356 h 2173768"/>
              <a:gd name="connsiteX2" fmla="*/ 1002305 w 1219129"/>
              <a:gd name="connsiteY2" fmla="*/ 1995901 h 2173768"/>
              <a:gd name="connsiteX3" fmla="*/ 910967 w 1219129"/>
              <a:gd name="connsiteY3" fmla="*/ 2055462 h 2173768"/>
              <a:gd name="connsiteX4" fmla="*/ 0 w 1219129"/>
              <a:gd name="connsiteY4" fmla="*/ 1038203 h 2173768"/>
              <a:gd name="connsiteX5" fmla="*/ 0 w 1219129"/>
              <a:gd name="connsiteY5" fmla="*/ 2 h 2173768"/>
              <a:gd name="connsiteX0" fmla="*/ 0 w 1177499"/>
              <a:gd name="connsiteY0" fmla="*/ 2 h 2114187"/>
              <a:gd name="connsiteX1" fmla="*/ 1167698 w 1177499"/>
              <a:gd name="connsiteY1" fmla="*/ 2036356 h 2114187"/>
              <a:gd name="connsiteX2" fmla="*/ 1002305 w 1177499"/>
              <a:gd name="connsiteY2" fmla="*/ 1995901 h 2114187"/>
              <a:gd name="connsiteX3" fmla="*/ 910967 w 1177499"/>
              <a:gd name="connsiteY3" fmla="*/ 2055462 h 2114187"/>
              <a:gd name="connsiteX4" fmla="*/ 0 w 1177499"/>
              <a:gd name="connsiteY4" fmla="*/ 1038203 h 2114187"/>
              <a:gd name="connsiteX5" fmla="*/ 0 w 1177499"/>
              <a:gd name="connsiteY5" fmla="*/ 2 h 2114187"/>
              <a:gd name="connsiteX0" fmla="*/ 0 w 1177499"/>
              <a:gd name="connsiteY0" fmla="*/ 2 h 2133469"/>
              <a:gd name="connsiteX1" fmla="*/ 1167698 w 1177499"/>
              <a:gd name="connsiteY1" fmla="*/ 2036356 h 2133469"/>
              <a:gd name="connsiteX2" fmla="*/ 1002305 w 1177499"/>
              <a:gd name="connsiteY2" fmla="*/ 1995901 h 2133469"/>
              <a:gd name="connsiteX3" fmla="*/ 910967 w 1177499"/>
              <a:gd name="connsiteY3" fmla="*/ 2055462 h 2133469"/>
              <a:gd name="connsiteX4" fmla="*/ 0 w 1177499"/>
              <a:gd name="connsiteY4" fmla="*/ 1038203 h 2133469"/>
              <a:gd name="connsiteX5" fmla="*/ 0 w 1177499"/>
              <a:gd name="connsiteY5" fmla="*/ 2 h 2133469"/>
              <a:gd name="connsiteX0" fmla="*/ 0 w 1177499"/>
              <a:gd name="connsiteY0" fmla="*/ 2 h 2135125"/>
              <a:gd name="connsiteX1" fmla="*/ 1167698 w 1177499"/>
              <a:gd name="connsiteY1" fmla="*/ 2036356 h 2135125"/>
              <a:gd name="connsiteX2" fmla="*/ 1002305 w 1177499"/>
              <a:gd name="connsiteY2" fmla="*/ 1995901 h 2135125"/>
              <a:gd name="connsiteX3" fmla="*/ 910967 w 1177499"/>
              <a:gd name="connsiteY3" fmla="*/ 2055462 h 2135125"/>
              <a:gd name="connsiteX4" fmla="*/ 0 w 1177499"/>
              <a:gd name="connsiteY4" fmla="*/ 1038203 h 2135125"/>
              <a:gd name="connsiteX5" fmla="*/ 0 w 1177499"/>
              <a:gd name="connsiteY5" fmla="*/ 2 h 2135125"/>
              <a:gd name="connsiteX0" fmla="*/ 0 w 1177499"/>
              <a:gd name="connsiteY0" fmla="*/ 2 h 2138921"/>
              <a:gd name="connsiteX1" fmla="*/ 1167698 w 1177499"/>
              <a:gd name="connsiteY1" fmla="*/ 2036356 h 2138921"/>
              <a:gd name="connsiteX2" fmla="*/ 1002305 w 1177499"/>
              <a:gd name="connsiteY2" fmla="*/ 1995901 h 2138921"/>
              <a:gd name="connsiteX3" fmla="*/ 910967 w 1177499"/>
              <a:gd name="connsiteY3" fmla="*/ 2055462 h 2138921"/>
              <a:gd name="connsiteX4" fmla="*/ 0 w 1177499"/>
              <a:gd name="connsiteY4" fmla="*/ 1038203 h 2138921"/>
              <a:gd name="connsiteX5" fmla="*/ 0 w 1177499"/>
              <a:gd name="connsiteY5" fmla="*/ 2 h 2138921"/>
              <a:gd name="connsiteX0" fmla="*/ 0 w 1177499"/>
              <a:gd name="connsiteY0" fmla="*/ 2 h 2078031"/>
              <a:gd name="connsiteX1" fmla="*/ 1167698 w 1177499"/>
              <a:gd name="connsiteY1" fmla="*/ 2036356 h 2078031"/>
              <a:gd name="connsiteX2" fmla="*/ 1002305 w 1177499"/>
              <a:gd name="connsiteY2" fmla="*/ 1995901 h 2078031"/>
              <a:gd name="connsiteX3" fmla="*/ 910967 w 1177499"/>
              <a:gd name="connsiteY3" fmla="*/ 2055462 h 2078031"/>
              <a:gd name="connsiteX4" fmla="*/ 0 w 1177499"/>
              <a:gd name="connsiteY4" fmla="*/ 1038203 h 2078031"/>
              <a:gd name="connsiteX5" fmla="*/ 0 w 1177499"/>
              <a:gd name="connsiteY5" fmla="*/ 2 h 2078031"/>
              <a:gd name="connsiteX0" fmla="*/ 0 w 1177499"/>
              <a:gd name="connsiteY0" fmla="*/ 2 h 2078031"/>
              <a:gd name="connsiteX1" fmla="*/ 1167698 w 1177499"/>
              <a:gd name="connsiteY1" fmla="*/ 2036356 h 2078031"/>
              <a:gd name="connsiteX2" fmla="*/ 1002305 w 1177499"/>
              <a:gd name="connsiteY2" fmla="*/ 1995901 h 2078031"/>
              <a:gd name="connsiteX3" fmla="*/ 910967 w 1177499"/>
              <a:gd name="connsiteY3" fmla="*/ 2055462 h 2078031"/>
              <a:gd name="connsiteX4" fmla="*/ 0 w 1177499"/>
              <a:gd name="connsiteY4" fmla="*/ 1038203 h 2078031"/>
              <a:gd name="connsiteX5" fmla="*/ 0 w 1177499"/>
              <a:gd name="connsiteY5" fmla="*/ 2 h 2078031"/>
              <a:gd name="connsiteX0" fmla="*/ 0 w 1167698"/>
              <a:gd name="connsiteY0" fmla="*/ 2 h 2078031"/>
              <a:gd name="connsiteX1" fmla="*/ 1167698 w 1167698"/>
              <a:gd name="connsiteY1" fmla="*/ 2036356 h 2078031"/>
              <a:gd name="connsiteX2" fmla="*/ 1002305 w 1167698"/>
              <a:gd name="connsiteY2" fmla="*/ 1995901 h 2078031"/>
              <a:gd name="connsiteX3" fmla="*/ 910967 w 1167698"/>
              <a:gd name="connsiteY3" fmla="*/ 2055462 h 2078031"/>
              <a:gd name="connsiteX4" fmla="*/ 0 w 1167698"/>
              <a:gd name="connsiteY4" fmla="*/ 1038203 h 2078031"/>
              <a:gd name="connsiteX5" fmla="*/ 0 w 1167698"/>
              <a:gd name="connsiteY5" fmla="*/ 2 h 2078031"/>
              <a:gd name="connsiteX0" fmla="*/ 0 w 1167698"/>
              <a:gd name="connsiteY0" fmla="*/ 2 h 2082217"/>
              <a:gd name="connsiteX1" fmla="*/ 1167698 w 1167698"/>
              <a:gd name="connsiteY1" fmla="*/ 2036356 h 2082217"/>
              <a:gd name="connsiteX2" fmla="*/ 1002305 w 1167698"/>
              <a:gd name="connsiteY2" fmla="*/ 1995901 h 2082217"/>
              <a:gd name="connsiteX3" fmla="*/ 920492 w 1167698"/>
              <a:gd name="connsiteY3" fmla="*/ 2060224 h 2082217"/>
              <a:gd name="connsiteX4" fmla="*/ 0 w 1167698"/>
              <a:gd name="connsiteY4" fmla="*/ 1038203 h 2082217"/>
              <a:gd name="connsiteX5" fmla="*/ 0 w 1167698"/>
              <a:gd name="connsiteY5" fmla="*/ 2 h 2082217"/>
              <a:gd name="connsiteX0" fmla="*/ 0 w 1167698"/>
              <a:gd name="connsiteY0" fmla="*/ 2 h 2082217"/>
              <a:gd name="connsiteX1" fmla="*/ 1167698 w 1167698"/>
              <a:gd name="connsiteY1" fmla="*/ 2036356 h 2082217"/>
              <a:gd name="connsiteX2" fmla="*/ 1002305 w 1167698"/>
              <a:gd name="connsiteY2" fmla="*/ 1995901 h 2082217"/>
              <a:gd name="connsiteX3" fmla="*/ 920492 w 1167698"/>
              <a:gd name="connsiteY3" fmla="*/ 2060224 h 2082217"/>
              <a:gd name="connsiteX4" fmla="*/ 0 w 1167698"/>
              <a:gd name="connsiteY4" fmla="*/ 1038203 h 2082217"/>
              <a:gd name="connsiteX5" fmla="*/ 0 w 1167698"/>
              <a:gd name="connsiteY5" fmla="*/ 2 h 2082217"/>
              <a:gd name="connsiteX0" fmla="*/ 0 w 1167698"/>
              <a:gd name="connsiteY0" fmla="*/ 2 h 2082217"/>
              <a:gd name="connsiteX1" fmla="*/ 1167698 w 1167698"/>
              <a:gd name="connsiteY1" fmla="*/ 2036356 h 2082217"/>
              <a:gd name="connsiteX2" fmla="*/ 1002305 w 1167698"/>
              <a:gd name="connsiteY2" fmla="*/ 1995901 h 2082217"/>
              <a:gd name="connsiteX3" fmla="*/ 920492 w 1167698"/>
              <a:gd name="connsiteY3" fmla="*/ 2060224 h 2082217"/>
              <a:gd name="connsiteX4" fmla="*/ 0 w 1167698"/>
              <a:gd name="connsiteY4" fmla="*/ 1038203 h 2082217"/>
              <a:gd name="connsiteX5" fmla="*/ 0 w 1167698"/>
              <a:gd name="connsiteY5" fmla="*/ 2 h 2082217"/>
              <a:gd name="connsiteX0" fmla="*/ 2117 w 1169815"/>
              <a:gd name="connsiteY0" fmla="*/ 2 h 2082217"/>
              <a:gd name="connsiteX1" fmla="*/ 1169815 w 1169815"/>
              <a:gd name="connsiteY1" fmla="*/ 2036356 h 2082217"/>
              <a:gd name="connsiteX2" fmla="*/ 1004422 w 1169815"/>
              <a:gd name="connsiteY2" fmla="*/ 1995901 h 2082217"/>
              <a:gd name="connsiteX3" fmla="*/ 922609 w 1169815"/>
              <a:gd name="connsiteY3" fmla="*/ 2060224 h 2082217"/>
              <a:gd name="connsiteX4" fmla="*/ 0 w 1169815"/>
              <a:gd name="connsiteY4" fmla="*/ 1493286 h 2082217"/>
              <a:gd name="connsiteX5" fmla="*/ 2117 w 1169815"/>
              <a:gd name="connsiteY5" fmla="*/ 2 h 2082217"/>
              <a:gd name="connsiteX0" fmla="*/ 2117 w 1169815"/>
              <a:gd name="connsiteY0" fmla="*/ 2 h 2451412"/>
              <a:gd name="connsiteX1" fmla="*/ 1169815 w 1169815"/>
              <a:gd name="connsiteY1" fmla="*/ 2036356 h 2451412"/>
              <a:gd name="connsiteX2" fmla="*/ 1004422 w 1169815"/>
              <a:gd name="connsiteY2" fmla="*/ 1995901 h 2451412"/>
              <a:gd name="connsiteX3" fmla="*/ 897209 w 1169815"/>
              <a:gd name="connsiteY3" fmla="*/ 2443341 h 2451412"/>
              <a:gd name="connsiteX4" fmla="*/ 0 w 1169815"/>
              <a:gd name="connsiteY4" fmla="*/ 1493286 h 2451412"/>
              <a:gd name="connsiteX5" fmla="*/ 2117 w 1169815"/>
              <a:gd name="connsiteY5" fmla="*/ 2 h 2451412"/>
              <a:gd name="connsiteX0" fmla="*/ 2117 w 1157115"/>
              <a:gd name="connsiteY0" fmla="*/ 2 h 2458484"/>
              <a:gd name="connsiteX1" fmla="*/ 1157115 w 1157115"/>
              <a:gd name="connsiteY1" fmla="*/ 2457572 h 2458484"/>
              <a:gd name="connsiteX2" fmla="*/ 1004422 w 1157115"/>
              <a:gd name="connsiteY2" fmla="*/ 1995901 h 2458484"/>
              <a:gd name="connsiteX3" fmla="*/ 897209 w 1157115"/>
              <a:gd name="connsiteY3" fmla="*/ 2443341 h 2458484"/>
              <a:gd name="connsiteX4" fmla="*/ 0 w 1157115"/>
              <a:gd name="connsiteY4" fmla="*/ 1493286 h 2458484"/>
              <a:gd name="connsiteX5" fmla="*/ 2117 w 1157115"/>
              <a:gd name="connsiteY5" fmla="*/ 2 h 2458484"/>
              <a:gd name="connsiteX0" fmla="*/ 2117 w 1157115"/>
              <a:gd name="connsiteY0" fmla="*/ 2 h 2459348"/>
              <a:gd name="connsiteX1" fmla="*/ 1157115 w 1157115"/>
              <a:gd name="connsiteY1" fmla="*/ 2457572 h 2459348"/>
              <a:gd name="connsiteX2" fmla="*/ 959972 w 1157115"/>
              <a:gd name="connsiteY2" fmla="*/ 2239318 h 2459348"/>
              <a:gd name="connsiteX3" fmla="*/ 897209 w 1157115"/>
              <a:gd name="connsiteY3" fmla="*/ 2443341 h 2459348"/>
              <a:gd name="connsiteX4" fmla="*/ 0 w 1157115"/>
              <a:gd name="connsiteY4" fmla="*/ 1493286 h 2459348"/>
              <a:gd name="connsiteX5" fmla="*/ 2117 w 1157115"/>
              <a:gd name="connsiteY5" fmla="*/ 2 h 2459348"/>
              <a:gd name="connsiteX0" fmla="*/ 2117 w 1157115"/>
              <a:gd name="connsiteY0" fmla="*/ 2 h 2514600"/>
              <a:gd name="connsiteX1" fmla="*/ 1157115 w 1157115"/>
              <a:gd name="connsiteY1" fmla="*/ 2457572 h 2514600"/>
              <a:gd name="connsiteX2" fmla="*/ 1023472 w 1157115"/>
              <a:gd name="connsiteY2" fmla="*/ 2514485 h 2514600"/>
              <a:gd name="connsiteX3" fmla="*/ 897209 w 1157115"/>
              <a:gd name="connsiteY3" fmla="*/ 2443341 h 2514600"/>
              <a:gd name="connsiteX4" fmla="*/ 0 w 1157115"/>
              <a:gd name="connsiteY4" fmla="*/ 1493286 h 2514600"/>
              <a:gd name="connsiteX5" fmla="*/ 2117 w 1157115"/>
              <a:gd name="connsiteY5" fmla="*/ 2 h 2514600"/>
              <a:gd name="connsiteX0" fmla="*/ 2117 w 1157115"/>
              <a:gd name="connsiteY0" fmla="*/ 2 h 2517787"/>
              <a:gd name="connsiteX1" fmla="*/ 1157115 w 1157115"/>
              <a:gd name="connsiteY1" fmla="*/ 2457572 h 2517787"/>
              <a:gd name="connsiteX2" fmla="*/ 1023472 w 1157115"/>
              <a:gd name="connsiteY2" fmla="*/ 2514485 h 2517787"/>
              <a:gd name="connsiteX3" fmla="*/ 903559 w 1157115"/>
              <a:gd name="connsiteY3" fmla="*/ 2462391 h 2517787"/>
              <a:gd name="connsiteX4" fmla="*/ 0 w 1157115"/>
              <a:gd name="connsiteY4" fmla="*/ 1493286 h 2517787"/>
              <a:gd name="connsiteX5" fmla="*/ 2117 w 1157115"/>
              <a:gd name="connsiteY5" fmla="*/ 2 h 2517787"/>
              <a:gd name="connsiteX0" fmla="*/ 2117 w 1157115"/>
              <a:gd name="connsiteY0" fmla="*/ 2 h 2517787"/>
              <a:gd name="connsiteX1" fmla="*/ 1157115 w 1157115"/>
              <a:gd name="connsiteY1" fmla="*/ 2457572 h 2517787"/>
              <a:gd name="connsiteX2" fmla="*/ 1023472 w 1157115"/>
              <a:gd name="connsiteY2" fmla="*/ 2514485 h 2517787"/>
              <a:gd name="connsiteX3" fmla="*/ 903559 w 1157115"/>
              <a:gd name="connsiteY3" fmla="*/ 2462391 h 2517787"/>
              <a:gd name="connsiteX4" fmla="*/ 0 w 1157115"/>
              <a:gd name="connsiteY4" fmla="*/ 1493286 h 2517787"/>
              <a:gd name="connsiteX5" fmla="*/ 2117 w 1157115"/>
              <a:gd name="connsiteY5" fmla="*/ 2 h 2517787"/>
              <a:gd name="connsiteX0" fmla="*/ 2117 w 1157115"/>
              <a:gd name="connsiteY0" fmla="*/ 2 h 2517787"/>
              <a:gd name="connsiteX1" fmla="*/ 1157115 w 1157115"/>
              <a:gd name="connsiteY1" fmla="*/ 2457572 h 2517787"/>
              <a:gd name="connsiteX2" fmla="*/ 1023472 w 1157115"/>
              <a:gd name="connsiteY2" fmla="*/ 2514485 h 2517787"/>
              <a:gd name="connsiteX3" fmla="*/ 903559 w 1157115"/>
              <a:gd name="connsiteY3" fmla="*/ 2462391 h 2517787"/>
              <a:gd name="connsiteX4" fmla="*/ 0 w 1157115"/>
              <a:gd name="connsiteY4" fmla="*/ 1493286 h 2517787"/>
              <a:gd name="connsiteX5" fmla="*/ 2117 w 1157115"/>
              <a:gd name="connsiteY5" fmla="*/ 2 h 2517787"/>
              <a:gd name="connsiteX0" fmla="*/ 2117 w 1157115"/>
              <a:gd name="connsiteY0" fmla="*/ 2 h 2517787"/>
              <a:gd name="connsiteX1" fmla="*/ 1157115 w 1157115"/>
              <a:gd name="connsiteY1" fmla="*/ 2457572 h 2517787"/>
              <a:gd name="connsiteX2" fmla="*/ 1023472 w 1157115"/>
              <a:gd name="connsiteY2" fmla="*/ 2514485 h 2517787"/>
              <a:gd name="connsiteX3" fmla="*/ 903559 w 1157115"/>
              <a:gd name="connsiteY3" fmla="*/ 2462391 h 2517787"/>
              <a:gd name="connsiteX4" fmla="*/ 0 w 1157115"/>
              <a:gd name="connsiteY4" fmla="*/ 1494873 h 2517787"/>
              <a:gd name="connsiteX5" fmla="*/ 2117 w 1157115"/>
              <a:gd name="connsiteY5" fmla="*/ 2 h 2517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115" h="2517787">
                <a:moveTo>
                  <a:pt x="2117" y="2"/>
                </a:moveTo>
                <a:cubicBezTo>
                  <a:pt x="873937" y="-1683"/>
                  <a:pt x="885196" y="1847981"/>
                  <a:pt x="1157115" y="2457572"/>
                </a:cubicBezTo>
                <a:cubicBezTo>
                  <a:pt x="1032066" y="2482248"/>
                  <a:pt x="1065731" y="2513682"/>
                  <a:pt x="1023472" y="2514485"/>
                </a:cubicBezTo>
                <a:cubicBezTo>
                  <a:pt x="981213" y="2515288"/>
                  <a:pt x="1029527" y="2536079"/>
                  <a:pt x="903559" y="2462391"/>
                </a:cubicBezTo>
                <a:cubicBezTo>
                  <a:pt x="670547" y="2008805"/>
                  <a:pt x="587930" y="1498716"/>
                  <a:pt x="0" y="1494873"/>
                </a:cubicBezTo>
                <a:cubicBezTo>
                  <a:pt x="0" y="1148806"/>
                  <a:pt x="2117" y="346069"/>
                  <a:pt x="2117" y="2"/>
                </a:cubicBezTo>
                <a:close/>
              </a:path>
            </a:pathLst>
          </a:custGeom>
          <a:solidFill>
            <a:schemeClr val="accent3">
              <a:lumMod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grpSp>
        <p:nvGrpSpPr>
          <p:cNvPr id="68" name="Group 67">
            <a:extLst>
              <a:ext uri="{FF2B5EF4-FFF2-40B4-BE49-F238E27FC236}">
                <a16:creationId xmlns:a16="http://schemas.microsoft.com/office/drawing/2014/main" id="{E3B5E8DC-BC92-CFD2-F0F4-3F334ECDF25D}"/>
              </a:ext>
            </a:extLst>
          </p:cNvPr>
          <p:cNvGrpSpPr/>
          <p:nvPr/>
        </p:nvGrpSpPr>
        <p:grpSpPr>
          <a:xfrm>
            <a:off x="4035451" y="3392028"/>
            <a:ext cx="3086060" cy="1316014"/>
            <a:chOff x="3619540" y="2942178"/>
            <a:chExt cx="3086060" cy="1316014"/>
          </a:xfrm>
        </p:grpSpPr>
        <p:grpSp>
          <p:nvGrpSpPr>
            <p:cNvPr id="69" name="Group 68">
              <a:extLst>
                <a:ext uri="{FF2B5EF4-FFF2-40B4-BE49-F238E27FC236}">
                  <a16:creationId xmlns:a16="http://schemas.microsoft.com/office/drawing/2014/main" id="{DB7D3A0B-F5C8-F13B-FA55-FAE87B1B0202}"/>
                </a:ext>
              </a:extLst>
            </p:cNvPr>
            <p:cNvGrpSpPr/>
            <p:nvPr/>
          </p:nvGrpSpPr>
          <p:grpSpPr>
            <a:xfrm>
              <a:off x="4643966" y="2942178"/>
              <a:ext cx="2061634" cy="1316013"/>
              <a:chOff x="3221962" y="1681343"/>
              <a:chExt cx="2061634" cy="1316013"/>
            </a:xfrm>
          </p:grpSpPr>
          <p:sp>
            <p:nvSpPr>
              <p:cNvPr id="77" name="Parallelogram 118">
                <a:extLst>
                  <a:ext uri="{FF2B5EF4-FFF2-40B4-BE49-F238E27FC236}">
                    <a16:creationId xmlns:a16="http://schemas.microsoft.com/office/drawing/2014/main" id="{E7B2AB82-8E01-A588-CD26-74E984AFA93D}"/>
                  </a:ext>
                </a:extLst>
              </p:cNvPr>
              <p:cNvSpPr/>
              <p:nvPr/>
            </p:nvSpPr>
            <p:spPr>
              <a:xfrm>
                <a:off x="3221962"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C6F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78" name="Parallelogram 118">
                <a:extLst>
                  <a:ext uri="{FF2B5EF4-FFF2-40B4-BE49-F238E27FC236}">
                    <a16:creationId xmlns:a16="http://schemas.microsoft.com/office/drawing/2014/main" id="{A972F7EC-12E9-2291-A2FB-6CBDC80F102C}"/>
                  </a:ext>
                </a:extLst>
              </p:cNvPr>
              <p:cNvSpPr/>
              <p:nvPr/>
            </p:nvSpPr>
            <p:spPr>
              <a:xfrm flipH="1">
                <a:off x="4124058"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12ABD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grpSp>
          <p:nvGrpSpPr>
            <p:cNvPr id="70" name="Group 69">
              <a:extLst>
                <a:ext uri="{FF2B5EF4-FFF2-40B4-BE49-F238E27FC236}">
                  <a16:creationId xmlns:a16="http://schemas.microsoft.com/office/drawing/2014/main" id="{1A3489DA-EEF3-13A7-69EB-473AA6505277}"/>
                </a:ext>
              </a:extLst>
            </p:cNvPr>
            <p:cNvGrpSpPr/>
            <p:nvPr/>
          </p:nvGrpSpPr>
          <p:grpSpPr>
            <a:xfrm>
              <a:off x="4050550" y="2942178"/>
              <a:ext cx="2061634" cy="1316013"/>
              <a:chOff x="3221962" y="1681343"/>
              <a:chExt cx="2061634" cy="1316013"/>
            </a:xfrm>
          </p:grpSpPr>
          <p:sp>
            <p:nvSpPr>
              <p:cNvPr id="75" name="Parallelogram 118">
                <a:extLst>
                  <a:ext uri="{FF2B5EF4-FFF2-40B4-BE49-F238E27FC236}">
                    <a16:creationId xmlns:a16="http://schemas.microsoft.com/office/drawing/2014/main" id="{7FFC7E0B-BEC6-E1ED-B0FD-F7ED2ED0F3F1}"/>
                  </a:ext>
                </a:extLst>
              </p:cNvPr>
              <p:cNvSpPr/>
              <p:nvPr/>
            </p:nvSpPr>
            <p:spPr>
              <a:xfrm>
                <a:off x="3221962"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04368"/>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76" name="Parallelogram 118">
                <a:extLst>
                  <a:ext uri="{FF2B5EF4-FFF2-40B4-BE49-F238E27FC236}">
                    <a16:creationId xmlns:a16="http://schemas.microsoft.com/office/drawing/2014/main" id="{2F518460-0894-E47F-9A60-440DDD341A06}"/>
                  </a:ext>
                </a:extLst>
              </p:cNvPr>
              <p:cNvSpPr/>
              <p:nvPr/>
            </p:nvSpPr>
            <p:spPr>
              <a:xfrm flipH="1">
                <a:off x="4124058" y="1681343"/>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grpSp>
        <p:sp>
          <p:nvSpPr>
            <p:cNvPr id="71" name="Freeform: Shape 70">
              <a:extLst>
                <a:ext uri="{FF2B5EF4-FFF2-40B4-BE49-F238E27FC236}">
                  <a16:creationId xmlns:a16="http://schemas.microsoft.com/office/drawing/2014/main" id="{48BF9655-5A82-0647-EFCB-E2CDAEDE5F75}"/>
                </a:ext>
              </a:extLst>
            </p:cNvPr>
            <p:cNvSpPr/>
            <p:nvPr/>
          </p:nvSpPr>
          <p:spPr>
            <a:xfrm>
              <a:off x="3910897" y="2942178"/>
              <a:ext cx="705777" cy="655315"/>
            </a:xfrm>
            <a:custGeom>
              <a:avLst/>
              <a:gdLst>
                <a:gd name="connsiteX0" fmla="*/ 445206 w 705777"/>
                <a:gd name="connsiteY0" fmla="*/ 0 h 655315"/>
                <a:gd name="connsiteX1" fmla="*/ 705777 w 705777"/>
                <a:gd name="connsiteY1" fmla="*/ 0 h 655315"/>
                <a:gd name="connsiteX2" fmla="*/ 317534 w 705777"/>
                <a:gd name="connsiteY2" fmla="*/ 534808 h 655315"/>
                <a:gd name="connsiteX3" fmla="*/ 259096 w 705777"/>
                <a:gd name="connsiteY3" fmla="*/ 655315 h 655315"/>
                <a:gd name="connsiteX4" fmla="*/ 0 w 705777"/>
                <a:gd name="connsiteY4" fmla="*/ 655315 h 655315"/>
                <a:gd name="connsiteX5" fmla="*/ 57914 w 705777"/>
                <a:gd name="connsiteY5" fmla="*/ 536786 h 655315"/>
                <a:gd name="connsiteX6" fmla="*/ 445206 w 705777"/>
                <a:gd name="connsiteY6" fmla="*/ 0 h 65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5777" h="655315">
                  <a:moveTo>
                    <a:pt x="445206" y="0"/>
                  </a:moveTo>
                  <a:lnTo>
                    <a:pt x="705777" y="0"/>
                  </a:lnTo>
                  <a:cubicBezTo>
                    <a:pt x="591347" y="228"/>
                    <a:pt x="455950" y="251746"/>
                    <a:pt x="317534" y="534808"/>
                  </a:cubicBezTo>
                  <a:lnTo>
                    <a:pt x="259096" y="655315"/>
                  </a:lnTo>
                  <a:lnTo>
                    <a:pt x="0" y="655315"/>
                  </a:lnTo>
                  <a:lnTo>
                    <a:pt x="57914" y="536786"/>
                  </a:lnTo>
                  <a:cubicBezTo>
                    <a:pt x="197115" y="254090"/>
                    <a:pt x="332859" y="2312"/>
                    <a:pt x="445206" y="0"/>
                  </a:cubicBezTo>
                  <a:close/>
                </a:path>
              </a:pathLst>
            </a:custGeom>
            <a:solidFill>
              <a:schemeClr val="accent3">
                <a:lumMod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72" name="Parallelogram 118">
              <a:extLst>
                <a:ext uri="{FF2B5EF4-FFF2-40B4-BE49-F238E27FC236}">
                  <a16:creationId xmlns:a16="http://schemas.microsoft.com/office/drawing/2014/main" id="{88D7D8A9-392D-3DBE-5D1A-0A2F34D953CE}"/>
                </a:ext>
              </a:extLst>
            </p:cNvPr>
            <p:cNvSpPr/>
            <p:nvPr/>
          </p:nvSpPr>
          <p:spPr>
            <a:xfrm flipH="1">
              <a:off x="4359231" y="2942178"/>
              <a:ext cx="1159538" cy="1316013"/>
            </a:xfrm>
            <a:custGeom>
              <a:avLst/>
              <a:gdLst>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 name="connsiteX0" fmla="*/ 0 w 1159538"/>
                <a:gd name="connsiteY0" fmla="*/ 1316013 h 1316013"/>
                <a:gd name="connsiteX1" fmla="*/ 898967 w 1159538"/>
                <a:gd name="connsiteY1" fmla="*/ 0 h 1316013"/>
                <a:gd name="connsiteX2" fmla="*/ 1159538 w 1159538"/>
                <a:gd name="connsiteY2" fmla="*/ 0 h 1316013"/>
                <a:gd name="connsiteX3" fmla="*/ 260571 w 1159538"/>
                <a:gd name="connsiteY3" fmla="*/ 1316013 h 1316013"/>
                <a:gd name="connsiteX4" fmla="*/ 0 w 1159538"/>
                <a:gd name="connsiteY4" fmla="*/ 1316013 h 1316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538" h="1316013">
                  <a:moveTo>
                    <a:pt x="0" y="1316013"/>
                  </a:moveTo>
                  <a:cubicBezTo>
                    <a:pt x="263143" y="1313904"/>
                    <a:pt x="642173" y="5284"/>
                    <a:pt x="898967" y="0"/>
                  </a:cubicBezTo>
                  <a:lnTo>
                    <a:pt x="1159538" y="0"/>
                  </a:lnTo>
                  <a:cubicBezTo>
                    <a:pt x="897982" y="521"/>
                    <a:pt x="526890" y="1313905"/>
                    <a:pt x="260571" y="1316013"/>
                  </a:cubicBezTo>
                  <a:lnTo>
                    <a:pt x="0" y="1316013"/>
                  </a:lnTo>
                  <a:close/>
                </a:path>
              </a:pathLst>
            </a:custGeom>
            <a:solidFill>
              <a:schemeClr val="accent3">
                <a:lumMod val="2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73" name="Freeform: Shape 72">
              <a:extLst>
                <a:ext uri="{FF2B5EF4-FFF2-40B4-BE49-F238E27FC236}">
                  <a16:creationId xmlns:a16="http://schemas.microsoft.com/office/drawing/2014/main" id="{E0F29C8D-C4D7-EC9F-B8FD-2905B23D50F0}"/>
                </a:ext>
              </a:extLst>
            </p:cNvPr>
            <p:cNvSpPr/>
            <p:nvPr/>
          </p:nvSpPr>
          <p:spPr>
            <a:xfrm>
              <a:off x="3619540" y="3597493"/>
              <a:ext cx="712857" cy="660698"/>
            </a:xfrm>
            <a:custGeom>
              <a:avLst/>
              <a:gdLst>
                <a:gd name="connsiteX0" fmla="*/ 0 w 712857"/>
                <a:gd name="connsiteY0" fmla="*/ 0 h 660698"/>
                <a:gd name="connsiteX1" fmla="*/ 259096 w 712857"/>
                <a:gd name="connsiteY1" fmla="*/ 0 h 660698"/>
                <a:gd name="connsiteX2" fmla="*/ 260993 w 712857"/>
                <a:gd name="connsiteY2" fmla="*/ 3882 h 660698"/>
                <a:gd name="connsiteX3" fmla="*/ 712857 w 712857"/>
                <a:gd name="connsiteY3" fmla="*/ 660698 h 660698"/>
                <a:gd name="connsiteX4" fmla="*/ 452286 w 712857"/>
                <a:gd name="connsiteY4" fmla="*/ 660698 h 660698"/>
                <a:gd name="connsiteX5" fmla="*/ 1016 w 712857"/>
                <a:gd name="connsiteY5" fmla="*/ 2097 h 660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2857" h="660698">
                  <a:moveTo>
                    <a:pt x="0" y="0"/>
                  </a:moveTo>
                  <a:lnTo>
                    <a:pt x="259096" y="0"/>
                  </a:lnTo>
                  <a:lnTo>
                    <a:pt x="260993" y="3882"/>
                  </a:lnTo>
                  <a:cubicBezTo>
                    <a:pt x="420742" y="331961"/>
                    <a:pt x="581286" y="659644"/>
                    <a:pt x="712857" y="660698"/>
                  </a:cubicBezTo>
                  <a:lnTo>
                    <a:pt x="452286" y="660698"/>
                  </a:lnTo>
                  <a:cubicBezTo>
                    <a:pt x="319127" y="659644"/>
                    <a:pt x="159774" y="330771"/>
                    <a:pt x="1016" y="2097"/>
                  </a:cubicBezTo>
                  <a:close/>
                </a:path>
              </a:pathLst>
            </a:cu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74" name="Freeform: Shape 73">
              <a:extLst>
                <a:ext uri="{FF2B5EF4-FFF2-40B4-BE49-F238E27FC236}">
                  <a16:creationId xmlns:a16="http://schemas.microsoft.com/office/drawing/2014/main" id="{CD6F3EEB-144E-8D3B-2AAE-B0840823A91B}"/>
                </a:ext>
              </a:extLst>
            </p:cNvPr>
            <p:cNvSpPr/>
            <p:nvPr/>
          </p:nvSpPr>
          <p:spPr>
            <a:xfrm>
              <a:off x="4212498" y="3597495"/>
              <a:ext cx="712856" cy="660697"/>
            </a:xfrm>
            <a:custGeom>
              <a:avLst/>
              <a:gdLst>
                <a:gd name="connsiteX0" fmla="*/ 0 w 712856"/>
                <a:gd name="connsiteY0" fmla="*/ 0 h 660697"/>
                <a:gd name="connsiteX1" fmla="*/ 259096 w 712856"/>
                <a:gd name="connsiteY1" fmla="*/ 0 h 660697"/>
                <a:gd name="connsiteX2" fmla="*/ 260992 w 712856"/>
                <a:gd name="connsiteY2" fmla="*/ 3881 h 660697"/>
                <a:gd name="connsiteX3" fmla="*/ 712856 w 712856"/>
                <a:gd name="connsiteY3" fmla="*/ 660697 h 660697"/>
                <a:gd name="connsiteX4" fmla="*/ 452285 w 712856"/>
                <a:gd name="connsiteY4" fmla="*/ 660697 h 660697"/>
                <a:gd name="connsiteX5" fmla="*/ 1016 w 712856"/>
                <a:gd name="connsiteY5" fmla="*/ 2096 h 660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2856" h="660697">
                  <a:moveTo>
                    <a:pt x="0" y="0"/>
                  </a:moveTo>
                  <a:lnTo>
                    <a:pt x="259096" y="0"/>
                  </a:lnTo>
                  <a:lnTo>
                    <a:pt x="260992" y="3881"/>
                  </a:lnTo>
                  <a:cubicBezTo>
                    <a:pt x="420742" y="331960"/>
                    <a:pt x="581285" y="659643"/>
                    <a:pt x="712856" y="660697"/>
                  </a:cubicBezTo>
                  <a:lnTo>
                    <a:pt x="452285" y="660697"/>
                  </a:lnTo>
                  <a:cubicBezTo>
                    <a:pt x="319126" y="659643"/>
                    <a:pt x="159773" y="330770"/>
                    <a:pt x="1016" y="2096"/>
                  </a:cubicBezTo>
                  <a:close/>
                </a:path>
              </a:pathLst>
            </a:custGeom>
            <a:solidFill>
              <a:srgbClr val="12ABDB"/>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grpSp>
      <p:sp>
        <p:nvSpPr>
          <p:cNvPr id="79" name="Rectangle 185">
            <a:extLst>
              <a:ext uri="{FF2B5EF4-FFF2-40B4-BE49-F238E27FC236}">
                <a16:creationId xmlns:a16="http://schemas.microsoft.com/office/drawing/2014/main" id="{9844CC27-B857-2218-3830-334DAAD16E83}"/>
              </a:ext>
            </a:extLst>
          </p:cNvPr>
          <p:cNvSpPr/>
          <p:nvPr/>
        </p:nvSpPr>
        <p:spPr>
          <a:xfrm>
            <a:off x="3442152" y="1636173"/>
            <a:ext cx="1478900" cy="2623067"/>
          </a:xfrm>
          <a:custGeom>
            <a:avLst/>
            <a:gdLst>
              <a:gd name="connsiteX0" fmla="*/ 0 w 1363487"/>
              <a:gd name="connsiteY0" fmla="*/ 0 h 1038201"/>
              <a:gd name="connsiteX1" fmla="*/ 1363487 w 1363487"/>
              <a:gd name="connsiteY1" fmla="*/ 0 h 1038201"/>
              <a:gd name="connsiteX2" fmla="*/ 1363487 w 1363487"/>
              <a:gd name="connsiteY2" fmla="*/ 1038201 h 1038201"/>
              <a:gd name="connsiteX3" fmla="*/ 0 w 1363487"/>
              <a:gd name="connsiteY3" fmla="*/ 1038201 h 1038201"/>
              <a:gd name="connsiteX4" fmla="*/ 0 w 1363487"/>
              <a:gd name="connsiteY4" fmla="*/ 0 h 1038201"/>
              <a:gd name="connsiteX0" fmla="*/ 0 w 1363487"/>
              <a:gd name="connsiteY0" fmla="*/ 0 h 1038201"/>
              <a:gd name="connsiteX1" fmla="*/ 547409 w 1363487"/>
              <a:gd name="connsiteY1" fmla="*/ 422788 h 1038201"/>
              <a:gd name="connsiteX2" fmla="*/ 1363487 w 1363487"/>
              <a:gd name="connsiteY2" fmla="*/ 1038201 h 1038201"/>
              <a:gd name="connsiteX3" fmla="*/ 0 w 1363487"/>
              <a:gd name="connsiteY3" fmla="*/ 1038201 h 1038201"/>
              <a:gd name="connsiteX4" fmla="*/ 0 w 1363487"/>
              <a:gd name="connsiteY4" fmla="*/ 0 h 1038201"/>
              <a:gd name="connsiteX0" fmla="*/ 0 w 560519"/>
              <a:gd name="connsiteY0" fmla="*/ 0 h 1038201"/>
              <a:gd name="connsiteX1" fmla="*/ 547409 w 560519"/>
              <a:gd name="connsiteY1" fmla="*/ 422788 h 1038201"/>
              <a:gd name="connsiteX2" fmla="*/ 560519 w 560519"/>
              <a:gd name="connsiteY2" fmla="*/ 579362 h 1038201"/>
              <a:gd name="connsiteX3" fmla="*/ 0 w 560519"/>
              <a:gd name="connsiteY3" fmla="*/ 1038201 h 1038201"/>
              <a:gd name="connsiteX4" fmla="*/ 0 w 560519"/>
              <a:gd name="connsiteY4" fmla="*/ 0 h 1038201"/>
              <a:gd name="connsiteX0" fmla="*/ 0 w 560519"/>
              <a:gd name="connsiteY0" fmla="*/ 0 h 1038201"/>
              <a:gd name="connsiteX1" fmla="*/ 547409 w 560519"/>
              <a:gd name="connsiteY1" fmla="*/ 422788 h 1038201"/>
              <a:gd name="connsiteX2" fmla="*/ 560519 w 560519"/>
              <a:gd name="connsiteY2" fmla="*/ 579362 h 1038201"/>
              <a:gd name="connsiteX3" fmla="*/ 0 w 560519"/>
              <a:gd name="connsiteY3" fmla="*/ 1038201 h 1038201"/>
              <a:gd name="connsiteX4" fmla="*/ 0 w 560519"/>
              <a:gd name="connsiteY4" fmla="*/ 0 h 1038201"/>
              <a:gd name="connsiteX0" fmla="*/ 0 w 623502"/>
              <a:gd name="connsiteY0" fmla="*/ 0 h 1051617"/>
              <a:gd name="connsiteX1" fmla="*/ 547409 w 623502"/>
              <a:gd name="connsiteY1" fmla="*/ 422788 h 1051617"/>
              <a:gd name="connsiteX2" fmla="*/ 560519 w 623502"/>
              <a:gd name="connsiteY2" fmla="*/ 579362 h 1051617"/>
              <a:gd name="connsiteX3" fmla="*/ 0 w 623502"/>
              <a:gd name="connsiteY3" fmla="*/ 1038201 h 1051617"/>
              <a:gd name="connsiteX4" fmla="*/ 0 w 623502"/>
              <a:gd name="connsiteY4" fmla="*/ 0 h 1051617"/>
              <a:gd name="connsiteX0" fmla="*/ 0 w 623502"/>
              <a:gd name="connsiteY0" fmla="*/ 15734 h 1067351"/>
              <a:gd name="connsiteX1" fmla="*/ 547409 w 623502"/>
              <a:gd name="connsiteY1" fmla="*/ 438522 h 1067351"/>
              <a:gd name="connsiteX2" fmla="*/ 560519 w 623502"/>
              <a:gd name="connsiteY2" fmla="*/ 595096 h 1067351"/>
              <a:gd name="connsiteX3" fmla="*/ 0 w 623502"/>
              <a:gd name="connsiteY3" fmla="*/ 1053935 h 1067351"/>
              <a:gd name="connsiteX4" fmla="*/ 0 w 623502"/>
              <a:gd name="connsiteY4" fmla="*/ 15734 h 1067351"/>
              <a:gd name="connsiteX0" fmla="*/ 0 w 656252"/>
              <a:gd name="connsiteY0" fmla="*/ 15734 h 1065227"/>
              <a:gd name="connsiteX1" fmla="*/ 547409 w 656252"/>
              <a:gd name="connsiteY1" fmla="*/ 438522 h 1065227"/>
              <a:gd name="connsiteX2" fmla="*/ 560519 w 656252"/>
              <a:gd name="connsiteY2" fmla="*/ 595096 h 1065227"/>
              <a:gd name="connsiteX3" fmla="*/ 0 w 656252"/>
              <a:gd name="connsiteY3" fmla="*/ 1053935 h 1065227"/>
              <a:gd name="connsiteX4" fmla="*/ 0 w 656252"/>
              <a:gd name="connsiteY4" fmla="*/ 15734 h 1065227"/>
              <a:gd name="connsiteX0" fmla="*/ 0 w 678839"/>
              <a:gd name="connsiteY0" fmla="*/ 13311 h 1062804"/>
              <a:gd name="connsiteX1" fmla="*/ 547409 w 678839"/>
              <a:gd name="connsiteY1" fmla="*/ 436099 h 1062804"/>
              <a:gd name="connsiteX2" fmla="*/ 560519 w 678839"/>
              <a:gd name="connsiteY2" fmla="*/ 592673 h 1062804"/>
              <a:gd name="connsiteX3" fmla="*/ 0 w 678839"/>
              <a:gd name="connsiteY3" fmla="*/ 1051512 h 1062804"/>
              <a:gd name="connsiteX4" fmla="*/ 0 w 678839"/>
              <a:gd name="connsiteY4" fmla="*/ 13311 h 1062804"/>
              <a:gd name="connsiteX0" fmla="*/ 0 w 678839"/>
              <a:gd name="connsiteY0" fmla="*/ 200 h 1049693"/>
              <a:gd name="connsiteX1" fmla="*/ 547409 w 678839"/>
              <a:gd name="connsiteY1" fmla="*/ 422988 h 1049693"/>
              <a:gd name="connsiteX2" fmla="*/ 560519 w 678839"/>
              <a:gd name="connsiteY2" fmla="*/ 579562 h 1049693"/>
              <a:gd name="connsiteX3" fmla="*/ 0 w 678839"/>
              <a:gd name="connsiteY3" fmla="*/ 1038401 h 1049693"/>
              <a:gd name="connsiteX4" fmla="*/ 0 w 678839"/>
              <a:gd name="connsiteY4" fmla="*/ 200 h 1049693"/>
              <a:gd name="connsiteX0" fmla="*/ 0 w 678839"/>
              <a:gd name="connsiteY0" fmla="*/ 200 h 1038437"/>
              <a:gd name="connsiteX1" fmla="*/ 547409 w 678839"/>
              <a:gd name="connsiteY1" fmla="*/ 422988 h 1038437"/>
              <a:gd name="connsiteX2" fmla="*/ 560519 w 678839"/>
              <a:gd name="connsiteY2" fmla="*/ 579562 h 1038437"/>
              <a:gd name="connsiteX3" fmla="*/ 0 w 678839"/>
              <a:gd name="connsiteY3" fmla="*/ 1038401 h 1038437"/>
              <a:gd name="connsiteX4" fmla="*/ 0 w 678839"/>
              <a:gd name="connsiteY4" fmla="*/ 200 h 1038437"/>
              <a:gd name="connsiteX0" fmla="*/ 0 w 662463"/>
              <a:gd name="connsiteY0" fmla="*/ 200 h 1038447"/>
              <a:gd name="connsiteX1" fmla="*/ 547409 w 662463"/>
              <a:gd name="connsiteY1" fmla="*/ 422988 h 1038447"/>
              <a:gd name="connsiteX2" fmla="*/ 661522 w 662463"/>
              <a:gd name="connsiteY2" fmla="*/ 478781 h 1038447"/>
              <a:gd name="connsiteX3" fmla="*/ 560519 w 662463"/>
              <a:gd name="connsiteY3" fmla="*/ 579562 h 1038447"/>
              <a:gd name="connsiteX4" fmla="*/ 0 w 662463"/>
              <a:gd name="connsiteY4" fmla="*/ 1038401 h 1038447"/>
              <a:gd name="connsiteX5" fmla="*/ 0 w 662463"/>
              <a:gd name="connsiteY5" fmla="*/ 200 h 1038447"/>
              <a:gd name="connsiteX0" fmla="*/ 0 w 1376005"/>
              <a:gd name="connsiteY0" fmla="*/ 242 h 1038489"/>
              <a:gd name="connsiteX1" fmla="*/ 547409 w 1376005"/>
              <a:gd name="connsiteY1" fmla="*/ 423030 h 1038489"/>
              <a:gd name="connsiteX2" fmla="*/ 1375999 w 1376005"/>
              <a:gd name="connsiteY2" fmla="*/ 482101 h 1038489"/>
              <a:gd name="connsiteX3" fmla="*/ 560519 w 1376005"/>
              <a:gd name="connsiteY3" fmla="*/ 579604 h 1038489"/>
              <a:gd name="connsiteX4" fmla="*/ 0 w 1376005"/>
              <a:gd name="connsiteY4" fmla="*/ 1038443 h 1038489"/>
              <a:gd name="connsiteX5" fmla="*/ 0 w 1376005"/>
              <a:gd name="connsiteY5" fmla="*/ 242 h 1038489"/>
              <a:gd name="connsiteX0" fmla="*/ 0 w 1376005"/>
              <a:gd name="connsiteY0" fmla="*/ 3 h 1038250"/>
              <a:gd name="connsiteX1" fmla="*/ 547409 w 1376005"/>
              <a:gd name="connsiteY1" fmla="*/ 422791 h 1038250"/>
              <a:gd name="connsiteX2" fmla="*/ 1375999 w 1376005"/>
              <a:gd name="connsiteY2" fmla="*/ 481862 h 1038250"/>
              <a:gd name="connsiteX3" fmla="*/ 560519 w 1376005"/>
              <a:gd name="connsiteY3" fmla="*/ 579365 h 1038250"/>
              <a:gd name="connsiteX4" fmla="*/ 0 w 1376005"/>
              <a:gd name="connsiteY4" fmla="*/ 1038204 h 1038250"/>
              <a:gd name="connsiteX5" fmla="*/ 0 w 1376005"/>
              <a:gd name="connsiteY5" fmla="*/ 3 h 1038250"/>
              <a:gd name="connsiteX0" fmla="*/ 0 w 1376005"/>
              <a:gd name="connsiteY0" fmla="*/ 3 h 1038250"/>
              <a:gd name="connsiteX1" fmla="*/ 547409 w 1376005"/>
              <a:gd name="connsiteY1" fmla="*/ 422791 h 1038250"/>
              <a:gd name="connsiteX2" fmla="*/ 1375999 w 1376005"/>
              <a:gd name="connsiteY2" fmla="*/ 481862 h 1038250"/>
              <a:gd name="connsiteX3" fmla="*/ 560519 w 1376005"/>
              <a:gd name="connsiteY3" fmla="*/ 579365 h 1038250"/>
              <a:gd name="connsiteX4" fmla="*/ 0 w 1376005"/>
              <a:gd name="connsiteY4" fmla="*/ 1038204 h 1038250"/>
              <a:gd name="connsiteX5" fmla="*/ 0 w 1376005"/>
              <a:gd name="connsiteY5" fmla="*/ 3 h 1038250"/>
              <a:gd name="connsiteX0" fmla="*/ 0 w 1376005"/>
              <a:gd name="connsiteY0" fmla="*/ 3 h 1038204"/>
              <a:gd name="connsiteX1" fmla="*/ 547409 w 1376005"/>
              <a:gd name="connsiteY1" fmla="*/ 422791 h 1038204"/>
              <a:gd name="connsiteX2" fmla="*/ 1375999 w 1376005"/>
              <a:gd name="connsiteY2" fmla="*/ 481862 h 1038204"/>
              <a:gd name="connsiteX3" fmla="*/ 560519 w 1376005"/>
              <a:gd name="connsiteY3" fmla="*/ 579365 h 1038204"/>
              <a:gd name="connsiteX4" fmla="*/ 0 w 1376005"/>
              <a:gd name="connsiteY4" fmla="*/ 1038204 h 1038204"/>
              <a:gd name="connsiteX5" fmla="*/ 0 w 1376005"/>
              <a:gd name="connsiteY5" fmla="*/ 3 h 1038204"/>
              <a:gd name="connsiteX0" fmla="*/ 0 w 1376005"/>
              <a:gd name="connsiteY0" fmla="*/ 3 h 1038204"/>
              <a:gd name="connsiteX1" fmla="*/ 547409 w 1376005"/>
              <a:gd name="connsiteY1" fmla="*/ 422791 h 1038204"/>
              <a:gd name="connsiteX2" fmla="*/ 1375999 w 1376005"/>
              <a:gd name="connsiteY2" fmla="*/ 481862 h 1038204"/>
              <a:gd name="connsiteX3" fmla="*/ 560519 w 1376005"/>
              <a:gd name="connsiteY3" fmla="*/ 579365 h 1038204"/>
              <a:gd name="connsiteX4" fmla="*/ 0 w 1376005"/>
              <a:gd name="connsiteY4" fmla="*/ 1038204 h 1038204"/>
              <a:gd name="connsiteX5" fmla="*/ 0 w 1376005"/>
              <a:gd name="connsiteY5" fmla="*/ 3 h 1038204"/>
              <a:gd name="connsiteX0" fmla="*/ 0 w 1376004"/>
              <a:gd name="connsiteY0" fmla="*/ 3 h 1038204"/>
              <a:gd name="connsiteX1" fmla="*/ 547409 w 1376004"/>
              <a:gd name="connsiteY1" fmla="*/ 422791 h 1038204"/>
              <a:gd name="connsiteX2" fmla="*/ 1375999 w 1376004"/>
              <a:gd name="connsiteY2" fmla="*/ 481862 h 1038204"/>
              <a:gd name="connsiteX3" fmla="*/ 547409 w 1376004"/>
              <a:gd name="connsiteY3" fmla="*/ 579365 h 1038204"/>
              <a:gd name="connsiteX4" fmla="*/ 0 w 1376004"/>
              <a:gd name="connsiteY4" fmla="*/ 1038204 h 1038204"/>
              <a:gd name="connsiteX5" fmla="*/ 0 w 1376004"/>
              <a:gd name="connsiteY5" fmla="*/ 3 h 1038204"/>
              <a:gd name="connsiteX0" fmla="*/ 0 w 1376004"/>
              <a:gd name="connsiteY0" fmla="*/ 3 h 1038204"/>
              <a:gd name="connsiteX1" fmla="*/ 547409 w 1376004"/>
              <a:gd name="connsiteY1" fmla="*/ 422791 h 1038204"/>
              <a:gd name="connsiteX2" fmla="*/ 1375999 w 1376004"/>
              <a:gd name="connsiteY2" fmla="*/ 481862 h 1038204"/>
              <a:gd name="connsiteX3" fmla="*/ 547409 w 1376004"/>
              <a:gd name="connsiteY3" fmla="*/ 579365 h 1038204"/>
              <a:gd name="connsiteX4" fmla="*/ 0 w 1376004"/>
              <a:gd name="connsiteY4" fmla="*/ 1038204 h 1038204"/>
              <a:gd name="connsiteX5" fmla="*/ 0 w 1376004"/>
              <a:gd name="connsiteY5" fmla="*/ 3 h 1038204"/>
              <a:gd name="connsiteX0" fmla="*/ 0 w 1398055"/>
              <a:gd name="connsiteY0" fmla="*/ 3 h 1271791"/>
              <a:gd name="connsiteX1" fmla="*/ 547409 w 1398055"/>
              <a:gd name="connsiteY1" fmla="*/ 422791 h 1271791"/>
              <a:gd name="connsiteX2" fmla="*/ 1375999 w 1398055"/>
              <a:gd name="connsiteY2" fmla="*/ 481862 h 1271791"/>
              <a:gd name="connsiteX3" fmla="*/ 1245500 w 1398055"/>
              <a:gd name="connsiteY3" fmla="*/ 1254514 h 1271791"/>
              <a:gd name="connsiteX4" fmla="*/ 0 w 1398055"/>
              <a:gd name="connsiteY4" fmla="*/ 1038204 h 1271791"/>
              <a:gd name="connsiteX5" fmla="*/ 0 w 1398055"/>
              <a:gd name="connsiteY5" fmla="*/ 3 h 1271791"/>
              <a:gd name="connsiteX0" fmla="*/ 0 w 1488655"/>
              <a:gd name="connsiteY0" fmla="*/ 3 h 1734094"/>
              <a:gd name="connsiteX1" fmla="*/ 547409 w 1488655"/>
              <a:gd name="connsiteY1" fmla="*/ 422791 h 1734094"/>
              <a:gd name="connsiteX2" fmla="*/ 1375999 w 1488655"/>
              <a:gd name="connsiteY2" fmla="*/ 481862 h 1734094"/>
              <a:gd name="connsiteX3" fmla="*/ 1389707 w 1488655"/>
              <a:gd name="connsiteY3" fmla="*/ 1726462 h 1734094"/>
              <a:gd name="connsiteX4" fmla="*/ 0 w 1488655"/>
              <a:gd name="connsiteY4" fmla="*/ 1038204 h 1734094"/>
              <a:gd name="connsiteX5" fmla="*/ 0 w 1488655"/>
              <a:gd name="connsiteY5" fmla="*/ 3 h 1734094"/>
              <a:gd name="connsiteX0" fmla="*/ 0 w 1558537"/>
              <a:gd name="connsiteY0" fmla="*/ 3 h 1835316"/>
              <a:gd name="connsiteX1" fmla="*/ 547409 w 1558537"/>
              <a:gd name="connsiteY1" fmla="*/ 422791 h 1835316"/>
              <a:gd name="connsiteX2" fmla="*/ 1375999 w 1558537"/>
              <a:gd name="connsiteY2" fmla="*/ 481862 h 1835316"/>
              <a:gd name="connsiteX3" fmla="*/ 1389707 w 1558537"/>
              <a:gd name="connsiteY3" fmla="*/ 1726462 h 1835316"/>
              <a:gd name="connsiteX4" fmla="*/ 0 w 1558537"/>
              <a:gd name="connsiteY4" fmla="*/ 1038204 h 1835316"/>
              <a:gd name="connsiteX5" fmla="*/ 0 w 1558537"/>
              <a:gd name="connsiteY5" fmla="*/ 3 h 1835316"/>
              <a:gd name="connsiteX0" fmla="*/ 0 w 1558537"/>
              <a:gd name="connsiteY0" fmla="*/ 3 h 1932032"/>
              <a:gd name="connsiteX1" fmla="*/ 547409 w 1558537"/>
              <a:gd name="connsiteY1" fmla="*/ 422791 h 1932032"/>
              <a:gd name="connsiteX2" fmla="*/ 1375999 w 1558537"/>
              <a:gd name="connsiteY2" fmla="*/ 481862 h 1932032"/>
              <a:gd name="connsiteX3" fmla="*/ 1389707 w 1558537"/>
              <a:gd name="connsiteY3" fmla="*/ 1828062 h 1932032"/>
              <a:gd name="connsiteX4" fmla="*/ 0 w 1558537"/>
              <a:gd name="connsiteY4" fmla="*/ 1038204 h 1932032"/>
              <a:gd name="connsiteX5" fmla="*/ 0 w 1558537"/>
              <a:gd name="connsiteY5" fmla="*/ 3 h 1932032"/>
              <a:gd name="connsiteX0" fmla="*/ 0 w 1516312"/>
              <a:gd name="connsiteY0" fmla="*/ 3 h 1951784"/>
              <a:gd name="connsiteX1" fmla="*/ 547409 w 1516312"/>
              <a:gd name="connsiteY1" fmla="*/ 422791 h 1951784"/>
              <a:gd name="connsiteX2" fmla="*/ 1375999 w 1516312"/>
              <a:gd name="connsiteY2" fmla="*/ 481862 h 1951784"/>
              <a:gd name="connsiteX3" fmla="*/ 1389707 w 1516312"/>
              <a:gd name="connsiteY3" fmla="*/ 1828062 h 1951784"/>
              <a:gd name="connsiteX4" fmla="*/ 0 w 1516312"/>
              <a:gd name="connsiteY4" fmla="*/ 1038204 h 1951784"/>
              <a:gd name="connsiteX5" fmla="*/ 0 w 1516312"/>
              <a:gd name="connsiteY5" fmla="*/ 3 h 1951784"/>
              <a:gd name="connsiteX0" fmla="*/ 0 w 1397836"/>
              <a:gd name="connsiteY0" fmla="*/ 5 h 1828064"/>
              <a:gd name="connsiteX1" fmla="*/ 547409 w 1397836"/>
              <a:gd name="connsiteY1" fmla="*/ 422793 h 1828064"/>
              <a:gd name="connsiteX2" fmla="*/ 1389707 w 1397836"/>
              <a:gd name="connsiteY2" fmla="*/ 1828064 h 1828064"/>
              <a:gd name="connsiteX3" fmla="*/ 0 w 1397836"/>
              <a:gd name="connsiteY3" fmla="*/ 1038206 h 1828064"/>
              <a:gd name="connsiteX4" fmla="*/ 0 w 1397836"/>
              <a:gd name="connsiteY4" fmla="*/ 5 h 1828064"/>
              <a:gd name="connsiteX0" fmla="*/ 0 w 1616076"/>
              <a:gd name="connsiteY0" fmla="*/ 1 h 1854916"/>
              <a:gd name="connsiteX1" fmla="*/ 1474918 w 1616076"/>
              <a:gd name="connsiteY1" fmla="*/ 1510892 h 1854916"/>
              <a:gd name="connsiteX2" fmla="*/ 1389707 w 1616076"/>
              <a:gd name="connsiteY2" fmla="*/ 1828060 h 1854916"/>
              <a:gd name="connsiteX3" fmla="*/ 0 w 1616076"/>
              <a:gd name="connsiteY3" fmla="*/ 1038202 h 1854916"/>
              <a:gd name="connsiteX4" fmla="*/ 0 w 1616076"/>
              <a:gd name="connsiteY4" fmla="*/ 1 h 1854916"/>
              <a:gd name="connsiteX0" fmla="*/ 0 w 1590004"/>
              <a:gd name="connsiteY0" fmla="*/ 1 h 1856950"/>
              <a:gd name="connsiteX1" fmla="*/ 1474918 w 1590004"/>
              <a:gd name="connsiteY1" fmla="*/ 1510892 h 1856950"/>
              <a:gd name="connsiteX2" fmla="*/ 1389707 w 1590004"/>
              <a:gd name="connsiteY2" fmla="*/ 1828060 h 1856950"/>
              <a:gd name="connsiteX3" fmla="*/ 0 w 1590004"/>
              <a:gd name="connsiteY3" fmla="*/ 1038202 h 1856950"/>
              <a:gd name="connsiteX4" fmla="*/ 0 w 1590004"/>
              <a:gd name="connsiteY4" fmla="*/ 1 h 1856950"/>
              <a:gd name="connsiteX0" fmla="*/ 0 w 1590004"/>
              <a:gd name="connsiteY0" fmla="*/ 0 h 1856949"/>
              <a:gd name="connsiteX1" fmla="*/ 1474918 w 1590004"/>
              <a:gd name="connsiteY1" fmla="*/ 1510891 h 1856949"/>
              <a:gd name="connsiteX2" fmla="*/ 1389707 w 1590004"/>
              <a:gd name="connsiteY2" fmla="*/ 1828059 h 1856949"/>
              <a:gd name="connsiteX3" fmla="*/ 0 w 1590004"/>
              <a:gd name="connsiteY3" fmla="*/ 1038201 h 1856949"/>
              <a:gd name="connsiteX4" fmla="*/ 0 w 1590004"/>
              <a:gd name="connsiteY4" fmla="*/ 0 h 1856949"/>
              <a:gd name="connsiteX0" fmla="*/ 0 w 1590004"/>
              <a:gd name="connsiteY0" fmla="*/ 0 h 1856949"/>
              <a:gd name="connsiteX1" fmla="*/ 1474918 w 1590004"/>
              <a:gd name="connsiteY1" fmla="*/ 1510891 h 1856949"/>
              <a:gd name="connsiteX2" fmla="*/ 1389707 w 1590004"/>
              <a:gd name="connsiteY2" fmla="*/ 1828059 h 1856949"/>
              <a:gd name="connsiteX3" fmla="*/ 0 w 1590004"/>
              <a:gd name="connsiteY3" fmla="*/ 1038201 h 1856949"/>
              <a:gd name="connsiteX4" fmla="*/ 0 w 1590004"/>
              <a:gd name="connsiteY4" fmla="*/ 0 h 1856949"/>
              <a:gd name="connsiteX0" fmla="*/ 0 w 1578629"/>
              <a:gd name="connsiteY0" fmla="*/ 0 h 1998064"/>
              <a:gd name="connsiteX1" fmla="*/ 1474918 w 1578629"/>
              <a:gd name="connsiteY1" fmla="*/ 1510891 h 1998064"/>
              <a:gd name="connsiteX2" fmla="*/ 1389707 w 1578629"/>
              <a:gd name="connsiteY2" fmla="*/ 1828059 h 1998064"/>
              <a:gd name="connsiteX3" fmla="*/ 0 w 1578629"/>
              <a:gd name="connsiteY3" fmla="*/ 1038201 h 1998064"/>
              <a:gd name="connsiteX4" fmla="*/ 0 w 1578629"/>
              <a:gd name="connsiteY4" fmla="*/ 0 h 1998064"/>
              <a:gd name="connsiteX0" fmla="*/ 0 w 1668424"/>
              <a:gd name="connsiteY0" fmla="*/ 0 h 2061602"/>
              <a:gd name="connsiteX1" fmla="*/ 1474918 w 1668424"/>
              <a:gd name="connsiteY1" fmla="*/ 1510891 h 2061602"/>
              <a:gd name="connsiteX2" fmla="*/ 1389707 w 1668424"/>
              <a:gd name="connsiteY2" fmla="*/ 1828059 h 2061602"/>
              <a:gd name="connsiteX3" fmla="*/ 0 w 1668424"/>
              <a:gd name="connsiteY3" fmla="*/ 1038201 h 2061602"/>
              <a:gd name="connsiteX4" fmla="*/ 0 w 1668424"/>
              <a:gd name="connsiteY4" fmla="*/ 0 h 2061602"/>
              <a:gd name="connsiteX0" fmla="*/ 0 w 1518418"/>
              <a:gd name="connsiteY0" fmla="*/ 0 h 1901450"/>
              <a:gd name="connsiteX1" fmla="*/ 1474918 w 1518418"/>
              <a:gd name="connsiteY1" fmla="*/ 1510891 h 1901450"/>
              <a:gd name="connsiteX2" fmla="*/ 1046807 w 1518418"/>
              <a:gd name="connsiteY2" fmla="*/ 1710584 h 1901450"/>
              <a:gd name="connsiteX3" fmla="*/ 0 w 1518418"/>
              <a:gd name="connsiteY3" fmla="*/ 1038201 h 1901450"/>
              <a:gd name="connsiteX4" fmla="*/ 0 w 1518418"/>
              <a:gd name="connsiteY4" fmla="*/ 0 h 1901450"/>
              <a:gd name="connsiteX0" fmla="*/ 0 w 1348602"/>
              <a:gd name="connsiteY0" fmla="*/ 0 h 1859716"/>
              <a:gd name="connsiteX1" fmla="*/ 1281243 w 1348602"/>
              <a:gd name="connsiteY1" fmla="*/ 1701391 h 1859716"/>
              <a:gd name="connsiteX2" fmla="*/ 1046807 w 1348602"/>
              <a:gd name="connsiteY2" fmla="*/ 1710584 h 1859716"/>
              <a:gd name="connsiteX3" fmla="*/ 0 w 1348602"/>
              <a:gd name="connsiteY3" fmla="*/ 1038201 h 1859716"/>
              <a:gd name="connsiteX4" fmla="*/ 0 w 1348602"/>
              <a:gd name="connsiteY4" fmla="*/ 0 h 1859716"/>
              <a:gd name="connsiteX0" fmla="*/ 0 w 1326827"/>
              <a:gd name="connsiteY0" fmla="*/ 0 h 1850244"/>
              <a:gd name="connsiteX1" fmla="*/ 1281243 w 1326827"/>
              <a:gd name="connsiteY1" fmla="*/ 1701391 h 1850244"/>
              <a:gd name="connsiteX2" fmla="*/ 1046807 w 1326827"/>
              <a:gd name="connsiteY2" fmla="*/ 1710584 h 1850244"/>
              <a:gd name="connsiteX3" fmla="*/ 0 w 1326827"/>
              <a:gd name="connsiteY3" fmla="*/ 1038201 h 1850244"/>
              <a:gd name="connsiteX4" fmla="*/ 0 w 1326827"/>
              <a:gd name="connsiteY4" fmla="*/ 0 h 1850244"/>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80841"/>
              <a:gd name="connsiteY0" fmla="*/ 0 h 2087190"/>
              <a:gd name="connsiteX1" fmla="*/ 1319343 w 1380841"/>
              <a:gd name="connsiteY1" fmla="*/ 1720441 h 2087190"/>
              <a:gd name="connsiteX2" fmla="*/ 1046807 w 1380841"/>
              <a:gd name="connsiteY2" fmla="*/ 1710584 h 2087190"/>
              <a:gd name="connsiteX3" fmla="*/ 0 w 1380841"/>
              <a:gd name="connsiteY3" fmla="*/ 1038201 h 2087190"/>
              <a:gd name="connsiteX4" fmla="*/ 0 w 1380841"/>
              <a:gd name="connsiteY4" fmla="*/ 0 h 2087190"/>
              <a:gd name="connsiteX0" fmla="*/ 0 w 1380841"/>
              <a:gd name="connsiteY0" fmla="*/ 0 h 2087190"/>
              <a:gd name="connsiteX1" fmla="*/ 1319343 w 1380841"/>
              <a:gd name="connsiteY1" fmla="*/ 1720441 h 2087190"/>
              <a:gd name="connsiteX2" fmla="*/ 1046807 w 1380841"/>
              <a:gd name="connsiteY2" fmla="*/ 1710584 h 2087190"/>
              <a:gd name="connsiteX3" fmla="*/ 0 w 1380841"/>
              <a:gd name="connsiteY3" fmla="*/ 1038201 h 2087190"/>
              <a:gd name="connsiteX4" fmla="*/ 0 w 1380841"/>
              <a:gd name="connsiteY4" fmla="*/ 0 h 2087190"/>
              <a:gd name="connsiteX0" fmla="*/ 0 w 1380841"/>
              <a:gd name="connsiteY0" fmla="*/ 0 h 2087190"/>
              <a:gd name="connsiteX1" fmla="*/ 1319343 w 1380841"/>
              <a:gd name="connsiteY1" fmla="*/ 1720441 h 2087190"/>
              <a:gd name="connsiteX2" fmla="*/ 1046807 w 1380841"/>
              <a:gd name="connsiteY2" fmla="*/ 1710584 h 2087190"/>
              <a:gd name="connsiteX3" fmla="*/ 0 w 1380841"/>
              <a:gd name="connsiteY3" fmla="*/ 1038201 h 2087190"/>
              <a:gd name="connsiteX4" fmla="*/ 0 w 1380841"/>
              <a:gd name="connsiteY4" fmla="*/ 0 h 2087190"/>
              <a:gd name="connsiteX0" fmla="*/ 0 w 1380841"/>
              <a:gd name="connsiteY0" fmla="*/ 20 h 2087210"/>
              <a:gd name="connsiteX1" fmla="*/ 1319343 w 1380841"/>
              <a:gd name="connsiteY1" fmla="*/ 1720461 h 2087210"/>
              <a:gd name="connsiteX2" fmla="*/ 1046807 w 1380841"/>
              <a:gd name="connsiteY2" fmla="*/ 1710604 h 2087210"/>
              <a:gd name="connsiteX3" fmla="*/ 0 w 1380841"/>
              <a:gd name="connsiteY3" fmla="*/ 1038221 h 2087210"/>
              <a:gd name="connsiteX4" fmla="*/ 0 w 1380841"/>
              <a:gd name="connsiteY4" fmla="*/ 20 h 2087210"/>
              <a:gd name="connsiteX0" fmla="*/ 0 w 1500298"/>
              <a:gd name="connsiteY0" fmla="*/ 18 h 2124713"/>
              <a:gd name="connsiteX1" fmla="*/ 1471743 w 1500298"/>
              <a:gd name="connsiteY1" fmla="*/ 2041134 h 2124713"/>
              <a:gd name="connsiteX2" fmla="*/ 1046807 w 1500298"/>
              <a:gd name="connsiteY2" fmla="*/ 1710602 h 2124713"/>
              <a:gd name="connsiteX3" fmla="*/ 0 w 1500298"/>
              <a:gd name="connsiteY3" fmla="*/ 1038219 h 2124713"/>
              <a:gd name="connsiteX4" fmla="*/ 0 w 1500298"/>
              <a:gd name="connsiteY4" fmla="*/ 18 h 2124713"/>
              <a:gd name="connsiteX0" fmla="*/ 0 w 1547515"/>
              <a:gd name="connsiteY0" fmla="*/ 18 h 2218694"/>
              <a:gd name="connsiteX1" fmla="*/ 1471743 w 1547515"/>
              <a:gd name="connsiteY1" fmla="*/ 2041134 h 2218694"/>
              <a:gd name="connsiteX2" fmla="*/ 1196032 w 1547515"/>
              <a:gd name="connsiteY2" fmla="*/ 1999527 h 2218694"/>
              <a:gd name="connsiteX3" fmla="*/ 0 w 1547515"/>
              <a:gd name="connsiteY3" fmla="*/ 1038219 h 2218694"/>
              <a:gd name="connsiteX4" fmla="*/ 0 w 1547515"/>
              <a:gd name="connsiteY4" fmla="*/ 18 h 2218694"/>
              <a:gd name="connsiteX0" fmla="*/ 0 w 1537701"/>
              <a:gd name="connsiteY0" fmla="*/ 18 h 2285617"/>
              <a:gd name="connsiteX1" fmla="*/ 1471743 w 1537701"/>
              <a:gd name="connsiteY1" fmla="*/ 2041134 h 2285617"/>
              <a:gd name="connsiteX2" fmla="*/ 1196032 w 1537701"/>
              <a:gd name="connsiteY2" fmla="*/ 1999527 h 2285617"/>
              <a:gd name="connsiteX3" fmla="*/ 0 w 1537701"/>
              <a:gd name="connsiteY3" fmla="*/ 1038219 h 2285617"/>
              <a:gd name="connsiteX4" fmla="*/ 0 w 1537701"/>
              <a:gd name="connsiteY4" fmla="*/ 18 h 2285617"/>
              <a:gd name="connsiteX0" fmla="*/ 0 w 1526033"/>
              <a:gd name="connsiteY0" fmla="*/ 18 h 2291774"/>
              <a:gd name="connsiteX1" fmla="*/ 1471743 w 1526033"/>
              <a:gd name="connsiteY1" fmla="*/ 2041134 h 2291774"/>
              <a:gd name="connsiteX2" fmla="*/ 1196032 w 1526033"/>
              <a:gd name="connsiteY2" fmla="*/ 1999527 h 2291774"/>
              <a:gd name="connsiteX3" fmla="*/ 0 w 1526033"/>
              <a:gd name="connsiteY3" fmla="*/ 1038219 h 2291774"/>
              <a:gd name="connsiteX4" fmla="*/ 0 w 1526033"/>
              <a:gd name="connsiteY4" fmla="*/ 18 h 2291774"/>
              <a:gd name="connsiteX0" fmla="*/ 0 w 1539364"/>
              <a:gd name="connsiteY0" fmla="*/ 18 h 2230153"/>
              <a:gd name="connsiteX1" fmla="*/ 1476506 w 1539364"/>
              <a:gd name="connsiteY1" fmla="*/ 2047484 h 2230153"/>
              <a:gd name="connsiteX2" fmla="*/ 1196032 w 1539364"/>
              <a:gd name="connsiteY2" fmla="*/ 1999527 h 2230153"/>
              <a:gd name="connsiteX3" fmla="*/ 0 w 1539364"/>
              <a:gd name="connsiteY3" fmla="*/ 1038219 h 2230153"/>
              <a:gd name="connsiteX4" fmla="*/ 0 w 1539364"/>
              <a:gd name="connsiteY4" fmla="*/ 18 h 2230153"/>
              <a:gd name="connsiteX0" fmla="*/ 0 w 1525568"/>
              <a:gd name="connsiteY0" fmla="*/ 18 h 2260650"/>
              <a:gd name="connsiteX1" fmla="*/ 1476506 w 1525568"/>
              <a:gd name="connsiteY1" fmla="*/ 2047484 h 2260650"/>
              <a:gd name="connsiteX2" fmla="*/ 1196032 w 1525568"/>
              <a:gd name="connsiteY2" fmla="*/ 1999527 h 2260650"/>
              <a:gd name="connsiteX3" fmla="*/ 0 w 1525568"/>
              <a:gd name="connsiteY3" fmla="*/ 1038219 h 2260650"/>
              <a:gd name="connsiteX4" fmla="*/ 0 w 1525568"/>
              <a:gd name="connsiteY4" fmla="*/ 18 h 2260650"/>
              <a:gd name="connsiteX0" fmla="*/ 0 w 1535588"/>
              <a:gd name="connsiteY0" fmla="*/ 18 h 2345333"/>
              <a:gd name="connsiteX1" fmla="*/ 1476506 w 1535588"/>
              <a:gd name="connsiteY1" fmla="*/ 2047484 h 2345333"/>
              <a:gd name="connsiteX2" fmla="*/ 1196032 w 1535588"/>
              <a:gd name="connsiteY2" fmla="*/ 1999527 h 2345333"/>
              <a:gd name="connsiteX3" fmla="*/ 0 w 1535588"/>
              <a:gd name="connsiteY3" fmla="*/ 1038219 h 2345333"/>
              <a:gd name="connsiteX4" fmla="*/ 0 w 1535588"/>
              <a:gd name="connsiteY4" fmla="*/ 18 h 2345333"/>
              <a:gd name="connsiteX0" fmla="*/ 0 w 1539364"/>
              <a:gd name="connsiteY0" fmla="*/ 18 h 2339807"/>
              <a:gd name="connsiteX1" fmla="*/ 1476506 w 1539364"/>
              <a:gd name="connsiteY1" fmla="*/ 2047484 h 2339807"/>
              <a:gd name="connsiteX2" fmla="*/ 1196032 w 1539364"/>
              <a:gd name="connsiteY2" fmla="*/ 1999527 h 2339807"/>
              <a:gd name="connsiteX3" fmla="*/ 0 w 1539364"/>
              <a:gd name="connsiteY3" fmla="*/ 1038219 h 2339807"/>
              <a:gd name="connsiteX4" fmla="*/ 0 w 1539364"/>
              <a:gd name="connsiteY4" fmla="*/ 18 h 2339807"/>
              <a:gd name="connsiteX0" fmla="*/ 0 w 1551187"/>
              <a:gd name="connsiteY0" fmla="*/ 18 h 2335934"/>
              <a:gd name="connsiteX1" fmla="*/ 1476506 w 1551187"/>
              <a:gd name="connsiteY1" fmla="*/ 2047484 h 2335934"/>
              <a:gd name="connsiteX2" fmla="*/ 1194444 w 1551187"/>
              <a:gd name="connsiteY2" fmla="*/ 2002702 h 2335934"/>
              <a:gd name="connsiteX3" fmla="*/ 0 w 1551187"/>
              <a:gd name="connsiteY3" fmla="*/ 1038219 h 2335934"/>
              <a:gd name="connsiteX4" fmla="*/ 0 w 1551187"/>
              <a:gd name="connsiteY4" fmla="*/ 18 h 2335934"/>
              <a:gd name="connsiteX0" fmla="*/ 0 w 1534954"/>
              <a:gd name="connsiteY0" fmla="*/ 18 h 2342235"/>
              <a:gd name="connsiteX1" fmla="*/ 1476506 w 1534954"/>
              <a:gd name="connsiteY1" fmla="*/ 2047484 h 2342235"/>
              <a:gd name="connsiteX2" fmla="*/ 1194444 w 1534954"/>
              <a:gd name="connsiteY2" fmla="*/ 2002702 h 2342235"/>
              <a:gd name="connsiteX3" fmla="*/ 0 w 1534954"/>
              <a:gd name="connsiteY3" fmla="*/ 1038219 h 2342235"/>
              <a:gd name="connsiteX4" fmla="*/ 0 w 1534954"/>
              <a:gd name="connsiteY4" fmla="*/ 18 h 2342235"/>
              <a:gd name="connsiteX0" fmla="*/ 0 w 1522191"/>
              <a:gd name="connsiteY0" fmla="*/ 18 h 2216999"/>
              <a:gd name="connsiteX1" fmla="*/ 1476506 w 1522191"/>
              <a:gd name="connsiteY1" fmla="*/ 2047484 h 2216999"/>
              <a:gd name="connsiteX2" fmla="*/ 1194444 w 1522191"/>
              <a:gd name="connsiteY2" fmla="*/ 2002702 h 2216999"/>
              <a:gd name="connsiteX3" fmla="*/ 651170 w 1522191"/>
              <a:gd name="connsiteY3" fmla="*/ 1387789 h 2216999"/>
              <a:gd name="connsiteX4" fmla="*/ 0 w 1522191"/>
              <a:gd name="connsiteY4" fmla="*/ 1038219 h 2216999"/>
              <a:gd name="connsiteX5" fmla="*/ 0 w 1522191"/>
              <a:gd name="connsiteY5" fmla="*/ 18 h 2216999"/>
              <a:gd name="connsiteX0" fmla="*/ 0 w 1522191"/>
              <a:gd name="connsiteY0" fmla="*/ 18 h 2216999"/>
              <a:gd name="connsiteX1" fmla="*/ 1476506 w 1522191"/>
              <a:gd name="connsiteY1" fmla="*/ 2047484 h 2216999"/>
              <a:gd name="connsiteX2" fmla="*/ 1194444 w 1522191"/>
              <a:gd name="connsiteY2" fmla="*/ 2002702 h 2216999"/>
              <a:gd name="connsiteX3" fmla="*/ 651170 w 1522191"/>
              <a:gd name="connsiteY3" fmla="*/ 1387789 h 2216999"/>
              <a:gd name="connsiteX4" fmla="*/ 0 w 1522191"/>
              <a:gd name="connsiteY4" fmla="*/ 1038219 h 2216999"/>
              <a:gd name="connsiteX5" fmla="*/ 0 w 1522191"/>
              <a:gd name="connsiteY5" fmla="*/ 18 h 2216999"/>
              <a:gd name="connsiteX0" fmla="*/ 0 w 1520978"/>
              <a:gd name="connsiteY0" fmla="*/ 18 h 2219435"/>
              <a:gd name="connsiteX1" fmla="*/ 1476506 w 1520978"/>
              <a:gd name="connsiteY1" fmla="*/ 2047484 h 2219435"/>
              <a:gd name="connsiteX2" fmla="*/ 1194444 w 1520978"/>
              <a:gd name="connsiteY2" fmla="*/ 2002702 h 2219435"/>
              <a:gd name="connsiteX3" fmla="*/ 728941 w 1520978"/>
              <a:gd name="connsiteY3" fmla="*/ 1328872 h 2219435"/>
              <a:gd name="connsiteX4" fmla="*/ 0 w 1520978"/>
              <a:gd name="connsiteY4" fmla="*/ 1038219 h 2219435"/>
              <a:gd name="connsiteX5" fmla="*/ 0 w 1520978"/>
              <a:gd name="connsiteY5" fmla="*/ 18 h 2219435"/>
              <a:gd name="connsiteX0" fmla="*/ 0 w 1520978"/>
              <a:gd name="connsiteY0" fmla="*/ 18 h 2219435"/>
              <a:gd name="connsiteX1" fmla="*/ 1476506 w 1520978"/>
              <a:gd name="connsiteY1" fmla="*/ 2047484 h 2219435"/>
              <a:gd name="connsiteX2" fmla="*/ 1194444 w 1520978"/>
              <a:gd name="connsiteY2" fmla="*/ 2002702 h 2219435"/>
              <a:gd name="connsiteX3" fmla="*/ 728941 w 1520978"/>
              <a:gd name="connsiteY3" fmla="*/ 1328872 h 2219435"/>
              <a:gd name="connsiteX4" fmla="*/ 0 w 1520978"/>
              <a:gd name="connsiteY4" fmla="*/ 1038219 h 2219435"/>
              <a:gd name="connsiteX5" fmla="*/ 0 w 1520978"/>
              <a:gd name="connsiteY5" fmla="*/ 18 h 2219435"/>
              <a:gd name="connsiteX0" fmla="*/ 0 w 1519890"/>
              <a:gd name="connsiteY0" fmla="*/ 18 h 2220026"/>
              <a:gd name="connsiteX1" fmla="*/ 1476506 w 1519890"/>
              <a:gd name="connsiteY1" fmla="*/ 2047484 h 2220026"/>
              <a:gd name="connsiteX2" fmla="*/ 1194444 w 1519890"/>
              <a:gd name="connsiteY2" fmla="*/ 2002702 h 2220026"/>
              <a:gd name="connsiteX3" fmla="*/ 801999 w 1519890"/>
              <a:gd name="connsiteY3" fmla="*/ 1314732 h 2220026"/>
              <a:gd name="connsiteX4" fmla="*/ 0 w 1519890"/>
              <a:gd name="connsiteY4" fmla="*/ 1038219 h 2220026"/>
              <a:gd name="connsiteX5" fmla="*/ 0 w 1519890"/>
              <a:gd name="connsiteY5" fmla="*/ 18 h 2220026"/>
              <a:gd name="connsiteX0" fmla="*/ 0 w 1517164"/>
              <a:gd name="connsiteY0" fmla="*/ 18 h 2237661"/>
              <a:gd name="connsiteX1" fmla="*/ 1476506 w 1517164"/>
              <a:gd name="connsiteY1" fmla="*/ 2047484 h 2237661"/>
              <a:gd name="connsiteX2" fmla="*/ 1194444 w 1517164"/>
              <a:gd name="connsiteY2" fmla="*/ 2002702 h 2237661"/>
              <a:gd name="connsiteX3" fmla="*/ 801999 w 1517164"/>
              <a:gd name="connsiteY3" fmla="*/ 1314732 h 2237661"/>
              <a:gd name="connsiteX4" fmla="*/ 0 w 1517164"/>
              <a:gd name="connsiteY4" fmla="*/ 1038219 h 2237661"/>
              <a:gd name="connsiteX5" fmla="*/ 0 w 1517164"/>
              <a:gd name="connsiteY5" fmla="*/ 18 h 2237661"/>
              <a:gd name="connsiteX0" fmla="*/ 0 w 1517164"/>
              <a:gd name="connsiteY0" fmla="*/ 2 h 2237645"/>
              <a:gd name="connsiteX1" fmla="*/ 1476506 w 1517164"/>
              <a:gd name="connsiteY1" fmla="*/ 2047468 h 2237645"/>
              <a:gd name="connsiteX2" fmla="*/ 1194444 w 1517164"/>
              <a:gd name="connsiteY2" fmla="*/ 2002686 h 2237645"/>
              <a:gd name="connsiteX3" fmla="*/ 801999 w 1517164"/>
              <a:gd name="connsiteY3" fmla="*/ 1314716 h 2237645"/>
              <a:gd name="connsiteX4" fmla="*/ 0 w 1517164"/>
              <a:gd name="connsiteY4" fmla="*/ 1038203 h 2237645"/>
              <a:gd name="connsiteX5" fmla="*/ 0 w 1517164"/>
              <a:gd name="connsiteY5" fmla="*/ 2 h 2237645"/>
              <a:gd name="connsiteX0" fmla="*/ 0 w 1674000"/>
              <a:gd name="connsiteY0" fmla="*/ 2 h 2563922"/>
              <a:gd name="connsiteX1" fmla="*/ 1476506 w 1674000"/>
              <a:gd name="connsiteY1" fmla="*/ 2047468 h 2563922"/>
              <a:gd name="connsiteX2" fmla="*/ 1194444 w 1674000"/>
              <a:gd name="connsiteY2" fmla="*/ 2002686 h 2563922"/>
              <a:gd name="connsiteX3" fmla="*/ 801999 w 1674000"/>
              <a:gd name="connsiteY3" fmla="*/ 1314716 h 2563922"/>
              <a:gd name="connsiteX4" fmla="*/ 0 w 1674000"/>
              <a:gd name="connsiteY4" fmla="*/ 1038203 h 2563922"/>
              <a:gd name="connsiteX5" fmla="*/ 0 w 1674000"/>
              <a:gd name="connsiteY5" fmla="*/ 2 h 2563922"/>
              <a:gd name="connsiteX0" fmla="*/ 0 w 1702487"/>
              <a:gd name="connsiteY0" fmla="*/ 2 h 2559136"/>
              <a:gd name="connsiteX1" fmla="*/ 1476506 w 1702487"/>
              <a:gd name="connsiteY1" fmla="*/ 2047468 h 2559136"/>
              <a:gd name="connsiteX2" fmla="*/ 1194444 w 1702487"/>
              <a:gd name="connsiteY2" fmla="*/ 2002686 h 2559136"/>
              <a:gd name="connsiteX3" fmla="*/ 0 w 1702487"/>
              <a:gd name="connsiteY3" fmla="*/ 1038203 h 2559136"/>
              <a:gd name="connsiteX4" fmla="*/ 0 w 1702487"/>
              <a:gd name="connsiteY4" fmla="*/ 2 h 255913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0 h 2583674"/>
              <a:gd name="connsiteX1" fmla="*/ 1476506 w 1682211"/>
              <a:gd name="connsiteY1" fmla="*/ 2047466 h 2583674"/>
              <a:gd name="connsiteX2" fmla="*/ 1194444 w 1682211"/>
              <a:gd name="connsiteY2" fmla="*/ 2002684 h 2583674"/>
              <a:gd name="connsiteX3" fmla="*/ 0 w 1682211"/>
              <a:gd name="connsiteY3" fmla="*/ 1038201 h 2583674"/>
              <a:gd name="connsiteX4" fmla="*/ 0 w 1682211"/>
              <a:gd name="connsiteY4" fmla="*/ 0 h 2583674"/>
              <a:gd name="connsiteX0" fmla="*/ 0 w 1682211"/>
              <a:gd name="connsiteY0" fmla="*/ 96 h 2583770"/>
              <a:gd name="connsiteX1" fmla="*/ 1476506 w 1682211"/>
              <a:gd name="connsiteY1" fmla="*/ 2047562 h 2583770"/>
              <a:gd name="connsiteX2" fmla="*/ 1194444 w 1682211"/>
              <a:gd name="connsiteY2" fmla="*/ 2002780 h 2583770"/>
              <a:gd name="connsiteX3" fmla="*/ 0 w 1682211"/>
              <a:gd name="connsiteY3" fmla="*/ 1038297 h 2583770"/>
              <a:gd name="connsiteX4" fmla="*/ 0 w 1682211"/>
              <a:gd name="connsiteY4" fmla="*/ 96 h 2583770"/>
              <a:gd name="connsiteX0" fmla="*/ 8467 w 1690678"/>
              <a:gd name="connsiteY0" fmla="*/ 96 h 2583770"/>
              <a:gd name="connsiteX1" fmla="*/ 1484973 w 1690678"/>
              <a:gd name="connsiteY1" fmla="*/ 2047562 h 2583770"/>
              <a:gd name="connsiteX2" fmla="*/ 1202911 w 1690678"/>
              <a:gd name="connsiteY2" fmla="*/ 2002780 h 2583770"/>
              <a:gd name="connsiteX3" fmla="*/ 0 w 1690678"/>
              <a:gd name="connsiteY3" fmla="*/ 1497613 h 2583770"/>
              <a:gd name="connsiteX4" fmla="*/ 8467 w 1690678"/>
              <a:gd name="connsiteY4" fmla="*/ 96 h 2583770"/>
              <a:gd name="connsiteX0" fmla="*/ 8467 w 1541861"/>
              <a:gd name="connsiteY0" fmla="*/ 57 h 2523227"/>
              <a:gd name="connsiteX1" fmla="*/ 1484973 w 1541861"/>
              <a:gd name="connsiteY1" fmla="*/ 2047523 h 2523227"/>
              <a:gd name="connsiteX2" fmla="*/ 1185977 w 1541861"/>
              <a:gd name="connsiteY2" fmla="*/ 2407025 h 2523227"/>
              <a:gd name="connsiteX3" fmla="*/ 0 w 1541861"/>
              <a:gd name="connsiteY3" fmla="*/ 1497574 h 2523227"/>
              <a:gd name="connsiteX4" fmla="*/ 8467 w 1541861"/>
              <a:gd name="connsiteY4" fmla="*/ 57 h 2523227"/>
              <a:gd name="connsiteX0" fmla="*/ 8467 w 1478900"/>
              <a:gd name="connsiteY0" fmla="*/ 49 h 2623067"/>
              <a:gd name="connsiteX1" fmla="*/ 1413007 w 1478900"/>
              <a:gd name="connsiteY1" fmla="*/ 2337498 h 2623067"/>
              <a:gd name="connsiteX2" fmla="*/ 1185977 w 1478900"/>
              <a:gd name="connsiteY2" fmla="*/ 2407017 h 2623067"/>
              <a:gd name="connsiteX3" fmla="*/ 0 w 1478900"/>
              <a:gd name="connsiteY3" fmla="*/ 1497566 h 2623067"/>
              <a:gd name="connsiteX4" fmla="*/ 8467 w 1478900"/>
              <a:gd name="connsiteY4" fmla="*/ 49 h 2623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8900" h="2623067">
                <a:moveTo>
                  <a:pt x="8467" y="49"/>
                </a:moveTo>
                <a:cubicBezTo>
                  <a:pt x="865999" y="-11161"/>
                  <a:pt x="1216755" y="1936337"/>
                  <a:pt x="1413007" y="2337498"/>
                </a:cubicBezTo>
                <a:cubicBezTo>
                  <a:pt x="1609259" y="2738659"/>
                  <a:pt x="1317179" y="2674670"/>
                  <a:pt x="1185977" y="2407017"/>
                </a:cubicBezTo>
                <a:cubicBezTo>
                  <a:pt x="741930" y="1501158"/>
                  <a:pt x="587930" y="1501409"/>
                  <a:pt x="0" y="1497566"/>
                </a:cubicBezTo>
                <a:cubicBezTo>
                  <a:pt x="2822" y="998394"/>
                  <a:pt x="5645" y="499221"/>
                  <a:pt x="8467" y="49"/>
                </a:cubicBezTo>
                <a:close/>
              </a:path>
            </a:pathLst>
          </a:cu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80" name="Ellipse 174">
            <a:extLst>
              <a:ext uri="{FF2B5EF4-FFF2-40B4-BE49-F238E27FC236}">
                <a16:creationId xmlns:a16="http://schemas.microsoft.com/office/drawing/2014/main" id="{08E00352-5B5E-8A99-D9F6-A1E4552D72DC}"/>
              </a:ext>
            </a:extLst>
          </p:cNvPr>
          <p:cNvSpPr/>
          <p:nvPr/>
        </p:nvSpPr>
        <p:spPr bwMode="gray">
          <a:xfrm>
            <a:off x="948848" y="1636173"/>
            <a:ext cx="2507998" cy="1497600"/>
          </a:xfrm>
          <a:prstGeom prst="rect">
            <a:avLst/>
          </a:prstGeom>
          <a:gradFill>
            <a:gsLst>
              <a:gs pos="95000">
                <a:srgbClr val="1DB8F2"/>
              </a:gs>
              <a:gs pos="5000">
                <a:srgbClr val="12ABDB">
                  <a:alpha val="0"/>
                </a:srgbClr>
              </a:gs>
            </a:gsLst>
            <a:lin ang="0" scaled="0"/>
          </a:gradFill>
          <a:ln w="12700">
            <a:noFill/>
            <a:miter lim="800000"/>
            <a:headEnd/>
            <a:tailEnd/>
          </a:ln>
          <a:effectLst/>
        </p:spPr>
        <p:txBody>
          <a:bodyPr lIns="72000" tIns="72000" rIns="0" bIns="72000" anchor="t" anchorCtr="0"/>
          <a:lstStyle/>
          <a:p>
            <a:pPr>
              <a:lnSpc>
                <a:spcPct val="95000"/>
              </a:lnSpc>
              <a:spcAft>
                <a:spcPts val="300"/>
              </a:spcAft>
              <a:buClr>
                <a:srgbClr val="808080"/>
              </a:buClr>
              <a:defRPr/>
            </a:pPr>
            <a:r>
              <a:rPr lang="en-US" sz="1400" b="1" cap="all">
                <a:solidFill>
                  <a:srgbClr val="FFFFFF"/>
                </a:solidFill>
                <a:cs typeface="Arial" charset="0"/>
              </a:rPr>
              <a:t>AI-Enabled dynamic organization</a:t>
            </a:r>
          </a:p>
        </p:txBody>
      </p:sp>
      <p:sp>
        <p:nvSpPr>
          <p:cNvPr id="81" name="TextBox 80">
            <a:extLst>
              <a:ext uri="{FF2B5EF4-FFF2-40B4-BE49-F238E27FC236}">
                <a16:creationId xmlns:a16="http://schemas.microsoft.com/office/drawing/2014/main" id="{77302CD0-8E01-137F-B317-C2C3C2E9CF0E}"/>
              </a:ext>
            </a:extLst>
          </p:cNvPr>
          <p:cNvSpPr txBox="1"/>
          <p:nvPr/>
        </p:nvSpPr>
        <p:spPr>
          <a:xfrm>
            <a:off x="631412" y="2251757"/>
            <a:ext cx="2866804" cy="961795"/>
          </a:xfrm>
          <a:prstGeom prst="rect">
            <a:avLst/>
          </a:prstGeom>
          <a:noFill/>
        </p:spPr>
        <p:txBody>
          <a:bodyPr wrap="square" lIns="108000" tIns="72000" bIns="72000">
            <a:noAutofit/>
          </a:bodyPr>
          <a:lstStyle/>
          <a:p>
            <a:pPr fontAlgn="base">
              <a:spcBef>
                <a:spcPct val="0"/>
              </a:spcBef>
              <a:spcAft>
                <a:spcPts val="600"/>
              </a:spcAft>
              <a:buClr>
                <a:srgbClr val="00ADEF"/>
              </a:buClr>
              <a:defRPr/>
            </a:pPr>
            <a:r>
              <a:rPr lang="en-US" sz="1200" spc="3">
                <a:solidFill>
                  <a:schemeClr val="bg1"/>
                </a:solidFill>
                <a:ea typeface="Verdana" panose="020B0604030504040204" pitchFamily="34" charset="0"/>
                <a:cs typeface="Verdana" panose="020B0604030504040204" pitchFamily="34" charset="0"/>
                <a:sym typeface="Ubuntu" panose="020B0504030602030204" pitchFamily="34" charset="0"/>
              </a:rPr>
              <a:t>Modular and cross-functional structure that leverages AI to accelerate product development and enhance adaptability.</a:t>
            </a:r>
          </a:p>
        </p:txBody>
      </p:sp>
      <p:sp>
        <p:nvSpPr>
          <p:cNvPr id="82" name="Ellipse 174">
            <a:extLst>
              <a:ext uri="{FF2B5EF4-FFF2-40B4-BE49-F238E27FC236}">
                <a16:creationId xmlns:a16="http://schemas.microsoft.com/office/drawing/2014/main" id="{2E0B618A-70F5-3186-47F9-72A4D8A95BC8}"/>
              </a:ext>
            </a:extLst>
          </p:cNvPr>
          <p:cNvSpPr/>
          <p:nvPr/>
        </p:nvSpPr>
        <p:spPr bwMode="gray">
          <a:xfrm>
            <a:off x="948846" y="4963926"/>
            <a:ext cx="2511899" cy="1496046"/>
          </a:xfrm>
          <a:prstGeom prst="rect">
            <a:avLst/>
          </a:prstGeom>
          <a:gradFill>
            <a:gsLst>
              <a:gs pos="95000">
                <a:schemeClr val="accent3">
                  <a:lumMod val="25000"/>
                </a:schemeClr>
              </a:gs>
              <a:gs pos="5000">
                <a:srgbClr val="2B0A3D">
                  <a:alpha val="0"/>
                </a:srgbClr>
              </a:gs>
            </a:gsLst>
            <a:lin ang="0" scaled="0"/>
          </a:gradFill>
          <a:ln w="12700">
            <a:noFill/>
            <a:miter lim="800000"/>
            <a:headEnd/>
            <a:tailEnd/>
          </a:ln>
          <a:effectLst/>
        </p:spPr>
        <p:txBody>
          <a:bodyPr lIns="72000" tIns="72000" rIns="108000" bIns="72000" anchor="t" anchorCtr="0"/>
          <a:lstStyle/>
          <a:p>
            <a:pPr>
              <a:lnSpc>
                <a:spcPct val="95000"/>
              </a:lnSpc>
              <a:spcAft>
                <a:spcPts val="300"/>
              </a:spcAft>
              <a:buClr>
                <a:srgbClr val="808080"/>
              </a:buClr>
              <a:defRPr/>
            </a:pPr>
            <a:r>
              <a:rPr lang="en-US" sz="1400" b="1" cap="all">
                <a:solidFill>
                  <a:srgbClr val="FFFFFF"/>
                </a:solidFill>
                <a:cs typeface="Arial" charset="0"/>
              </a:rPr>
              <a:t>Hyper-automated workflows</a:t>
            </a:r>
          </a:p>
        </p:txBody>
      </p:sp>
      <p:sp>
        <p:nvSpPr>
          <p:cNvPr id="83" name="TextBox 82">
            <a:extLst>
              <a:ext uri="{FF2B5EF4-FFF2-40B4-BE49-F238E27FC236}">
                <a16:creationId xmlns:a16="http://schemas.microsoft.com/office/drawing/2014/main" id="{B5C63153-C14E-3F48-262F-0FA289CCAF83}"/>
              </a:ext>
            </a:extLst>
          </p:cNvPr>
          <p:cNvSpPr txBox="1"/>
          <p:nvPr/>
        </p:nvSpPr>
        <p:spPr>
          <a:xfrm>
            <a:off x="634263" y="5550665"/>
            <a:ext cx="2609520" cy="961200"/>
          </a:xfrm>
          <a:prstGeom prst="rect">
            <a:avLst/>
          </a:prstGeom>
          <a:noFill/>
        </p:spPr>
        <p:txBody>
          <a:bodyPr wrap="square" lIns="108000" tIns="72000" bIns="72000">
            <a:noAutofit/>
          </a:bodyPr>
          <a:lstStyle/>
          <a:p>
            <a:pPr fontAlgn="base">
              <a:spcBef>
                <a:spcPct val="0"/>
              </a:spcBef>
              <a:buClr>
                <a:srgbClr val="00ADEF"/>
              </a:buClr>
              <a:defRPr/>
            </a:pPr>
            <a:r>
              <a:rPr lang="en-US" sz="1200" spc="3">
                <a:solidFill>
                  <a:schemeClr val="bg1"/>
                </a:solidFill>
                <a:ea typeface="Verdana" panose="020B0604030504040204" pitchFamily="34" charset="0"/>
                <a:cs typeface="Verdana" panose="020B0604030504040204" pitchFamily="34" charset="0"/>
                <a:sym typeface="Ubuntu" panose="020B0504030602030204" pitchFamily="34" charset="0"/>
              </a:rPr>
              <a:t>AI is used not only at repetitive tasks but also complex, cognitive processes. Workflows are dynamically optimized through AI.</a:t>
            </a:r>
          </a:p>
        </p:txBody>
      </p:sp>
      <p:sp>
        <p:nvSpPr>
          <p:cNvPr id="84" name="Rectangle: Rounded Corners 83">
            <a:extLst>
              <a:ext uri="{FF2B5EF4-FFF2-40B4-BE49-F238E27FC236}">
                <a16:creationId xmlns:a16="http://schemas.microsoft.com/office/drawing/2014/main" id="{6049FF0A-0190-1215-EDEA-3DF65E061813}"/>
              </a:ext>
            </a:extLst>
          </p:cNvPr>
          <p:cNvSpPr/>
          <p:nvPr/>
        </p:nvSpPr>
        <p:spPr>
          <a:xfrm>
            <a:off x="661513" y="1738344"/>
            <a:ext cx="288000" cy="288000"/>
          </a:xfrm>
          <a:prstGeom prst="roundRect">
            <a:avLst/>
          </a:prstGeom>
          <a:gradFill flip="none" rotWithShape="1">
            <a:gsLst>
              <a:gs pos="95000">
                <a:srgbClr val="12ABDB"/>
              </a:gs>
              <a:gs pos="0">
                <a:schemeClr val="accent2">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t>1</a:t>
            </a:r>
          </a:p>
        </p:txBody>
      </p:sp>
      <p:sp>
        <p:nvSpPr>
          <p:cNvPr id="85" name="Rectangle: Rounded Corners 84">
            <a:extLst>
              <a:ext uri="{FF2B5EF4-FFF2-40B4-BE49-F238E27FC236}">
                <a16:creationId xmlns:a16="http://schemas.microsoft.com/office/drawing/2014/main" id="{8A9AD427-3120-210D-AB13-E37231598B81}"/>
              </a:ext>
            </a:extLst>
          </p:cNvPr>
          <p:cNvSpPr/>
          <p:nvPr/>
        </p:nvSpPr>
        <p:spPr>
          <a:xfrm>
            <a:off x="661513" y="5069788"/>
            <a:ext cx="288000" cy="288000"/>
          </a:xfrm>
          <a:prstGeom prst="roundRect">
            <a:avLst/>
          </a:prstGeom>
          <a:gradFill flip="none" rotWithShape="1">
            <a:gsLst>
              <a:gs pos="100000">
                <a:schemeClr val="accent3">
                  <a:lumMod val="90000"/>
                  <a:lumOff val="10000"/>
                </a:schemeClr>
              </a:gs>
              <a:gs pos="0">
                <a:srgbClr val="240834">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t>3</a:t>
            </a:r>
          </a:p>
        </p:txBody>
      </p:sp>
      <p:sp>
        <p:nvSpPr>
          <p:cNvPr id="86" name="TextBox 85">
            <a:extLst>
              <a:ext uri="{FF2B5EF4-FFF2-40B4-BE49-F238E27FC236}">
                <a16:creationId xmlns:a16="http://schemas.microsoft.com/office/drawing/2014/main" id="{E647146E-A8CB-71DE-8731-E679DFDDB220}"/>
              </a:ext>
            </a:extLst>
          </p:cNvPr>
          <p:cNvSpPr txBox="1"/>
          <p:nvPr/>
        </p:nvSpPr>
        <p:spPr>
          <a:xfrm>
            <a:off x="8664524" y="2062849"/>
            <a:ext cx="2076168" cy="253916"/>
          </a:xfrm>
          <a:prstGeom prst="rect">
            <a:avLst/>
          </a:prstGeom>
          <a:noFill/>
        </p:spPr>
        <p:txBody>
          <a:bodyPr wrap="square" rtlCol="0" anchor="ctr">
            <a:spAutoFit/>
          </a:bodyPr>
          <a:lstStyle/>
          <a:p>
            <a:pPr algn="ctr"/>
            <a:r>
              <a:rPr lang="en-US" sz="1050" i="1">
                <a:solidFill>
                  <a:schemeClr val="bg1"/>
                </a:solidFill>
              </a:rPr>
              <a:t>Unlocking intelligent growth….</a:t>
            </a:r>
          </a:p>
        </p:txBody>
      </p:sp>
      <p:grpSp>
        <p:nvGrpSpPr>
          <p:cNvPr id="87" name="Group 86">
            <a:extLst>
              <a:ext uri="{FF2B5EF4-FFF2-40B4-BE49-F238E27FC236}">
                <a16:creationId xmlns:a16="http://schemas.microsoft.com/office/drawing/2014/main" id="{7FFA0D67-FC76-8362-FB8E-B1A939C8D7AD}"/>
              </a:ext>
            </a:extLst>
          </p:cNvPr>
          <p:cNvGrpSpPr/>
          <p:nvPr/>
        </p:nvGrpSpPr>
        <p:grpSpPr>
          <a:xfrm>
            <a:off x="5271411" y="2684542"/>
            <a:ext cx="2723019" cy="2723019"/>
            <a:chOff x="3709612" y="1556788"/>
            <a:chExt cx="4653103" cy="4908529"/>
          </a:xfrm>
        </p:grpSpPr>
        <p:sp>
          <p:nvSpPr>
            <p:cNvPr id="88" name="Oval 107">
              <a:extLst>
                <a:ext uri="{FF2B5EF4-FFF2-40B4-BE49-F238E27FC236}">
                  <a16:creationId xmlns:a16="http://schemas.microsoft.com/office/drawing/2014/main" id="{5C5FF26E-393F-F641-FD34-8ABCA7670167}"/>
                </a:ext>
              </a:extLst>
            </p:cNvPr>
            <p:cNvSpPr/>
            <p:nvPr/>
          </p:nvSpPr>
          <p:spPr>
            <a:xfrm rot="1864652">
              <a:off x="4016123" y="1980489"/>
              <a:ext cx="4146423" cy="4176520"/>
            </a:xfrm>
            <a:prstGeom prst="ellipse">
              <a:avLst/>
            </a:prstGeom>
            <a:solidFill>
              <a:srgbClr val="27293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5453" tIns="37725" rIns="75453" bIns="3772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89" name="Freeform 26">
              <a:extLst>
                <a:ext uri="{FF2B5EF4-FFF2-40B4-BE49-F238E27FC236}">
                  <a16:creationId xmlns:a16="http://schemas.microsoft.com/office/drawing/2014/main" id="{0F9C13A9-897A-ED86-0C2A-C039AC86A92B}"/>
                </a:ext>
              </a:extLst>
            </p:cNvPr>
            <p:cNvSpPr>
              <a:spLocks noEditPoints="1"/>
            </p:cNvSpPr>
            <p:nvPr/>
          </p:nvSpPr>
          <p:spPr bwMode="auto">
            <a:xfrm rot="1864652">
              <a:off x="3797384" y="4216053"/>
              <a:ext cx="3685468" cy="1999728"/>
            </a:xfrm>
            <a:custGeom>
              <a:avLst/>
              <a:gdLst>
                <a:gd name="T0" fmla="*/ 1017 w 1018"/>
                <a:gd name="T1" fmla="*/ 60 h 547"/>
                <a:gd name="T2" fmla="*/ 1017 w 1018"/>
                <a:gd name="T3" fmla="*/ 61 h 547"/>
                <a:gd name="T4" fmla="*/ 1017 w 1018"/>
                <a:gd name="T5" fmla="*/ 61 h 547"/>
                <a:gd name="T6" fmla="*/ 1017 w 1018"/>
                <a:gd name="T7" fmla="*/ 60 h 547"/>
                <a:gd name="T8" fmla="*/ 1018 w 1018"/>
                <a:gd name="T9" fmla="*/ 56 h 547"/>
                <a:gd name="T10" fmla="*/ 1017 w 1018"/>
                <a:gd name="T11" fmla="*/ 59 h 547"/>
                <a:gd name="T12" fmla="*/ 1017 w 1018"/>
                <a:gd name="T13" fmla="*/ 60 h 547"/>
                <a:gd name="T14" fmla="*/ 1018 w 1018"/>
                <a:gd name="T15" fmla="*/ 56 h 547"/>
                <a:gd name="T16" fmla="*/ 697 w 1018"/>
                <a:gd name="T17" fmla="*/ 0 h 547"/>
                <a:gd name="T18" fmla="*/ 696 w 1018"/>
                <a:gd name="T19" fmla="*/ 14 h 547"/>
                <a:gd name="T20" fmla="*/ 705 w 1018"/>
                <a:gd name="T21" fmla="*/ 74 h 547"/>
                <a:gd name="T22" fmla="*/ 913 w 1018"/>
                <a:gd name="T23" fmla="*/ 173 h 547"/>
                <a:gd name="T24" fmla="*/ 1003 w 1018"/>
                <a:gd name="T25" fmla="*/ 97 h 547"/>
                <a:gd name="T26" fmla="*/ 1017 w 1018"/>
                <a:gd name="T27" fmla="*/ 61 h 547"/>
                <a:gd name="T28" fmla="*/ 999 w 1018"/>
                <a:gd name="T29" fmla="*/ 126 h 547"/>
                <a:gd name="T30" fmla="*/ 672 w 1018"/>
                <a:gd name="T31" fmla="*/ 474 h 547"/>
                <a:gd name="T32" fmla="*/ 649 w 1018"/>
                <a:gd name="T33" fmla="*/ 483 h 547"/>
                <a:gd name="T34" fmla="*/ 649 w 1018"/>
                <a:gd name="T35" fmla="*/ 483 h 547"/>
                <a:gd name="T36" fmla="*/ 644 w 1018"/>
                <a:gd name="T37" fmla="*/ 485 h 547"/>
                <a:gd name="T38" fmla="*/ 628 w 1018"/>
                <a:gd name="T39" fmla="*/ 490 h 547"/>
                <a:gd name="T40" fmla="*/ 639 w 1018"/>
                <a:gd name="T41" fmla="*/ 486 h 547"/>
                <a:gd name="T42" fmla="*/ 639 w 1018"/>
                <a:gd name="T43" fmla="*/ 486 h 547"/>
                <a:gd name="T44" fmla="*/ 616 w 1018"/>
                <a:gd name="T45" fmla="*/ 494 h 547"/>
                <a:gd name="T46" fmla="*/ 113 w 1018"/>
                <a:gd name="T47" fmla="*/ 408 h 547"/>
                <a:gd name="T48" fmla="*/ 95 w 1018"/>
                <a:gd name="T49" fmla="*/ 394 h 547"/>
                <a:gd name="T50" fmla="*/ 87 w 1018"/>
                <a:gd name="T51" fmla="*/ 388 h 547"/>
                <a:gd name="T52" fmla="*/ 30 w 1018"/>
                <a:gd name="T53" fmla="*/ 312 h 547"/>
                <a:gd name="T54" fmla="*/ 130 w 1018"/>
                <a:gd name="T55" fmla="*/ 104 h 547"/>
                <a:gd name="T56" fmla="*/ 265 w 1018"/>
                <a:gd name="T57" fmla="*/ 116 h 547"/>
                <a:gd name="T58" fmla="*/ 278 w 1018"/>
                <a:gd name="T59" fmla="*/ 125 h 547"/>
                <a:gd name="T60" fmla="*/ 282 w 1018"/>
                <a:gd name="T61" fmla="*/ 128 h 547"/>
                <a:gd name="T62" fmla="*/ 511 w 1018"/>
                <a:gd name="T63" fmla="*/ 187 h 547"/>
                <a:gd name="T64" fmla="*/ 519 w 1018"/>
                <a:gd name="T65" fmla="*/ 184 h 547"/>
                <a:gd name="T66" fmla="*/ 519 w 1018"/>
                <a:gd name="T67" fmla="*/ 184 h 547"/>
                <a:gd name="T68" fmla="*/ 536 w 1018"/>
                <a:gd name="T69" fmla="*/ 179 h 547"/>
                <a:gd name="T70" fmla="*/ 697 w 1018"/>
                <a:gd name="T71" fmla="*/ 4 h 547"/>
                <a:gd name="T72" fmla="*/ 697 w 1018"/>
                <a:gd name="T73" fmla="*/ 0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18" h="547">
                  <a:moveTo>
                    <a:pt x="1017" y="60"/>
                  </a:moveTo>
                  <a:cubicBezTo>
                    <a:pt x="1017" y="61"/>
                    <a:pt x="1017" y="61"/>
                    <a:pt x="1017" y="61"/>
                  </a:cubicBezTo>
                  <a:cubicBezTo>
                    <a:pt x="1017" y="61"/>
                    <a:pt x="1017" y="61"/>
                    <a:pt x="1017" y="61"/>
                  </a:cubicBezTo>
                  <a:cubicBezTo>
                    <a:pt x="1017" y="60"/>
                    <a:pt x="1017" y="60"/>
                    <a:pt x="1017" y="60"/>
                  </a:cubicBezTo>
                  <a:close/>
                  <a:moveTo>
                    <a:pt x="1018" y="56"/>
                  </a:moveTo>
                  <a:cubicBezTo>
                    <a:pt x="1017" y="59"/>
                    <a:pt x="1017" y="59"/>
                    <a:pt x="1017" y="59"/>
                  </a:cubicBezTo>
                  <a:cubicBezTo>
                    <a:pt x="1017" y="60"/>
                    <a:pt x="1017" y="60"/>
                    <a:pt x="1017" y="60"/>
                  </a:cubicBezTo>
                  <a:cubicBezTo>
                    <a:pt x="1018" y="56"/>
                    <a:pt x="1018" y="56"/>
                    <a:pt x="1018" y="56"/>
                  </a:cubicBezTo>
                  <a:close/>
                  <a:moveTo>
                    <a:pt x="697" y="0"/>
                  </a:moveTo>
                  <a:cubicBezTo>
                    <a:pt x="696" y="14"/>
                    <a:pt x="696" y="14"/>
                    <a:pt x="696" y="14"/>
                  </a:cubicBezTo>
                  <a:cubicBezTo>
                    <a:pt x="695" y="33"/>
                    <a:pt x="698" y="54"/>
                    <a:pt x="705" y="74"/>
                  </a:cubicBezTo>
                  <a:cubicBezTo>
                    <a:pt x="735" y="159"/>
                    <a:pt x="828" y="203"/>
                    <a:pt x="913" y="173"/>
                  </a:cubicBezTo>
                  <a:cubicBezTo>
                    <a:pt x="953" y="159"/>
                    <a:pt x="984" y="131"/>
                    <a:pt x="1003" y="97"/>
                  </a:cubicBezTo>
                  <a:cubicBezTo>
                    <a:pt x="1017" y="61"/>
                    <a:pt x="1017" y="61"/>
                    <a:pt x="1017" y="61"/>
                  </a:cubicBezTo>
                  <a:cubicBezTo>
                    <a:pt x="999" y="126"/>
                    <a:pt x="999" y="126"/>
                    <a:pt x="999" y="126"/>
                  </a:cubicBezTo>
                  <a:cubicBezTo>
                    <a:pt x="947" y="279"/>
                    <a:pt x="831" y="409"/>
                    <a:pt x="672" y="474"/>
                  </a:cubicBezTo>
                  <a:cubicBezTo>
                    <a:pt x="649" y="483"/>
                    <a:pt x="649" y="483"/>
                    <a:pt x="649" y="483"/>
                  </a:cubicBezTo>
                  <a:cubicBezTo>
                    <a:pt x="649" y="483"/>
                    <a:pt x="649" y="483"/>
                    <a:pt x="649" y="483"/>
                  </a:cubicBezTo>
                  <a:cubicBezTo>
                    <a:pt x="644" y="485"/>
                    <a:pt x="644" y="485"/>
                    <a:pt x="644" y="485"/>
                  </a:cubicBezTo>
                  <a:cubicBezTo>
                    <a:pt x="628" y="490"/>
                    <a:pt x="628" y="490"/>
                    <a:pt x="628" y="490"/>
                  </a:cubicBezTo>
                  <a:cubicBezTo>
                    <a:pt x="639" y="486"/>
                    <a:pt x="639" y="486"/>
                    <a:pt x="639" y="486"/>
                  </a:cubicBezTo>
                  <a:cubicBezTo>
                    <a:pt x="639" y="486"/>
                    <a:pt x="639" y="486"/>
                    <a:pt x="639" y="486"/>
                  </a:cubicBezTo>
                  <a:cubicBezTo>
                    <a:pt x="616" y="494"/>
                    <a:pt x="616" y="494"/>
                    <a:pt x="616" y="494"/>
                  </a:cubicBezTo>
                  <a:cubicBezTo>
                    <a:pt x="439" y="547"/>
                    <a:pt x="254" y="510"/>
                    <a:pt x="113" y="408"/>
                  </a:cubicBezTo>
                  <a:cubicBezTo>
                    <a:pt x="95" y="394"/>
                    <a:pt x="95" y="394"/>
                    <a:pt x="95" y="394"/>
                  </a:cubicBezTo>
                  <a:cubicBezTo>
                    <a:pt x="87" y="388"/>
                    <a:pt x="87" y="388"/>
                    <a:pt x="87" y="388"/>
                  </a:cubicBezTo>
                  <a:cubicBezTo>
                    <a:pt x="62" y="370"/>
                    <a:pt x="41" y="343"/>
                    <a:pt x="30" y="312"/>
                  </a:cubicBezTo>
                  <a:cubicBezTo>
                    <a:pt x="0" y="227"/>
                    <a:pt x="45" y="134"/>
                    <a:pt x="130" y="104"/>
                  </a:cubicBezTo>
                  <a:cubicBezTo>
                    <a:pt x="176" y="87"/>
                    <a:pt x="225" y="93"/>
                    <a:pt x="265" y="116"/>
                  </a:cubicBezTo>
                  <a:cubicBezTo>
                    <a:pt x="278" y="125"/>
                    <a:pt x="278" y="125"/>
                    <a:pt x="278" y="125"/>
                  </a:cubicBezTo>
                  <a:cubicBezTo>
                    <a:pt x="282" y="128"/>
                    <a:pt x="282" y="128"/>
                    <a:pt x="282" y="128"/>
                  </a:cubicBezTo>
                  <a:cubicBezTo>
                    <a:pt x="343" y="183"/>
                    <a:pt x="428" y="207"/>
                    <a:pt x="511" y="187"/>
                  </a:cubicBezTo>
                  <a:cubicBezTo>
                    <a:pt x="519" y="184"/>
                    <a:pt x="519" y="184"/>
                    <a:pt x="519" y="184"/>
                  </a:cubicBezTo>
                  <a:cubicBezTo>
                    <a:pt x="519" y="184"/>
                    <a:pt x="519" y="184"/>
                    <a:pt x="519" y="184"/>
                  </a:cubicBezTo>
                  <a:cubicBezTo>
                    <a:pt x="536" y="179"/>
                    <a:pt x="536" y="179"/>
                    <a:pt x="536" y="179"/>
                  </a:cubicBezTo>
                  <a:cubicBezTo>
                    <a:pt x="618" y="150"/>
                    <a:pt x="676" y="83"/>
                    <a:pt x="697" y="4"/>
                  </a:cubicBezTo>
                  <a:lnTo>
                    <a:pt x="697" y="0"/>
                  </a:lnTo>
                  <a:close/>
                </a:path>
              </a:pathLst>
            </a:custGeom>
            <a:gradFill>
              <a:gsLst>
                <a:gs pos="100000">
                  <a:schemeClr val="accent3">
                    <a:lumMod val="25000"/>
                  </a:schemeClr>
                </a:gs>
                <a:gs pos="0">
                  <a:schemeClr val="accent3">
                    <a:lumMod val="25000"/>
                  </a:schemeClr>
                </a:gs>
              </a:gsLst>
              <a:lin ang="0" scaled="0"/>
            </a:gradFill>
            <a:ln w="77626">
              <a:solidFill>
                <a:srgbClr val="111937"/>
              </a:solidFill>
              <a:round/>
              <a:headEnd/>
              <a:tailEnd/>
            </a:ln>
          </p:spPr>
          <p:txBody>
            <a:bodyPr vert="horz" wrap="square" lIns="93149" tIns="46575" rIns="93149" bIns="4657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90" name="Freeform 27">
              <a:extLst>
                <a:ext uri="{FF2B5EF4-FFF2-40B4-BE49-F238E27FC236}">
                  <a16:creationId xmlns:a16="http://schemas.microsoft.com/office/drawing/2014/main" id="{32EA6B74-2DCA-27C2-8876-2C05F58C566E}"/>
                </a:ext>
              </a:extLst>
            </p:cNvPr>
            <p:cNvSpPr>
              <a:spLocks noEditPoints="1"/>
            </p:cNvSpPr>
            <p:nvPr/>
          </p:nvSpPr>
          <p:spPr bwMode="auto">
            <a:xfrm rot="1864652">
              <a:off x="5570274" y="2424131"/>
              <a:ext cx="2792441" cy="3075432"/>
            </a:xfrm>
            <a:custGeom>
              <a:avLst/>
              <a:gdLst>
                <a:gd name="T0" fmla="*/ 474 w 772"/>
                <a:gd name="T1" fmla="*/ 425 h 841"/>
                <a:gd name="T2" fmla="*/ 474 w 772"/>
                <a:gd name="T3" fmla="*/ 425 h 841"/>
                <a:gd name="T4" fmla="*/ 368 w 772"/>
                <a:gd name="T5" fmla="*/ 400 h 841"/>
                <a:gd name="T6" fmla="*/ 374 w 772"/>
                <a:gd name="T7" fmla="*/ 404 h 841"/>
                <a:gd name="T8" fmla="*/ 377 w 772"/>
                <a:gd name="T9" fmla="*/ 406 h 841"/>
                <a:gd name="T10" fmla="*/ 368 w 772"/>
                <a:gd name="T11" fmla="*/ 400 h 841"/>
                <a:gd name="T12" fmla="*/ 201 w 772"/>
                <a:gd name="T13" fmla="*/ 1 h 841"/>
                <a:gd name="T14" fmla="*/ 553 w 772"/>
                <a:gd name="T15" fmla="*/ 132 h 841"/>
                <a:gd name="T16" fmla="*/ 559 w 772"/>
                <a:gd name="T17" fmla="*/ 136 h 841"/>
                <a:gd name="T18" fmla="*/ 558 w 772"/>
                <a:gd name="T19" fmla="*/ 137 h 841"/>
                <a:gd name="T20" fmla="*/ 576 w 772"/>
                <a:gd name="T21" fmla="*/ 153 h 841"/>
                <a:gd name="T22" fmla="*/ 566 w 772"/>
                <a:gd name="T23" fmla="*/ 144 h 841"/>
                <a:gd name="T24" fmla="*/ 567 w 772"/>
                <a:gd name="T25" fmla="*/ 143 h 841"/>
                <a:gd name="T26" fmla="*/ 574 w 772"/>
                <a:gd name="T27" fmla="*/ 150 h 841"/>
                <a:gd name="T28" fmla="*/ 732 w 772"/>
                <a:gd name="T29" fmla="*/ 386 h 841"/>
                <a:gd name="T30" fmla="*/ 757 w 772"/>
                <a:gd name="T31" fmla="*/ 669 h 841"/>
                <a:gd name="T32" fmla="*/ 755 w 772"/>
                <a:gd name="T33" fmla="*/ 679 h 841"/>
                <a:gd name="T34" fmla="*/ 755 w 772"/>
                <a:gd name="T35" fmla="*/ 679 h 841"/>
                <a:gd name="T36" fmla="*/ 755 w 772"/>
                <a:gd name="T37" fmla="*/ 683 h 841"/>
                <a:gd name="T38" fmla="*/ 648 w 772"/>
                <a:gd name="T39" fmla="*/ 811 h 841"/>
                <a:gd name="T40" fmla="*/ 440 w 772"/>
                <a:gd name="T41" fmla="*/ 712 h 841"/>
                <a:gd name="T42" fmla="*/ 431 w 772"/>
                <a:gd name="T43" fmla="*/ 652 h 841"/>
                <a:gd name="T44" fmla="*/ 432 w 772"/>
                <a:gd name="T45" fmla="*/ 638 h 841"/>
                <a:gd name="T46" fmla="*/ 437 w 772"/>
                <a:gd name="T47" fmla="*/ 618 h 841"/>
                <a:gd name="T48" fmla="*/ 425 w 772"/>
                <a:gd name="T49" fmla="*/ 495 h 841"/>
                <a:gd name="T50" fmla="*/ 374 w 772"/>
                <a:gd name="T51" fmla="*/ 408 h 841"/>
                <a:gd name="T52" fmla="*/ 363 w 772"/>
                <a:gd name="T53" fmla="*/ 397 h 841"/>
                <a:gd name="T54" fmla="*/ 363 w 772"/>
                <a:gd name="T55" fmla="*/ 397 h 841"/>
                <a:gd name="T56" fmla="*/ 356 w 772"/>
                <a:gd name="T57" fmla="*/ 391 h 841"/>
                <a:gd name="T58" fmla="*/ 127 w 772"/>
                <a:gd name="T59" fmla="*/ 333 h 841"/>
                <a:gd name="T60" fmla="*/ 116 w 772"/>
                <a:gd name="T61" fmla="*/ 336 h 841"/>
                <a:gd name="T62" fmla="*/ 119 w 772"/>
                <a:gd name="T63" fmla="*/ 335 h 841"/>
                <a:gd name="T64" fmla="*/ 203 w 772"/>
                <a:gd name="T65" fmla="*/ 133 h 841"/>
                <a:gd name="T66" fmla="*/ 11 w 772"/>
                <a:gd name="T67" fmla="*/ 29 h 841"/>
                <a:gd name="T68" fmla="*/ 0 w 772"/>
                <a:gd name="T69" fmla="*/ 32 h 841"/>
                <a:gd name="T70" fmla="*/ 0 w 772"/>
                <a:gd name="T71" fmla="*/ 32 h 841"/>
                <a:gd name="T72" fmla="*/ 23 w 772"/>
                <a:gd name="T73" fmla="*/ 25 h 841"/>
                <a:gd name="T74" fmla="*/ 201 w 772"/>
                <a:gd name="T75" fmla="*/ 1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2" h="841">
                  <a:moveTo>
                    <a:pt x="474" y="425"/>
                  </a:moveTo>
                  <a:cubicBezTo>
                    <a:pt x="474" y="425"/>
                    <a:pt x="474" y="425"/>
                    <a:pt x="474" y="425"/>
                  </a:cubicBezTo>
                  <a:moveTo>
                    <a:pt x="368" y="400"/>
                  </a:moveTo>
                  <a:cubicBezTo>
                    <a:pt x="374" y="404"/>
                    <a:pt x="374" y="404"/>
                    <a:pt x="374" y="404"/>
                  </a:cubicBezTo>
                  <a:cubicBezTo>
                    <a:pt x="377" y="406"/>
                    <a:pt x="377" y="406"/>
                    <a:pt x="377" y="406"/>
                  </a:cubicBezTo>
                  <a:cubicBezTo>
                    <a:pt x="368" y="400"/>
                    <a:pt x="368" y="400"/>
                    <a:pt x="368" y="400"/>
                  </a:cubicBezTo>
                  <a:close/>
                  <a:moveTo>
                    <a:pt x="201" y="1"/>
                  </a:moveTo>
                  <a:cubicBezTo>
                    <a:pt x="330" y="4"/>
                    <a:pt x="454" y="51"/>
                    <a:pt x="553" y="132"/>
                  </a:cubicBezTo>
                  <a:cubicBezTo>
                    <a:pt x="559" y="136"/>
                    <a:pt x="559" y="136"/>
                    <a:pt x="559" y="136"/>
                  </a:cubicBezTo>
                  <a:cubicBezTo>
                    <a:pt x="558" y="137"/>
                    <a:pt x="558" y="137"/>
                    <a:pt x="558" y="137"/>
                  </a:cubicBezTo>
                  <a:cubicBezTo>
                    <a:pt x="576" y="153"/>
                    <a:pt x="576" y="153"/>
                    <a:pt x="576" y="153"/>
                  </a:cubicBezTo>
                  <a:cubicBezTo>
                    <a:pt x="566" y="144"/>
                    <a:pt x="566" y="144"/>
                    <a:pt x="566" y="144"/>
                  </a:cubicBezTo>
                  <a:cubicBezTo>
                    <a:pt x="567" y="143"/>
                    <a:pt x="567" y="143"/>
                    <a:pt x="567" y="143"/>
                  </a:cubicBezTo>
                  <a:cubicBezTo>
                    <a:pt x="574" y="150"/>
                    <a:pt x="574" y="150"/>
                    <a:pt x="574" y="150"/>
                  </a:cubicBezTo>
                  <a:cubicBezTo>
                    <a:pt x="644" y="212"/>
                    <a:pt x="698" y="292"/>
                    <a:pt x="732" y="386"/>
                  </a:cubicBezTo>
                  <a:cubicBezTo>
                    <a:pt x="765" y="480"/>
                    <a:pt x="772" y="577"/>
                    <a:pt x="757" y="669"/>
                  </a:cubicBezTo>
                  <a:cubicBezTo>
                    <a:pt x="755" y="679"/>
                    <a:pt x="755" y="679"/>
                    <a:pt x="755" y="679"/>
                  </a:cubicBezTo>
                  <a:cubicBezTo>
                    <a:pt x="755" y="679"/>
                    <a:pt x="755" y="679"/>
                    <a:pt x="755" y="679"/>
                  </a:cubicBezTo>
                  <a:cubicBezTo>
                    <a:pt x="755" y="683"/>
                    <a:pt x="755" y="683"/>
                    <a:pt x="755" y="683"/>
                  </a:cubicBezTo>
                  <a:cubicBezTo>
                    <a:pt x="746" y="740"/>
                    <a:pt x="707" y="791"/>
                    <a:pt x="648" y="811"/>
                  </a:cubicBezTo>
                  <a:cubicBezTo>
                    <a:pt x="563" y="841"/>
                    <a:pt x="470" y="797"/>
                    <a:pt x="440" y="712"/>
                  </a:cubicBezTo>
                  <a:cubicBezTo>
                    <a:pt x="433" y="692"/>
                    <a:pt x="430" y="671"/>
                    <a:pt x="431" y="652"/>
                  </a:cubicBezTo>
                  <a:cubicBezTo>
                    <a:pt x="432" y="638"/>
                    <a:pt x="432" y="638"/>
                    <a:pt x="432" y="638"/>
                  </a:cubicBezTo>
                  <a:cubicBezTo>
                    <a:pt x="437" y="618"/>
                    <a:pt x="437" y="618"/>
                    <a:pt x="437" y="618"/>
                  </a:cubicBezTo>
                  <a:cubicBezTo>
                    <a:pt x="443" y="578"/>
                    <a:pt x="440" y="536"/>
                    <a:pt x="425" y="495"/>
                  </a:cubicBezTo>
                  <a:cubicBezTo>
                    <a:pt x="414" y="462"/>
                    <a:pt x="396" y="433"/>
                    <a:pt x="374" y="408"/>
                  </a:cubicBezTo>
                  <a:cubicBezTo>
                    <a:pt x="363" y="397"/>
                    <a:pt x="363" y="397"/>
                    <a:pt x="363" y="397"/>
                  </a:cubicBezTo>
                  <a:cubicBezTo>
                    <a:pt x="363" y="397"/>
                    <a:pt x="363" y="397"/>
                    <a:pt x="363" y="397"/>
                  </a:cubicBezTo>
                  <a:cubicBezTo>
                    <a:pt x="356" y="391"/>
                    <a:pt x="356" y="391"/>
                    <a:pt x="356" y="391"/>
                  </a:cubicBezTo>
                  <a:cubicBezTo>
                    <a:pt x="296" y="336"/>
                    <a:pt x="211" y="313"/>
                    <a:pt x="127" y="333"/>
                  </a:cubicBezTo>
                  <a:cubicBezTo>
                    <a:pt x="116" y="336"/>
                    <a:pt x="116" y="336"/>
                    <a:pt x="116" y="336"/>
                  </a:cubicBezTo>
                  <a:cubicBezTo>
                    <a:pt x="119" y="335"/>
                    <a:pt x="119" y="335"/>
                    <a:pt x="119" y="335"/>
                  </a:cubicBezTo>
                  <a:cubicBezTo>
                    <a:pt x="194" y="300"/>
                    <a:pt x="231" y="213"/>
                    <a:pt x="203" y="133"/>
                  </a:cubicBezTo>
                  <a:cubicBezTo>
                    <a:pt x="175" y="54"/>
                    <a:pt x="91" y="10"/>
                    <a:pt x="11" y="29"/>
                  </a:cubicBezTo>
                  <a:cubicBezTo>
                    <a:pt x="0" y="32"/>
                    <a:pt x="0" y="32"/>
                    <a:pt x="0" y="32"/>
                  </a:cubicBezTo>
                  <a:cubicBezTo>
                    <a:pt x="0" y="32"/>
                    <a:pt x="0" y="32"/>
                    <a:pt x="0" y="32"/>
                  </a:cubicBezTo>
                  <a:cubicBezTo>
                    <a:pt x="23" y="25"/>
                    <a:pt x="23" y="25"/>
                    <a:pt x="23" y="25"/>
                  </a:cubicBezTo>
                  <a:cubicBezTo>
                    <a:pt x="82" y="7"/>
                    <a:pt x="142" y="0"/>
                    <a:pt x="201" y="1"/>
                  </a:cubicBezTo>
                  <a:close/>
                </a:path>
              </a:pathLst>
            </a:custGeom>
            <a:gradFill>
              <a:gsLst>
                <a:gs pos="0">
                  <a:schemeClr val="accent1">
                    <a:lumMod val="50000"/>
                    <a:alpha val="61000"/>
                  </a:schemeClr>
                </a:gs>
                <a:gs pos="100000">
                  <a:schemeClr val="accent1">
                    <a:lumMod val="92000"/>
                    <a:lumOff val="8000"/>
                  </a:schemeClr>
                </a:gs>
              </a:gsLst>
              <a:lin ang="2400000" scaled="0"/>
            </a:gradFill>
            <a:ln w="77626">
              <a:solidFill>
                <a:srgbClr val="111937"/>
              </a:solidFill>
              <a:round/>
              <a:headEnd/>
              <a:tailEnd/>
            </a:ln>
          </p:spPr>
          <p:txBody>
            <a:bodyPr vert="horz" wrap="square" lIns="93149" tIns="46575" rIns="93149" bIns="4657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91" name="Freeform 28">
              <a:extLst>
                <a:ext uri="{FF2B5EF4-FFF2-40B4-BE49-F238E27FC236}">
                  <a16:creationId xmlns:a16="http://schemas.microsoft.com/office/drawing/2014/main" id="{59DD679C-50A9-02E1-0975-59AC1F5547D3}"/>
                </a:ext>
              </a:extLst>
            </p:cNvPr>
            <p:cNvSpPr>
              <a:spLocks noEditPoints="1"/>
            </p:cNvSpPr>
            <p:nvPr/>
          </p:nvSpPr>
          <p:spPr bwMode="auto">
            <a:xfrm rot="1864652">
              <a:off x="4227068" y="1556788"/>
              <a:ext cx="2276228" cy="3598579"/>
            </a:xfrm>
            <a:custGeom>
              <a:avLst/>
              <a:gdLst>
                <a:gd name="T0" fmla="*/ 26 w 629"/>
                <a:gd name="T1" fmla="*/ 418 h 984"/>
                <a:gd name="T2" fmla="*/ 26 w 629"/>
                <a:gd name="T3" fmla="*/ 418 h 984"/>
                <a:gd name="T4" fmla="*/ 457 w 629"/>
                <a:gd name="T5" fmla="*/ 2 h 984"/>
                <a:gd name="T6" fmla="*/ 601 w 629"/>
                <a:gd name="T7" fmla="*/ 110 h 984"/>
                <a:gd name="T8" fmla="*/ 517 w 629"/>
                <a:gd name="T9" fmla="*/ 312 h 984"/>
                <a:gd name="T10" fmla="*/ 514 w 629"/>
                <a:gd name="T11" fmla="*/ 313 h 984"/>
                <a:gd name="T12" fmla="*/ 501 w 629"/>
                <a:gd name="T13" fmla="*/ 317 h 984"/>
                <a:gd name="T14" fmla="*/ 347 w 629"/>
                <a:gd name="T15" fmla="*/ 469 h 984"/>
                <a:gd name="T16" fmla="*/ 340 w 629"/>
                <a:gd name="T17" fmla="*/ 491 h 984"/>
                <a:gd name="T18" fmla="*/ 340 w 629"/>
                <a:gd name="T19" fmla="*/ 491 h 984"/>
                <a:gd name="T20" fmla="*/ 340 w 629"/>
                <a:gd name="T21" fmla="*/ 492 h 984"/>
                <a:gd name="T22" fmla="*/ 346 w 629"/>
                <a:gd name="T23" fmla="*/ 640 h 984"/>
                <a:gd name="T24" fmla="*/ 398 w 629"/>
                <a:gd name="T25" fmla="*/ 726 h 984"/>
                <a:gd name="T26" fmla="*/ 411 w 629"/>
                <a:gd name="T27" fmla="*/ 740 h 984"/>
                <a:gd name="T28" fmla="*/ 398 w 629"/>
                <a:gd name="T29" fmla="*/ 731 h 984"/>
                <a:gd name="T30" fmla="*/ 263 w 629"/>
                <a:gd name="T31" fmla="*/ 719 h 984"/>
                <a:gd name="T32" fmla="*/ 163 w 629"/>
                <a:gd name="T33" fmla="*/ 927 h 984"/>
                <a:gd name="T34" fmla="*/ 196 w 629"/>
                <a:gd name="T35" fmla="*/ 982 h 984"/>
                <a:gd name="T36" fmla="*/ 198 w 629"/>
                <a:gd name="T37" fmla="*/ 984 h 984"/>
                <a:gd name="T38" fmla="*/ 198 w 629"/>
                <a:gd name="T39" fmla="*/ 984 h 984"/>
                <a:gd name="T40" fmla="*/ 41 w 629"/>
                <a:gd name="T41" fmla="*/ 747 h 984"/>
                <a:gd name="T42" fmla="*/ 15 w 629"/>
                <a:gd name="T43" fmla="*/ 464 h 984"/>
                <a:gd name="T44" fmla="*/ 17 w 629"/>
                <a:gd name="T45" fmla="*/ 455 h 984"/>
                <a:gd name="T46" fmla="*/ 17 w 629"/>
                <a:gd name="T47" fmla="*/ 452 h 984"/>
                <a:gd name="T48" fmla="*/ 21 w 629"/>
                <a:gd name="T49" fmla="*/ 434 h 984"/>
                <a:gd name="T50" fmla="*/ 20 w 629"/>
                <a:gd name="T51" fmla="*/ 437 h 984"/>
                <a:gd name="T52" fmla="*/ 19 w 629"/>
                <a:gd name="T53" fmla="*/ 444 h 984"/>
                <a:gd name="T54" fmla="*/ 19 w 629"/>
                <a:gd name="T55" fmla="*/ 444 h 984"/>
                <a:gd name="T56" fmla="*/ 20 w 629"/>
                <a:gd name="T57" fmla="*/ 437 h 984"/>
                <a:gd name="T58" fmla="*/ 365 w 629"/>
                <a:gd name="T59" fmla="*/ 21 h 984"/>
                <a:gd name="T60" fmla="*/ 388 w 629"/>
                <a:gd name="T61" fmla="*/ 13 h 984"/>
                <a:gd name="T62" fmla="*/ 388 w 629"/>
                <a:gd name="T63" fmla="*/ 13 h 984"/>
                <a:gd name="T64" fmla="*/ 393 w 629"/>
                <a:gd name="T65" fmla="*/ 11 h 984"/>
                <a:gd name="T66" fmla="*/ 457 w 629"/>
                <a:gd name="T67" fmla="*/ 2 h 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29" h="984">
                  <a:moveTo>
                    <a:pt x="26" y="418"/>
                  </a:moveTo>
                  <a:cubicBezTo>
                    <a:pt x="26" y="418"/>
                    <a:pt x="26" y="418"/>
                    <a:pt x="26" y="418"/>
                  </a:cubicBezTo>
                  <a:moveTo>
                    <a:pt x="457" y="2"/>
                  </a:moveTo>
                  <a:cubicBezTo>
                    <a:pt x="521" y="6"/>
                    <a:pt x="579" y="47"/>
                    <a:pt x="601" y="110"/>
                  </a:cubicBezTo>
                  <a:cubicBezTo>
                    <a:pt x="629" y="190"/>
                    <a:pt x="592" y="277"/>
                    <a:pt x="517" y="312"/>
                  </a:cubicBezTo>
                  <a:cubicBezTo>
                    <a:pt x="514" y="313"/>
                    <a:pt x="514" y="313"/>
                    <a:pt x="514" y="313"/>
                  </a:cubicBezTo>
                  <a:cubicBezTo>
                    <a:pt x="501" y="317"/>
                    <a:pt x="501" y="317"/>
                    <a:pt x="501" y="317"/>
                  </a:cubicBezTo>
                  <a:cubicBezTo>
                    <a:pt x="426" y="343"/>
                    <a:pt x="372" y="400"/>
                    <a:pt x="347" y="469"/>
                  </a:cubicBezTo>
                  <a:cubicBezTo>
                    <a:pt x="340" y="491"/>
                    <a:pt x="340" y="491"/>
                    <a:pt x="340" y="491"/>
                  </a:cubicBezTo>
                  <a:cubicBezTo>
                    <a:pt x="340" y="491"/>
                    <a:pt x="340" y="491"/>
                    <a:pt x="340" y="491"/>
                  </a:cubicBezTo>
                  <a:cubicBezTo>
                    <a:pt x="340" y="492"/>
                    <a:pt x="340" y="492"/>
                    <a:pt x="340" y="492"/>
                  </a:cubicBezTo>
                  <a:cubicBezTo>
                    <a:pt x="327" y="539"/>
                    <a:pt x="329" y="590"/>
                    <a:pt x="346" y="640"/>
                  </a:cubicBezTo>
                  <a:cubicBezTo>
                    <a:pt x="358" y="673"/>
                    <a:pt x="375" y="702"/>
                    <a:pt x="398" y="726"/>
                  </a:cubicBezTo>
                  <a:cubicBezTo>
                    <a:pt x="411" y="740"/>
                    <a:pt x="411" y="740"/>
                    <a:pt x="411" y="740"/>
                  </a:cubicBezTo>
                  <a:cubicBezTo>
                    <a:pt x="398" y="731"/>
                    <a:pt x="398" y="731"/>
                    <a:pt x="398" y="731"/>
                  </a:cubicBezTo>
                  <a:cubicBezTo>
                    <a:pt x="358" y="708"/>
                    <a:pt x="309" y="702"/>
                    <a:pt x="263" y="719"/>
                  </a:cubicBezTo>
                  <a:cubicBezTo>
                    <a:pt x="178" y="749"/>
                    <a:pt x="133" y="842"/>
                    <a:pt x="163" y="927"/>
                  </a:cubicBezTo>
                  <a:cubicBezTo>
                    <a:pt x="171" y="948"/>
                    <a:pt x="182" y="967"/>
                    <a:pt x="196" y="982"/>
                  </a:cubicBezTo>
                  <a:cubicBezTo>
                    <a:pt x="198" y="984"/>
                    <a:pt x="198" y="984"/>
                    <a:pt x="198" y="984"/>
                  </a:cubicBezTo>
                  <a:cubicBezTo>
                    <a:pt x="198" y="984"/>
                    <a:pt x="198" y="984"/>
                    <a:pt x="198" y="984"/>
                  </a:cubicBezTo>
                  <a:cubicBezTo>
                    <a:pt x="129" y="921"/>
                    <a:pt x="74" y="841"/>
                    <a:pt x="41" y="747"/>
                  </a:cubicBezTo>
                  <a:cubicBezTo>
                    <a:pt x="7" y="653"/>
                    <a:pt x="0" y="556"/>
                    <a:pt x="15" y="464"/>
                  </a:cubicBezTo>
                  <a:cubicBezTo>
                    <a:pt x="17" y="455"/>
                    <a:pt x="17" y="455"/>
                    <a:pt x="17" y="455"/>
                  </a:cubicBezTo>
                  <a:cubicBezTo>
                    <a:pt x="17" y="452"/>
                    <a:pt x="17" y="452"/>
                    <a:pt x="17" y="452"/>
                  </a:cubicBezTo>
                  <a:cubicBezTo>
                    <a:pt x="21" y="434"/>
                    <a:pt x="21" y="434"/>
                    <a:pt x="21" y="434"/>
                  </a:cubicBezTo>
                  <a:cubicBezTo>
                    <a:pt x="20" y="437"/>
                    <a:pt x="20" y="437"/>
                    <a:pt x="20" y="437"/>
                  </a:cubicBezTo>
                  <a:cubicBezTo>
                    <a:pt x="19" y="444"/>
                    <a:pt x="19" y="444"/>
                    <a:pt x="19" y="444"/>
                  </a:cubicBezTo>
                  <a:cubicBezTo>
                    <a:pt x="19" y="444"/>
                    <a:pt x="19" y="444"/>
                    <a:pt x="19" y="444"/>
                  </a:cubicBezTo>
                  <a:cubicBezTo>
                    <a:pt x="20" y="437"/>
                    <a:pt x="20" y="437"/>
                    <a:pt x="20" y="437"/>
                  </a:cubicBezTo>
                  <a:cubicBezTo>
                    <a:pt x="58" y="255"/>
                    <a:pt x="183" y="96"/>
                    <a:pt x="365" y="21"/>
                  </a:cubicBezTo>
                  <a:cubicBezTo>
                    <a:pt x="388" y="13"/>
                    <a:pt x="388" y="13"/>
                    <a:pt x="388" y="13"/>
                  </a:cubicBezTo>
                  <a:cubicBezTo>
                    <a:pt x="388" y="13"/>
                    <a:pt x="388" y="13"/>
                    <a:pt x="388" y="13"/>
                  </a:cubicBezTo>
                  <a:cubicBezTo>
                    <a:pt x="393" y="11"/>
                    <a:pt x="393" y="11"/>
                    <a:pt x="393" y="11"/>
                  </a:cubicBezTo>
                  <a:cubicBezTo>
                    <a:pt x="414" y="3"/>
                    <a:pt x="436" y="0"/>
                    <a:pt x="457" y="2"/>
                  </a:cubicBezTo>
                  <a:close/>
                </a:path>
              </a:pathLst>
            </a:custGeom>
            <a:gradFill>
              <a:gsLst>
                <a:gs pos="100000">
                  <a:srgbClr val="12ABDB"/>
                </a:gs>
                <a:gs pos="0">
                  <a:srgbClr val="213F57"/>
                </a:gs>
              </a:gsLst>
              <a:lin ang="5400000" scaled="0"/>
            </a:gradFill>
            <a:ln w="77626">
              <a:solidFill>
                <a:srgbClr val="111937"/>
              </a:solidFill>
              <a:round/>
              <a:headEnd/>
              <a:tailEnd/>
            </a:ln>
          </p:spPr>
          <p:txBody>
            <a:bodyPr vert="horz" wrap="square" lIns="93149" tIns="46575" rIns="93149" bIns="4657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92" name="Oval 112">
              <a:extLst>
                <a:ext uri="{FF2B5EF4-FFF2-40B4-BE49-F238E27FC236}">
                  <a16:creationId xmlns:a16="http://schemas.microsoft.com/office/drawing/2014/main" id="{DA810CE8-1260-9D8D-741B-C9209FD04CBC}"/>
                </a:ext>
              </a:extLst>
            </p:cNvPr>
            <p:cNvSpPr/>
            <p:nvPr/>
          </p:nvSpPr>
          <p:spPr>
            <a:xfrm rot="1864652">
              <a:off x="5144413" y="3154596"/>
              <a:ext cx="1847845" cy="1867139"/>
            </a:xfrm>
            <a:prstGeom prst="ellipse">
              <a:avLst/>
            </a:prstGeom>
            <a:solidFill>
              <a:srgbClr val="45475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5453" tIns="37725" rIns="75453" bIns="3772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93" name="Ellipse 7">
              <a:extLst>
                <a:ext uri="{FF2B5EF4-FFF2-40B4-BE49-F238E27FC236}">
                  <a16:creationId xmlns:a16="http://schemas.microsoft.com/office/drawing/2014/main" id="{FDE159AA-E491-5B0C-EE20-A40CE02516B8}"/>
                </a:ext>
              </a:extLst>
            </p:cNvPr>
            <p:cNvSpPr/>
            <p:nvPr/>
          </p:nvSpPr>
          <p:spPr>
            <a:xfrm>
              <a:off x="5067699" y="3149723"/>
              <a:ext cx="1917972" cy="1937999"/>
            </a:xfrm>
            <a:prstGeom prst="ellipse">
              <a:avLst/>
            </a:prstGeom>
            <a:blipFill>
              <a:blip r:embed="rId2"/>
              <a:stretch>
                <a:fillRect/>
              </a:stretch>
            </a:blipFill>
            <a:ln>
              <a:noFill/>
            </a:ln>
            <a:effectLst>
              <a:outerShdw blurRad="50800" sx="102000" sy="102000" algn="ctr"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149" tIns="46575" rIns="93149" bIns="465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94" name="Rectangle 113">
              <a:extLst>
                <a:ext uri="{FF2B5EF4-FFF2-40B4-BE49-F238E27FC236}">
                  <a16:creationId xmlns:a16="http://schemas.microsoft.com/office/drawing/2014/main" id="{8F32EE0D-C5CE-85B6-D8DD-644DD8F49759}"/>
                </a:ext>
              </a:extLst>
            </p:cNvPr>
            <p:cNvSpPr/>
            <p:nvPr/>
          </p:nvSpPr>
          <p:spPr>
            <a:xfrm rot="5645064">
              <a:off x="3690381" y="2150402"/>
              <a:ext cx="3721993" cy="36835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5453" tIns="37725" rIns="75453" bIns="37725" numCol="1" spcCol="0" rtlCol="0" fromWordArt="0" anchor="ctr" anchorCtr="0" forceAA="0" compatLnSpc="1">
              <a:prstTxWarp prst="textArchUp">
                <a:avLst/>
              </a:prstTxWarp>
              <a:noAutofit/>
            </a:bodyPr>
            <a:lstStyle/>
            <a:p>
              <a:pPr marR="0" lvl="0" algn="ctr" defTabSz="914400" rtl="0" eaLnBrk="1" fontAlgn="auto" latinLnBrk="0" hangingPunct="1">
                <a:lnSpc>
                  <a:spcPct val="100000"/>
                </a:lnSpc>
                <a:spcBef>
                  <a:spcPts val="0"/>
                </a:spcBef>
                <a:spcAft>
                  <a:spcPts val="0"/>
                </a:spcAft>
                <a:buClrTx/>
                <a:buSzTx/>
                <a:buFontTx/>
                <a:buNone/>
                <a:tabLst/>
                <a:defRPr/>
              </a:pPr>
              <a:endParaRPr lang="en-US" sz="1400" b="1">
                <a:solidFill>
                  <a:srgbClr val="FFFFFF"/>
                </a:solidFill>
                <a:latin typeface="Ubuntu"/>
              </a:endParaRPr>
            </a:p>
          </p:txBody>
        </p:sp>
        <p:sp>
          <p:nvSpPr>
            <p:cNvPr id="95" name="Rectangle 114">
              <a:extLst>
                <a:ext uri="{FF2B5EF4-FFF2-40B4-BE49-F238E27FC236}">
                  <a16:creationId xmlns:a16="http://schemas.microsoft.com/office/drawing/2014/main" id="{EBE4EF3D-5DA7-2008-0279-B9F36E79322A}"/>
                </a:ext>
              </a:extLst>
            </p:cNvPr>
            <p:cNvSpPr/>
            <p:nvPr/>
          </p:nvSpPr>
          <p:spPr>
            <a:xfrm rot="1864652">
              <a:off x="4502204" y="1825365"/>
              <a:ext cx="3683532" cy="37219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75453" tIns="37725" rIns="75453" bIns="37725" numCol="1" spcCol="0" rtlCol="0" fromWordArt="0" anchor="ctr" anchorCtr="0" forceAA="0" compatLnSpc="1">
              <a:prstTxWarp prst="textArchDown">
                <a:avLst/>
              </a:prstTxWarp>
              <a:noAutofit/>
            </a:bodyPr>
            <a:lstStyle/>
            <a:p>
              <a:pPr marR="0" lvl="0" algn="ctr" defTabSz="914400" rtl="0" eaLnBrk="1" fontAlgn="auto" latinLnBrk="0" hangingPunct="1">
                <a:lnSpc>
                  <a:spcPct val="100000"/>
                </a:lnSpc>
                <a:spcBef>
                  <a:spcPts val="0"/>
                </a:spcBef>
                <a:spcAft>
                  <a:spcPts val="0"/>
                </a:spcAft>
                <a:buClrTx/>
                <a:buSzTx/>
                <a:buFontTx/>
                <a:buNone/>
                <a:tabLst/>
                <a:defRPr/>
              </a:pPr>
              <a:endParaRPr lang="en-US" sz="1400">
                <a:solidFill>
                  <a:srgbClr val="FFFFFF"/>
                </a:solidFill>
                <a:latin typeface="Ubuntu"/>
              </a:endParaRPr>
            </a:p>
          </p:txBody>
        </p:sp>
        <p:sp>
          <p:nvSpPr>
            <p:cNvPr id="96" name="Rectangle 165">
              <a:extLst>
                <a:ext uri="{FF2B5EF4-FFF2-40B4-BE49-F238E27FC236}">
                  <a16:creationId xmlns:a16="http://schemas.microsoft.com/office/drawing/2014/main" id="{6018F591-B2A6-E65A-F92E-C48F07C70901}"/>
                </a:ext>
              </a:extLst>
            </p:cNvPr>
            <p:cNvSpPr/>
            <p:nvPr/>
          </p:nvSpPr>
          <p:spPr>
            <a:xfrm>
              <a:off x="4783729" y="3491816"/>
              <a:ext cx="2532747" cy="1395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5453" tIns="37725" rIns="75453" bIns="37725" numCol="1" spcCol="0" rtlCol="0" fromWordArt="0" anchor="ctr" anchorCtr="0" forceAA="0" compatLnSpc="1">
              <a:prstTxWarp prst="textNoShape">
                <a:avLst/>
              </a:prstTxWarp>
              <a:noAutofit/>
            </a:bodyPr>
            <a:lstStyle/>
            <a:p>
              <a:pPr marR="0" lvl="0" algn="ctr"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AI</a:t>
              </a:r>
              <a:r>
                <a:rPr lang="en-US" sz="1400" b="1">
                  <a:solidFill>
                    <a:srgbClr val="FFFFFF"/>
                  </a:solidFill>
                  <a:latin typeface="Ubuntu"/>
                </a:rPr>
                <a:t>-n</a:t>
              </a:r>
              <a:r>
                <a:rPr kumimoji="0" lang="en-US" sz="1400" b="1" i="0" u="none" strike="noStrike" kern="1200" cap="none" spc="0" normalizeH="0" baseline="0" noProof="0">
                  <a:ln>
                    <a:noFill/>
                  </a:ln>
                  <a:solidFill>
                    <a:srgbClr val="FFFFFF"/>
                  </a:solidFill>
                  <a:effectLst/>
                  <a:uLnTx/>
                  <a:uFillTx/>
                  <a:latin typeface="Ubuntu"/>
                  <a:ea typeface="+mn-ea"/>
                  <a:cs typeface="+mn-cs"/>
                </a:rPr>
                <a:t>a</a:t>
              </a:r>
              <a:r>
                <a:rPr lang="en-US" sz="1400" b="1" err="1">
                  <a:solidFill>
                    <a:srgbClr val="FFFFFF"/>
                  </a:solidFill>
                  <a:latin typeface="Ubuntu"/>
                </a:rPr>
                <a:t>tive</a:t>
              </a:r>
              <a:br>
                <a:rPr lang="en-US" sz="1400" b="1">
                  <a:solidFill>
                    <a:srgbClr val="FFFFFF"/>
                  </a:solidFill>
                  <a:latin typeface="Ubuntu"/>
                </a:rPr>
              </a:br>
              <a:r>
                <a:rPr lang="en-US" sz="1400" b="1">
                  <a:solidFill>
                    <a:srgbClr val="FFFFFF"/>
                  </a:solidFill>
                  <a:latin typeface="Ubuntu"/>
                </a:rPr>
                <a:t>Operating Model </a:t>
              </a:r>
              <a:endParaRPr kumimoji="0" lang="en-US" sz="1400" b="1" i="0" u="none" strike="noStrike" kern="1200" cap="none" spc="0" normalizeH="0" baseline="0" noProof="0">
                <a:ln>
                  <a:noFill/>
                </a:ln>
                <a:solidFill>
                  <a:srgbClr val="FFFFFF"/>
                </a:solidFill>
                <a:effectLst/>
                <a:uLnTx/>
                <a:uFillTx/>
                <a:latin typeface="Ubuntu"/>
                <a:ea typeface="+mn-ea"/>
                <a:cs typeface="+mn-cs"/>
              </a:endParaRPr>
            </a:p>
          </p:txBody>
        </p:sp>
        <p:sp>
          <p:nvSpPr>
            <p:cNvPr id="97" name="Arc 175">
              <a:extLst>
                <a:ext uri="{FF2B5EF4-FFF2-40B4-BE49-F238E27FC236}">
                  <a16:creationId xmlns:a16="http://schemas.microsoft.com/office/drawing/2014/main" id="{873D36D5-E876-D748-E539-2BE3694DEBC8}"/>
                </a:ext>
              </a:extLst>
            </p:cNvPr>
            <p:cNvSpPr>
              <a:spLocks noChangeAspect="1"/>
            </p:cNvSpPr>
            <p:nvPr/>
          </p:nvSpPr>
          <p:spPr>
            <a:xfrm rot="1864652">
              <a:off x="5111735" y="3129379"/>
              <a:ext cx="1855806" cy="1948395"/>
            </a:xfrm>
            <a:prstGeom prst="arc">
              <a:avLst>
                <a:gd name="adj1" fmla="val 15826625"/>
                <a:gd name="adj2" fmla="val 15401356"/>
              </a:avLst>
            </a:prstGeom>
            <a:ln w="27723">
              <a:solidFill>
                <a:schemeClr val="bg1"/>
              </a:solidFill>
              <a:tailEnd type="triangle" w="sm" len="sm"/>
            </a:ln>
          </p:spPr>
          <p:style>
            <a:lnRef idx="1">
              <a:schemeClr val="accent1"/>
            </a:lnRef>
            <a:fillRef idx="0">
              <a:schemeClr val="accent1"/>
            </a:fillRef>
            <a:effectRef idx="0">
              <a:schemeClr val="accent1"/>
            </a:effectRef>
            <a:fontRef idx="minor">
              <a:schemeClr val="tx1"/>
            </a:fontRef>
          </p:style>
          <p:txBody>
            <a:bodyPr lIns="133072" tIns="66537" rIns="133072" bIns="66537"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98" name="Rectangle 130">
              <a:extLst>
                <a:ext uri="{FF2B5EF4-FFF2-40B4-BE49-F238E27FC236}">
                  <a16:creationId xmlns:a16="http://schemas.microsoft.com/office/drawing/2014/main" id="{0BB9EE3F-9B77-8450-D140-68597772F1D5}"/>
                </a:ext>
              </a:extLst>
            </p:cNvPr>
            <p:cNvSpPr/>
            <p:nvPr/>
          </p:nvSpPr>
          <p:spPr>
            <a:xfrm rot="19966170">
              <a:off x="4456922" y="2743324"/>
              <a:ext cx="3683530" cy="37219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75453" tIns="37725" rIns="75453" bIns="37725" numCol="1" spcCol="0" rtlCol="0" fromWordArt="0" anchor="ctr" anchorCtr="0" forceAA="0" compatLnSpc="1">
              <a:prstTxWarp prst="textArchUp">
                <a:avLst/>
              </a:prstTxWarp>
              <a:noAutofit/>
            </a:bodyPr>
            <a:lstStyle/>
            <a:p>
              <a:pPr marR="0" lvl="0" algn="ctr" defTabSz="914400" rtl="0" eaLnBrk="1" fontAlgn="auto" latinLnBrk="0" hangingPunct="1">
                <a:lnSpc>
                  <a:spcPct val="100000"/>
                </a:lnSpc>
                <a:spcBef>
                  <a:spcPts val="0"/>
                </a:spcBef>
                <a:spcAft>
                  <a:spcPts val="0"/>
                </a:spcAft>
                <a:buClrTx/>
                <a:buSzTx/>
                <a:buFontTx/>
                <a:buNone/>
                <a:tabLst/>
                <a:defRPr/>
              </a:pPr>
              <a:endParaRPr lang="en-US" sz="1400">
                <a:solidFill>
                  <a:srgbClr val="FFFFFF"/>
                </a:solidFill>
                <a:latin typeface="Ubuntu"/>
              </a:endParaRPr>
            </a:p>
          </p:txBody>
        </p:sp>
      </p:grpSp>
      <p:sp>
        <p:nvSpPr>
          <p:cNvPr id="99" name="Rechteck 21">
            <a:extLst>
              <a:ext uri="{FF2B5EF4-FFF2-40B4-BE49-F238E27FC236}">
                <a16:creationId xmlns:a16="http://schemas.microsoft.com/office/drawing/2014/main" id="{2CFD1CFC-79F0-DE24-1C37-33A49D49216D}"/>
              </a:ext>
            </a:extLst>
          </p:cNvPr>
          <p:cNvSpPr/>
          <p:nvPr/>
        </p:nvSpPr>
        <p:spPr>
          <a:xfrm>
            <a:off x="8775386" y="2387727"/>
            <a:ext cx="2791479" cy="3041076"/>
          </a:xfrm>
          <a:prstGeom prst="rect">
            <a:avLst/>
          </a:prstGeom>
          <a:gradFill flip="none" rotWithShape="1">
            <a:gsLst>
              <a:gs pos="100000">
                <a:schemeClr val="accent2">
                  <a:alpha val="94000"/>
                </a:schemeClr>
              </a:gs>
              <a:gs pos="50000">
                <a:schemeClr val="accent1">
                  <a:alpha val="94000"/>
                </a:schemeClr>
              </a:gs>
              <a:gs pos="0">
                <a:schemeClr val="accent3">
                  <a:lumMod val="2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864000" bIns="45720" numCol="1" spcCol="0" rtlCol="0" fromWordArt="0" anchor="ctr" anchorCtr="0" forceAA="0" compatLnSpc="1">
            <a:prstTxWarp prst="textNoShape">
              <a:avLst/>
            </a:prstTxWarp>
            <a:noAutofit/>
          </a:bodyPr>
          <a:lstStyle/>
          <a:p>
            <a:pPr algn="ctr"/>
            <a:endParaRPr lang="de-DE" sz="2800" err="1">
              <a:solidFill>
                <a:schemeClr val="bg1"/>
              </a:solidFill>
            </a:endParaRPr>
          </a:p>
        </p:txBody>
      </p:sp>
      <p:sp>
        <p:nvSpPr>
          <p:cNvPr id="100" name="TextBox 99">
            <a:extLst>
              <a:ext uri="{FF2B5EF4-FFF2-40B4-BE49-F238E27FC236}">
                <a16:creationId xmlns:a16="http://schemas.microsoft.com/office/drawing/2014/main" id="{0788BF3D-503F-A0CC-D3B0-BEB8299416D1}"/>
              </a:ext>
            </a:extLst>
          </p:cNvPr>
          <p:cNvSpPr txBox="1"/>
          <p:nvPr/>
        </p:nvSpPr>
        <p:spPr>
          <a:xfrm>
            <a:off x="8883534" y="2604576"/>
            <a:ext cx="2551505" cy="2369880"/>
          </a:xfrm>
          <a:prstGeom prst="rect">
            <a:avLst/>
          </a:prstGeom>
          <a:noFill/>
        </p:spPr>
        <p:txBody>
          <a:bodyPr wrap="square" rtlCol="0" anchor="ctr">
            <a:spAutoFit/>
          </a:bodyPr>
          <a:lstStyle/>
          <a:p>
            <a:pPr>
              <a:spcBef>
                <a:spcPts val="600"/>
              </a:spcBef>
              <a:spcAft>
                <a:spcPts val="600"/>
              </a:spcAft>
            </a:pPr>
            <a:r>
              <a:rPr lang="en-US" sz="1400">
                <a:solidFill>
                  <a:schemeClr val="bg1"/>
                </a:solidFill>
              </a:rPr>
              <a:t>The combination of all three dimensions enables:</a:t>
            </a:r>
            <a:endParaRPr lang="en-US" sz="1400" b="1">
              <a:solidFill>
                <a:schemeClr val="bg1"/>
              </a:solidFill>
            </a:endParaRPr>
          </a:p>
          <a:p>
            <a:pPr marL="285750" indent="-285750">
              <a:spcBef>
                <a:spcPts val="600"/>
              </a:spcBef>
              <a:spcAft>
                <a:spcPts val="600"/>
              </a:spcAft>
              <a:buFont typeface="Wingdings" panose="05000000000000000000" pitchFamily="2" charset="2"/>
              <a:buChar char="ü"/>
            </a:pPr>
            <a:r>
              <a:rPr lang="en-US" b="1">
                <a:solidFill>
                  <a:schemeClr val="bg1"/>
                </a:solidFill>
              </a:rPr>
              <a:t>10-30% </a:t>
            </a:r>
            <a:r>
              <a:rPr lang="en-US" sz="1200" b="1">
                <a:solidFill>
                  <a:schemeClr val="bg1"/>
                </a:solidFill>
              </a:rPr>
              <a:t>productivity gains </a:t>
            </a:r>
          </a:p>
          <a:p>
            <a:pPr marL="285750" indent="-285750">
              <a:spcBef>
                <a:spcPts val="600"/>
              </a:spcBef>
              <a:spcAft>
                <a:spcPts val="600"/>
              </a:spcAft>
              <a:buFont typeface="Wingdings" panose="05000000000000000000" pitchFamily="2" charset="2"/>
              <a:buChar char="ü"/>
            </a:pPr>
            <a:r>
              <a:rPr lang="en-US" b="1">
                <a:solidFill>
                  <a:schemeClr val="bg1"/>
                </a:solidFill>
              </a:rPr>
              <a:t>&gt; 30% </a:t>
            </a:r>
            <a:r>
              <a:rPr lang="en-US" sz="1200" b="1">
                <a:solidFill>
                  <a:schemeClr val="bg1"/>
                </a:solidFill>
              </a:rPr>
              <a:t>faster decision making</a:t>
            </a:r>
          </a:p>
          <a:p>
            <a:pPr marL="285750" indent="-285750">
              <a:spcBef>
                <a:spcPts val="600"/>
              </a:spcBef>
              <a:spcAft>
                <a:spcPts val="600"/>
              </a:spcAft>
              <a:buFont typeface="Wingdings" panose="05000000000000000000" pitchFamily="2" charset="2"/>
              <a:buChar char="ü"/>
            </a:pPr>
            <a:r>
              <a:rPr lang="en-US" b="1">
                <a:solidFill>
                  <a:schemeClr val="bg1"/>
                </a:solidFill>
              </a:rPr>
              <a:t>&gt; 20% </a:t>
            </a:r>
            <a:r>
              <a:rPr lang="en-US" sz="1200" b="1">
                <a:solidFill>
                  <a:schemeClr val="bg1"/>
                </a:solidFill>
              </a:rPr>
              <a:t>increased customer satisfaction</a:t>
            </a:r>
            <a:endParaRPr lang="en-US" sz="1200">
              <a:solidFill>
                <a:schemeClr val="bg1"/>
              </a:solidFill>
            </a:endParaRPr>
          </a:p>
        </p:txBody>
      </p:sp>
      <p:sp>
        <p:nvSpPr>
          <p:cNvPr id="101" name="Rectangle 100">
            <a:extLst>
              <a:ext uri="{FF2B5EF4-FFF2-40B4-BE49-F238E27FC236}">
                <a16:creationId xmlns:a16="http://schemas.microsoft.com/office/drawing/2014/main" id="{864F5D73-2589-B308-C0C5-A04DED9F9475}"/>
              </a:ext>
            </a:extLst>
          </p:cNvPr>
          <p:cNvSpPr/>
          <p:nvPr/>
        </p:nvSpPr>
        <p:spPr>
          <a:xfrm>
            <a:off x="634267" y="3086584"/>
            <a:ext cx="2736849" cy="1038201"/>
          </a:xfrm>
          <a:prstGeom prst="rect">
            <a:avLst/>
          </a:prstGeom>
          <a:noFill/>
          <a:ln w="9525">
            <a:noFill/>
            <a:prstDash val="solid"/>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bg1"/>
              </a:solidFill>
            </a:endParaRPr>
          </a:p>
        </p:txBody>
      </p:sp>
      <p:sp>
        <p:nvSpPr>
          <p:cNvPr id="102" name="Rectangle 185">
            <a:extLst>
              <a:ext uri="{FF2B5EF4-FFF2-40B4-BE49-F238E27FC236}">
                <a16:creationId xmlns:a16="http://schemas.microsoft.com/office/drawing/2014/main" id="{DBE6F43B-63C4-2197-37FC-17AC43D2228F}"/>
              </a:ext>
            </a:extLst>
          </p:cNvPr>
          <p:cNvSpPr/>
          <p:nvPr/>
        </p:nvSpPr>
        <p:spPr>
          <a:xfrm>
            <a:off x="3448504" y="3298060"/>
            <a:ext cx="1112894" cy="1498689"/>
          </a:xfrm>
          <a:custGeom>
            <a:avLst/>
            <a:gdLst>
              <a:gd name="connsiteX0" fmla="*/ 0 w 1363487"/>
              <a:gd name="connsiteY0" fmla="*/ 0 h 1038201"/>
              <a:gd name="connsiteX1" fmla="*/ 1363487 w 1363487"/>
              <a:gd name="connsiteY1" fmla="*/ 0 h 1038201"/>
              <a:gd name="connsiteX2" fmla="*/ 1363487 w 1363487"/>
              <a:gd name="connsiteY2" fmla="*/ 1038201 h 1038201"/>
              <a:gd name="connsiteX3" fmla="*/ 0 w 1363487"/>
              <a:gd name="connsiteY3" fmla="*/ 1038201 h 1038201"/>
              <a:gd name="connsiteX4" fmla="*/ 0 w 1363487"/>
              <a:gd name="connsiteY4" fmla="*/ 0 h 1038201"/>
              <a:gd name="connsiteX0" fmla="*/ 0 w 1363487"/>
              <a:gd name="connsiteY0" fmla="*/ 0 h 1038201"/>
              <a:gd name="connsiteX1" fmla="*/ 547409 w 1363487"/>
              <a:gd name="connsiteY1" fmla="*/ 422788 h 1038201"/>
              <a:gd name="connsiteX2" fmla="*/ 1363487 w 1363487"/>
              <a:gd name="connsiteY2" fmla="*/ 1038201 h 1038201"/>
              <a:gd name="connsiteX3" fmla="*/ 0 w 1363487"/>
              <a:gd name="connsiteY3" fmla="*/ 1038201 h 1038201"/>
              <a:gd name="connsiteX4" fmla="*/ 0 w 1363487"/>
              <a:gd name="connsiteY4" fmla="*/ 0 h 1038201"/>
              <a:gd name="connsiteX0" fmla="*/ 0 w 560519"/>
              <a:gd name="connsiteY0" fmla="*/ 0 h 1038201"/>
              <a:gd name="connsiteX1" fmla="*/ 547409 w 560519"/>
              <a:gd name="connsiteY1" fmla="*/ 422788 h 1038201"/>
              <a:gd name="connsiteX2" fmla="*/ 560519 w 560519"/>
              <a:gd name="connsiteY2" fmla="*/ 579362 h 1038201"/>
              <a:gd name="connsiteX3" fmla="*/ 0 w 560519"/>
              <a:gd name="connsiteY3" fmla="*/ 1038201 h 1038201"/>
              <a:gd name="connsiteX4" fmla="*/ 0 w 560519"/>
              <a:gd name="connsiteY4" fmla="*/ 0 h 1038201"/>
              <a:gd name="connsiteX0" fmla="*/ 0 w 560519"/>
              <a:gd name="connsiteY0" fmla="*/ 0 h 1038201"/>
              <a:gd name="connsiteX1" fmla="*/ 547409 w 560519"/>
              <a:gd name="connsiteY1" fmla="*/ 422788 h 1038201"/>
              <a:gd name="connsiteX2" fmla="*/ 560519 w 560519"/>
              <a:gd name="connsiteY2" fmla="*/ 579362 h 1038201"/>
              <a:gd name="connsiteX3" fmla="*/ 0 w 560519"/>
              <a:gd name="connsiteY3" fmla="*/ 1038201 h 1038201"/>
              <a:gd name="connsiteX4" fmla="*/ 0 w 560519"/>
              <a:gd name="connsiteY4" fmla="*/ 0 h 1038201"/>
              <a:gd name="connsiteX0" fmla="*/ 0 w 623502"/>
              <a:gd name="connsiteY0" fmla="*/ 0 h 1051617"/>
              <a:gd name="connsiteX1" fmla="*/ 547409 w 623502"/>
              <a:gd name="connsiteY1" fmla="*/ 422788 h 1051617"/>
              <a:gd name="connsiteX2" fmla="*/ 560519 w 623502"/>
              <a:gd name="connsiteY2" fmla="*/ 579362 h 1051617"/>
              <a:gd name="connsiteX3" fmla="*/ 0 w 623502"/>
              <a:gd name="connsiteY3" fmla="*/ 1038201 h 1051617"/>
              <a:gd name="connsiteX4" fmla="*/ 0 w 623502"/>
              <a:gd name="connsiteY4" fmla="*/ 0 h 1051617"/>
              <a:gd name="connsiteX0" fmla="*/ 0 w 623502"/>
              <a:gd name="connsiteY0" fmla="*/ 15734 h 1067351"/>
              <a:gd name="connsiteX1" fmla="*/ 547409 w 623502"/>
              <a:gd name="connsiteY1" fmla="*/ 438522 h 1067351"/>
              <a:gd name="connsiteX2" fmla="*/ 560519 w 623502"/>
              <a:gd name="connsiteY2" fmla="*/ 595096 h 1067351"/>
              <a:gd name="connsiteX3" fmla="*/ 0 w 623502"/>
              <a:gd name="connsiteY3" fmla="*/ 1053935 h 1067351"/>
              <a:gd name="connsiteX4" fmla="*/ 0 w 623502"/>
              <a:gd name="connsiteY4" fmla="*/ 15734 h 1067351"/>
              <a:gd name="connsiteX0" fmla="*/ 0 w 656252"/>
              <a:gd name="connsiteY0" fmla="*/ 15734 h 1065227"/>
              <a:gd name="connsiteX1" fmla="*/ 547409 w 656252"/>
              <a:gd name="connsiteY1" fmla="*/ 438522 h 1065227"/>
              <a:gd name="connsiteX2" fmla="*/ 560519 w 656252"/>
              <a:gd name="connsiteY2" fmla="*/ 595096 h 1065227"/>
              <a:gd name="connsiteX3" fmla="*/ 0 w 656252"/>
              <a:gd name="connsiteY3" fmla="*/ 1053935 h 1065227"/>
              <a:gd name="connsiteX4" fmla="*/ 0 w 656252"/>
              <a:gd name="connsiteY4" fmla="*/ 15734 h 1065227"/>
              <a:gd name="connsiteX0" fmla="*/ 0 w 678839"/>
              <a:gd name="connsiteY0" fmla="*/ 13311 h 1062804"/>
              <a:gd name="connsiteX1" fmla="*/ 547409 w 678839"/>
              <a:gd name="connsiteY1" fmla="*/ 436099 h 1062804"/>
              <a:gd name="connsiteX2" fmla="*/ 560519 w 678839"/>
              <a:gd name="connsiteY2" fmla="*/ 592673 h 1062804"/>
              <a:gd name="connsiteX3" fmla="*/ 0 w 678839"/>
              <a:gd name="connsiteY3" fmla="*/ 1051512 h 1062804"/>
              <a:gd name="connsiteX4" fmla="*/ 0 w 678839"/>
              <a:gd name="connsiteY4" fmla="*/ 13311 h 1062804"/>
              <a:gd name="connsiteX0" fmla="*/ 0 w 678839"/>
              <a:gd name="connsiteY0" fmla="*/ 200 h 1049693"/>
              <a:gd name="connsiteX1" fmla="*/ 547409 w 678839"/>
              <a:gd name="connsiteY1" fmla="*/ 422988 h 1049693"/>
              <a:gd name="connsiteX2" fmla="*/ 560519 w 678839"/>
              <a:gd name="connsiteY2" fmla="*/ 579562 h 1049693"/>
              <a:gd name="connsiteX3" fmla="*/ 0 w 678839"/>
              <a:gd name="connsiteY3" fmla="*/ 1038401 h 1049693"/>
              <a:gd name="connsiteX4" fmla="*/ 0 w 678839"/>
              <a:gd name="connsiteY4" fmla="*/ 200 h 1049693"/>
              <a:gd name="connsiteX0" fmla="*/ 0 w 678839"/>
              <a:gd name="connsiteY0" fmla="*/ 200 h 1038437"/>
              <a:gd name="connsiteX1" fmla="*/ 547409 w 678839"/>
              <a:gd name="connsiteY1" fmla="*/ 422988 h 1038437"/>
              <a:gd name="connsiteX2" fmla="*/ 560519 w 678839"/>
              <a:gd name="connsiteY2" fmla="*/ 579562 h 1038437"/>
              <a:gd name="connsiteX3" fmla="*/ 0 w 678839"/>
              <a:gd name="connsiteY3" fmla="*/ 1038401 h 1038437"/>
              <a:gd name="connsiteX4" fmla="*/ 0 w 678839"/>
              <a:gd name="connsiteY4" fmla="*/ 200 h 1038437"/>
              <a:gd name="connsiteX0" fmla="*/ 0 w 662463"/>
              <a:gd name="connsiteY0" fmla="*/ 200 h 1038447"/>
              <a:gd name="connsiteX1" fmla="*/ 547409 w 662463"/>
              <a:gd name="connsiteY1" fmla="*/ 422988 h 1038447"/>
              <a:gd name="connsiteX2" fmla="*/ 661522 w 662463"/>
              <a:gd name="connsiteY2" fmla="*/ 478781 h 1038447"/>
              <a:gd name="connsiteX3" fmla="*/ 560519 w 662463"/>
              <a:gd name="connsiteY3" fmla="*/ 579562 h 1038447"/>
              <a:gd name="connsiteX4" fmla="*/ 0 w 662463"/>
              <a:gd name="connsiteY4" fmla="*/ 1038401 h 1038447"/>
              <a:gd name="connsiteX5" fmla="*/ 0 w 662463"/>
              <a:gd name="connsiteY5" fmla="*/ 200 h 1038447"/>
              <a:gd name="connsiteX0" fmla="*/ 0 w 1376005"/>
              <a:gd name="connsiteY0" fmla="*/ 242 h 1038489"/>
              <a:gd name="connsiteX1" fmla="*/ 547409 w 1376005"/>
              <a:gd name="connsiteY1" fmla="*/ 423030 h 1038489"/>
              <a:gd name="connsiteX2" fmla="*/ 1375999 w 1376005"/>
              <a:gd name="connsiteY2" fmla="*/ 482101 h 1038489"/>
              <a:gd name="connsiteX3" fmla="*/ 560519 w 1376005"/>
              <a:gd name="connsiteY3" fmla="*/ 579604 h 1038489"/>
              <a:gd name="connsiteX4" fmla="*/ 0 w 1376005"/>
              <a:gd name="connsiteY4" fmla="*/ 1038443 h 1038489"/>
              <a:gd name="connsiteX5" fmla="*/ 0 w 1376005"/>
              <a:gd name="connsiteY5" fmla="*/ 242 h 1038489"/>
              <a:gd name="connsiteX0" fmla="*/ 0 w 1376005"/>
              <a:gd name="connsiteY0" fmla="*/ 3 h 1038250"/>
              <a:gd name="connsiteX1" fmla="*/ 547409 w 1376005"/>
              <a:gd name="connsiteY1" fmla="*/ 422791 h 1038250"/>
              <a:gd name="connsiteX2" fmla="*/ 1375999 w 1376005"/>
              <a:gd name="connsiteY2" fmla="*/ 481862 h 1038250"/>
              <a:gd name="connsiteX3" fmla="*/ 560519 w 1376005"/>
              <a:gd name="connsiteY3" fmla="*/ 579365 h 1038250"/>
              <a:gd name="connsiteX4" fmla="*/ 0 w 1376005"/>
              <a:gd name="connsiteY4" fmla="*/ 1038204 h 1038250"/>
              <a:gd name="connsiteX5" fmla="*/ 0 w 1376005"/>
              <a:gd name="connsiteY5" fmla="*/ 3 h 1038250"/>
              <a:gd name="connsiteX0" fmla="*/ 0 w 1376005"/>
              <a:gd name="connsiteY0" fmla="*/ 3 h 1038250"/>
              <a:gd name="connsiteX1" fmla="*/ 547409 w 1376005"/>
              <a:gd name="connsiteY1" fmla="*/ 422791 h 1038250"/>
              <a:gd name="connsiteX2" fmla="*/ 1375999 w 1376005"/>
              <a:gd name="connsiteY2" fmla="*/ 481862 h 1038250"/>
              <a:gd name="connsiteX3" fmla="*/ 560519 w 1376005"/>
              <a:gd name="connsiteY3" fmla="*/ 579365 h 1038250"/>
              <a:gd name="connsiteX4" fmla="*/ 0 w 1376005"/>
              <a:gd name="connsiteY4" fmla="*/ 1038204 h 1038250"/>
              <a:gd name="connsiteX5" fmla="*/ 0 w 1376005"/>
              <a:gd name="connsiteY5" fmla="*/ 3 h 1038250"/>
              <a:gd name="connsiteX0" fmla="*/ 0 w 1376005"/>
              <a:gd name="connsiteY0" fmla="*/ 3 h 1038204"/>
              <a:gd name="connsiteX1" fmla="*/ 547409 w 1376005"/>
              <a:gd name="connsiteY1" fmla="*/ 422791 h 1038204"/>
              <a:gd name="connsiteX2" fmla="*/ 1375999 w 1376005"/>
              <a:gd name="connsiteY2" fmla="*/ 481862 h 1038204"/>
              <a:gd name="connsiteX3" fmla="*/ 560519 w 1376005"/>
              <a:gd name="connsiteY3" fmla="*/ 579365 h 1038204"/>
              <a:gd name="connsiteX4" fmla="*/ 0 w 1376005"/>
              <a:gd name="connsiteY4" fmla="*/ 1038204 h 1038204"/>
              <a:gd name="connsiteX5" fmla="*/ 0 w 1376005"/>
              <a:gd name="connsiteY5" fmla="*/ 3 h 1038204"/>
              <a:gd name="connsiteX0" fmla="*/ 0 w 1376005"/>
              <a:gd name="connsiteY0" fmla="*/ 3 h 1038204"/>
              <a:gd name="connsiteX1" fmla="*/ 547409 w 1376005"/>
              <a:gd name="connsiteY1" fmla="*/ 422791 h 1038204"/>
              <a:gd name="connsiteX2" fmla="*/ 1375999 w 1376005"/>
              <a:gd name="connsiteY2" fmla="*/ 481862 h 1038204"/>
              <a:gd name="connsiteX3" fmla="*/ 560519 w 1376005"/>
              <a:gd name="connsiteY3" fmla="*/ 579365 h 1038204"/>
              <a:gd name="connsiteX4" fmla="*/ 0 w 1376005"/>
              <a:gd name="connsiteY4" fmla="*/ 1038204 h 1038204"/>
              <a:gd name="connsiteX5" fmla="*/ 0 w 1376005"/>
              <a:gd name="connsiteY5" fmla="*/ 3 h 1038204"/>
              <a:gd name="connsiteX0" fmla="*/ 0 w 1376004"/>
              <a:gd name="connsiteY0" fmla="*/ 3 h 1038204"/>
              <a:gd name="connsiteX1" fmla="*/ 547409 w 1376004"/>
              <a:gd name="connsiteY1" fmla="*/ 422791 h 1038204"/>
              <a:gd name="connsiteX2" fmla="*/ 1375999 w 1376004"/>
              <a:gd name="connsiteY2" fmla="*/ 481862 h 1038204"/>
              <a:gd name="connsiteX3" fmla="*/ 547409 w 1376004"/>
              <a:gd name="connsiteY3" fmla="*/ 579365 h 1038204"/>
              <a:gd name="connsiteX4" fmla="*/ 0 w 1376004"/>
              <a:gd name="connsiteY4" fmla="*/ 1038204 h 1038204"/>
              <a:gd name="connsiteX5" fmla="*/ 0 w 1376004"/>
              <a:gd name="connsiteY5" fmla="*/ 3 h 1038204"/>
              <a:gd name="connsiteX0" fmla="*/ 0 w 1376004"/>
              <a:gd name="connsiteY0" fmla="*/ 3 h 1038204"/>
              <a:gd name="connsiteX1" fmla="*/ 547409 w 1376004"/>
              <a:gd name="connsiteY1" fmla="*/ 422791 h 1038204"/>
              <a:gd name="connsiteX2" fmla="*/ 1375999 w 1376004"/>
              <a:gd name="connsiteY2" fmla="*/ 481862 h 1038204"/>
              <a:gd name="connsiteX3" fmla="*/ 547409 w 1376004"/>
              <a:gd name="connsiteY3" fmla="*/ 579365 h 1038204"/>
              <a:gd name="connsiteX4" fmla="*/ 0 w 1376004"/>
              <a:gd name="connsiteY4" fmla="*/ 1038204 h 1038204"/>
              <a:gd name="connsiteX5" fmla="*/ 0 w 1376004"/>
              <a:gd name="connsiteY5" fmla="*/ 3 h 1038204"/>
              <a:gd name="connsiteX0" fmla="*/ 0 w 1398055"/>
              <a:gd name="connsiteY0" fmla="*/ 3 h 1271791"/>
              <a:gd name="connsiteX1" fmla="*/ 547409 w 1398055"/>
              <a:gd name="connsiteY1" fmla="*/ 422791 h 1271791"/>
              <a:gd name="connsiteX2" fmla="*/ 1375999 w 1398055"/>
              <a:gd name="connsiteY2" fmla="*/ 481862 h 1271791"/>
              <a:gd name="connsiteX3" fmla="*/ 1245500 w 1398055"/>
              <a:gd name="connsiteY3" fmla="*/ 1254514 h 1271791"/>
              <a:gd name="connsiteX4" fmla="*/ 0 w 1398055"/>
              <a:gd name="connsiteY4" fmla="*/ 1038204 h 1271791"/>
              <a:gd name="connsiteX5" fmla="*/ 0 w 1398055"/>
              <a:gd name="connsiteY5" fmla="*/ 3 h 1271791"/>
              <a:gd name="connsiteX0" fmla="*/ 0 w 1488655"/>
              <a:gd name="connsiteY0" fmla="*/ 3 h 1734094"/>
              <a:gd name="connsiteX1" fmla="*/ 547409 w 1488655"/>
              <a:gd name="connsiteY1" fmla="*/ 422791 h 1734094"/>
              <a:gd name="connsiteX2" fmla="*/ 1375999 w 1488655"/>
              <a:gd name="connsiteY2" fmla="*/ 481862 h 1734094"/>
              <a:gd name="connsiteX3" fmla="*/ 1389707 w 1488655"/>
              <a:gd name="connsiteY3" fmla="*/ 1726462 h 1734094"/>
              <a:gd name="connsiteX4" fmla="*/ 0 w 1488655"/>
              <a:gd name="connsiteY4" fmla="*/ 1038204 h 1734094"/>
              <a:gd name="connsiteX5" fmla="*/ 0 w 1488655"/>
              <a:gd name="connsiteY5" fmla="*/ 3 h 1734094"/>
              <a:gd name="connsiteX0" fmla="*/ 0 w 1558537"/>
              <a:gd name="connsiteY0" fmla="*/ 3 h 1835316"/>
              <a:gd name="connsiteX1" fmla="*/ 547409 w 1558537"/>
              <a:gd name="connsiteY1" fmla="*/ 422791 h 1835316"/>
              <a:gd name="connsiteX2" fmla="*/ 1375999 w 1558537"/>
              <a:gd name="connsiteY2" fmla="*/ 481862 h 1835316"/>
              <a:gd name="connsiteX3" fmla="*/ 1389707 w 1558537"/>
              <a:gd name="connsiteY3" fmla="*/ 1726462 h 1835316"/>
              <a:gd name="connsiteX4" fmla="*/ 0 w 1558537"/>
              <a:gd name="connsiteY4" fmla="*/ 1038204 h 1835316"/>
              <a:gd name="connsiteX5" fmla="*/ 0 w 1558537"/>
              <a:gd name="connsiteY5" fmla="*/ 3 h 1835316"/>
              <a:gd name="connsiteX0" fmla="*/ 0 w 1558537"/>
              <a:gd name="connsiteY0" fmla="*/ 3 h 1932032"/>
              <a:gd name="connsiteX1" fmla="*/ 547409 w 1558537"/>
              <a:gd name="connsiteY1" fmla="*/ 422791 h 1932032"/>
              <a:gd name="connsiteX2" fmla="*/ 1375999 w 1558537"/>
              <a:gd name="connsiteY2" fmla="*/ 481862 h 1932032"/>
              <a:gd name="connsiteX3" fmla="*/ 1389707 w 1558537"/>
              <a:gd name="connsiteY3" fmla="*/ 1828062 h 1932032"/>
              <a:gd name="connsiteX4" fmla="*/ 0 w 1558537"/>
              <a:gd name="connsiteY4" fmla="*/ 1038204 h 1932032"/>
              <a:gd name="connsiteX5" fmla="*/ 0 w 1558537"/>
              <a:gd name="connsiteY5" fmla="*/ 3 h 1932032"/>
              <a:gd name="connsiteX0" fmla="*/ 0 w 1516312"/>
              <a:gd name="connsiteY0" fmla="*/ 3 h 1951784"/>
              <a:gd name="connsiteX1" fmla="*/ 547409 w 1516312"/>
              <a:gd name="connsiteY1" fmla="*/ 422791 h 1951784"/>
              <a:gd name="connsiteX2" fmla="*/ 1375999 w 1516312"/>
              <a:gd name="connsiteY2" fmla="*/ 481862 h 1951784"/>
              <a:gd name="connsiteX3" fmla="*/ 1389707 w 1516312"/>
              <a:gd name="connsiteY3" fmla="*/ 1828062 h 1951784"/>
              <a:gd name="connsiteX4" fmla="*/ 0 w 1516312"/>
              <a:gd name="connsiteY4" fmla="*/ 1038204 h 1951784"/>
              <a:gd name="connsiteX5" fmla="*/ 0 w 1516312"/>
              <a:gd name="connsiteY5" fmla="*/ 3 h 1951784"/>
              <a:gd name="connsiteX0" fmla="*/ 0 w 1397836"/>
              <a:gd name="connsiteY0" fmla="*/ 5 h 1828064"/>
              <a:gd name="connsiteX1" fmla="*/ 547409 w 1397836"/>
              <a:gd name="connsiteY1" fmla="*/ 422793 h 1828064"/>
              <a:gd name="connsiteX2" fmla="*/ 1389707 w 1397836"/>
              <a:gd name="connsiteY2" fmla="*/ 1828064 h 1828064"/>
              <a:gd name="connsiteX3" fmla="*/ 0 w 1397836"/>
              <a:gd name="connsiteY3" fmla="*/ 1038206 h 1828064"/>
              <a:gd name="connsiteX4" fmla="*/ 0 w 1397836"/>
              <a:gd name="connsiteY4" fmla="*/ 5 h 1828064"/>
              <a:gd name="connsiteX0" fmla="*/ 0 w 1616076"/>
              <a:gd name="connsiteY0" fmla="*/ 1 h 1854916"/>
              <a:gd name="connsiteX1" fmla="*/ 1474918 w 1616076"/>
              <a:gd name="connsiteY1" fmla="*/ 1510892 h 1854916"/>
              <a:gd name="connsiteX2" fmla="*/ 1389707 w 1616076"/>
              <a:gd name="connsiteY2" fmla="*/ 1828060 h 1854916"/>
              <a:gd name="connsiteX3" fmla="*/ 0 w 1616076"/>
              <a:gd name="connsiteY3" fmla="*/ 1038202 h 1854916"/>
              <a:gd name="connsiteX4" fmla="*/ 0 w 1616076"/>
              <a:gd name="connsiteY4" fmla="*/ 1 h 1854916"/>
              <a:gd name="connsiteX0" fmla="*/ 0 w 1590004"/>
              <a:gd name="connsiteY0" fmla="*/ 1 h 1856950"/>
              <a:gd name="connsiteX1" fmla="*/ 1474918 w 1590004"/>
              <a:gd name="connsiteY1" fmla="*/ 1510892 h 1856950"/>
              <a:gd name="connsiteX2" fmla="*/ 1389707 w 1590004"/>
              <a:gd name="connsiteY2" fmla="*/ 1828060 h 1856950"/>
              <a:gd name="connsiteX3" fmla="*/ 0 w 1590004"/>
              <a:gd name="connsiteY3" fmla="*/ 1038202 h 1856950"/>
              <a:gd name="connsiteX4" fmla="*/ 0 w 1590004"/>
              <a:gd name="connsiteY4" fmla="*/ 1 h 1856950"/>
              <a:gd name="connsiteX0" fmla="*/ 0 w 1590004"/>
              <a:gd name="connsiteY0" fmla="*/ 0 h 1856949"/>
              <a:gd name="connsiteX1" fmla="*/ 1474918 w 1590004"/>
              <a:gd name="connsiteY1" fmla="*/ 1510891 h 1856949"/>
              <a:gd name="connsiteX2" fmla="*/ 1389707 w 1590004"/>
              <a:gd name="connsiteY2" fmla="*/ 1828059 h 1856949"/>
              <a:gd name="connsiteX3" fmla="*/ 0 w 1590004"/>
              <a:gd name="connsiteY3" fmla="*/ 1038201 h 1856949"/>
              <a:gd name="connsiteX4" fmla="*/ 0 w 1590004"/>
              <a:gd name="connsiteY4" fmla="*/ 0 h 1856949"/>
              <a:gd name="connsiteX0" fmla="*/ 0 w 1590004"/>
              <a:gd name="connsiteY0" fmla="*/ 0 h 1856949"/>
              <a:gd name="connsiteX1" fmla="*/ 1474918 w 1590004"/>
              <a:gd name="connsiteY1" fmla="*/ 1510891 h 1856949"/>
              <a:gd name="connsiteX2" fmla="*/ 1389707 w 1590004"/>
              <a:gd name="connsiteY2" fmla="*/ 1828059 h 1856949"/>
              <a:gd name="connsiteX3" fmla="*/ 0 w 1590004"/>
              <a:gd name="connsiteY3" fmla="*/ 1038201 h 1856949"/>
              <a:gd name="connsiteX4" fmla="*/ 0 w 1590004"/>
              <a:gd name="connsiteY4" fmla="*/ 0 h 1856949"/>
              <a:gd name="connsiteX0" fmla="*/ 0 w 1578629"/>
              <a:gd name="connsiteY0" fmla="*/ 0 h 1998064"/>
              <a:gd name="connsiteX1" fmla="*/ 1474918 w 1578629"/>
              <a:gd name="connsiteY1" fmla="*/ 1510891 h 1998064"/>
              <a:gd name="connsiteX2" fmla="*/ 1389707 w 1578629"/>
              <a:gd name="connsiteY2" fmla="*/ 1828059 h 1998064"/>
              <a:gd name="connsiteX3" fmla="*/ 0 w 1578629"/>
              <a:gd name="connsiteY3" fmla="*/ 1038201 h 1998064"/>
              <a:gd name="connsiteX4" fmla="*/ 0 w 1578629"/>
              <a:gd name="connsiteY4" fmla="*/ 0 h 1998064"/>
              <a:gd name="connsiteX0" fmla="*/ 0 w 1668424"/>
              <a:gd name="connsiteY0" fmla="*/ 0 h 2061602"/>
              <a:gd name="connsiteX1" fmla="*/ 1474918 w 1668424"/>
              <a:gd name="connsiteY1" fmla="*/ 1510891 h 2061602"/>
              <a:gd name="connsiteX2" fmla="*/ 1389707 w 1668424"/>
              <a:gd name="connsiteY2" fmla="*/ 1828059 h 2061602"/>
              <a:gd name="connsiteX3" fmla="*/ 0 w 1668424"/>
              <a:gd name="connsiteY3" fmla="*/ 1038201 h 2061602"/>
              <a:gd name="connsiteX4" fmla="*/ 0 w 1668424"/>
              <a:gd name="connsiteY4" fmla="*/ 0 h 2061602"/>
              <a:gd name="connsiteX0" fmla="*/ 0 w 1518418"/>
              <a:gd name="connsiteY0" fmla="*/ 0 h 1901450"/>
              <a:gd name="connsiteX1" fmla="*/ 1474918 w 1518418"/>
              <a:gd name="connsiteY1" fmla="*/ 1510891 h 1901450"/>
              <a:gd name="connsiteX2" fmla="*/ 1046807 w 1518418"/>
              <a:gd name="connsiteY2" fmla="*/ 1710584 h 1901450"/>
              <a:gd name="connsiteX3" fmla="*/ 0 w 1518418"/>
              <a:gd name="connsiteY3" fmla="*/ 1038201 h 1901450"/>
              <a:gd name="connsiteX4" fmla="*/ 0 w 1518418"/>
              <a:gd name="connsiteY4" fmla="*/ 0 h 1901450"/>
              <a:gd name="connsiteX0" fmla="*/ 0 w 1348602"/>
              <a:gd name="connsiteY0" fmla="*/ 0 h 1859716"/>
              <a:gd name="connsiteX1" fmla="*/ 1281243 w 1348602"/>
              <a:gd name="connsiteY1" fmla="*/ 1701391 h 1859716"/>
              <a:gd name="connsiteX2" fmla="*/ 1046807 w 1348602"/>
              <a:gd name="connsiteY2" fmla="*/ 1710584 h 1859716"/>
              <a:gd name="connsiteX3" fmla="*/ 0 w 1348602"/>
              <a:gd name="connsiteY3" fmla="*/ 1038201 h 1859716"/>
              <a:gd name="connsiteX4" fmla="*/ 0 w 1348602"/>
              <a:gd name="connsiteY4" fmla="*/ 0 h 1859716"/>
              <a:gd name="connsiteX0" fmla="*/ 0 w 1326827"/>
              <a:gd name="connsiteY0" fmla="*/ 0 h 1850244"/>
              <a:gd name="connsiteX1" fmla="*/ 1281243 w 1326827"/>
              <a:gd name="connsiteY1" fmla="*/ 1701391 h 1850244"/>
              <a:gd name="connsiteX2" fmla="*/ 1046807 w 1326827"/>
              <a:gd name="connsiteY2" fmla="*/ 1710584 h 1850244"/>
              <a:gd name="connsiteX3" fmla="*/ 0 w 1326827"/>
              <a:gd name="connsiteY3" fmla="*/ 1038201 h 1850244"/>
              <a:gd name="connsiteX4" fmla="*/ 0 w 1326827"/>
              <a:gd name="connsiteY4" fmla="*/ 0 h 1850244"/>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60188"/>
              <a:gd name="connsiteY0" fmla="*/ 0 h 1863279"/>
              <a:gd name="connsiteX1" fmla="*/ 1319343 w 1360188"/>
              <a:gd name="connsiteY1" fmla="*/ 1720441 h 1863279"/>
              <a:gd name="connsiteX2" fmla="*/ 1046807 w 1360188"/>
              <a:gd name="connsiteY2" fmla="*/ 1710584 h 1863279"/>
              <a:gd name="connsiteX3" fmla="*/ 0 w 1360188"/>
              <a:gd name="connsiteY3" fmla="*/ 1038201 h 1863279"/>
              <a:gd name="connsiteX4" fmla="*/ 0 w 1360188"/>
              <a:gd name="connsiteY4" fmla="*/ 0 h 1863279"/>
              <a:gd name="connsiteX0" fmla="*/ 0 w 1380841"/>
              <a:gd name="connsiteY0" fmla="*/ 0 h 2087190"/>
              <a:gd name="connsiteX1" fmla="*/ 1319343 w 1380841"/>
              <a:gd name="connsiteY1" fmla="*/ 1720441 h 2087190"/>
              <a:gd name="connsiteX2" fmla="*/ 1046807 w 1380841"/>
              <a:gd name="connsiteY2" fmla="*/ 1710584 h 2087190"/>
              <a:gd name="connsiteX3" fmla="*/ 0 w 1380841"/>
              <a:gd name="connsiteY3" fmla="*/ 1038201 h 2087190"/>
              <a:gd name="connsiteX4" fmla="*/ 0 w 1380841"/>
              <a:gd name="connsiteY4" fmla="*/ 0 h 2087190"/>
              <a:gd name="connsiteX0" fmla="*/ 0 w 1380841"/>
              <a:gd name="connsiteY0" fmla="*/ 0 h 2087190"/>
              <a:gd name="connsiteX1" fmla="*/ 1319343 w 1380841"/>
              <a:gd name="connsiteY1" fmla="*/ 1720441 h 2087190"/>
              <a:gd name="connsiteX2" fmla="*/ 1046807 w 1380841"/>
              <a:gd name="connsiteY2" fmla="*/ 1710584 h 2087190"/>
              <a:gd name="connsiteX3" fmla="*/ 0 w 1380841"/>
              <a:gd name="connsiteY3" fmla="*/ 1038201 h 2087190"/>
              <a:gd name="connsiteX4" fmla="*/ 0 w 1380841"/>
              <a:gd name="connsiteY4" fmla="*/ 0 h 2087190"/>
              <a:gd name="connsiteX0" fmla="*/ 0 w 1380841"/>
              <a:gd name="connsiteY0" fmla="*/ 0 h 2087190"/>
              <a:gd name="connsiteX1" fmla="*/ 1319343 w 1380841"/>
              <a:gd name="connsiteY1" fmla="*/ 1720441 h 2087190"/>
              <a:gd name="connsiteX2" fmla="*/ 1046807 w 1380841"/>
              <a:gd name="connsiteY2" fmla="*/ 1710584 h 2087190"/>
              <a:gd name="connsiteX3" fmla="*/ 0 w 1380841"/>
              <a:gd name="connsiteY3" fmla="*/ 1038201 h 2087190"/>
              <a:gd name="connsiteX4" fmla="*/ 0 w 1380841"/>
              <a:gd name="connsiteY4" fmla="*/ 0 h 2087190"/>
              <a:gd name="connsiteX0" fmla="*/ 0 w 1380841"/>
              <a:gd name="connsiteY0" fmla="*/ 20 h 2087210"/>
              <a:gd name="connsiteX1" fmla="*/ 1319343 w 1380841"/>
              <a:gd name="connsiteY1" fmla="*/ 1720461 h 2087210"/>
              <a:gd name="connsiteX2" fmla="*/ 1046807 w 1380841"/>
              <a:gd name="connsiteY2" fmla="*/ 1710604 h 2087210"/>
              <a:gd name="connsiteX3" fmla="*/ 0 w 1380841"/>
              <a:gd name="connsiteY3" fmla="*/ 1038221 h 2087210"/>
              <a:gd name="connsiteX4" fmla="*/ 0 w 1380841"/>
              <a:gd name="connsiteY4" fmla="*/ 20 h 2087210"/>
              <a:gd name="connsiteX0" fmla="*/ 0 w 1500298"/>
              <a:gd name="connsiteY0" fmla="*/ 18 h 2124713"/>
              <a:gd name="connsiteX1" fmla="*/ 1471743 w 1500298"/>
              <a:gd name="connsiteY1" fmla="*/ 2041134 h 2124713"/>
              <a:gd name="connsiteX2" fmla="*/ 1046807 w 1500298"/>
              <a:gd name="connsiteY2" fmla="*/ 1710602 h 2124713"/>
              <a:gd name="connsiteX3" fmla="*/ 0 w 1500298"/>
              <a:gd name="connsiteY3" fmla="*/ 1038219 h 2124713"/>
              <a:gd name="connsiteX4" fmla="*/ 0 w 1500298"/>
              <a:gd name="connsiteY4" fmla="*/ 18 h 2124713"/>
              <a:gd name="connsiteX0" fmla="*/ 0 w 1547515"/>
              <a:gd name="connsiteY0" fmla="*/ 18 h 2218694"/>
              <a:gd name="connsiteX1" fmla="*/ 1471743 w 1547515"/>
              <a:gd name="connsiteY1" fmla="*/ 2041134 h 2218694"/>
              <a:gd name="connsiteX2" fmla="*/ 1196032 w 1547515"/>
              <a:gd name="connsiteY2" fmla="*/ 1999527 h 2218694"/>
              <a:gd name="connsiteX3" fmla="*/ 0 w 1547515"/>
              <a:gd name="connsiteY3" fmla="*/ 1038219 h 2218694"/>
              <a:gd name="connsiteX4" fmla="*/ 0 w 1547515"/>
              <a:gd name="connsiteY4" fmla="*/ 18 h 2218694"/>
              <a:gd name="connsiteX0" fmla="*/ 0 w 1537701"/>
              <a:gd name="connsiteY0" fmla="*/ 18 h 2285617"/>
              <a:gd name="connsiteX1" fmla="*/ 1471743 w 1537701"/>
              <a:gd name="connsiteY1" fmla="*/ 2041134 h 2285617"/>
              <a:gd name="connsiteX2" fmla="*/ 1196032 w 1537701"/>
              <a:gd name="connsiteY2" fmla="*/ 1999527 h 2285617"/>
              <a:gd name="connsiteX3" fmla="*/ 0 w 1537701"/>
              <a:gd name="connsiteY3" fmla="*/ 1038219 h 2285617"/>
              <a:gd name="connsiteX4" fmla="*/ 0 w 1537701"/>
              <a:gd name="connsiteY4" fmla="*/ 18 h 2285617"/>
              <a:gd name="connsiteX0" fmla="*/ 0 w 1526033"/>
              <a:gd name="connsiteY0" fmla="*/ 18 h 2291774"/>
              <a:gd name="connsiteX1" fmla="*/ 1471743 w 1526033"/>
              <a:gd name="connsiteY1" fmla="*/ 2041134 h 2291774"/>
              <a:gd name="connsiteX2" fmla="*/ 1196032 w 1526033"/>
              <a:gd name="connsiteY2" fmla="*/ 1999527 h 2291774"/>
              <a:gd name="connsiteX3" fmla="*/ 0 w 1526033"/>
              <a:gd name="connsiteY3" fmla="*/ 1038219 h 2291774"/>
              <a:gd name="connsiteX4" fmla="*/ 0 w 1526033"/>
              <a:gd name="connsiteY4" fmla="*/ 18 h 2291774"/>
              <a:gd name="connsiteX0" fmla="*/ 0 w 1539364"/>
              <a:gd name="connsiteY0" fmla="*/ 18 h 2230153"/>
              <a:gd name="connsiteX1" fmla="*/ 1476506 w 1539364"/>
              <a:gd name="connsiteY1" fmla="*/ 2047484 h 2230153"/>
              <a:gd name="connsiteX2" fmla="*/ 1196032 w 1539364"/>
              <a:gd name="connsiteY2" fmla="*/ 1999527 h 2230153"/>
              <a:gd name="connsiteX3" fmla="*/ 0 w 1539364"/>
              <a:gd name="connsiteY3" fmla="*/ 1038219 h 2230153"/>
              <a:gd name="connsiteX4" fmla="*/ 0 w 1539364"/>
              <a:gd name="connsiteY4" fmla="*/ 18 h 2230153"/>
              <a:gd name="connsiteX0" fmla="*/ 0 w 1525568"/>
              <a:gd name="connsiteY0" fmla="*/ 18 h 2260650"/>
              <a:gd name="connsiteX1" fmla="*/ 1476506 w 1525568"/>
              <a:gd name="connsiteY1" fmla="*/ 2047484 h 2260650"/>
              <a:gd name="connsiteX2" fmla="*/ 1196032 w 1525568"/>
              <a:gd name="connsiteY2" fmla="*/ 1999527 h 2260650"/>
              <a:gd name="connsiteX3" fmla="*/ 0 w 1525568"/>
              <a:gd name="connsiteY3" fmla="*/ 1038219 h 2260650"/>
              <a:gd name="connsiteX4" fmla="*/ 0 w 1525568"/>
              <a:gd name="connsiteY4" fmla="*/ 18 h 2260650"/>
              <a:gd name="connsiteX0" fmla="*/ 0 w 1535588"/>
              <a:gd name="connsiteY0" fmla="*/ 18 h 2345333"/>
              <a:gd name="connsiteX1" fmla="*/ 1476506 w 1535588"/>
              <a:gd name="connsiteY1" fmla="*/ 2047484 h 2345333"/>
              <a:gd name="connsiteX2" fmla="*/ 1196032 w 1535588"/>
              <a:gd name="connsiteY2" fmla="*/ 1999527 h 2345333"/>
              <a:gd name="connsiteX3" fmla="*/ 0 w 1535588"/>
              <a:gd name="connsiteY3" fmla="*/ 1038219 h 2345333"/>
              <a:gd name="connsiteX4" fmla="*/ 0 w 1535588"/>
              <a:gd name="connsiteY4" fmla="*/ 18 h 2345333"/>
              <a:gd name="connsiteX0" fmla="*/ 0 w 1539364"/>
              <a:gd name="connsiteY0" fmla="*/ 18 h 2339807"/>
              <a:gd name="connsiteX1" fmla="*/ 1476506 w 1539364"/>
              <a:gd name="connsiteY1" fmla="*/ 2047484 h 2339807"/>
              <a:gd name="connsiteX2" fmla="*/ 1196032 w 1539364"/>
              <a:gd name="connsiteY2" fmla="*/ 1999527 h 2339807"/>
              <a:gd name="connsiteX3" fmla="*/ 0 w 1539364"/>
              <a:gd name="connsiteY3" fmla="*/ 1038219 h 2339807"/>
              <a:gd name="connsiteX4" fmla="*/ 0 w 1539364"/>
              <a:gd name="connsiteY4" fmla="*/ 18 h 2339807"/>
              <a:gd name="connsiteX0" fmla="*/ 0 w 1551187"/>
              <a:gd name="connsiteY0" fmla="*/ 18 h 2335934"/>
              <a:gd name="connsiteX1" fmla="*/ 1476506 w 1551187"/>
              <a:gd name="connsiteY1" fmla="*/ 2047484 h 2335934"/>
              <a:gd name="connsiteX2" fmla="*/ 1194444 w 1551187"/>
              <a:gd name="connsiteY2" fmla="*/ 2002702 h 2335934"/>
              <a:gd name="connsiteX3" fmla="*/ 0 w 1551187"/>
              <a:gd name="connsiteY3" fmla="*/ 1038219 h 2335934"/>
              <a:gd name="connsiteX4" fmla="*/ 0 w 1551187"/>
              <a:gd name="connsiteY4" fmla="*/ 18 h 2335934"/>
              <a:gd name="connsiteX0" fmla="*/ 0 w 1534954"/>
              <a:gd name="connsiteY0" fmla="*/ 18 h 2342235"/>
              <a:gd name="connsiteX1" fmla="*/ 1476506 w 1534954"/>
              <a:gd name="connsiteY1" fmla="*/ 2047484 h 2342235"/>
              <a:gd name="connsiteX2" fmla="*/ 1194444 w 1534954"/>
              <a:gd name="connsiteY2" fmla="*/ 2002702 h 2342235"/>
              <a:gd name="connsiteX3" fmla="*/ 0 w 1534954"/>
              <a:gd name="connsiteY3" fmla="*/ 1038219 h 2342235"/>
              <a:gd name="connsiteX4" fmla="*/ 0 w 1534954"/>
              <a:gd name="connsiteY4" fmla="*/ 18 h 2342235"/>
              <a:gd name="connsiteX0" fmla="*/ 0 w 1522191"/>
              <a:gd name="connsiteY0" fmla="*/ 18 h 2216999"/>
              <a:gd name="connsiteX1" fmla="*/ 1476506 w 1522191"/>
              <a:gd name="connsiteY1" fmla="*/ 2047484 h 2216999"/>
              <a:gd name="connsiteX2" fmla="*/ 1194444 w 1522191"/>
              <a:gd name="connsiteY2" fmla="*/ 2002702 h 2216999"/>
              <a:gd name="connsiteX3" fmla="*/ 651170 w 1522191"/>
              <a:gd name="connsiteY3" fmla="*/ 1387789 h 2216999"/>
              <a:gd name="connsiteX4" fmla="*/ 0 w 1522191"/>
              <a:gd name="connsiteY4" fmla="*/ 1038219 h 2216999"/>
              <a:gd name="connsiteX5" fmla="*/ 0 w 1522191"/>
              <a:gd name="connsiteY5" fmla="*/ 18 h 2216999"/>
              <a:gd name="connsiteX0" fmla="*/ 0 w 1522191"/>
              <a:gd name="connsiteY0" fmla="*/ 18 h 2216999"/>
              <a:gd name="connsiteX1" fmla="*/ 1476506 w 1522191"/>
              <a:gd name="connsiteY1" fmla="*/ 2047484 h 2216999"/>
              <a:gd name="connsiteX2" fmla="*/ 1194444 w 1522191"/>
              <a:gd name="connsiteY2" fmla="*/ 2002702 h 2216999"/>
              <a:gd name="connsiteX3" fmla="*/ 651170 w 1522191"/>
              <a:gd name="connsiteY3" fmla="*/ 1387789 h 2216999"/>
              <a:gd name="connsiteX4" fmla="*/ 0 w 1522191"/>
              <a:gd name="connsiteY4" fmla="*/ 1038219 h 2216999"/>
              <a:gd name="connsiteX5" fmla="*/ 0 w 1522191"/>
              <a:gd name="connsiteY5" fmla="*/ 18 h 2216999"/>
              <a:gd name="connsiteX0" fmla="*/ 0 w 1520978"/>
              <a:gd name="connsiteY0" fmla="*/ 18 h 2219435"/>
              <a:gd name="connsiteX1" fmla="*/ 1476506 w 1520978"/>
              <a:gd name="connsiteY1" fmla="*/ 2047484 h 2219435"/>
              <a:gd name="connsiteX2" fmla="*/ 1194444 w 1520978"/>
              <a:gd name="connsiteY2" fmla="*/ 2002702 h 2219435"/>
              <a:gd name="connsiteX3" fmla="*/ 728941 w 1520978"/>
              <a:gd name="connsiteY3" fmla="*/ 1328872 h 2219435"/>
              <a:gd name="connsiteX4" fmla="*/ 0 w 1520978"/>
              <a:gd name="connsiteY4" fmla="*/ 1038219 h 2219435"/>
              <a:gd name="connsiteX5" fmla="*/ 0 w 1520978"/>
              <a:gd name="connsiteY5" fmla="*/ 18 h 2219435"/>
              <a:gd name="connsiteX0" fmla="*/ 0 w 1520978"/>
              <a:gd name="connsiteY0" fmla="*/ 18 h 2219435"/>
              <a:gd name="connsiteX1" fmla="*/ 1476506 w 1520978"/>
              <a:gd name="connsiteY1" fmla="*/ 2047484 h 2219435"/>
              <a:gd name="connsiteX2" fmla="*/ 1194444 w 1520978"/>
              <a:gd name="connsiteY2" fmla="*/ 2002702 h 2219435"/>
              <a:gd name="connsiteX3" fmla="*/ 728941 w 1520978"/>
              <a:gd name="connsiteY3" fmla="*/ 1328872 h 2219435"/>
              <a:gd name="connsiteX4" fmla="*/ 0 w 1520978"/>
              <a:gd name="connsiteY4" fmla="*/ 1038219 h 2219435"/>
              <a:gd name="connsiteX5" fmla="*/ 0 w 1520978"/>
              <a:gd name="connsiteY5" fmla="*/ 18 h 2219435"/>
              <a:gd name="connsiteX0" fmla="*/ 0 w 1519890"/>
              <a:gd name="connsiteY0" fmla="*/ 18 h 2220026"/>
              <a:gd name="connsiteX1" fmla="*/ 1476506 w 1519890"/>
              <a:gd name="connsiteY1" fmla="*/ 2047484 h 2220026"/>
              <a:gd name="connsiteX2" fmla="*/ 1194444 w 1519890"/>
              <a:gd name="connsiteY2" fmla="*/ 2002702 h 2220026"/>
              <a:gd name="connsiteX3" fmla="*/ 801999 w 1519890"/>
              <a:gd name="connsiteY3" fmla="*/ 1314732 h 2220026"/>
              <a:gd name="connsiteX4" fmla="*/ 0 w 1519890"/>
              <a:gd name="connsiteY4" fmla="*/ 1038219 h 2220026"/>
              <a:gd name="connsiteX5" fmla="*/ 0 w 1519890"/>
              <a:gd name="connsiteY5" fmla="*/ 18 h 2220026"/>
              <a:gd name="connsiteX0" fmla="*/ 0 w 1517164"/>
              <a:gd name="connsiteY0" fmla="*/ 18 h 2237661"/>
              <a:gd name="connsiteX1" fmla="*/ 1476506 w 1517164"/>
              <a:gd name="connsiteY1" fmla="*/ 2047484 h 2237661"/>
              <a:gd name="connsiteX2" fmla="*/ 1194444 w 1517164"/>
              <a:gd name="connsiteY2" fmla="*/ 2002702 h 2237661"/>
              <a:gd name="connsiteX3" fmla="*/ 801999 w 1517164"/>
              <a:gd name="connsiteY3" fmla="*/ 1314732 h 2237661"/>
              <a:gd name="connsiteX4" fmla="*/ 0 w 1517164"/>
              <a:gd name="connsiteY4" fmla="*/ 1038219 h 2237661"/>
              <a:gd name="connsiteX5" fmla="*/ 0 w 1517164"/>
              <a:gd name="connsiteY5" fmla="*/ 18 h 2237661"/>
              <a:gd name="connsiteX0" fmla="*/ 0 w 1517164"/>
              <a:gd name="connsiteY0" fmla="*/ 2 h 2237645"/>
              <a:gd name="connsiteX1" fmla="*/ 1476506 w 1517164"/>
              <a:gd name="connsiteY1" fmla="*/ 2047468 h 2237645"/>
              <a:gd name="connsiteX2" fmla="*/ 1194444 w 1517164"/>
              <a:gd name="connsiteY2" fmla="*/ 2002686 h 2237645"/>
              <a:gd name="connsiteX3" fmla="*/ 801999 w 1517164"/>
              <a:gd name="connsiteY3" fmla="*/ 1314716 h 2237645"/>
              <a:gd name="connsiteX4" fmla="*/ 0 w 1517164"/>
              <a:gd name="connsiteY4" fmla="*/ 1038203 h 2237645"/>
              <a:gd name="connsiteX5" fmla="*/ 0 w 1517164"/>
              <a:gd name="connsiteY5" fmla="*/ 2 h 2237645"/>
              <a:gd name="connsiteX0" fmla="*/ 0 w 1674000"/>
              <a:gd name="connsiteY0" fmla="*/ 2 h 2563922"/>
              <a:gd name="connsiteX1" fmla="*/ 1476506 w 1674000"/>
              <a:gd name="connsiteY1" fmla="*/ 2047468 h 2563922"/>
              <a:gd name="connsiteX2" fmla="*/ 1194444 w 1674000"/>
              <a:gd name="connsiteY2" fmla="*/ 2002686 h 2563922"/>
              <a:gd name="connsiteX3" fmla="*/ 801999 w 1674000"/>
              <a:gd name="connsiteY3" fmla="*/ 1314716 h 2563922"/>
              <a:gd name="connsiteX4" fmla="*/ 0 w 1674000"/>
              <a:gd name="connsiteY4" fmla="*/ 1038203 h 2563922"/>
              <a:gd name="connsiteX5" fmla="*/ 0 w 1674000"/>
              <a:gd name="connsiteY5" fmla="*/ 2 h 2563922"/>
              <a:gd name="connsiteX0" fmla="*/ 0 w 1702487"/>
              <a:gd name="connsiteY0" fmla="*/ 2 h 2559136"/>
              <a:gd name="connsiteX1" fmla="*/ 1476506 w 1702487"/>
              <a:gd name="connsiteY1" fmla="*/ 2047468 h 2559136"/>
              <a:gd name="connsiteX2" fmla="*/ 1194444 w 1702487"/>
              <a:gd name="connsiteY2" fmla="*/ 2002686 h 2559136"/>
              <a:gd name="connsiteX3" fmla="*/ 0 w 1702487"/>
              <a:gd name="connsiteY3" fmla="*/ 1038203 h 2559136"/>
              <a:gd name="connsiteX4" fmla="*/ 0 w 1702487"/>
              <a:gd name="connsiteY4" fmla="*/ 2 h 255913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682211"/>
              <a:gd name="connsiteY0" fmla="*/ 2 h 2583676"/>
              <a:gd name="connsiteX1" fmla="*/ 1476506 w 1682211"/>
              <a:gd name="connsiteY1" fmla="*/ 2047468 h 2583676"/>
              <a:gd name="connsiteX2" fmla="*/ 1194444 w 1682211"/>
              <a:gd name="connsiteY2" fmla="*/ 2002686 h 2583676"/>
              <a:gd name="connsiteX3" fmla="*/ 0 w 1682211"/>
              <a:gd name="connsiteY3" fmla="*/ 1038203 h 2583676"/>
              <a:gd name="connsiteX4" fmla="*/ 0 w 1682211"/>
              <a:gd name="connsiteY4" fmla="*/ 2 h 2583676"/>
              <a:gd name="connsiteX0" fmla="*/ 0 w 1536409"/>
              <a:gd name="connsiteY0" fmla="*/ 2 h 2254318"/>
              <a:gd name="connsiteX1" fmla="*/ 1476506 w 1536409"/>
              <a:gd name="connsiteY1" fmla="*/ 2047468 h 2254318"/>
              <a:gd name="connsiteX2" fmla="*/ 1194444 w 1536409"/>
              <a:gd name="connsiteY2" fmla="*/ 2002686 h 2254318"/>
              <a:gd name="connsiteX3" fmla="*/ 0 w 1536409"/>
              <a:gd name="connsiteY3" fmla="*/ 1038203 h 2254318"/>
              <a:gd name="connsiteX4" fmla="*/ 0 w 1536409"/>
              <a:gd name="connsiteY4" fmla="*/ 2 h 2254318"/>
              <a:gd name="connsiteX0" fmla="*/ 0 w 1509399"/>
              <a:gd name="connsiteY0" fmla="*/ 2 h 2078367"/>
              <a:gd name="connsiteX1" fmla="*/ 1476506 w 1509399"/>
              <a:gd name="connsiteY1" fmla="*/ 2047468 h 2078367"/>
              <a:gd name="connsiteX2" fmla="*/ 998838 w 1509399"/>
              <a:gd name="connsiteY2" fmla="*/ 1180198 h 2078367"/>
              <a:gd name="connsiteX3" fmla="*/ 0 w 1509399"/>
              <a:gd name="connsiteY3" fmla="*/ 1038203 h 2078367"/>
              <a:gd name="connsiteX4" fmla="*/ 0 w 1509399"/>
              <a:gd name="connsiteY4" fmla="*/ 2 h 2078367"/>
              <a:gd name="connsiteX0" fmla="*/ 0 w 1165831"/>
              <a:gd name="connsiteY0" fmla="*/ 3 h 1184658"/>
              <a:gd name="connsiteX1" fmla="*/ 1066440 w 1165831"/>
              <a:gd name="connsiteY1" fmla="*/ 833768 h 1184658"/>
              <a:gd name="connsiteX2" fmla="*/ 998838 w 1165831"/>
              <a:gd name="connsiteY2" fmla="*/ 1180199 h 1184658"/>
              <a:gd name="connsiteX3" fmla="*/ 0 w 1165831"/>
              <a:gd name="connsiteY3" fmla="*/ 1038204 h 1184658"/>
              <a:gd name="connsiteX4" fmla="*/ 0 w 1165831"/>
              <a:gd name="connsiteY4" fmla="*/ 3 h 1184658"/>
              <a:gd name="connsiteX0" fmla="*/ 0 w 1149092"/>
              <a:gd name="connsiteY0" fmla="*/ 3 h 1213775"/>
              <a:gd name="connsiteX1" fmla="*/ 1066440 w 1149092"/>
              <a:gd name="connsiteY1" fmla="*/ 833768 h 1213775"/>
              <a:gd name="connsiteX2" fmla="*/ 998838 w 1149092"/>
              <a:gd name="connsiteY2" fmla="*/ 1180199 h 1213775"/>
              <a:gd name="connsiteX3" fmla="*/ 0 w 1149092"/>
              <a:gd name="connsiteY3" fmla="*/ 1038204 h 1213775"/>
              <a:gd name="connsiteX4" fmla="*/ 0 w 1149092"/>
              <a:gd name="connsiteY4" fmla="*/ 3 h 1213775"/>
              <a:gd name="connsiteX0" fmla="*/ 0 w 1154509"/>
              <a:gd name="connsiteY0" fmla="*/ 3 h 1196232"/>
              <a:gd name="connsiteX1" fmla="*/ 1066440 w 1154509"/>
              <a:gd name="connsiteY1" fmla="*/ 833768 h 1196232"/>
              <a:gd name="connsiteX2" fmla="*/ 998838 w 1154509"/>
              <a:gd name="connsiteY2" fmla="*/ 1180199 h 1196232"/>
              <a:gd name="connsiteX3" fmla="*/ 0 w 1154509"/>
              <a:gd name="connsiteY3" fmla="*/ 1038204 h 1196232"/>
              <a:gd name="connsiteX4" fmla="*/ 0 w 1154509"/>
              <a:gd name="connsiteY4" fmla="*/ 3 h 1196232"/>
              <a:gd name="connsiteX0" fmla="*/ 0 w 1144177"/>
              <a:gd name="connsiteY0" fmla="*/ 3 h 1198188"/>
              <a:gd name="connsiteX1" fmla="*/ 1066440 w 1144177"/>
              <a:gd name="connsiteY1" fmla="*/ 833768 h 1198188"/>
              <a:gd name="connsiteX2" fmla="*/ 998838 w 1144177"/>
              <a:gd name="connsiteY2" fmla="*/ 1180199 h 1198188"/>
              <a:gd name="connsiteX3" fmla="*/ 0 w 1144177"/>
              <a:gd name="connsiteY3" fmla="*/ 1038204 h 1198188"/>
              <a:gd name="connsiteX4" fmla="*/ 0 w 1144177"/>
              <a:gd name="connsiteY4" fmla="*/ 3 h 1198188"/>
              <a:gd name="connsiteX0" fmla="*/ 0 w 1096992"/>
              <a:gd name="connsiteY0" fmla="*/ 3 h 1184059"/>
              <a:gd name="connsiteX1" fmla="*/ 962745 w 1096992"/>
              <a:gd name="connsiteY1" fmla="*/ 850265 h 1184059"/>
              <a:gd name="connsiteX2" fmla="*/ 998838 w 1096992"/>
              <a:gd name="connsiteY2" fmla="*/ 1180199 h 1184059"/>
              <a:gd name="connsiteX3" fmla="*/ 0 w 1096992"/>
              <a:gd name="connsiteY3" fmla="*/ 1038204 h 1184059"/>
              <a:gd name="connsiteX4" fmla="*/ 0 w 1096992"/>
              <a:gd name="connsiteY4" fmla="*/ 3 h 1184059"/>
              <a:gd name="connsiteX0" fmla="*/ 0 w 1099197"/>
              <a:gd name="connsiteY0" fmla="*/ 3 h 1184924"/>
              <a:gd name="connsiteX1" fmla="*/ 967458 w 1099197"/>
              <a:gd name="connsiteY1" fmla="*/ 826698 h 1184924"/>
              <a:gd name="connsiteX2" fmla="*/ 998838 w 1099197"/>
              <a:gd name="connsiteY2" fmla="*/ 1180199 h 1184924"/>
              <a:gd name="connsiteX3" fmla="*/ 0 w 1099197"/>
              <a:gd name="connsiteY3" fmla="*/ 1038204 h 1184924"/>
              <a:gd name="connsiteX4" fmla="*/ 0 w 1099197"/>
              <a:gd name="connsiteY4" fmla="*/ 3 h 1184924"/>
              <a:gd name="connsiteX0" fmla="*/ 0 w 1099197"/>
              <a:gd name="connsiteY0" fmla="*/ 0 h 1184921"/>
              <a:gd name="connsiteX1" fmla="*/ 967458 w 1099197"/>
              <a:gd name="connsiteY1" fmla="*/ 826695 h 1184921"/>
              <a:gd name="connsiteX2" fmla="*/ 998838 w 1099197"/>
              <a:gd name="connsiteY2" fmla="*/ 1180196 h 1184921"/>
              <a:gd name="connsiteX3" fmla="*/ 0 w 1099197"/>
              <a:gd name="connsiteY3" fmla="*/ 1038201 h 1184921"/>
              <a:gd name="connsiteX4" fmla="*/ 0 w 1099197"/>
              <a:gd name="connsiteY4" fmla="*/ 0 h 1184921"/>
              <a:gd name="connsiteX0" fmla="*/ 0 w 1099197"/>
              <a:gd name="connsiteY0" fmla="*/ 0 h 1184921"/>
              <a:gd name="connsiteX1" fmla="*/ 967458 w 1099197"/>
              <a:gd name="connsiteY1" fmla="*/ 826695 h 1184921"/>
              <a:gd name="connsiteX2" fmla="*/ 998838 w 1099197"/>
              <a:gd name="connsiteY2" fmla="*/ 1180196 h 1184921"/>
              <a:gd name="connsiteX3" fmla="*/ 0 w 1099197"/>
              <a:gd name="connsiteY3" fmla="*/ 1038201 h 1184921"/>
              <a:gd name="connsiteX4" fmla="*/ 0 w 1099197"/>
              <a:gd name="connsiteY4" fmla="*/ 0 h 1184921"/>
              <a:gd name="connsiteX0" fmla="*/ 0 w 1098089"/>
              <a:gd name="connsiteY0" fmla="*/ 0 h 1185844"/>
              <a:gd name="connsiteX1" fmla="*/ 965102 w 1098089"/>
              <a:gd name="connsiteY1" fmla="*/ 803128 h 1185844"/>
              <a:gd name="connsiteX2" fmla="*/ 998838 w 1098089"/>
              <a:gd name="connsiteY2" fmla="*/ 1180196 h 1185844"/>
              <a:gd name="connsiteX3" fmla="*/ 0 w 1098089"/>
              <a:gd name="connsiteY3" fmla="*/ 1038201 h 1185844"/>
              <a:gd name="connsiteX4" fmla="*/ 0 w 1098089"/>
              <a:gd name="connsiteY4" fmla="*/ 0 h 1185844"/>
              <a:gd name="connsiteX0" fmla="*/ 0 w 1095866"/>
              <a:gd name="connsiteY0" fmla="*/ 0 h 1185844"/>
              <a:gd name="connsiteX1" fmla="*/ 965102 w 1095866"/>
              <a:gd name="connsiteY1" fmla="*/ 803128 h 1185844"/>
              <a:gd name="connsiteX2" fmla="*/ 998838 w 1095866"/>
              <a:gd name="connsiteY2" fmla="*/ 1180196 h 1185844"/>
              <a:gd name="connsiteX3" fmla="*/ 0 w 1095866"/>
              <a:gd name="connsiteY3" fmla="*/ 1038201 h 1185844"/>
              <a:gd name="connsiteX4" fmla="*/ 0 w 1095866"/>
              <a:gd name="connsiteY4" fmla="*/ 0 h 1185844"/>
              <a:gd name="connsiteX0" fmla="*/ 0 w 1094408"/>
              <a:gd name="connsiteY0" fmla="*/ 0 h 1185844"/>
              <a:gd name="connsiteX1" fmla="*/ 965102 w 1094408"/>
              <a:gd name="connsiteY1" fmla="*/ 803128 h 1185844"/>
              <a:gd name="connsiteX2" fmla="*/ 998838 w 1094408"/>
              <a:gd name="connsiteY2" fmla="*/ 1180196 h 1185844"/>
              <a:gd name="connsiteX3" fmla="*/ 0 w 1094408"/>
              <a:gd name="connsiteY3" fmla="*/ 1038201 h 1185844"/>
              <a:gd name="connsiteX4" fmla="*/ 0 w 1094408"/>
              <a:gd name="connsiteY4" fmla="*/ 0 h 1185844"/>
              <a:gd name="connsiteX0" fmla="*/ 0 w 1095051"/>
              <a:gd name="connsiteY0" fmla="*/ 0 h 1184729"/>
              <a:gd name="connsiteX1" fmla="*/ 965102 w 1095051"/>
              <a:gd name="connsiteY1" fmla="*/ 803128 h 1184729"/>
              <a:gd name="connsiteX2" fmla="*/ 998838 w 1095051"/>
              <a:gd name="connsiteY2" fmla="*/ 1180196 h 1184729"/>
              <a:gd name="connsiteX3" fmla="*/ 0 w 1095051"/>
              <a:gd name="connsiteY3" fmla="*/ 1038201 h 1184729"/>
              <a:gd name="connsiteX4" fmla="*/ 0 w 1095051"/>
              <a:gd name="connsiteY4" fmla="*/ 0 h 1184729"/>
              <a:gd name="connsiteX0" fmla="*/ 0 w 1103486"/>
              <a:gd name="connsiteY0" fmla="*/ 0 h 1141606"/>
              <a:gd name="connsiteX1" fmla="*/ 965102 w 1103486"/>
              <a:gd name="connsiteY1" fmla="*/ 803128 h 1141606"/>
              <a:gd name="connsiteX2" fmla="*/ 994124 w 1103486"/>
              <a:gd name="connsiteY2" fmla="*/ 1137775 h 1141606"/>
              <a:gd name="connsiteX3" fmla="*/ 0 w 1103486"/>
              <a:gd name="connsiteY3" fmla="*/ 1038201 h 1141606"/>
              <a:gd name="connsiteX4" fmla="*/ 0 w 1103486"/>
              <a:gd name="connsiteY4" fmla="*/ 0 h 1141606"/>
              <a:gd name="connsiteX0" fmla="*/ 0 w 1103486"/>
              <a:gd name="connsiteY0" fmla="*/ 0 h 1181141"/>
              <a:gd name="connsiteX1" fmla="*/ 965102 w 1103486"/>
              <a:gd name="connsiteY1" fmla="*/ 803128 h 1181141"/>
              <a:gd name="connsiteX2" fmla="*/ 994124 w 1103486"/>
              <a:gd name="connsiteY2" fmla="*/ 1177839 h 1181141"/>
              <a:gd name="connsiteX3" fmla="*/ 0 w 1103486"/>
              <a:gd name="connsiteY3" fmla="*/ 1038201 h 1181141"/>
              <a:gd name="connsiteX4" fmla="*/ 0 w 1103486"/>
              <a:gd name="connsiteY4" fmla="*/ 0 h 1181141"/>
              <a:gd name="connsiteX0" fmla="*/ 0 w 1117801"/>
              <a:gd name="connsiteY0" fmla="*/ 0 h 1182806"/>
              <a:gd name="connsiteX1" fmla="*/ 965102 w 1117801"/>
              <a:gd name="connsiteY1" fmla="*/ 803128 h 1182806"/>
              <a:gd name="connsiteX2" fmla="*/ 1099351 w 1117801"/>
              <a:gd name="connsiteY2" fmla="*/ 1117629 h 1182806"/>
              <a:gd name="connsiteX3" fmla="*/ 994124 w 1117801"/>
              <a:gd name="connsiteY3" fmla="*/ 1177839 h 1182806"/>
              <a:gd name="connsiteX4" fmla="*/ 0 w 1117801"/>
              <a:gd name="connsiteY4" fmla="*/ 1038201 h 1182806"/>
              <a:gd name="connsiteX5" fmla="*/ 0 w 1117801"/>
              <a:gd name="connsiteY5" fmla="*/ 0 h 1182806"/>
              <a:gd name="connsiteX0" fmla="*/ 0 w 1049099"/>
              <a:gd name="connsiteY0" fmla="*/ 0 h 1178074"/>
              <a:gd name="connsiteX1" fmla="*/ 965102 w 1049099"/>
              <a:gd name="connsiteY1" fmla="*/ 803128 h 1178074"/>
              <a:gd name="connsiteX2" fmla="*/ 924956 w 1049099"/>
              <a:gd name="connsiteY2" fmla="*/ 997437 h 1178074"/>
              <a:gd name="connsiteX3" fmla="*/ 994124 w 1049099"/>
              <a:gd name="connsiteY3" fmla="*/ 1177839 h 1178074"/>
              <a:gd name="connsiteX4" fmla="*/ 0 w 1049099"/>
              <a:gd name="connsiteY4" fmla="*/ 1038201 h 1178074"/>
              <a:gd name="connsiteX5" fmla="*/ 0 w 1049099"/>
              <a:gd name="connsiteY5" fmla="*/ 0 h 1178074"/>
              <a:gd name="connsiteX0" fmla="*/ 0 w 1049099"/>
              <a:gd name="connsiteY0" fmla="*/ 0 h 1178074"/>
              <a:gd name="connsiteX1" fmla="*/ 965102 w 1049099"/>
              <a:gd name="connsiteY1" fmla="*/ 803128 h 1178074"/>
              <a:gd name="connsiteX2" fmla="*/ 924956 w 1049099"/>
              <a:gd name="connsiteY2" fmla="*/ 997437 h 1178074"/>
              <a:gd name="connsiteX3" fmla="*/ 994124 w 1049099"/>
              <a:gd name="connsiteY3" fmla="*/ 1177839 h 1178074"/>
              <a:gd name="connsiteX4" fmla="*/ 0 w 1049099"/>
              <a:gd name="connsiteY4" fmla="*/ 1038201 h 1178074"/>
              <a:gd name="connsiteX5" fmla="*/ 0 w 1049099"/>
              <a:gd name="connsiteY5" fmla="*/ 0 h 1178074"/>
              <a:gd name="connsiteX0" fmla="*/ 0 w 1049099"/>
              <a:gd name="connsiteY0" fmla="*/ 0 h 1178074"/>
              <a:gd name="connsiteX1" fmla="*/ 953318 w 1049099"/>
              <a:gd name="connsiteY1" fmla="*/ 803128 h 1178074"/>
              <a:gd name="connsiteX2" fmla="*/ 924956 w 1049099"/>
              <a:gd name="connsiteY2" fmla="*/ 997437 h 1178074"/>
              <a:gd name="connsiteX3" fmla="*/ 994124 w 1049099"/>
              <a:gd name="connsiteY3" fmla="*/ 1177839 h 1178074"/>
              <a:gd name="connsiteX4" fmla="*/ 0 w 1049099"/>
              <a:gd name="connsiteY4" fmla="*/ 1038201 h 1178074"/>
              <a:gd name="connsiteX5" fmla="*/ 0 w 1049099"/>
              <a:gd name="connsiteY5" fmla="*/ 0 h 1178074"/>
              <a:gd name="connsiteX0" fmla="*/ 0 w 1049099"/>
              <a:gd name="connsiteY0" fmla="*/ 0 h 1178074"/>
              <a:gd name="connsiteX1" fmla="*/ 953318 w 1049099"/>
              <a:gd name="connsiteY1" fmla="*/ 803128 h 1178074"/>
              <a:gd name="connsiteX2" fmla="*/ 924956 w 1049099"/>
              <a:gd name="connsiteY2" fmla="*/ 997437 h 1178074"/>
              <a:gd name="connsiteX3" fmla="*/ 994124 w 1049099"/>
              <a:gd name="connsiteY3" fmla="*/ 1177839 h 1178074"/>
              <a:gd name="connsiteX4" fmla="*/ 0 w 1049099"/>
              <a:gd name="connsiteY4" fmla="*/ 1038201 h 1178074"/>
              <a:gd name="connsiteX5" fmla="*/ 0 w 1049099"/>
              <a:gd name="connsiteY5" fmla="*/ 0 h 1178074"/>
              <a:gd name="connsiteX0" fmla="*/ 0 w 1091368"/>
              <a:gd name="connsiteY0" fmla="*/ 0 h 1182779"/>
              <a:gd name="connsiteX1" fmla="*/ 953318 w 1091368"/>
              <a:gd name="connsiteY1" fmla="*/ 803128 h 1182779"/>
              <a:gd name="connsiteX2" fmla="*/ 924956 w 1091368"/>
              <a:gd name="connsiteY2" fmla="*/ 997437 h 1182779"/>
              <a:gd name="connsiteX3" fmla="*/ 1043614 w 1091368"/>
              <a:gd name="connsiteY3" fmla="*/ 1182552 h 1182779"/>
              <a:gd name="connsiteX4" fmla="*/ 0 w 1091368"/>
              <a:gd name="connsiteY4" fmla="*/ 1038201 h 1182779"/>
              <a:gd name="connsiteX5" fmla="*/ 0 w 1091368"/>
              <a:gd name="connsiteY5" fmla="*/ 0 h 1182779"/>
              <a:gd name="connsiteX0" fmla="*/ 0 w 1143650"/>
              <a:gd name="connsiteY0" fmla="*/ 0 h 1176439"/>
              <a:gd name="connsiteX1" fmla="*/ 953318 w 1143650"/>
              <a:gd name="connsiteY1" fmla="*/ 803128 h 1176439"/>
              <a:gd name="connsiteX2" fmla="*/ 924956 w 1143650"/>
              <a:gd name="connsiteY2" fmla="*/ 997437 h 1176439"/>
              <a:gd name="connsiteX3" fmla="*/ 1102352 w 1143650"/>
              <a:gd name="connsiteY3" fmla="*/ 1176202 h 1176439"/>
              <a:gd name="connsiteX4" fmla="*/ 0 w 1143650"/>
              <a:gd name="connsiteY4" fmla="*/ 1038201 h 1176439"/>
              <a:gd name="connsiteX5" fmla="*/ 0 w 1143650"/>
              <a:gd name="connsiteY5" fmla="*/ 0 h 1176439"/>
              <a:gd name="connsiteX0" fmla="*/ 0 w 1069424"/>
              <a:gd name="connsiteY0" fmla="*/ 0 h 1174855"/>
              <a:gd name="connsiteX1" fmla="*/ 953318 w 1069424"/>
              <a:gd name="connsiteY1" fmla="*/ 803128 h 1174855"/>
              <a:gd name="connsiteX2" fmla="*/ 924956 w 1069424"/>
              <a:gd name="connsiteY2" fmla="*/ 997437 h 1174855"/>
              <a:gd name="connsiteX3" fmla="*/ 1018215 w 1069424"/>
              <a:gd name="connsiteY3" fmla="*/ 1174615 h 1174855"/>
              <a:gd name="connsiteX4" fmla="*/ 0 w 1069424"/>
              <a:gd name="connsiteY4" fmla="*/ 1038201 h 1174855"/>
              <a:gd name="connsiteX5" fmla="*/ 0 w 1069424"/>
              <a:gd name="connsiteY5" fmla="*/ 0 h 1174855"/>
              <a:gd name="connsiteX0" fmla="*/ 0 w 1069424"/>
              <a:gd name="connsiteY0" fmla="*/ 0 h 1174855"/>
              <a:gd name="connsiteX1" fmla="*/ 953318 w 1069424"/>
              <a:gd name="connsiteY1" fmla="*/ 803128 h 1174855"/>
              <a:gd name="connsiteX2" fmla="*/ 924956 w 1069424"/>
              <a:gd name="connsiteY2" fmla="*/ 997437 h 1174855"/>
              <a:gd name="connsiteX3" fmla="*/ 1018215 w 1069424"/>
              <a:gd name="connsiteY3" fmla="*/ 1174615 h 1174855"/>
              <a:gd name="connsiteX4" fmla="*/ 0 w 1069424"/>
              <a:gd name="connsiteY4" fmla="*/ 1038201 h 1174855"/>
              <a:gd name="connsiteX5" fmla="*/ 0 w 1069424"/>
              <a:gd name="connsiteY5" fmla="*/ 0 h 1174855"/>
              <a:gd name="connsiteX0" fmla="*/ 0 w 1069424"/>
              <a:gd name="connsiteY0" fmla="*/ 0 h 1174623"/>
              <a:gd name="connsiteX1" fmla="*/ 953318 w 1069424"/>
              <a:gd name="connsiteY1" fmla="*/ 803128 h 1174623"/>
              <a:gd name="connsiteX2" fmla="*/ 924956 w 1069424"/>
              <a:gd name="connsiteY2" fmla="*/ 997437 h 1174623"/>
              <a:gd name="connsiteX3" fmla="*/ 1018215 w 1069424"/>
              <a:gd name="connsiteY3" fmla="*/ 1174615 h 1174623"/>
              <a:gd name="connsiteX4" fmla="*/ 0 w 1069424"/>
              <a:gd name="connsiteY4" fmla="*/ 1038201 h 1174623"/>
              <a:gd name="connsiteX5" fmla="*/ 0 w 1069424"/>
              <a:gd name="connsiteY5" fmla="*/ 0 h 1174623"/>
              <a:gd name="connsiteX0" fmla="*/ 0 w 1069424"/>
              <a:gd name="connsiteY0" fmla="*/ 0 h 1179386"/>
              <a:gd name="connsiteX1" fmla="*/ 953318 w 1069424"/>
              <a:gd name="connsiteY1" fmla="*/ 803128 h 1179386"/>
              <a:gd name="connsiteX2" fmla="*/ 924956 w 1069424"/>
              <a:gd name="connsiteY2" fmla="*/ 997437 h 1179386"/>
              <a:gd name="connsiteX3" fmla="*/ 1018215 w 1069424"/>
              <a:gd name="connsiteY3" fmla="*/ 1179378 h 1179386"/>
              <a:gd name="connsiteX4" fmla="*/ 0 w 1069424"/>
              <a:gd name="connsiteY4" fmla="*/ 1038201 h 1179386"/>
              <a:gd name="connsiteX5" fmla="*/ 0 w 1069424"/>
              <a:gd name="connsiteY5" fmla="*/ 0 h 1179386"/>
              <a:gd name="connsiteX0" fmla="*/ 0 w 1072140"/>
              <a:gd name="connsiteY0" fmla="*/ 0 h 1174623"/>
              <a:gd name="connsiteX1" fmla="*/ 953318 w 1072140"/>
              <a:gd name="connsiteY1" fmla="*/ 803128 h 1174623"/>
              <a:gd name="connsiteX2" fmla="*/ 924956 w 1072140"/>
              <a:gd name="connsiteY2" fmla="*/ 997437 h 1174623"/>
              <a:gd name="connsiteX3" fmla="*/ 1021390 w 1072140"/>
              <a:gd name="connsiteY3" fmla="*/ 1174615 h 1174623"/>
              <a:gd name="connsiteX4" fmla="*/ 0 w 1072140"/>
              <a:gd name="connsiteY4" fmla="*/ 1038201 h 1174623"/>
              <a:gd name="connsiteX5" fmla="*/ 0 w 1072140"/>
              <a:gd name="connsiteY5" fmla="*/ 0 h 1174623"/>
              <a:gd name="connsiteX0" fmla="*/ 0 w 1051980"/>
              <a:gd name="connsiteY0" fmla="*/ 0 h 1177798"/>
              <a:gd name="connsiteX1" fmla="*/ 953318 w 1051980"/>
              <a:gd name="connsiteY1" fmla="*/ 803128 h 1177798"/>
              <a:gd name="connsiteX2" fmla="*/ 924956 w 1051980"/>
              <a:gd name="connsiteY2" fmla="*/ 997437 h 1177798"/>
              <a:gd name="connsiteX3" fmla="*/ 997578 w 1051980"/>
              <a:gd name="connsiteY3" fmla="*/ 1177790 h 1177798"/>
              <a:gd name="connsiteX4" fmla="*/ 0 w 1051980"/>
              <a:gd name="connsiteY4" fmla="*/ 1038201 h 1177798"/>
              <a:gd name="connsiteX5" fmla="*/ 0 w 1051980"/>
              <a:gd name="connsiteY5" fmla="*/ 0 h 1177798"/>
              <a:gd name="connsiteX0" fmla="*/ 0 w 1051980"/>
              <a:gd name="connsiteY0" fmla="*/ 0 h 1177798"/>
              <a:gd name="connsiteX1" fmla="*/ 985068 w 1051980"/>
              <a:gd name="connsiteY1" fmla="*/ 795190 h 1177798"/>
              <a:gd name="connsiteX2" fmla="*/ 924956 w 1051980"/>
              <a:gd name="connsiteY2" fmla="*/ 997437 h 1177798"/>
              <a:gd name="connsiteX3" fmla="*/ 997578 w 1051980"/>
              <a:gd name="connsiteY3" fmla="*/ 1177790 h 1177798"/>
              <a:gd name="connsiteX4" fmla="*/ 0 w 1051980"/>
              <a:gd name="connsiteY4" fmla="*/ 1038201 h 1177798"/>
              <a:gd name="connsiteX5" fmla="*/ 0 w 1051980"/>
              <a:gd name="connsiteY5" fmla="*/ 0 h 1177798"/>
              <a:gd name="connsiteX0" fmla="*/ 0 w 1080337"/>
              <a:gd name="connsiteY0" fmla="*/ 0 h 1177798"/>
              <a:gd name="connsiteX1" fmla="*/ 985068 w 1080337"/>
              <a:gd name="connsiteY1" fmla="*/ 795190 h 1177798"/>
              <a:gd name="connsiteX2" fmla="*/ 924956 w 1080337"/>
              <a:gd name="connsiteY2" fmla="*/ 997437 h 1177798"/>
              <a:gd name="connsiteX3" fmla="*/ 1030916 w 1080337"/>
              <a:gd name="connsiteY3" fmla="*/ 1177790 h 1177798"/>
              <a:gd name="connsiteX4" fmla="*/ 0 w 1080337"/>
              <a:gd name="connsiteY4" fmla="*/ 1038201 h 1177798"/>
              <a:gd name="connsiteX5" fmla="*/ 0 w 1080337"/>
              <a:gd name="connsiteY5" fmla="*/ 0 h 1177798"/>
              <a:gd name="connsiteX0" fmla="*/ 0 w 1091369"/>
              <a:gd name="connsiteY0" fmla="*/ 0 h 1179385"/>
              <a:gd name="connsiteX1" fmla="*/ 985068 w 1091369"/>
              <a:gd name="connsiteY1" fmla="*/ 795190 h 1179385"/>
              <a:gd name="connsiteX2" fmla="*/ 924956 w 1091369"/>
              <a:gd name="connsiteY2" fmla="*/ 997437 h 1179385"/>
              <a:gd name="connsiteX3" fmla="*/ 1043616 w 1091369"/>
              <a:gd name="connsiteY3" fmla="*/ 1179377 h 1179385"/>
              <a:gd name="connsiteX4" fmla="*/ 0 w 1091369"/>
              <a:gd name="connsiteY4" fmla="*/ 1038201 h 1179385"/>
              <a:gd name="connsiteX5" fmla="*/ 0 w 1091369"/>
              <a:gd name="connsiteY5" fmla="*/ 0 h 1179385"/>
              <a:gd name="connsiteX0" fmla="*/ 0 w 1123654"/>
              <a:gd name="connsiteY0" fmla="*/ 0 h 1179385"/>
              <a:gd name="connsiteX1" fmla="*/ 985068 w 1123654"/>
              <a:gd name="connsiteY1" fmla="*/ 795190 h 1179385"/>
              <a:gd name="connsiteX2" fmla="*/ 924956 w 1123654"/>
              <a:gd name="connsiteY2" fmla="*/ 997437 h 1179385"/>
              <a:gd name="connsiteX3" fmla="*/ 1080128 w 1123654"/>
              <a:gd name="connsiteY3" fmla="*/ 1179377 h 1179385"/>
              <a:gd name="connsiteX4" fmla="*/ 0 w 1123654"/>
              <a:gd name="connsiteY4" fmla="*/ 1038201 h 1179385"/>
              <a:gd name="connsiteX5" fmla="*/ 0 w 1123654"/>
              <a:gd name="connsiteY5" fmla="*/ 0 h 1179385"/>
              <a:gd name="connsiteX0" fmla="*/ 0 w 1092756"/>
              <a:gd name="connsiteY0" fmla="*/ 0 h 1177798"/>
              <a:gd name="connsiteX1" fmla="*/ 985068 w 1092756"/>
              <a:gd name="connsiteY1" fmla="*/ 795190 h 1177798"/>
              <a:gd name="connsiteX2" fmla="*/ 924956 w 1092756"/>
              <a:gd name="connsiteY2" fmla="*/ 997437 h 1177798"/>
              <a:gd name="connsiteX3" fmla="*/ 1045203 w 1092756"/>
              <a:gd name="connsiteY3" fmla="*/ 1177790 h 1177798"/>
              <a:gd name="connsiteX4" fmla="*/ 0 w 1092756"/>
              <a:gd name="connsiteY4" fmla="*/ 1038201 h 1177798"/>
              <a:gd name="connsiteX5" fmla="*/ 0 w 1092756"/>
              <a:gd name="connsiteY5" fmla="*/ 0 h 1177798"/>
              <a:gd name="connsiteX0" fmla="*/ 0 w 1092756"/>
              <a:gd name="connsiteY0" fmla="*/ 0 h 1180972"/>
              <a:gd name="connsiteX1" fmla="*/ 985068 w 1092756"/>
              <a:gd name="connsiteY1" fmla="*/ 795190 h 1180972"/>
              <a:gd name="connsiteX2" fmla="*/ 924956 w 1092756"/>
              <a:gd name="connsiteY2" fmla="*/ 997437 h 1180972"/>
              <a:gd name="connsiteX3" fmla="*/ 1045203 w 1092756"/>
              <a:gd name="connsiteY3" fmla="*/ 1180965 h 1180972"/>
              <a:gd name="connsiteX4" fmla="*/ 0 w 1092756"/>
              <a:gd name="connsiteY4" fmla="*/ 1038201 h 1180972"/>
              <a:gd name="connsiteX5" fmla="*/ 0 w 1092756"/>
              <a:gd name="connsiteY5" fmla="*/ 0 h 1180972"/>
              <a:gd name="connsiteX0" fmla="*/ 0 w 1106712"/>
              <a:gd name="connsiteY0" fmla="*/ 0 h 1179385"/>
              <a:gd name="connsiteX1" fmla="*/ 985068 w 1106712"/>
              <a:gd name="connsiteY1" fmla="*/ 795190 h 1179385"/>
              <a:gd name="connsiteX2" fmla="*/ 924956 w 1106712"/>
              <a:gd name="connsiteY2" fmla="*/ 997437 h 1179385"/>
              <a:gd name="connsiteX3" fmla="*/ 1061078 w 1106712"/>
              <a:gd name="connsiteY3" fmla="*/ 1179377 h 1179385"/>
              <a:gd name="connsiteX4" fmla="*/ 0 w 1106712"/>
              <a:gd name="connsiteY4" fmla="*/ 1038201 h 1179385"/>
              <a:gd name="connsiteX5" fmla="*/ 0 w 1106712"/>
              <a:gd name="connsiteY5" fmla="*/ 0 h 1179385"/>
              <a:gd name="connsiteX0" fmla="*/ 0 w 1108116"/>
              <a:gd name="connsiteY0" fmla="*/ 0 h 1180972"/>
              <a:gd name="connsiteX1" fmla="*/ 985068 w 1108116"/>
              <a:gd name="connsiteY1" fmla="*/ 795190 h 1180972"/>
              <a:gd name="connsiteX2" fmla="*/ 924956 w 1108116"/>
              <a:gd name="connsiteY2" fmla="*/ 997437 h 1180972"/>
              <a:gd name="connsiteX3" fmla="*/ 1062665 w 1108116"/>
              <a:gd name="connsiteY3" fmla="*/ 1180965 h 1180972"/>
              <a:gd name="connsiteX4" fmla="*/ 0 w 1108116"/>
              <a:gd name="connsiteY4" fmla="*/ 1038201 h 1180972"/>
              <a:gd name="connsiteX5" fmla="*/ 0 w 1108116"/>
              <a:gd name="connsiteY5" fmla="*/ 0 h 1180972"/>
              <a:gd name="connsiteX0" fmla="*/ 0 w 1108116"/>
              <a:gd name="connsiteY0" fmla="*/ 0 h 1180972"/>
              <a:gd name="connsiteX1" fmla="*/ 985068 w 1108116"/>
              <a:gd name="connsiteY1" fmla="*/ 795190 h 1180972"/>
              <a:gd name="connsiteX2" fmla="*/ 924956 w 1108116"/>
              <a:gd name="connsiteY2" fmla="*/ 997437 h 1180972"/>
              <a:gd name="connsiteX3" fmla="*/ 1062665 w 1108116"/>
              <a:gd name="connsiteY3" fmla="*/ 1180965 h 1180972"/>
              <a:gd name="connsiteX4" fmla="*/ 0 w 1108116"/>
              <a:gd name="connsiteY4" fmla="*/ 1038201 h 1180972"/>
              <a:gd name="connsiteX5" fmla="*/ 0 w 1108116"/>
              <a:gd name="connsiteY5" fmla="*/ 0 h 1180972"/>
              <a:gd name="connsiteX0" fmla="*/ 2117 w 1110233"/>
              <a:gd name="connsiteY0" fmla="*/ 0 h 1495435"/>
              <a:gd name="connsiteX1" fmla="*/ 987185 w 1110233"/>
              <a:gd name="connsiteY1" fmla="*/ 795190 h 1495435"/>
              <a:gd name="connsiteX2" fmla="*/ 927073 w 1110233"/>
              <a:gd name="connsiteY2" fmla="*/ 997437 h 1495435"/>
              <a:gd name="connsiteX3" fmla="*/ 1064782 w 1110233"/>
              <a:gd name="connsiteY3" fmla="*/ 1180965 h 1495435"/>
              <a:gd name="connsiteX4" fmla="*/ 0 w 1110233"/>
              <a:gd name="connsiteY4" fmla="*/ 1495401 h 1495435"/>
              <a:gd name="connsiteX5" fmla="*/ 2117 w 1110233"/>
              <a:gd name="connsiteY5" fmla="*/ 0 h 1495435"/>
              <a:gd name="connsiteX0" fmla="*/ 2117 w 1099723"/>
              <a:gd name="connsiteY0" fmla="*/ 0 h 1495514"/>
              <a:gd name="connsiteX1" fmla="*/ 987185 w 1099723"/>
              <a:gd name="connsiteY1" fmla="*/ 795190 h 1495514"/>
              <a:gd name="connsiteX2" fmla="*/ 927073 w 1099723"/>
              <a:gd name="connsiteY2" fmla="*/ 997437 h 1495514"/>
              <a:gd name="connsiteX3" fmla="*/ 1052082 w 1099723"/>
              <a:gd name="connsiteY3" fmla="*/ 1405332 h 1495514"/>
              <a:gd name="connsiteX4" fmla="*/ 0 w 1099723"/>
              <a:gd name="connsiteY4" fmla="*/ 1495401 h 1495514"/>
              <a:gd name="connsiteX5" fmla="*/ 2117 w 1099723"/>
              <a:gd name="connsiteY5" fmla="*/ 0 h 1495514"/>
              <a:gd name="connsiteX0" fmla="*/ 2117 w 1109707"/>
              <a:gd name="connsiteY0" fmla="*/ 0 h 1495514"/>
              <a:gd name="connsiteX1" fmla="*/ 987185 w 1109707"/>
              <a:gd name="connsiteY1" fmla="*/ 795190 h 1495514"/>
              <a:gd name="connsiteX2" fmla="*/ 992689 w 1109707"/>
              <a:gd name="connsiteY2" fmla="*/ 1268370 h 1495514"/>
              <a:gd name="connsiteX3" fmla="*/ 1052082 w 1109707"/>
              <a:gd name="connsiteY3" fmla="*/ 1405332 h 1495514"/>
              <a:gd name="connsiteX4" fmla="*/ 0 w 1109707"/>
              <a:gd name="connsiteY4" fmla="*/ 1495401 h 1495514"/>
              <a:gd name="connsiteX5" fmla="*/ 2117 w 1109707"/>
              <a:gd name="connsiteY5" fmla="*/ 0 h 1495514"/>
              <a:gd name="connsiteX0" fmla="*/ 2117 w 1109307"/>
              <a:gd name="connsiteY0" fmla="*/ 0 h 1495514"/>
              <a:gd name="connsiteX1" fmla="*/ 1002002 w 1109307"/>
              <a:gd name="connsiteY1" fmla="*/ 1070356 h 1495514"/>
              <a:gd name="connsiteX2" fmla="*/ 992689 w 1109307"/>
              <a:gd name="connsiteY2" fmla="*/ 1268370 h 1495514"/>
              <a:gd name="connsiteX3" fmla="*/ 1052082 w 1109307"/>
              <a:gd name="connsiteY3" fmla="*/ 1405332 h 1495514"/>
              <a:gd name="connsiteX4" fmla="*/ 0 w 1109307"/>
              <a:gd name="connsiteY4" fmla="*/ 1495401 h 1495514"/>
              <a:gd name="connsiteX5" fmla="*/ 2117 w 1109307"/>
              <a:gd name="connsiteY5" fmla="*/ 0 h 1495514"/>
              <a:gd name="connsiteX0" fmla="*/ 2117 w 1109307"/>
              <a:gd name="connsiteY0" fmla="*/ 0 h 1495514"/>
              <a:gd name="connsiteX1" fmla="*/ 1002002 w 1109307"/>
              <a:gd name="connsiteY1" fmla="*/ 1070356 h 1495514"/>
              <a:gd name="connsiteX2" fmla="*/ 992689 w 1109307"/>
              <a:gd name="connsiteY2" fmla="*/ 1268370 h 1495514"/>
              <a:gd name="connsiteX3" fmla="*/ 1052082 w 1109307"/>
              <a:gd name="connsiteY3" fmla="*/ 1405332 h 1495514"/>
              <a:gd name="connsiteX4" fmla="*/ 0 w 1109307"/>
              <a:gd name="connsiteY4" fmla="*/ 1495401 h 1495514"/>
              <a:gd name="connsiteX5" fmla="*/ 2117 w 1109307"/>
              <a:gd name="connsiteY5" fmla="*/ 0 h 1495514"/>
              <a:gd name="connsiteX0" fmla="*/ 2117 w 1112894"/>
              <a:gd name="connsiteY0" fmla="*/ 0 h 1495514"/>
              <a:gd name="connsiteX1" fmla="*/ 1002002 w 1112894"/>
              <a:gd name="connsiteY1" fmla="*/ 1070356 h 1495514"/>
              <a:gd name="connsiteX2" fmla="*/ 992689 w 1112894"/>
              <a:gd name="connsiteY2" fmla="*/ 1268370 h 1495514"/>
              <a:gd name="connsiteX3" fmla="*/ 1056315 w 1112894"/>
              <a:gd name="connsiteY3" fmla="*/ 1405332 h 1495514"/>
              <a:gd name="connsiteX4" fmla="*/ 0 w 1112894"/>
              <a:gd name="connsiteY4" fmla="*/ 1495401 h 1495514"/>
              <a:gd name="connsiteX5" fmla="*/ 2117 w 1112894"/>
              <a:gd name="connsiteY5" fmla="*/ 0 h 1495514"/>
              <a:gd name="connsiteX0" fmla="*/ 2117 w 1112894"/>
              <a:gd name="connsiteY0" fmla="*/ 0 h 1497102"/>
              <a:gd name="connsiteX1" fmla="*/ 1002002 w 1112894"/>
              <a:gd name="connsiteY1" fmla="*/ 1071944 h 1497102"/>
              <a:gd name="connsiteX2" fmla="*/ 992689 w 1112894"/>
              <a:gd name="connsiteY2" fmla="*/ 1269958 h 1497102"/>
              <a:gd name="connsiteX3" fmla="*/ 1056315 w 1112894"/>
              <a:gd name="connsiteY3" fmla="*/ 1406920 h 1497102"/>
              <a:gd name="connsiteX4" fmla="*/ 0 w 1112894"/>
              <a:gd name="connsiteY4" fmla="*/ 1496989 h 1497102"/>
              <a:gd name="connsiteX5" fmla="*/ 2117 w 1112894"/>
              <a:gd name="connsiteY5" fmla="*/ 0 h 1497102"/>
              <a:gd name="connsiteX0" fmla="*/ 2117 w 1112894"/>
              <a:gd name="connsiteY0" fmla="*/ 0 h 1497102"/>
              <a:gd name="connsiteX1" fmla="*/ 1002002 w 1112894"/>
              <a:gd name="connsiteY1" fmla="*/ 1071944 h 1497102"/>
              <a:gd name="connsiteX2" fmla="*/ 992689 w 1112894"/>
              <a:gd name="connsiteY2" fmla="*/ 1269958 h 1497102"/>
              <a:gd name="connsiteX3" fmla="*/ 1056315 w 1112894"/>
              <a:gd name="connsiteY3" fmla="*/ 1406920 h 1497102"/>
              <a:gd name="connsiteX4" fmla="*/ 0 w 1112894"/>
              <a:gd name="connsiteY4" fmla="*/ 1496989 h 1497102"/>
              <a:gd name="connsiteX5" fmla="*/ 2117 w 1112894"/>
              <a:gd name="connsiteY5" fmla="*/ 0 h 1497102"/>
              <a:gd name="connsiteX0" fmla="*/ 2117 w 1112894"/>
              <a:gd name="connsiteY0" fmla="*/ 0 h 1498689"/>
              <a:gd name="connsiteX1" fmla="*/ 1002002 w 1112894"/>
              <a:gd name="connsiteY1" fmla="*/ 1073531 h 1498689"/>
              <a:gd name="connsiteX2" fmla="*/ 992689 w 1112894"/>
              <a:gd name="connsiteY2" fmla="*/ 1271545 h 1498689"/>
              <a:gd name="connsiteX3" fmla="*/ 1056315 w 1112894"/>
              <a:gd name="connsiteY3" fmla="*/ 1408507 h 1498689"/>
              <a:gd name="connsiteX4" fmla="*/ 0 w 1112894"/>
              <a:gd name="connsiteY4" fmla="*/ 1498576 h 1498689"/>
              <a:gd name="connsiteX5" fmla="*/ 2117 w 1112894"/>
              <a:gd name="connsiteY5" fmla="*/ 0 h 149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2894" h="1498689">
                <a:moveTo>
                  <a:pt x="2117" y="0"/>
                </a:moveTo>
                <a:cubicBezTo>
                  <a:pt x="682423" y="1441"/>
                  <a:pt x="836907" y="861607"/>
                  <a:pt x="1002002" y="1073531"/>
                </a:cubicBezTo>
                <a:cubicBezTo>
                  <a:pt x="1167097" y="1285455"/>
                  <a:pt x="983637" y="1215716"/>
                  <a:pt x="992689" y="1271545"/>
                </a:cubicBezTo>
                <a:cubicBezTo>
                  <a:pt x="1001741" y="1327374"/>
                  <a:pt x="1210474" y="1409650"/>
                  <a:pt x="1056315" y="1408507"/>
                </a:cubicBezTo>
                <a:cubicBezTo>
                  <a:pt x="902011" y="1407363"/>
                  <a:pt x="587930" y="1502419"/>
                  <a:pt x="0" y="1498576"/>
                </a:cubicBezTo>
                <a:cubicBezTo>
                  <a:pt x="0" y="1152509"/>
                  <a:pt x="2117" y="346067"/>
                  <a:pt x="2117" y="0"/>
                </a:cubicBezTo>
                <a:close/>
              </a:path>
            </a:pathLst>
          </a:cu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03" name="Rectangle 102">
            <a:extLst>
              <a:ext uri="{FF2B5EF4-FFF2-40B4-BE49-F238E27FC236}">
                <a16:creationId xmlns:a16="http://schemas.microsoft.com/office/drawing/2014/main" id="{4B772221-E4F6-C50A-2AB2-9E3E0B758446}"/>
              </a:ext>
            </a:extLst>
          </p:cNvPr>
          <p:cNvSpPr/>
          <p:nvPr/>
        </p:nvSpPr>
        <p:spPr>
          <a:xfrm>
            <a:off x="634267" y="3298060"/>
            <a:ext cx="2736849" cy="1038201"/>
          </a:xfrm>
          <a:prstGeom prst="rect">
            <a:avLst/>
          </a:prstGeom>
          <a:noFill/>
          <a:ln w="9525">
            <a:noFill/>
            <a:prstDash val="solid"/>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bg1"/>
              </a:solidFill>
            </a:endParaRPr>
          </a:p>
        </p:txBody>
      </p:sp>
      <p:sp>
        <p:nvSpPr>
          <p:cNvPr id="104" name="Ellipse 174">
            <a:extLst>
              <a:ext uri="{FF2B5EF4-FFF2-40B4-BE49-F238E27FC236}">
                <a16:creationId xmlns:a16="http://schemas.microsoft.com/office/drawing/2014/main" id="{41FDE0CE-0FA1-AA22-B500-F032D8EA0152}"/>
              </a:ext>
            </a:extLst>
          </p:cNvPr>
          <p:cNvSpPr/>
          <p:nvPr/>
        </p:nvSpPr>
        <p:spPr bwMode="gray">
          <a:xfrm>
            <a:off x="601985" y="3298241"/>
            <a:ext cx="2853760" cy="1495620"/>
          </a:xfrm>
          <a:prstGeom prst="rect">
            <a:avLst/>
          </a:prstGeom>
          <a:gradFill>
            <a:gsLst>
              <a:gs pos="95000">
                <a:srgbClr val="0070AD"/>
              </a:gs>
              <a:gs pos="0">
                <a:srgbClr val="0070AD">
                  <a:alpha val="0"/>
                </a:srgbClr>
              </a:gs>
            </a:gsLst>
            <a:lin ang="0" scaled="0"/>
          </a:gradFill>
          <a:ln w="12700">
            <a:noFill/>
            <a:miter lim="800000"/>
            <a:headEnd/>
            <a:tailEnd/>
          </a:ln>
          <a:effectLst/>
        </p:spPr>
        <p:txBody>
          <a:bodyPr lIns="108000" tIns="72000" rIns="108000" bIns="72000" anchor="t" anchorCtr="0"/>
          <a:lstStyle/>
          <a:p>
            <a:pPr>
              <a:lnSpc>
                <a:spcPct val="95000"/>
              </a:lnSpc>
              <a:spcAft>
                <a:spcPts val="300"/>
              </a:spcAft>
              <a:buClr>
                <a:srgbClr val="808080"/>
              </a:buClr>
              <a:defRPr/>
            </a:pPr>
            <a:endParaRPr lang="en-US" sz="1400" b="1" cap="all">
              <a:solidFill>
                <a:srgbClr val="FFFFFF"/>
              </a:solidFill>
              <a:cs typeface="Arial" charset="0"/>
            </a:endParaRPr>
          </a:p>
        </p:txBody>
      </p:sp>
      <p:sp>
        <p:nvSpPr>
          <p:cNvPr id="105" name="TextBox 104">
            <a:extLst>
              <a:ext uri="{FF2B5EF4-FFF2-40B4-BE49-F238E27FC236}">
                <a16:creationId xmlns:a16="http://schemas.microsoft.com/office/drawing/2014/main" id="{A7E2B66D-8B9D-062C-057C-B55D55AA40DD}"/>
              </a:ext>
            </a:extLst>
          </p:cNvPr>
          <p:cNvSpPr txBox="1"/>
          <p:nvPr/>
        </p:nvSpPr>
        <p:spPr>
          <a:xfrm>
            <a:off x="634266" y="3908265"/>
            <a:ext cx="2603874" cy="961795"/>
          </a:xfrm>
          <a:prstGeom prst="rect">
            <a:avLst/>
          </a:prstGeom>
          <a:noFill/>
        </p:spPr>
        <p:txBody>
          <a:bodyPr wrap="square" lIns="108000" tIns="72000" bIns="72000">
            <a:noAutofit/>
          </a:bodyPr>
          <a:lstStyle/>
          <a:p>
            <a:pPr fontAlgn="base">
              <a:spcBef>
                <a:spcPct val="0"/>
              </a:spcBef>
              <a:spcAft>
                <a:spcPts val="600"/>
              </a:spcAft>
              <a:buClr>
                <a:srgbClr val="00ADEF"/>
              </a:buClr>
              <a:defRPr/>
            </a:pPr>
            <a:r>
              <a:rPr lang="en-US" sz="1200" spc="3">
                <a:solidFill>
                  <a:schemeClr val="bg1"/>
                </a:solidFill>
                <a:ea typeface="Verdana" panose="020B0604030504040204" pitchFamily="34" charset="0"/>
                <a:cs typeface="Verdana" panose="020B0604030504040204" pitchFamily="34" charset="0"/>
                <a:sym typeface="Ubuntu" panose="020B0504030602030204" pitchFamily="34" charset="0"/>
              </a:rPr>
              <a:t>Decisions at all levels—strategic, operational, and tactical—are informed by real-time data and AI-generated insights.</a:t>
            </a:r>
          </a:p>
        </p:txBody>
      </p:sp>
      <p:sp>
        <p:nvSpPr>
          <p:cNvPr id="106" name="Rectangle: Rounded Corners 105">
            <a:extLst>
              <a:ext uri="{FF2B5EF4-FFF2-40B4-BE49-F238E27FC236}">
                <a16:creationId xmlns:a16="http://schemas.microsoft.com/office/drawing/2014/main" id="{86A7D34A-8E8D-37B4-604E-73F1FEAA47CE}"/>
              </a:ext>
            </a:extLst>
          </p:cNvPr>
          <p:cNvSpPr/>
          <p:nvPr/>
        </p:nvSpPr>
        <p:spPr>
          <a:xfrm>
            <a:off x="661513" y="3408370"/>
            <a:ext cx="288000" cy="288000"/>
          </a:xfrm>
          <a:prstGeom prst="roundRect">
            <a:avLst/>
          </a:prstGeom>
          <a:gradFill flip="none" rotWithShape="1">
            <a:gsLst>
              <a:gs pos="95000">
                <a:schemeClr val="accent1"/>
              </a:gs>
              <a:gs pos="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t>2</a:t>
            </a:r>
          </a:p>
        </p:txBody>
      </p:sp>
      <p:sp>
        <p:nvSpPr>
          <p:cNvPr id="107" name="Ellipse 174">
            <a:extLst>
              <a:ext uri="{FF2B5EF4-FFF2-40B4-BE49-F238E27FC236}">
                <a16:creationId xmlns:a16="http://schemas.microsoft.com/office/drawing/2014/main" id="{68528CF5-8873-D5D8-F4B7-D48B4F11E00A}"/>
              </a:ext>
            </a:extLst>
          </p:cNvPr>
          <p:cNvSpPr/>
          <p:nvPr/>
        </p:nvSpPr>
        <p:spPr bwMode="gray">
          <a:xfrm>
            <a:off x="948847" y="3298060"/>
            <a:ext cx="2721941" cy="1497600"/>
          </a:xfrm>
          <a:prstGeom prst="rect">
            <a:avLst/>
          </a:prstGeom>
          <a:noFill/>
          <a:ln w="12700">
            <a:noFill/>
            <a:miter lim="800000"/>
            <a:headEnd/>
            <a:tailEnd/>
          </a:ln>
          <a:effectLst/>
        </p:spPr>
        <p:txBody>
          <a:bodyPr lIns="72000" tIns="72000" rIns="108000" bIns="72000" anchor="t" anchorCtr="0"/>
          <a:lstStyle/>
          <a:p>
            <a:pPr>
              <a:lnSpc>
                <a:spcPct val="95000"/>
              </a:lnSpc>
              <a:spcAft>
                <a:spcPts val="300"/>
              </a:spcAft>
              <a:buClr>
                <a:srgbClr val="808080"/>
              </a:buClr>
              <a:defRPr/>
            </a:pPr>
            <a:r>
              <a:rPr lang="en-US" sz="1400" b="1" cap="all">
                <a:solidFill>
                  <a:srgbClr val="FFFFFF"/>
                </a:solidFill>
                <a:cs typeface="Arial" charset="0"/>
              </a:rPr>
              <a:t>Data-driven decision-making at scale</a:t>
            </a:r>
          </a:p>
        </p:txBody>
      </p:sp>
      <p:sp>
        <p:nvSpPr>
          <p:cNvPr id="110" name="TextBox 109">
            <a:extLst>
              <a:ext uri="{FF2B5EF4-FFF2-40B4-BE49-F238E27FC236}">
                <a16:creationId xmlns:a16="http://schemas.microsoft.com/office/drawing/2014/main" id="{35EE36B4-723A-9F23-848D-C008CDFA476D}"/>
              </a:ext>
            </a:extLst>
          </p:cNvPr>
          <p:cNvSpPr txBox="1"/>
          <p:nvPr/>
        </p:nvSpPr>
        <p:spPr>
          <a:xfrm>
            <a:off x="4514802" y="5488763"/>
            <a:ext cx="4124973" cy="961795"/>
          </a:xfrm>
          <a:prstGeom prst="rect">
            <a:avLst/>
          </a:prstGeom>
          <a:noFill/>
        </p:spPr>
        <p:txBody>
          <a:bodyPr wrap="square" lIns="108000" tIns="72000" bIns="72000">
            <a:noAutofit/>
          </a:bodyPr>
          <a:lstStyle>
            <a:defPPr>
              <a:defRPr lang="pt-PT"/>
            </a:defPPr>
            <a:lvl1pPr fontAlgn="base">
              <a:spcBef>
                <a:spcPct val="0"/>
              </a:spcBef>
              <a:spcAft>
                <a:spcPts val="600"/>
              </a:spcAft>
              <a:buClr>
                <a:srgbClr val="00ADEF"/>
              </a:buClr>
              <a:defRPr sz="1200" spc="3">
                <a:solidFill>
                  <a:schemeClr val="bg1"/>
                </a:solidFill>
                <a:ea typeface="Verdana" panose="020B0604030504040204" pitchFamily="34" charset="0"/>
                <a:cs typeface="Verdana" panose="020B0604030504040204" pitchFamily="34" charset="0"/>
              </a:defRPr>
            </a:lvl1pPr>
          </a:lstStyle>
          <a:p>
            <a:pPr algn="ctr"/>
            <a:r>
              <a:rPr lang="en-US"/>
              <a:t>By embedding AI-driven capabilities into every layer of the operating model we transform organizations into adaptive, data-powered ecosystems. Enabling resilience, agility, and continuous innovation at scale.</a:t>
            </a:r>
          </a:p>
        </p:txBody>
      </p:sp>
      <p:sp>
        <p:nvSpPr>
          <p:cNvPr id="8" name="Freeform: Shape 64">
            <a:extLst>
              <a:ext uri="{FF2B5EF4-FFF2-40B4-BE49-F238E27FC236}">
                <a16:creationId xmlns:a16="http://schemas.microsoft.com/office/drawing/2014/main" id="{716CD13F-5708-50A4-B149-E67F117CE65F}"/>
              </a:ext>
            </a:extLst>
          </p:cNvPr>
          <p:cNvSpPr/>
          <p:nvPr/>
        </p:nvSpPr>
        <p:spPr>
          <a:xfrm rot="5400000">
            <a:off x="-2969933" y="1885092"/>
            <a:ext cx="1210726" cy="327887"/>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216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Tree>
    <p:extLst>
      <p:ext uri="{BB962C8B-B14F-4D97-AF65-F5344CB8AC3E}">
        <p14:creationId xmlns:p14="http://schemas.microsoft.com/office/powerpoint/2010/main" val="3279168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32D88-F730-854F-54B8-D21A7A2C2B4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D836D93-C2C7-0CB4-FD00-C10A66EA0718}"/>
              </a:ext>
            </a:extLst>
          </p:cNvPr>
          <p:cNvSpPr>
            <a:spLocks noGrp="1"/>
          </p:cNvSpPr>
          <p:nvPr>
            <p:ph type="dt" sz="half" idx="10"/>
          </p:nvPr>
        </p:nvSpPr>
        <p:spPr/>
        <p:txBody>
          <a:bodyPr/>
          <a:lstStyle/>
          <a:p>
            <a:pPr>
              <a:spcBef>
                <a:spcPts val="1000"/>
              </a:spcBef>
              <a:buFont typeface="Arial" panose="020B0604020202020204" pitchFamily="34" charset="0"/>
              <a:buNone/>
            </a:pPr>
            <a:r>
              <a:rPr lang="en-DE"/>
              <a:t>Company Confidential © Capgemini 2026. All rights reserved.</a:t>
            </a:r>
            <a:endParaRPr lang="en-US"/>
          </a:p>
        </p:txBody>
      </p:sp>
      <p:sp>
        <p:nvSpPr>
          <p:cNvPr id="4" name="Slide Number Placeholder 3">
            <a:extLst>
              <a:ext uri="{FF2B5EF4-FFF2-40B4-BE49-F238E27FC236}">
                <a16:creationId xmlns:a16="http://schemas.microsoft.com/office/drawing/2014/main" id="{C246C062-8DD3-0BB8-6070-093E7CFAE12A}"/>
              </a:ext>
            </a:extLst>
          </p:cNvPr>
          <p:cNvSpPr>
            <a:spLocks noGrp="1"/>
          </p:cNvSpPr>
          <p:nvPr>
            <p:ph type="sldNum" sz="quarter" idx="12"/>
          </p:nvPr>
        </p:nvSpPr>
        <p:spPr/>
        <p:txBody>
          <a:bodyPr/>
          <a:lstStyle/>
          <a:p>
            <a:pPr algn="r"/>
            <a:fld id="{5D9A5160-6218-4E5A-B9E6-B93E3DAE377C}" type="slidenum">
              <a:rPr lang="en-US" smtClean="0"/>
              <a:pPr algn="r"/>
              <a:t>5</a:t>
            </a:fld>
            <a:endParaRPr lang="en-US"/>
          </a:p>
        </p:txBody>
      </p:sp>
      <p:sp>
        <p:nvSpPr>
          <p:cNvPr id="128" name="TextBox 127">
            <a:extLst>
              <a:ext uri="{FF2B5EF4-FFF2-40B4-BE49-F238E27FC236}">
                <a16:creationId xmlns:a16="http://schemas.microsoft.com/office/drawing/2014/main" id="{ED0BE0F6-1C38-D8C3-2DFF-1733018E4504}"/>
              </a:ext>
            </a:extLst>
          </p:cNvPr>
          <p:cNvSpPr txBox="1"/>
          <p:nvPr/>
        </p:nvSpPr>
        <p:spPr>
          <a:xfrm>
            <a:off x="7188128" y="1684460"/>
            <a:ext cx="3079066" cy="861774"/>
          </a:xfrm>
          <a:prstGeom prst="rect">
            <a:avLst/>
          </a:prstGeom>
          <a:solidFill>
            <a:schemeClr val="accent1">
              <a:lumMod val="75000"/>
              <a:alpha val="2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PL"/>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chemeClr val="accent2"/>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t>BUSINESS PROCESSES</a:t>
            </a:r>
          </a:p>
          <a:p>
            <a:r>
              <a:rPr lang="en-GB" sz="1200" b="0">
                <a:solidFill>
                  <a:schemeClr val="bg1"/>
                </a:solidFill>
              </a:rPr>
              <a:t>The order in which activities are carried out to deliver business output and outcomes</a:t>
            </a:r>
          </a:p>
        </p:txBody>
      </p:sp>
      <p:sp>
        <p:nvSpPr>
          <p:cNvPr id="129" name="TextBox 128">
            <a:extLst>
              <a:ext uri="{FF2B5EF4-FFF2-40B4-BE49-F238E27FC236}">
                <a16:creationId xmlns:a16="http://schemas.microsoft.com/office/drawing/2014/main" id="{0CB36FB9-95B6-F881-F110-94DCBA2E829B}"/>
              </a:ext>
            </a:extLst>
          </p:cNvPr>
          <p:cNvSpPr txBox="1"/>
          <p:nvPr/>
        </p:nvSpPr>
        <p:spPr>
          <a:xfrm>
            <a:off x="8100164" y="2760727"/>
            <a:ext cx="3073761" cy="1077218"/>
          </a:xfrm>
          <a:prstGeom prst="rect">
            <a:avLst/>
          </a:prstGeom>
          <a:solidFill>
            <a:schemeClr val="accent1">
              <a:lumMod val="75000"/>
              <a:alpha val="2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accent2"/>
                </a:solidFill>
                <a:effectLst/>
                <a:uLnTx/>
                <a:uFillTx/>
                <a:ea typeface="+mn-ea"/>
                <a:cs typeface="+mn-cs"/>
              </a:rPr>
              <a:t>GOVERNANCE &amp; DECISIO</a:t>
            </a:r>
            <a:r>
              <a:rPr lang="en-GB" sz="1400" b="1">
                <a:solidFill>
                  <a:schemeClr val="accent2"/>
                </a:solidFill>
              </a:rPr>
              <a:t>N</a:t>
            </a:r>
            <a:r>
              <a:rPr kumimoji="0" lang="en-GB" sz="1400" b="1" i="0" u="none" strike="noStrike" kern="1200" cap="none" spc="0" normalizeH="0" baseline="0" noProof="0">
                <a:ln>
                  <a:noFill/>
                </a:ln>
                <a:solidFill>
                  <a:schemeClr val="accent2"/>
                </a:solidFill>
                <a:effectLst/>
                <a:uLnTx/>
                <a:uFillTx/>
                <a:ea typeface="+mn-ea"/>
                <a:cs typeface="+mn-cs"/>
              </a:rPr>
              <a:t>-MAKING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ea typeface="+mn-ea"/>
                <a:cs typeface="+mn-cs"/>
              </a:rPr>
              <a:t>How entities are directed and controlled, including </a:t>
            </a:r>
            <a:r>
              <a:rPr kumimoji="0" lang="en-GB" sz="1200" b="0" i="0" u="none" strike="noStrike" kern="1200" cap="none" spc="0" normalizeH="0" baseline="0" noProof="0">
                <a:ln>
                  <a:noFill/>
                </a:ln>
                <a:solidFill>
                  <a:schemeClr val="accent2"/>
                </a:solidFill>
                <a:effectLst/>
                <a:uLnTx/>
                <a:uFillTx/>
                <a:ea typeface="+mn-ea"/>
                <a:cs typeface="+mn-cs"/>
              </a:rPr>
              <a:t>processes</a:t>
            </a:r>
            <a:r>
              <a:rPr kumimoji="0" lang="en-GB" sz="1200" b="0" i="0" u="none" strike="noStrike" kern="1200" cap="none" spc="0" normalizeH="0" baseline="0" noProof="0">
                <a:ln>
                  <a:noFill/>
                </a:ln>
                <a:solidFill>
                  <a:schemeClr val="bg1"/>
                </a:solidFill>
                <a:effectLst/>
                <a:uLnTx/>
                <a:uFillTx/>
                <a:ea typeface="+mn-ea"/>
                <a:cs typeface="+mn-cs"/>
              </a:rPr>
              <a:t> for </a:t>
            </a:r>
            <a:r>
              <a:rPr kumimoji="0" lang="en-GB" sz="1200" b="0" i="0" u="none" strike="noStrike" kern="1200" cap="none" spc="0" normalizeH="0" baseline="0" noProof="0">
                <a:ln>
                  <a:noFill/>
                </a:ln>
                <a:solidFill>
                  <a:schemeClr val="accent2"/>
                </a:solidFill>
                <a:effectLst/>
                <a:uLnTx/>
                <a:uFillTx/>
                <a:ea typeface="+mn-ea"/>
                <a:cs typeface="+mn-cs"/>
              </a:rPr>
              <a:t>decision making</a:t>
            </a:r>
            <a:r>
              <a:rPr kumimoji="0" lang="en-GB" sz="1200" b="0" i="0" u="none" strike="noStrike" kern="1200" cap="none" spc="0" normalizeH="0" baseline="0" noProof="0">
                <a:ln>
                  <a:noFill/>
                </a:ln>
                <a:solidFill>
                  <a:schemeClr val="bg1"/>
                </a:solidFill>
                <a:effectLst/>
                <a:uLnTx/>
                <a:uFillTx/>
                <a:ea typeface="+mn-ea"/>
                <a:cs typeface="+mn-cs"/>
              </a:rPr>
              <a:t>, </a:t>
            </a:r>
            <a:r>
              <a:rPr kumimoji="0" lang="en-GB" sz="1200" b="0" i="0" u="none" strike="noStrike" kern="1200" cap="none" spc="0" normalizeH="0" baseline="0" noProof="0">
                <a:ln>
                  <a:noFill/>
                </a:ln>
                <a:solidFill>
                  <a:schemeClr val="accent2"/>
                </a:solidFill>
                <a:effectLst/>
                <a:uLnTx/>
                <a:uFillTx/>
                <a:ea typeface="+mn-ea"/>
                <a:cs typeface="+mn-cs"/>
              </a:rPr>
              <a:t>accountability</a:t>
            </a:r>
            <a:r>
              <a:rPr kumimoji="0" lang="en-GB" sz="1200" b="0" i="0" u="none" strike="noStrike" kern="1200" cap="none" spc="0" normalizeH="0" baseline="0" noProof="0">
                <a:ln>
                  <a:noFill/>
                </a:ln>
                <a:solidFill>
                  <a:schemeClr val="bg1"/>
                </a:solidFill>
                <a:effectLst/>
                <a:uLnTx/>
                <a:uFillTx/>
                <a:ea typeface="+mn-ea"/>
                <a:cs typeface="+mn-cs"/>
              </a:rPr>
              <a:t> and management</a:t>
            </a:r>
          </a:p>
        </p:txBody>
      </p:sp>
      <p:sp>
        <p:nvSpPr>
          <p:cNvPr id="130" name="TextBox 129">
            <a:extLst>
              <a:ext uri="{FF2B5EF4-FFF2-40B4-BE49-F238E27FC236}">
                <a16:creationId xmlns:a16="http://schemas.microsoft.com/office/drawing/2014/main" id="{D1833046-C0C4-CA3C-7B92-829F6A6F6D74}"/>
              </a:ext>
            </a:extLst>
          </p:cNvPr>
          <p:cNvSpPr txBox="1"/>
          <p:nvPr/>
        </p:nvSpPr>
        <p:spPr>
          <a:xfrm>
            <a:off x="8100164" y="4052438"/>
            <a:ext cx="3079065" cy="1077218"/>
          </a:xfrm>
          <a:prstGeom prst="rect">
            <a:avLst/>
          </a:prstGeom>
          <a:solidFill>
            <a:schemeClr val="accent1">
              <a:lumMod val="75000"/>
              <a:alpha val="2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PL"/>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chemeClr val="accent2"/>
                </a:solidFill>
                <a:effectLst/>
                <a:uLnTx/>
                <a:uFillTx/>
              </a:defRPr>
            </a:lvl1pPr>
          </a:lstStyle>
          <a:p>
            <a:r>
              <a:rPr lang="en-BE"/>
              <a:t>METRICS</a:t>
            </a:r>
            <a:endParaRPr lang="en-GB"/>
          </a:p>
          <a:p>
            <a:r>
              <a:rPr lang="en-GB" sz="1200" b="0">
                <a:solidFill>
                  <a:schemeClr val="bg1"/>
                </a:solidFill>
              </a:rPr>
              <a:t>The </a:t>
            </a:r>
            <a:r>
              <a:rPr lang="en-GB" sz="1200" b="0"/>
              <a:t>KPIs/OKRs as metrics </a:t>
            </a:r>
            <a:r>
              <a:rPr lang="en-GB" sz="1200" b="0">
                <a:solidFill>
                  <a:schemeClr val="bg1"/>
                </a:solidFill>
              </a:rPr>
              <a:t>used in the organization to measure business performance</a:t>
            </a:r>
            <a:r>
              <a:rPr lang="en-BE" sz="1200" b="0">
                <a:solidFill>
                  <a:schemeClr val="bg1"/>
                </a:solidFill>
              </a:rPr>
              <a:t> and to implement a rewards system</a:t>
            </a:r>
            <a:endParaRPr lang="en-GB" b="0">
              <a:solidFill>
                <a:schemeClr val="bg1"/>
              </a:solidFill>
            </a:endParaRPr>
          </a:p>
        </p:txBody>
      </p:sp>
      <p:sp>
        <p:nvSpPr>
          <p:cNvPr id="131" name="TextBox 130">
            <a:extLst>
              <a:ext uri="{FF2B5EF4-FFF2-40B4-BE49-F238E27FC236}">
                <a16:creationId xmlns:a16="http://schemas.microsoft.com/office/drawing/2014/main" id="{46905217-28FA-71D1-71E0-3DB44C95C968}"/>
              </a:ext>
            </a:extLst>
          </p:cNvPr>
          <p:cNvSpPr txBox="1"/>
          <p:nvPr/>
        </p:nvSpPr>
        <p:spPr>
          <a:xfrm>
            <a:off x="7188128" y="5344149"/>
            <a:ext cx="3079066" cy="1046440"/>
          </a:xfrm>
          <a:prstGeom prst="rect">
            <a:avLst/>
          </a:prstGeom>
          <a:solidFill>
            <a:schemeClr val="accent1">
              <a:lumMod val="75000"/>
              <a:alpha val="2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accent2"/>
                </a:solidFill>
                <a:effectLst/>
                <a:uLnTx/>
                <a:uFillTx/>
                <a:ea typeface="+mn-ea"/>
                <a:cs typeface="+mn-cs"/>
              </a:rPr>
              <a:t>LEADERSHIP &amp; CULTURE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ea typeface="+mn-ea"/>
                <a:cs typeface="+mn-cs"/>
              </a:rPr>
              <a:t>Defines the desired culture, </a:t>
            </a:r>
            <a:r>
              <a:rPr kumimoji="0" lang="en-GB" sz="1200" b="0" i="0" u="none" strike="noStrike" kern="1200" cap="none" spc="0" normalizeH="0" baseline="0" noProof="0">
                <a:ln>
                  <a:noFill/>
                </a:ln>
                <a:solidFill>
                  <a:schemeClr val="accent2"/>
                </a:solidFill>
                <a:effectLst/>
                <a:uLnTx/>
                <a:uFillTx/>
                <a:ea typeface="+mn-ea"/>
                <a:cs typeface="+mn-cs"/>
              </a:rPr>
              <a:t>ways of working, values </a:t>
            </a:r>
            <a:r>
              <a:rPr kumimoji="0" lang="en-GB" sz="1200" b="0" i="0" u="none" strike="noStrike" kern="1200" cap="none" spc="0" normalizeH="0" baseline="0" noProof="0">
                <a:ln>
                  <a:noFill/>
                </a:ln>
                <a:solidFill>
                  <a:schemeClr val="bg1"/>
                </a:solidFill>
                <a:effectLst/>
                <a:uLnTx/>
                <a:uFillTx/>
                <a:ea typeface="+mn-ea"/>
                <a:cs typeface="+mn-cs"/>
              </a:rPr>
              <a:t>and </a:t>
            </a:r>
            <a:r>
              <a:rPr kumimoji="0" lang="en-GB" sz="1200" b="0" i="0" u="none" strike="noStrike" kern="1200" cap="none" spc="0" normalizeH="0" baseline="0" noProof="0">
                <a:ln>
                  <a:noFill/>
                </a:ln>
                <a:solidFill>
                  <a:schemeClr val="accent2"/>
                </a:solidFill>
                <a:effectLst/>
                <a:uLnTx/>
                <a:uFillTx/>
                <a:ea typeface="+mn-ea"/>
                <a:cs typeface="+mn-cs"/>
              </a:rPr>
              <a:t>purpose-driven </a:t>
            </a:r>
            <a:r>
              <a:rPr kumimoji="0" lang="en-GB" sz="1200" b="0" i="0" u="none" strike="noStrike" kern="1200" cap="none" spc="0" normalizeH="0" baseline="0" noProof="0">
                <a:ln>
                  <a:noFill/>
                </a:ln>
                <a:solidFill>
                  <a:schemeClr val="bg1"/>
                </a:solidFill>
                <a:effectLst/>
                <a:uLnTx/>
                <a:uFillTx/>
                <a:ea typeface="+mn-ea"/>
                <a:cs typeface="+mn-cs"/>
              </a:rPr>
              <a:t>leadership behaviours </a:t>
            </a:r>
            <a:endParaRPr kumimoji="0" lang="en-BE" sz="1200" b="0" i="0" u="none" strike="noStrike" kern="1200" cap="none" spc="0" normalizeH="0" baseline="0" noProof="0">
              <a:ln>
                <a:noFill/>
              </a:ln>
              <a:solidFill>
                <a:schemeClr val="bg1"/>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chemeClr val="bg1"/>
              </a:solidFill>
              <a:effectLst/>
              <a:uLnTx/>
              <a:uFillTx/>
              <a:ea typeface="+mn-ea"/>
              <a:cs typeface="+mn-cs"/>
            </a:endParaRPr>
          </a:p>
        </p:txBody>
      </p:sp>
      <p:sp>
        <p:nvSpPr>
          <p:cNvPr id="132" name="TextBox 131">
            <a:extLst>
              <a:ext uri="{FF2B5EF4-FFF2-40B4-BE49-F238E27FC236}">
                <a16:creationId xmlns:a16="http://schemas.microsoft.com/office/drawing/2014/main" id="{04E0A6D1-EF26-2AA7-6E75-5415CA885192}"/>
              </a:ext>
            </a:extLst>
          </p:cNvPr>
          <p:cNvSpPr txBox="1"/>
          <p:nvPr/>
        </p:nvSpPr>
        <p:spPr>
          <a:xfrm>
            <a:off x="2020780" y="5344149"/>
            <a:ext cx="3079065" cy="1046440"/>
          </a:xfrm>
          <a:prstGeom prst="rect">
            <a:avLst/>
          </a:prstGeom>
          <a:solidFill>
            <a:schemeClr val="accent1">
              <a:lumMod val="75000"/>
              <a:alpha val="2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pt-PT"/>
            </a:defPPr>
            <a:lvl1pPr marR="0" lvl="0" indent="0" algn="r" fontAlgn="auto">
              <a:lnSpc>
                <a:spcPct val="100000"/>
              </a:lnSpc>
              <a:spcBef>
                <a:spcPts val="0"/>
              </a:spcBef>
              <a:spcAft>
                <a:spcPts val="0"/>
              </a:spcAft>
              <a:buClrTx/>
              <a:buSzTx/>
              <a:buFontTx/>
              <a:buNone/>
              <a:tabLst/>
              <a:defRPr kumimoji="0" sz="1400" b="1" i="0" u="none" strike="noStrike" cap="none" spc="0" normalizeH="0" baseline="0">
                <a:ln>
                  <a:noFill/>
                </a:ln>
                <a:solidFill>
                  <a:schemeClr val="accent2"/>
                </a:solidFill>
                <a:effectLst/>
                <a:uLnTx/>
                <a:uFillTx/>
                <a:latin typeface="Ubuntu"/>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latin typeface="+mn-lt"/>
              </a:rPr>
              <a:t>S</a:t>
            </a:r>
            <a:r>
              <a:rPr lang="en-BE">
                <a:latin typeface="+mn-lt"/>
              </a:rPr>
              <a:t>ERVICE DELIVERY MODEL</a:t>
            </a:r>
            <a:endParaRPr lang="en-GB">
              <a:latin typeface="+mn-lt"/>
            </a:endParaRPr>
          </a:p>
          <a:p>
            <a:pPr>
              <a:defRPr/>
            </a:pPr>
            <a:r>
              <a:rPr lang="en-US" sz="1200" b="0">
                <a:solidFill>
                  <a:schemeClr val="bg1"/>
                </a:solidFill>
                <a:latin typeface="+mn-lt"/>
              </a:rPr>
              <a:t>The services that are delivered to customers or stakeholders through the </a:t>
            </a:r>
            <a:r>
              <a:rPr lang="en-US" sz="1200" b="0">
                <a:latin typeface="+mn-lt"/>
              </a:rPr>
              <a:t>ecosystem / Partners </a:t>
            </a:r>
            <a:r>
              <a:rPr lang="en-US" sz="1200" b="0">
                <a:solidFill>
                  <a:schemeClr val="bg1"/>
                </a:solidFill>
                <a:latin typeface="+mn-lt"/>
              </a:rPr>
              <a:t>i.e. </a:t>
            </a:r>
            <a:r>
              <a:rPr lang="en-US" sz="1200" b="0">
                <a:latin typeface="+mn-lt"/>
              </a:rPr>
              <a:t>offshoring/outsourcing opportunities</a:t>
            </a:r>
            <a:endParaRPr lang="en-GB" sz="1200" b="0">
              <a:latin typeface="+mn-lt"/>
            </a:endParaRPr>
          </a:p>
        </p:txBody>
      </p:sp>
      <p:sp>
        <p:nvSpPr>
          <p:cNvPr id="133" name="TextBox 132">
            <a:extLst>
              <a:ext uri="{FF2B5EF4-FFF2-40B4-BE49-F238E27FC236}">
                <a16:creationId xmlns:a16="http://schemas.microsoft.com/office/drawing/2014/main" id="{6404B328-2CCD-C2DA-0865-5F9B7EFDA7B0}"/>
              </a:ext>
            </a:extLst>
          </p:cNvPr>
          <p:cNvSpPr txBox="1"/>
          <p:nvPr/>
        </p:nvSpPr>
        <p:spPr>
          <a:xfrm>
            <a:off x="1121495" y="4062698"/>
            <a:ext cx="3079065" cy="1046440"/>
          </a:xfrm>
          <a:prstGeom prst="rect">
            <a:avLst/>
          </a:prstGeom>
          <a:solidFill>
            <a:schemeClr val="accent1">
              <a:lumMod val="75000"/>
              <a:alpha val="2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accent2"/>
                </a:solidFill>
                <a:effectLst/>
                <a:uLnTx/>
                <a:uFillTx/>
                <a:ea typeface="+mn-ea"/>
                <a:cs typeface="+mn-cs"/>
              </a:rPr>
              <a:t>ORGANI</a:t>
            </a:r>
            <a:r>
              <a:rPr lang="en-GB" sz="1400" b="1">
                <a:solidFill>
                  <a:schemeClr val="accent2"/>
                </a:solidFill>
              </a:rPr>
              <a:t>Z</a:t>
            </a:r>
            <a:r>
              <a:rPr kumimoji="0" lang="en-GB" sz="1400" b="1" i="0" u="none" strike="noStrike" kern="1200" cap="none" spc="0" normalizeH="0" baseline="0" noProof="0">
                <a:ln>
                  <a:noFill/>
                </a:ln>
                <a:solidFill>
                  <a:schemeClr val="accent2"/>
                </a:solidFill>
                <a:effectLst/>
                <a:uLnTx/>
                <a:uFillTx/>
                <a:ea typeface="+mn-ea"/>
                <a:cs typeface="+mn-cs"/>
              </a:rPr>
              <a:t>ATION STRUCTURES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ea typeface="+mn-ea"/>
                <a:cs typeface="+mn-cs"/>
              </a:rPr>
              <a:t>Defines where the different functions and </a:t>
            </a:r>
            <a:r>
              <a:rPr kumimoji="0" lang="en-GB" sz="1200" b="0" i="0" u="none" strike="noStrike" kern="1200" cap="none" spc="0" normalizeH="0" baseline="0" noProof="0">
                <a:ln>
                  <a:noFill/>
                </a:ln>
                <a:solidFill>
                  <a:schemeClr val="accent2"/>
                </a:solidFill>
                <a:effectLst/>
                <a:uLnTx/>
                <a:uFillTx/>
                <a:ea typeface="+mn-ea"/>
                <a:cs typeface="+mn-cs"/>
              </a:rPr>
              <a:t>capabilities </a:t>
            </a:r>
            <a:r>
              <a:rPr kumimoji="0" lang="en-GB" sz="1200" b="0" i="0" u="none" strike="noStrike" kern="1200" cap="none" spc="0" normalizeH="0" baseline="0" noProof="0">
                <a:ln>
                  <a:noFill/>
                </a:ln>
                <a:solidFill>
                  <a:schemeClr val="bg1"/>
                </a:solidFill>
                <a:effectLst/>
                <a:uLnTx/>
                <a:uFillTx/>
                <a:ea typeface="+mn-ea"/>
                <a:cs typeface="+mn-cs"/>
              </a:rPr>
              <a:t>are placed, including </a:t>
            </a:r>
            <a:r>
              <a:rPr lang="en-GB" sz="1200">
                <a:solidFill>
                  <a:schemeClr val="bg1"/>
                </a:solidFill>
              </a:rPr>
              <a:t>organization models</a:t>
            </a:r>
            <a:r>
              <a:rPr kumimoji="0" lang="en-GB" sz="1200" b="0" i="0" u="none" strike="noStrike" kern="1200" cap="none" spc="0" normalizeH="0" baseline="0" noProof="0">
                <a:ln>
                  <a:noFill/>
                </a:ln>
                <a:solidFill>
                  <a:schemeClr val="bg1"/>
                </a:solidFill>
                <a:effectLst/>
                <a:uLnTx/>
                <a:uFillTx/>
                <a:ea typeface="+mn-ea"/>
                <a:cs typeface="+mn-cs"/>
              </a:rPr>
              <a:t>, </a:t>
            </a:r>
            <a:r>
              <a:rPr kumimoji="0" lang="en-GB" sz="1200" b="0" i="0" u="none" strike="noStrike" kern="1200" cap="none" spc="0" normalizeH="0" baseline="0" noProof="0">
                <a:ln>
                  <a:noFill/>
                </a:ln>
                <a:solidFill>
                  <a:schemeClr val="accent2"/>
                </a:solidFill>
                <a:effectLst/>
                <a:uLnTx/>
                <a:uFillTx/>
                <a:ea typeface="+mn-ea"/>
                <a:cs typeface="+mn-cs"/>
              </a:rPr>
              <a:t>roles</a:t>
            </a:r>
            <a:r>
              <a:rPr kumimoji="0" lang="en-GB" sz="1200" b="0" i="0" u="none" strike="noStrike" kern="1200" cap="none" spc="0" normalizeH="0" baseline="0" noProof="0">
                <a:ln>
                  <a:noFill/>
                </a:ln>
                <a:solidFill>
                  <a:schemeClr val="bg1"/>
                </a:solidFill>
                <a:effectLst/>
                <a:uLnTx/>
                <a:uFillTx/>
                <a:ea typeface="+mn-ea"/>
                <a:cs typeface="+mn-cs"/>
              </a:rPr>
              <a:t> and </a:t>
            </a:r>
            <a:r>
              <a:rPr kumimoji="0" lang="en-GB" sz="1200" b="0" i="0" u="none" strike="noStrike" kern="1200" cap="none" spc="0" normalizeH="0" baseline="0" noProof="0">
                <a:ln>
                  <a:noFill/>
                </a:ln>
                <a:solidFill>
                  <a:schemeClr val="accent2"/>
                </a:solidFill>
                <a:effectLst/>
                <a:uLnTx/>
                <a:uFillTx/>
                <a:ea typeface="+mn-ea"/>
                <a:cs typeface="+mn-cs"/>
              </a:rPr>
              <a:t>responsibilities, competencies and skills</a:t>
            </a:r>
            <a:r>
              <a:rPr kumimoji="0" lang="en-GB" sz="1200" b="0" i="0" u="none" strike="noStrike" kern="1200" cap="none" spc="0" normalizeH="0" baseline="0" noProof="0">
                <a:ln>
                  <a:noFill/>
                </a:ln>
                <a:solidFill>
                  <a:schemeClr val="bg1"/>
                </a:solidFill>
                <a:effectLst/>
                <a:uLnTx/>
                <a:uFillTx/>
                <a:ea typeface="+mn-ea"/>
                <a:cs typeface="+mn-cs"/>
              </a:rPr>
              <a:t> </a:t>
            </a:r>
          </a:p>
        </p:txBody>
      </p:sp>
      <p:sp>
        <p:nvSpPr>
          <p:cNvPr id="134" name="TextBox 133">
            <a:extLst>
              <a:ext uri="{FF2B5EF4-FFF2-40B4-BE49-F238E27FC236}">
                <a16:creationId xmlns:a16="http://schemas.microsoft.com/office/drawing/2014/main" id="{E514729C-1902-599C-CAD2-3F57B2E9C7F3}"/>
              </a:ext>
            </a:extLst>
          </p:cNvPr>
          <p:cNvSpPr txBox="1"/>
          <p:nvPr/>
        </p:nvSpPr>
        <p:spPr>
          <a:xfrm>
            <a:off x="1121494" y="2781246"/>
            <a:ext cx="3079066" cy="1046440"/>
          </a:xfrm>
          <a:prstGeom prst="rect">
            <a:avLst/>
          </a:prstGeom>
          <a:solidFill>
            <a:schemeClr val="accent1">
              <a:lumMod val="75000"/>
              <a:alpha val="2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PL"/>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chemeClr val="accent2"/>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t>DATA &amp; INFORMATION</a:t>
            </a:r>
          </a:p>
          <a:p>
            <a:r>
              <a:rPr lang="en-GB" sz="1200" b="0">
                <a:solidFill>
                  <a:schemeClr val="bg1"/>
                </a:solidFill>
              </a:rPr>
              <a:t>Data that the business captures through observations and measurements, which in turn is </a:t>
            </a:r>
            <a:r>
              <a:rPr lang="en-GB" sz="1200" b="0"/>
              <a:t>analysed and provide business insight</a:t>
            </a:r>
          </a:p>
        </p:txBody>
      </p:sp>
      <p:sp>
        <p:nvSpPr>
          <p:cNvPr id="135" name="TextBox 134">
            <a:extLst>
              <a:ext uri="{FF2B5EF4-FFF2-40B4-BE49-F238E27FC236}">
                <a16:creationId xmlns:a16="http://schemas.microsoft.com/office/drawing/2014/main" id="{D68F7E9E-13E7-67F7-46FC-65D038326E05}"/>
              </a:ext>
            </a:extLst>
          </p:cNvPr>
          <p:cNvSpPr txBox="1"/>
          <p:nvPr/>
        </p:nvSpPr>
        <p:spPr>
          <a:xfrm>
            <a:off x="1915614" y="1684460"/>
            <a:ext cx="3184231" cy="861774"/>
          </a:xfrm>
          <a:prstGeom prst="rect">
            <a:avLst/>
          </a:prstGeom>
          <a:solidFill>
            <a:schemeClr val="accent1">
              <a:lumMod val="75000"/>
              <a:alpha val="2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PL"/>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chemeClr val="accent2"/>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t>TECHNOLOGY &amp; SYSTEMS</a:t>
            </a:r>
          </a:p>
          <a:p>
            <a:r>
              <a:rPr lang="en-GB" sz="1200" b="0">
                <a:solidFill>
                  <a:schemeClr val="bg1"/>
                </a:solidFill>
              </a:rPr>
              <a:t>The </a:t>
            </a:r>
            <a:r>
              <a:rPr lang="en-GB" sz="1200" b="0"/>
              <a:t>systems, IT applications </a:t>
            </a:r>
            <a:r>
              <a:rPr lang="en-GB" sz="1200" b="0">
                <a:solidFill>
                  <a:schemeClr val="bg1"/>
                </a:solidFill>
              </a:rPr>
              <a:t>and infrastructure used to deliver the products and services to customers</a:t>
            </a:r>
          </a:p>
        </p:txBody>
      </p:sp>
      <p:sp>
        <p:nvSpPr>
          <p:cNvPr id="139" name="Title 138">
            <a:extLst>
              <a:ext uri="{FF2B5EF4-FFF2-40B4-BE49-F238E27FC236}">
                <a16:creationId xmlns:a16="http://schemas.microsoft.com/office/drawing/2014/main" id="{DEB3E2DC-CF3F-CE23-0E79-1C7D397F1B17}"/>
              </a:ext>
            </a:extLst>
          </p:cNvPr>
          <p:cNvSpPr>
            <a:spLocks noGrp="1"/>
          </p:cNvSpPr>
          <p:nvPr>
            <p:ph type="title"/>
          </p:nvPr>
        </p:nvSpPr>
        <p:spPr/>
        <p:txBody>
          <a:bodyPr vert="horz" lIns="0" tIns="0" rIns="0" bIns="125999" rtlCol="0" anchor="b" anchorCtr="0">
            <a:noAutofit/>
          </a:bodyPr>
          <a:lstStyle/>
          <a:p>
            <a:r>
              <a:rPr lang="de-AT" err="1"/>
              <a:t>We</a:t>
            </a:r>
            <a:r>
              <a:rPr lang="de-AT"/>
              <a:t> </a:t>
            </a:r>
            <a:r>
              <a:rPr lang="de-AT" err="1"/>
              <a:t>leverage</a:t>
            </a:r>
            <a:r>
              <a:rPr lang="de-AT"/>
              <a:t> </a:t>
            </a:r>
            <a:r>
              <a:rPr lang="en-BE"/>
              <a:t>C</a:t>
            </a:r>
            <a:r>
              <a:rPr lang="de-DE" err="1"/>
              <a:t>apgemini‘s</a:t>
            </a:r>
            <a:r>
              <a:rPr lang="en-BE"/>
              <a:t> </a:t>
            </a:r>
            <a:r>
              <a:rPr lang="de-DE"/>
              <a:t>Operating Model </a:t>
            </a:r>
            <a:r>
              <a:rPr lang="de-DE" err="1"/>
              <a:t>as</a:t>
            </a:r>
            <a:r>
              <a:rPr lang="de-DE"/>
              <a:t> </a:t>
            </a:r>
            <a:r>
              <a:rPr lang="de-DE" err="1"/>
              <a:t>the</a:t>
            </a:r>
            <a:r>
              <a:rPr lang="de-DE"/>
              <a:t> </a:t>
            </a:r>
            <a:r>
              <a:rPr lang="de-DE" err="1"/>
              <a:t>foundation</a:t>
            </a:r>
            <a:r>
              <a:rPr lang="de-DE"/>
              <a:t> </a:t>
            </a:r>
            <a:r>
              <a:rPr lang="de-DE" err="1"/>
              <a:t>for</a:t>
            </a:r>
            <a:r>
              <a:rPr lang="de-DE"/>
              <a:t> </a:t>
            </a:r>
            <a:r>
              <a:rPr lang="de-DE" err="1"/>
              <a:t>future</a:t>
            </a:r>
            <a:r>
              <a:rPr lang="de-DE"/>
              <a:t> </a:t>
            </a:r>
            <a:r>
              <a:rPr lang="de-DE" err="1"/>
              <a:t>organization</a:t>
            </a:r>
            <a:r>
              <a:rPr lang="de-DE"/>
              <a:t> design</a:t>
            </a:r>
          </a:p>
        </p:txBody>
      </p:sp>
      <p:sp>
        <p:nvSpPr>
          <p:cNvPr id="140" name="Footer Placeholder 139">
            <a:extLst>
              <a:ext uri="{FF2B5EF4-FFF2-40B4-BE49-F238E27FC236}">
                <a16:creationId xmlns:a16="http://schemas.microsoft.com/office/drawing/2014/main" id="{8359DBBF-E318-2DC9-3075-8FD9156B5293}"/>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grpSp>
        <p:nvGrpSpPr>
          <p:cNvPr id="198" name="Group 197">
            <a:extLst>
              <a:ext uri="{FF2B5EF4-FFF2-40B4-BE49-F238E27FC236}">
                <a16:creationId xmlns:a16="http://schemas.microsoft.com/office/drawing/2014/main" id="{3753D19A-AEEF-BBAF-14FE-AD908A5B2019}"/>
              </a:ext>
            </a:extLst>
          </p:cNvPr>
          <p:cNvGrpSpPr>
            <a:grpSpLocks noChangeAspect="1"/>
          </p:cNvGrpSpPr>
          <p:nvPr/>
        </p:nvGrpSpPr>
        <p:grpSpPr>
          <a:xfrm>
            <a:off x="4497839" y="2292669"/>
            <a:ext cx="3305046" cy="3305046"/>
            <a:chOff x="3149600" y="3784600"/>
            <a:chExt cx="11988800" cy="11988800"/>
          </a:xfrm>
        </p:grpSpPr>
        <p:sp>
          <p:nvSpPr>
            <p:cNvPr id="6" name="WheelGlow">
              <a:extLst>
                <a:ext uri="{FF2B5EF4-FFF2-40B4-BE49-F238E27FC236}">
                  <a16:creationId xmlns:a16="http://schemas.microsoft.com/office/drawing/2014/main" id="{C996ED7C-C3EC-9DF0-3738-E1F5D6315F7A}"/>
                </a:ext>
              </a:extLst>
            </p:cNvPr>
            <p:cNvSpPr/>
            <p:nvPr/>
          </p:nvSpPr>
          <p:spPr>
            <a:xfrm>
              <a:off x="3149600" y="3784600"/>
              <a:ext cx="11988800" cy="11988800"/>
            </a:xfrm>
            <a:prstGeom prst="ellipse">
              <a:avLst/>
            </a:prstGeom>
            <a:solidFill>
              <a:srgbClr val="0E2A57"/>
            </a:solidFill>
            <a:ln>
              <a:noFill/>
            </a:ln>
          </p:spPr>
          <p:txBody>
            <a:bodyPr lIns="25718" tIns="12859" rIns="25718" bIns="12859"/>
            <a:lstStyle/>
            <a:p>
              <a:endParaRPr/>
            </a:p>
          </p:txBody>
        </p:sp>
        <p:sp>
          <p:nvSpPr>
            <p:cNvPr id="136" name="Seg_BusinessProcesses">
              <a:extLst>
                <a:ext uri="{FF2B5EF4-FFF2-40B4-BE49-F238E27FC236}">
                  <a16:creationId xmlns:a16="http://schemas.microsoft.com/office/drawing/2014/main" id="{F1BE2923-CC5F-CF2D-9D2E-28B123572033}"/>
                </a:ext>
              </a:extLst>
            </p:cNvPr>
            <p:cNvSpPr/>
            <p:nvPr/>
          </p:nvSpPr>
          <p:spPr>
            <a:xfrm>
              <a:off x="3302000" y="3937000"/>
              <a:ext cx="11684000" cy="11684000"/>
            </a:xfrm>
            <a:prstGeom prst="pie">
              <a:avLst>
                <a:gd name="adj1" fmla="val 16200000"/>
                <a:gd name="adj2" fmla="val 18900000"/>
              </a:avLst>
            </a:prstGeom>
            <a:gradFill>
              <a:gsLst>
                <a:gs pos="0">
                  <a:srgbClr val="1D5FA8">
                    <a:alpha val="92000"/>
                  </a:srgbClr>
                </a:gs>
                <a:gs pos="55000">
                  <a:srgbClr val="0B1E42">
                    <a:alpha val="85000"/>
                  </a:srgbClr>
                </a:gs>
                <a:gs pos="100000">
                  <a:srgbClr val="0B1E42">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37" name="Seg_Governance">
              <a:extLst>
                <a:ext uri="{FF2B5EF4-FFF2-40B4-BE49-F238E27FC236}">
                  <a16:creationId xmlns:a16="http://schemas.microsoft.com/office/drawing/2014/main" id="{EB1CA0D5-7CF2-D9B3-6AE7-BD80FA7C3784}"/>
                </a:ext>
              </a:extLst>
            </p:cNvPr>
            <p:cNvSpPr/>
            <p:nvPr/>
          </p:nvSpPr>
          <p:spPr>
            <a:xfrm>
              <a:off x="3302000" y="3937000"/>
              <a:ext cx="11684000" cy="11684000"/>
            </a:xfrm>
            <a:prstGeom prst="pie">
              <a:avLst>
                <a:gd name="adj1" fmla="val 18900000"/>
                <a:gd name="adj2" fmla="val 21600000"/>
              </a:avLst>
            </a:prstGeom>
            <a:gradFill>
              <a:gsLst>
                <a:gs pos="0">
                  <a:srgbClr val="1E6FB8">
                    <a:alpha val="92000"/>
                  </a:srgbClr>
                </a:gs>
                <a:gs pos="55000">
                  <a:srgbClr val="0E3160">
                    <a:alpha val="85000"/>
                  </a:srgbClr>
                </a:gs>
                <a:gs pos="100000">
                  <a:srgbClr val="0E3160">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46" name="Seg_Metrics">
              <a:extLst>
                <a:ext uri="{FF2B5EF4-FFF2-40B4-BE49-F238E27FC236}">
                  <a16:creationId xmlns:a16="http://schemas.microsoft.com/office/drawing/2014/main" id="{106E256A-5B00-B302-2B1B-3D30EAF1B4C2}"/>
                </a:ext>
              </a:extLst>
            </p:cNvPr>
            <p:cNvSpPr/>
            <p:nvPr/>
          </p:nvSpPr>
          <p:spPr>
            <a:xfrm>
              <a:off x="3302000" y="3937000"/>
              <a:ext cx="11684000" cy="11684000"/>
            </a:xfrm>
            <a:prstGeom prst="pie">
              <a:avLst>
                <a:gd name="adj1" fmla="val 0"/>
                <a:gd name="adj2" fmla="val 2700000"/>
              </a:avLst>
            </a:prstGeom>
            <a:gradFill>
              <a:gsLst>
                <a:gs pos="0">
                  <a:srgbClr val="2A82C8">
                    <a:alpha val="92000"/>
                  </a:srgbClr>
                </a:gs>
                <a:gs pos="55000">
                  <a:srgbClr val="0F4680">
                    <a:alpha val="85000"/>
                  </a:srgbClr>
                </a:gs>
                <a:gs pos="100000">
                  <a:srgbClr val="0F4680">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47" name="Seg_Leadership">
              <a:extLst>
                <a:ext uri="{FF2B5EF4-FFF2-40B4-BE49-F238E27FC236}">
                  <a16:creationId xmlns:a16="http://schemas.microsoft.com/office/drawing/2014/main" id="{CA701962-75ED-F64A-8C12-9DB1347F09DF}"/>
                </a:ext>
              </a:extLst>
            </p:cNvPr>
            <p:cNvSpPr/>
            <p:nvPr/>
          </p:nvSpPr>
          <p:spPr>
            <a:xfrm>
              <a:off x="3302000" y="3937000"/>
              <a:ext cx="11684000" cy="11684000"/>
            </a:xfrm>
            <a:prstGeom prst="pie">
              <a:avLst>
                <a:gd name="adj1" fmla="val 2700000"/>
                <a:gd name="adj2" fmla="val 5400000"/>
              </a:avLst>
            </a:prstGeom>
            <a:gradFill>
              <a:gsLst>
                <a:gs pos="0">
                  <a:srgbClr val="2E93D0">
                    <a:alpha val="92000"/>
                  </a:srgbClr>
                </a:gs>
                <a:gs pos="55000">
                  <a:srgbClr val="0E5693">
                    <a:alpha val="85000"/>
                  </a:srgbClr>
                </a:gs>
                <a:gs pos="100000">
                  <a:srgbClr val="0E5693">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48" name="Seg_ServiceDelivery">
              <a:extLst>
                <a:ext uri="{FF2B5EF4-FFF2-40B4-BE49-F238E27FC236}">
                  <a16:creationId xmlns:a16="http://schemas.microsoft.com/office/drawing/2014/main" id="{72F2D962-20D0-E187-660D-2619DFA3681F}"/>
                </a:ext>
              </a:extLst>
            </p:cNvPr>
            <p:cNvSpPr/>
            <p:nvPr/>
          </p:nvSpPr>
          <p:spPr>
            <a:xfrm>
              <a:off x="3302000" y="3937000"/>
              <a:ext cx="11684000" cy="11684000"/>
            </a:xfrm>
            <a:prstGeom prst="pie">
              <a:avLst>
                <a:gd name="adj1" fmla="val 5400000"/>
                <a:gd name="adj2" fmla="val 8100000"/>
              </a:avLst>
            </a:prstGeom>
            <a:gradFill>
              <a:gsLst>
                <a:gs pos="0">
                  <a:srgbClr val="33A0DB">
                    <a:alpha val="92000"/>
                  </a:srgbClr>
                </a:gs>
                <a:gs pos="55000">
                  <a:srgbClr val="0C61A2">
                    <a:alpha val="85000"/>
                  </a:srgbClr>
                </a:gs>
                <a:gs pos="100000">
                  <a:srgbClr val="0C61A2">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49" name="Seg_OrgStructures">
              <a:extLst>
                <a:ext uri="{FF2B5EF4-FFF2-40B4-BE49-F238E27FC236}">
                  <a16:creationId xmlns:a16="http://schemas.microsoft.com/office/drawing/2014/main" id="{80A4F4E1-1DE0-7BFA-C9DA-936A098452D1}"/>
                </a:ext>
              </a:extLst>
            </p:cNvPr>
            <p:cNvSpPr/>
            <p:nvPr/>
          </p:nvSpPr>
          <p:spPr>
            <a:xfrm>
              <a:off x="3302000" y="3937000"/>
              <a:ext cx="11684000" cy="11684000"/>
            </a:xfrm>
            <a:prstGeom prst="pie">
              <a:avLst>
                <a:gd name="adj1" fmla="val 8100000"/>
                <a:gd name="adj2" fmla="val 10800000"/>
              </a:avLst>
            </a:prstGeom>
            <a:gradFill>
              <a:gsLst>
                <a:gs pos="0">
                  <a:srgbClr val="3AAEE4">
                    <a:alpha val="92000"/>
                  </a:srgbClr>
                </a:gs>
                <a:gs pos="55000">
                  <a:srgbClr val="0A6BB0">
                    <a:alpha val="85000"/>
                  </a:srgbClr>
                </a:gs>
                <a:gs pos="100000">
                  <a:srgbClr val="0A6BB0">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50" name="Seg_DataInformation">
              <a:extLst>
                <a:ext uri="{FF2B5EF4-FFF2-40B4-BE49-F238E27FC236}">
                  <a16:creationId xmlns:a16="http://schemas.microsoft.com/office/drawing/2014/main" id="{60ED215A-AE89-D745-1A62-3CD027668B03}"/>
                </a:ext>
              </a:extLst>
            </p:cNvPr>
            <p:cNvSpPr/>
            <p:nvPr/>
          </p:nvSpPr>
          <p:spPr>
            <a:xfrm>
              <a:off x="3302000" y="3937000"/>
              <a:ext cx="11684000" cy="11684000"/>
            </a:xfrm>
            <a:prstGeom prst="pie">
              <a:avLst>
                <a:gd name="adj1" fmla="val 10800000"/>
                <a:gd name="adj2" fmla="val 13500000"/>
              </a:avLst>
            </a:prstGeom>
            <a:gradFill>
              <a:gsLst>
                <a:gs pos="0">
                  <a:srgbClr val="40B8EC">
                    <a:alpha val="92000"/>
                  </a:srgbClr>
                </a:gs>
                <a:gs pos="55000">
                  <a:srgbClr val="0972B8">
                    <a:alpha val="85000"/>
                  </a:srgbClr>
                </a:gs>
                <a:gs pos="100000">
                  <a:srgbClr val="0972B8">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60" name="Seg_TechSystems">
              <a:extLst>
                <a:ext uri="{FF2B5EF4-FFF2-40B4-BE49-F238E27FC236}">
                  <a16:creationId xmlns:a16="http://schemas.microsoft.com/office/drawing/2014/main" id="{5F71E95B-88C5-2685-5587-B41F170FD70A}"/>
                </a:ext>
              </a:extLst>
            </p:cNvPr>
            <p:cNvSpPr/>
            <p:nvPr/>
          </p:nvSpPr>
          <p:spPr>
            <a:xfrm>
              <a:off x="3302000" y="3937000"/>
              <a:ext cx="11684000" cy="11684000"/>
            </a:xfrm>
            <a:prstGeom prst="pie">
              <a:avLst>
                <a:gd name="adj1" fmla="val 13500000"/>
                <a:gd name="adj2" fmla="val 16200000"/>
              </a:avLst>
            </a:prstGeom>
            <a:gradFill>
              <a:gsLst>
                <a:gs pos="0">
                  <a:srgbClr val="4CC2F2">
                    <a:alpha val="92000"/>
                  </a:srgbClr>
                </a:gs>
                <a:gs pos="55000">
                  <a:srgbClr val="0A78BE">
                    <a:alpha val="85000"/>
                  </a:srgbClr>
                </a:gs>
                <a:gs pos="100000">
                  <a:srgbClr val="0A78BE">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61" name="HubBusinessModel">
              <a:extLst>
                <a:ext uri="{FF2B5EF4-FFF2-40B4-BE49-F238E27FC236}">
                  <a16:creationId xmlns:a16="http://schemas.microsoft.com/office/drawing/2014/main" id="{36A6A957-0C4D-36B6-1E86-170E7E91F7EC}"/>
                </a:ext>
              </a:extLst>
            </p:cNvPr>
            <p:cNvSpPr/>
            <p:nvPr/>
          </p:nvSpPr>
          <p:spPr>
            <a:xfrm>
              <a:off x="5969000" y="6604000"/>
              <a:ext cx="6350000" cy="6350000"/>
            </a:xfrm>
            <a:prstGeom prst="ellipse">
              <a:avLst/>
            </a:prstGeom>
            <a:solidFill>
              <a:srgbClr val="2D408A">
                <a:alpha val="85098"/>
              </a:srgbClr>
            </a:solidFill>
            <a:ln>
              <a:noFill/>
            </a:ln>
          </p:spPr>
          <p:txBody>
            <a:bodyPr lIns="25718" tIns="12859" rIns="25718" bIns="12859"/>
            <a:lstStyle/>
            <a:p>
              <a:endParaRPr/>
            </a:p>
          </p:txBody>
        </p:sp>
        <p:sp>
          <p:nvSpPr>
            <p:cNvPr id="162" name="HubBusinessModel">
              <a:extLst>
                <a:ext uri="{FF2B5EF4-FFF2-40B4-BE49-F238E27FC236}">
                  <a16:creationId xmlns:a16="http://schemas.microsoft.com/office/drawing/2014/main" id="{DDD4E3EB-7F46-4E29-6663-06E0B5103854}"/>
                </a:ext>
              </a:extLst>
            </p:cNvPr>
            <p:cNvSpPr/>
            <p:nvPr/>
          </p:nvSpPr>
          <p:spPr>
            <a:xfrm>
              <a:off x="6000115" y="6632450"/>
              <a:ext cx="6350000" cy="6350000"/>
            </a:xfrm>
            <a:prstGeom prst="ellipse">
              <a:avLst/>
            </a:prstGeom>
            <a:gradFill>
              <a:gsLst>
                <a:gs pos="99000">
                  <a:srgbClr val="00D5D0"/>
                </a:gs>
                <a:gs pos="0">
                  <a:schemeClr val="accent3"/>
                </a:gs>
                <a:gs pos="30000">
                  <a:schemeClr val="accent1"/>
                </a:gs>
                <a:gs pos="70000">
                  <a:schemeClr val="accent2"/>
                </a:gs>
              </a:gsLst>
              <a:lin ang="0" scaled="0"/>
            </a:gradFill>
            <a:ln w="9525" cap="flat" cmpd="sng" algn="ctr">
              <a:noFill/>
              <a:prstDash val="solid"/>
              <a:miter lim="800000"/>
            </a:ln>
            <a:effectLst/>
          </p:spPr>
          <p:txBody>
            <a:bodyPr rot="0" spcFirstLastPara="0" vertOverflow="overflow" horzOverflow="overflow" vert="horz" wrap="square" lIns="41148" tIns="20574" rIns="41148" bIns="20574" numCol="1" spcCol="0" rtlCol="0" fromWordArt="0" anchor="ctr" anchorCtr="0" forceAA="0" compatLnSpc="1">
              <a:prstTxWarp prst="textNoShape">
                <a:avLst/>
              </a:prstTxWarp>
              <a:noAutofit/>
            </a:bodyPr>
            <a:lstStyle/>
            <a:p>
              <a:pPr algn="ctr" defTabSz="1463040"/>
              <a:endParaRPr sz="2240" kern="0">
                <a:solidFill>
                  <a:srgbClr val="000000"/>
                </a:solidFill>
                <a:latin typeface="Ubuntu"/>
              </a:endParaRPr>
            </a:p>
          </p:txBody>
        </p:sp>
        <p:sp>
          <p:nvSpPr>
            <p:cNvPr id="163" name="HubStrategy">
              <a:extLst>
                <a:ext uri="{FF2B5EF4-FFF2-40B4-BE49-F238E27FC236}">
                  <a16:creationId xmlns:a16="http://schemas.microsoft.com/office/drawing/2014/main" id="{068CD8BE-6C38-6391-4903-7AB53696E4A8}"/>
                </a:ext>
              </a:extLst>
            </p:cNvPr>
            <p:cNvSpPr/>
            <p:nvPr/>
          </p:nvSpPr>
          <p:spPr>
            <a:xfrm>
              <a:off x="6985000" y="7620000"/>
              <a:ext cx="4318000" cy="4318000"/>
            </a:xfrm>
            <a:prstGeom prst="ellipse">
              <a:avLst/>
            </a:prstGeom>
            <a:solidFill>
              <a:srgbClr val="0058AB">
                <a:alpha val="80000"/>
              </a:srgbClr>
            </a:solidFill>
            <a:ln>
              <a:noFill/>
            </a:ln>
          </p:spPr>
          <p:txBody>
            <a:bodyPr lIns="25718" tIns="12859" rIns="25718" bIns="12859"/>
            <a:lstStyle/>
            <a:p>
              <a:endParaRPr/>
            </a:p>
          </p:txBody>
        </p:sp>
        <p:sp>
          <p:nvSpPr>
            <p:cNvPr id="164" name="HubCustomerCore">
              <a:extLst>
                <a:ext uri="{FF2B5EF4-FFF2-40B4-BE49-F238E27FC236}">
                  <a16:creationId xmlns:a16="http://schemas.microsoft.com/office/drawing/2014/main" id="{07F41A0F-C450-2EB8-3300-DBC791459D4E}"/>
                </a:ext>
              </a:extLst>
            </p:cNvPr>
            <p:cNvSpPr/>
            <p:nvPr/>
          </p:nvSpPr>
          <p:spPr>
            <a:xfrm>
              <a:off x="7810500" y="8445500"/>
              <a:ext cx="2667000" cy="2667000"/>
            </a:xfrm>
            <a:prstGeom prst="ellipse">
              <a:avLst/>
            </a:prstGeom>
            <a:solidFill>
              <a:schemeClr val="bg2"/>
            </a:solidFill>
            <a:ln w="17860">
              <a:solidFill>
                <a:srgbClr val="1DB8F2"/>
              </a:solidFill>
            </a:ln>
          </p:spPr>
          <p:txBody>
            <a:bodyPr lIns="25718" tIns="12859" rIns="25718" bIns="12859"/>
            <a:lstStyle/>
            <a:p>
              <a:endParaRPr/>
            </a:p>
          </p:txBody>
        </p:sp>
        <p:sp>
          <p:nvSpPr>
            <p:cNvPr id="165" name="Lbl_0">
              <a:extLst>
                <a:ext uri="{FF2B5EF4-FFF2-40B4-BE49-F238E27FC236}">
                  <a16:creationId xmlns:a16="http://schemas.microsoft.com/office/drawing/2014/main" id="{6DAC12A3-2A9D-853D-DBFB-DDEFA92B2CA1}"/>
                </a:ext>
              </a:extLst>
            </p:cNvPr>
            <p:cNvSpPr txBox="1"/>
            <p:nvPr/>
          </p:nvSpPr>
          <p:spPr>
            <a:xfrm>
              <a:off x="9333230" y="490982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Business</a:t>
              </a:r>
            </a:p>
            <a:p>
              <a:pPr algn="ctr">
                <a:lnSpc>
                  <a:spcPct val="100000"/>
                </a:lnSpc>
              </a:pPr>
              <a:r>
                <a:rPr lang="en-US" sz="800" b="1">
                  <a:solidFill>
                    <a:srgbClr val="FFFFFF"/>
                  </a:solidFill>
                  <a:latin typeface="+mn-lt"/>
                </a:rPr>
                <a:t>Processes</a:t>
              </a:r>
            </a:p>
          </p:txBody>
        </p:sp>
        <p:sp>
          <p:nvSpPr>
            <p:cNvPr id="166" name="Lbl_1">
              <a:extLst>
                <a:ext uri="{FF2B5EF4-FFF2-40B4-BE49-F238E27FC236}">
                  <a16:creationId xmlns:a16="http://schemas.microsoft.com/office/drawing/2014/main" id="{64C5E864-0E37-0558-D6B0-6F67410BEF8B}"/>
                </a:ext>
              </a:extLst>
            </p:cNvPr>
            <p:cNvSpPr txBox="1"/>
            <p:nvPr/>
          </p:nvSpPr>
          <p:spPr>
            <a:xfrm>
              <a:off x="11956935" y="7316468"/>
              <a:ext cx="2782091" cy="1904999"/>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Governance &amp;</a:t>
              </a:r>
            </a:p>
            <a:p>
              <a:pPr algn="ctr">
                <a:lnSpc>
                  <a:spcPct val="100000"/>
                </a:lnSpc>
              </a:pPr>
              <a:r>
                <a:rPr lang="en-US" sz="800" b="1">
                  <a:solidFill>
                    <a:srgbClr val="FFFFFF"/>
                  </a:solidFill>
                  <a:latin typeface="+mn-lt"/>
                </a:rPr>
                <a:t>Decision Making</a:t>
              </a:r>
            </a:p>
          </p:txBody>
        </p:sp>
        <p:sp>
          <p:nvSpPr>
            <p:cNvPr id="167" name="Lbl_2">
              <a:extLst>
                <a:ext uri="{FF2B5EF4-FFF2-40B4-BE49-F238E27FC236}">
                  <a16:creationId xmlns:a16="http://schemas.microsoft.com/office/drawing/2014/main" id="{6A752E4E-0BBD-4E44-2D5E-48250AAA7511}"/>
                </a:ext>
              </a:extLst>
            </p:cNvPr>
            <p:cNvSpPr txBox="1"/>
            <p:nvPr/>
          </p:nvSpPr>
          <p:spPr>
            <a:xfrm>
              <a:off x="11727180" y="1071753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Metrics</a:t>
              </a:r>
            </a:p>
          </p:txBody>
        </p:sp>
        <p:sp>
          <p:nvSpPr>
            <p:cNvPr id="168" name="Lbl_3">
              <a:extLst>
                <a:ext uri="{FF2B5EF4-FFF2-40B4-BE49-F238E27FC236}">
                  <a16:creationId xmlns:a16="http://schemas.microsoft.com/office/drawing/2014/main" id="{88C1FD63-3595-E8FD-B765-3FE094CEE06E}"/>
                </a:ext>
              </a:extLst>
            </p:cNvPr>
            <p:cNvSpPr txBox="1"/>
            <p:nvPr/>
          </p:nvSpPr>
          <p:spPr>
            <a:xfrm>
              <a:off x="9333230" y="1312418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Leadership</a:t>
              </a:r>
            </a:p>
            <a:p>
              <a:pPr algn="ctr">
                <a:lnSpc>
                  <a:spcPct val="100000"/>
                </a:lnSpc>
              </a:pPr>
              <a:r>
                <a:rPr lang="en-US" sz="800" b="1">
                  <a:solidFill>
                    <a:srgbClr val="FFFFFF"/>
                  </a:solidFill>
                  <a:latin typeface="+mn-lt"/>
                </a:rPr>
                <a:t>&amp; Culture</a:t>
              </a:r>
            </a:p>
          </p:txBody>
        </p:sp>
        <p:sp>
          <p:nvSpPr>
            <p:cNvPr id="169" name="Lbl_4">
              <a:extLst>
                <a:ext uri="{FF2B5EF4-FFF2-40B4-BE49-F238E27FC236}">
                  <a16:creationId xmlns:a16="http://schemas.microsoft.com/office/drawing/2014/main" id="{1A6A5DD5-B779-F95D-2444-AF1B37BA340E}"/>
                </a:ext>
              </a:extLst>
            </p:cNvPr>
            <p:cNvSpPr txBox="1"/>
            <p:nvPr/>
          </p:nvSpPr>
          <p:spPr>
            <a:xfrm>
              <a:off x="5906770" y="1312418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Service</a:t>
              </a:r>
            </a:p>
            <a:p>
              <a:pPr algn="ctr">
                <a:lnSpc>
                  <a:spcPct val="100000"/>
                </a:lnSpc>
              </a:pPr>
              <a:r>
                <a:rPr lang="en-US" sz="800" b="1">
                  <a:solidFill>
                    <a:srgbClr val="FFFFFF"/>
                  </a:solidFill>
                  <a:latin typeface="+mn-lt"/>
                </a:rPr>
                <a:t>Delivery Model</a:t>
              </a:r>
            </a:p>
          </p:txBody>
        </p:sp>
        <p:sp>
          <p:nvSpPr>
            <p:cNvPr id="170" name="Lbl_5">
              <a:extLst>
                <a:ext uri="{FF2B5EF4-FFF2-40B4-BE49-F238E27FC236}">
                  <a16:creationId xmlns:a16="http://schemas.microsoft.com/office/drawing/2014/main" id="{D5943511-C03F-28BC-9E41-CA21E5153D3C}"/>
                </a:ext>
              </a:extLst>
            </p:cNvPr>
            <p:cNvSpPr txBox="1"/>
            <p:nvPr/>
          </p:nvSpPr>
          <p:spPr>
            <a:xfrm>
              <a:off x="3512820" y="1071753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Organization</a:t>
              </a:r>
            </a:p>
            <a:p>
              <a:pPr algn="ctr">
                <a:lnSpc>
                  <a:spcPct val="100000"/>
                </a:lnSpc>
              </a:pPr>
              <a:r>
                <a:rPr lang="en-US" sz="800" b="1">
                  <a:solidFill>
                    <a:srgbClr val="FFFFFF"/>
                  </a:solidFill>
                  <a:latin typeface="+mn-lt"/>
                </a:rPr>
                <a:t>Structures</a:t>
              </a:r>
            </a:p>
          </p:txBody>
        </p:sp>
        <p:sp>
          <p:nvSpPr>
            <p:cNvPr id="171" name="Lbl_6">
              <a:extLst>
                <a:ext uri="{FF2B5EF4-FFF2-40B4-BE49-F238E27FC236}">
                  <a16:creationId xmlns:a16="http://schemas.microsoft.com/office/drawing/2014/main" id="{83CF8FCB-D71E-B494-8DED-94883ACCDC7F}"/>
                </a:ext>
              </a:extLst>
            </p:cNvPr>
            <p:cNvSpPr txBox="1"/>
            <p:nvPr/>
          </p:nvSpPr>
          <p:spPr>
            <a:xfrm>
              <a:off x="3471256" y="731647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Data &amp;</a:t>
              </a:r>
            </a:p>
            <a:p>
              <a:pPr algn="ctr">
                <a:lnSpc>
                  <a:spcPct val="100000"/>
                </a:lnSpc>
              </a:pPr>
              <a:r>
                <a:rPr lang="en-US" sz="800" b="1">
                  <a:solidFill>
                    <a:srgbClr val="FFFFFF"/>
                  </a:solidFill>
                  <a:latin typeface="+mn-lt"/>
                </a:rPr>
                <a:t>Information</a:t>
              </a:r>
            </a:p>
          </p:txBody>
        </p:sp>
        <p:sp>
          <p:nvSpPr>
            <p:cNvPr id="172" name="Lbl_7">
              <a:extLst>
                <a:ext uri="{FF2B5EF4-FFF2-40B4-BE49-F238E27FC236}">
                  <a16:creationId xmlns:a16="http://schemas.microsoft.com/office/drawing/2014/main" id="{796695AF-3F6E-7532-418B-45A086F899C1}"/>
                </a:ext>
              </a:extLst>
            </p:cNvPr>
            <p:cNvSpPr txBox="1"/>
            <p:nvPr/>
          </p:nvSpPr>
          <p:spPr>
            <a:xfrm>
              <a:off x="5906770" y="490982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Technology</a:t>
              </a:r>
            </a:p>
            <a:p>
              <a:pPr algn="ctr">
                <a:lnSpc>
                  <a:spcPct val="100000"/>
                </a:lnSpc>
              </a:pPr>
              <a:r>
                <a:rPr lang="en-US" sz="800" b="1">
                  <a:solidFill>
                    <a:srgbClr val="FFFFFF"/>
                  </a:solidFill>
                  <a:latin typeface="+mn-lt"/>
                </a:rPr>
                <a:t>&amp; Systems</a:t>
              </a:r>
            </a:p>
          </p:txBody>
        </p:sp>
        <p:sp>
          <p:nvSpPr>
            <p:cNvPr id="173" name="LblBusinessModel">
              <a:extLst>
                <a:ext uri="{FF2B5EF4-FFF2-40B4-BE49-F238E27FC236}">
                  <a16:creationId xmlns:a16="http://schemas.microsoft.com/office/drawing/2014/main" id="{DEAA0A4C-B26F-3100-6D9B-E19393D4B9A2}"/>
                </a:ext>
              </a:extLst>
            </p:cNvPr>
            <p:cNvSpPr txBox="1"/>
            <p:nvPr/>
          </p:nvSpPr>
          <p:spPr>
            <a:xfrm>
              <a:off x="7492999" y="6853489"/>
              <a:ext cx="3302002" cy="635001"/>
            </a:xfrm>
            <a:prstGeom prst="rect">
              <a:avLst/>
            </a:prstGeom>
            <a:noFill/>
          </p:spPr>
          <p:txBody>
            <a:bodyPr wrap="square" lIns="0" tIns="0" rIns="0" bIns="0" anchor="ctr">
              <a:noAutofit/>
            </a:bodyPr>
            <a:lstStyle/>
            <a:p>
              <a:pPr algn="ctr">
                <a:lnSpc>
                  <a:spcPct val="100000"/>
                </a:lnSpc>
              </a:pPr>
              <a:r>
                <a:rPr lang="en-US" sz="800" b="1">
                  <a:solidFill>
                    <a:schemeClr val="bg1"/>
                  </a:solidFill>
                  <a:latin typeface="+mn-lt"/>
                </a:rPr>
                <a:t>Business Model</a:t>
              </a:r>
            </a:p>
          </p:txBody>
        </p:sp>
        <p:sp>
          <p:nvSpPr>
            <p:cNvPr id="174" name="LblStrategy">
              <a:extLst>
                <a:ext uri="{FF2B5EF4-FFF2-40B4-BE49-F238E27FC236}">
                  <a16:creationId xmlns:a16="http://schemas.microsoft.com/office/drawing/2014/main" id="{7470E590-D9DD-A382-82DB-5B3FE3C6C4A2}"/>
                </a:ext>
              </a:extLst>
            </p:cNvPr>
            <p:cNvSpPr txBox="1"/>
            <p:nvPr/>
          </p:nvSpPr>
          <p:spPr>
            <a:xfrm>
              <a:off x="7874000" y="7772400"/>
              <a:ext cx="2540000" cy="5588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Strategy</a:t>
              </a:r>
            </a:p>
          </p:txBody>
        </p:sp>
        <p:sp>
          <p:nvSpPr>
            <p:cNvPr id="175" name="LblCustomer">
              <a:extLst>
                <a:ext uri="{FF2B5EF4-FFF2-40B4-BE49-F238E27FC236}">
                  <a16:creationId xmlns:a16="http://schemas.microsoft.com/office/drawing/2014/main" id="{D67C94B8-0FA7-8BF0-11AB-83017B2A6B3B}"/>
                </a:ext>
              </a:extLst>
            </p:cNvPr>
            <p:cNvSpPr txBox="1"/>
            <p:nvPr/>
          </p:nvSpPr>
          <p:spPr>
            <a:xfrm>
              <a:off x="7937500" y="9931400"/>
              <a:ext cx="2413000" cy="508000"/>
            </a:xfrm>
            <a:prstGeom prst="rect">
              <a:avLst/>
            </a:prstGeom>
            <a:noFill/>
          </p:spPr>
          <p:txBody>
            <a:bodyPr wrap="square" lIns="0" tIns="0" rIns="0" bIns="0" anchor="ctr">
              <a:noAutofit/>
            </a:bodyPr>
            <a:lstStyle/>
            <a:p>
              <a:pPr algn="ctr">
                <a:lnSpc>
                  <a:spcPct val="100000"/>
                </a:lnSpc>
              </a:pPr>
              <a:r>
                <a:rPr lang="en-US" sz="800" b="1">
                  <a:latin typeface="+mn-lt"/>
                </a:rPr>
                <a:t>Customer</a:t>
              </a:r>
            </a:p>
          </p:txBody>
        </p:sp>
        <p:pic>
          <p:nvPicPr>
            <p:cNvPr id="176" name="Graphic 373" descr="Business Processes">
              <a:extLst>
                <a:ext uri="{FF2B5EF4-FFF2-40B4-BE49-F238E27FC236}">
                  <a16:creationId xmlns:a16="http://schemas.microsoft.com/office/drawing/2014/main" id="{550C3CCD-4876-7076-041A-B1555978E3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77500" y="4603612"/>
              <a:ext cx="863600" cy="863600"/>
            </a:xfrm>
            <a:prstGeom prst="rect">
              <a:avLst/>
            </a:prstGeom>
          </p:spPr>
        </p:pic>
        <p:pic>
          <p:nvPicPr>
            <p:cNvPr id="177" name="Graphic 374" descr="Governance and Decision Making">
              <a:extLst>
                <a:ext uri="{FF2B5EF4-FFF2-40B4-BE49-F238E27FC236}">
                  <a16:creationId xmlns:a16="http://schemas.microsoft.com/office/drawing/2014/main" id="{70DD591A-B17C-40ED-AC21-C013680855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819380" y="6732270"/>
              <a:ext cx="863600" cy="863600"/>
            </a:xfrm>
            <a:prstGeom prst="rect">
              <a:avLst/>
            </a:prstGeom>
          </p:spPr>
        </p:pic>
        <p:pic>
          <p:nvPicPr>
            <p:cNvPr id="178" name="Graphic 375" descr="Metrics">
              <a:extLst>
                <a:ext uri="{FF2B5EF4-FFF2-40B4-BE49-F238E27FC236}">
                  <a16:creationId xmlns:a16="http://schemas.microsoft.com/office/drawing/2014/main" id="{491C6971-4A6D-239E-8BAA-37A8F2E37D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819380" y="10133330"/>
              <a:ext cx="863600" cy="863600"/>
            </a:xfrm>
            <a:prstGeom prst="rect">
              <a:avLst/>
            </a:prstGeom>
          </p:spPr>
        </p:pic>
        <p:pic>
          <p:nvPicPr>
            <p:cNvPr id="179" name="Graphic 376" descr="Service Delivery Model">
              <a:extLst>
                <a:ext uri="{FF2B5EF4-FFF2-40B4-BE49-F238E27FC236}">
                  <a16:creationId xmlns:a16="http://schemas.microsoft.com/office/drawing/2014/main" id="{AAAF6322-45D4-6043-AE97-ED296D6449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98970" y="12685454"/>
              <a:ext cx="863600" cy="863600"/>
            </a:xfrm>
            <a:prstGeom prst="rect">
              <a:avLst/>
            </a:prstGeom>
          </p:spPr>
        </p:pic>
        <p:pic>
          <p:nvPicPr>
            <p:cNvPr id="180" name="Graphic 377" descr="Organization Structures">
              <a:extLst>
                <a:ext uri="{FF2B5EF4-FFF2-40B4-BE49-F238E27FC236}">
                  <a16:creationId xmlns:a16="http://schemas.microsoft.com/office/drawing/2014/main" id="{7E55B5A8-F2EC-7B6C-2FF4-714EB59682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05020" y="10133330"/>
              <a:ext cx="863600" cy="863600"/>
            </a:xfrm>
            <a:prstGeom prst="rect">
              <a:avLst/>
            </a:prstGeom>
          </p:spPr>
        </p:pic>
        <p:pic>
          <p:nvPicPr>
            <p:cNvPr id="181" name="Graphic 378" descr="Data and Information">
              <a:extLst>
                <a:ext uri="{FF2B5EF4-FFF2-40B4-BE49-F238E27FC236}">
                  <a16:creationId xmlns:a16="http://schemas.microsoft.com/office/drawing/2014/main" id="{69D44F2C-F7D0-838E-A66C-8920922B7B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05020" y="6732270"/>
              <a:ext cx="863600" cy="863600"/>
            </a:xfrm>
            <a:prstGeom prst="rect">
              <a:avLst/>
            </a:prstGeom>
          </p:spPr>
        </p:pic>
        <p:pic>
          <p:nvPicPr>
            <p:cNvPr id="182" name="Graphic 380" descr="Leadership and Culture">
              <a:extLst>
                <a:ext uri="{FF2B5EF4-FFF2-40B4-BE49-F238E27FC236}">
                  <a16:creationId xmlns:a16="http://schemas.microsoft.com/office/drawing/2014/main" id="{36E1A7D8-AB12-7058-EFD5-187FE31F2B3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25430" y="12685454"/>
              <a:ext cx="863600" cy="863600"/>
            </a:xfrm>
            <a:prstGeom prst="rect">
              <a:avLst/>
            </a:prstGeom>
          </p:spPr>
        </p:pic>
        <p:pic>
          <p:nvPicPr>
            <p:cNvPr id="183" name="Graphic 381" descr="Technology and Systems">
              <a:extLst>
                <a:ext uri="{FF2B5EF4-FFF2-40B4-BE49-F238E27FC236}">
                  <a16:creationId xmlns:a16="http://schemas.microsoft.com/office/drawing/2014/main" id="{34FC1D9A-6204-7650-EA89-3E3A0B9D7FB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98970" y="4325620"/>
              <a:ext cx="863600" cy="863600"/>
            </a:xfrm>
            <a:prstGeom prst="rect">
              <a:avLst/>
            </a:prstGeom>
          </p:spPr>
        </p:pic>
        <p:sp>
          <p:nvSpPr>
            <p:cNvPr id="184" name="CyanFrame">
              <a:extLst>
                <a:ext uri="{FF2B5EF4-FFF2-40B4-BE49-F238E27FC236}">
                  <a16:creationId xmlns:a16="http://schemas.microsoft.com/office/drawing/2014/main" id="{D787E530-8A2D-9DD4-C433-8CE5173B31EF}"/>
                </a:ext>
              </a:extLst>
            </p:cNvPr>
            <p:cNvSpPr/>
            <p:nvPr/>
          </p:nvSpPr>
          <p:spPr>
            <a:xfrm>
              <a:off x="3200400" y="3835400"/>
              <a:ext cx="11887200" cy="11887200"/>
            </a:xfrm>
            <a:prstGeom prst="ellipse">
              <a:avLst/>
            </a:prstGeom>
            <a:noFill/>
            <a:ln w="7144">
              <a:solidFill>
                <a:srgbClr val="1DB8F2"/>
              </a:solidFill>
            </a:ln>
          </p:spPr>
          <p:txBody>
            <a:bodyPr lIns="25718" tIns="12859" rIns="25718" bIns="12859"/>
            <a:lstStyle/>
            <a:p>
              <a:endParaRPr/>
            </a:p>
          </p:txBody>
        </p:sp>
        <p:sp>
          <p:nvSpPr>
            <p:cNvPr id="185" name="DigitalOrbit">
              <a:extLst>
                <a:ext uri="{FF2B5EF4-FFF2-40B4-BE49-F238E27FC236}">
                  <a16:creationId xmlns:a16="http://schemas.microsoft.com/office/drawing/2014/main" id="{FAA12B61-51B9-4280-85E3-92622FF82F05}"/>
                </a:ext>
              </a:extLst>
            </p:cNvPr>
            <p:cNvSpPr/>
            <p:nvPr/>
          </p:nvSpPr>
          <p:spPr>
            <a:xfrm>
              <a:off x="6985000" y="7658671"/>
              <a:ext cx="4304030" cy="4246917"/>
            </a:xfrm>
            <a:prstGeom prst="ellipse">
              <a:avLst/>
            </a:prstGeom>
            <a:noFill/>
            <a:ln w="5358">
              <a:solidFill>
                <a:srgbClr val="5CC8F5"/>
              </a:solidFill>
              <a:prstDash val="dash"/>
            </a:ln>
          </p:spPr>
          <p:txBody>
            <a:bodyPr lIns="25718" tIns="12859" rIns="25718" bIns="12859"/>
            <a:lstStyle/>
            <a:p>
              <a:endParaRPr/>
            </a:p>
          </p:txBody>
        </p:sp>
        <p:sp>
          <p:nvSpPr>
            <p:cNvPr id="186" name="Node_0">
              <a:extLst>
                <a:ext uri="{FF2B5EF4-FFF2-40B4-BE49-F238E27FC236}">
                  <a16:creationId xmlns:a16="http://schemas.microsoft.com/office/drawing/2014/main" id="{B499CF97-E2BF-7661-0DFB-C2A77757D0AE}"/>
                </a:ext>
              </a:extLst>
            </p:cNvPr>
            <p:cNvSpPr/>
            <p:nvPr/>
          </p:nvSpPr>
          <p:spPr>
            <a:xfrm>
              <a:off x="9029700" y="6489700"/>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187" name="Node_1">
              <a:extLst>
                <a:ext uri="{FF2B5EF4-FFF2-40B4-BE49-F238E27FC236}">
                  <a16:creationId xmlns:a16="http://schemas.microsoft.com/office/drawing/2014/main" id="{5D23FC24-2B82-51CB-2E1C-3DD90F2C63B8}"/>
                </a:ext>
              </a:extLst>
            </p:cNvPr>
            <p:cNvSpPr/>
            <p:nvPr/>
          </p:nvSpPr>
          <p:spPr>
            <a:xfrm>
              <a:off x="11274764" y="7419636"/>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188" name="Node_2">
              <a:extLst>
                <a:ext uri="{FF2B5EF4-FFF2-40B4-BE49-F238E27FC236}">
                  <a16:creationId xmlns:a16="http://schemas.microsoft.com/office/drawing/2014/main" id="{FD53207A-BAB9-96A9-77F7-E50704E67787}"/>
                </a:ext>
              </a:extLst>
            </p:cNvPr>
            <p:cNvSpPr/>
            <p:nvPr/>
          </p:nvSpPr>
          <p:spPr>
            <a:xfrm>
              <a:off x="12204700" y="9664700"/>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189" name="Node_3">
              <a:extLst>
                <a:ext uri="{FF2B5EF4-FFF2-40B4-BE49-F238E27FC236}">
                  <a16:creationId xmlns:a16="http://schemas.microsoft.com/office/drawing/2014/main" id="{C2D86BF2-1DD9-7282-C179-87A546EEAE66}"/>
                </a:ext>
              </a:extLst>
            </p:cNvPr>
            <p:cNvSpPr/>
            <p:nvPr/>
          </p:nvSpPr>
          <p:spPr>
            <a:xfrm>
              <a:off x="11274764" y="11909764"/>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190" name="Node_4">
              <a:extLst>
                <a:ext uri="{FF2B5EF4-FFF2-40B4-BE49-F238E27FC236}">
                  <a16:creationId xmlns:a16="http://schemas.microsoft.com/office/drawing/2014/main" id="{C80EE0FF-AD12-CC39-AF07-DA1377C58D7B}"/>
                </a:ext>
              </a:extLst>
            </p:cNvPr>
            <p:cNvSpPr/>
            <p:nvPr/>
          </p:nvSpPr>
          <p:spPr>
            <a:xfrm>
              <a:off x="9029700" y="12839700"/>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191" name="Node_5">
              <a:extLst>
                <a:ext uri="{FF2B5EF4-FFF2-40B4-BE49-F238E27FC236}">
                  <a16:creationId xmlns:a16="http://schemas.microsoft.com/office/drawing/2014/main" id="{915A62A0-F663-9A6C-5037-E3674E5E6AE1}"/>
                </a:ext>
              </a:extLst>
            </p:cNvPr>
            <p:cNvSpPr/>
            <p:nvPr/>
          </p:nvSpPr>
          <p:spPr>
            <a:xfrm>
              <a:off x="6784636" y="11909764"/>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192" name="Node_6">
              <a:extLst>
                <a:ext uri="{FF2B5EF4-FFF2-40B4-BE49-F238E27FC236}">
                  <a16:creationId xmlns:a16="http://schemas.microsoft.com/office/drawing/2014/main" id="{9D9E3C15-784E-EFA8-D1D0-0AEDAF98BC4E}"/>
                </a:ext>
              </a:extLst>
            </p:cNvPr>
            <p:cNvSpPr/>
            <p:nvPr/>
          </p:nvSpPr>
          <p:spPr>
            <a:xfrm>
              <a:off x="5854700" y="9664700"/>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193" name="Node_7">
              <a:extLst>
                <a:ext uri="{FF2B5EF4-FFF2-40B4-BE49-F238E27FC236}">
                  <a16:creationId xmlns:a16="http://schemas.microsoft.com/office/drawing/2014/main" id="{D42DB22B-830A-F588-0CE2-0A82B6B2AE4C}"/>
                </a:ext>
              </a:extLst>
            </p:cNvPr>
            <p:cNvSpPr/>
            <p:nvPr/>
          </p:nvSpPr>
          <p:spPr>
            <a:xfrm>
              <a:off x="6784636" y="7419636"/>
              <a:ext cx="228600" cy="228600"/>
            </a:xfrm>
            <a:prstGeom prst="ellipse">
              <a:avLst/>
            </a:prstGeom>
            <a:solidFill>
              <a:srgbClr val="1DB8F2"/>
            </a:solidFill>
            <a:ln w="3572">
              <a:solidFill>
                <a:srgbClr val="FFFFFF"/>
              </a:solidFill>
            </a:ln>
          </p:spPr>
          <p:txBody>
            <a:bodyPr lIns="25718" tIns="12859" rIns="25718" bIns="12859"/>
            <a:lstStyle/>
            <a:p>
              <a:endParaRPr/>
            </a:p>
          </p:txBody>
        </p:sp>
        <p:grpSp>
          <p:nvGrpSpPr>
            <p:cNvPr id="194" name="Group 2509">
              <a:extLst>
                <a:ext uri="{FF2B5EF4-FFF2-40B4-BE49-F238E27FC236}">
                  <a16:creationId xmlns:a16="http://schemas.microsoft.com/office/drawing/2014/main" id="{62E53C96-ED5B-A03C-A333-6D9BB6D0398A}"/>
                </a:ext>
                <a:ext uri="{C183D7F6-B498-43B3-948B-1728B52AA6E4}">
                  <adec:decorative xmlns:adec="http://schemas.microsoft.com/office/drawing/2017/decorative" val="1"/>
                </a:ext>
              </a:extLst>
            </p:cNvPr>
            <p:cNvGrpSpPr>
              <a:grpSpLocks noChangeAspect="1"/>
            </p:cNvGrpSpPr>
            <p:nvPr/>
          </p:nvGrpSpPr>
          <p:grpSpPr>
            <a:xfrm>
              <a:off x="8689050" y="8982254"/>
              <a:ext cx="969170" cy="1080002"/>
              <a:chOff x="6480103" y="3149277"/>
              <a:chExt cx="147896" cy="164809"/>
            </a:xfrm>
            <a:gradFill flip="none" rotWithShape="1">
              <a:gsLst>
                <a:gs pos="0">
                  <a:srgbClr val="111937"/>
                </a:gs>
                <a:gs pos="34000">
                  <a:srgbClr val="0058AB"/>
                </a:gs>
                <a:gs pos="70000">
                  <a:srgbClr val="1DB8F2"/>
                </a:gs>
                <a:gs pos="100000">
                  <a:srgbClr val="00D5D0"/>
                </a:gs>
              </a:gsLst>
              <a:lin ang="0" scaled="1"/>
              <a:tileRect/>
            </a:gradFill>
          </p:grpSpPr>
          <p:sp>
            <p:nvSpPr>
              <p:cNvPr id="195" name="Freeform: Shape 5340">
                <a:extLst>
                  <a:ext uri="{FF2B5EF4-FFF2-40B4-BE49-F238E27FC236}">
                    <a16:creationId xmlns:a16="http://schemas.microsoft.com/office/drawing/2014/main" id="{7AA1E0BF-1AAB-DFE8-5CC4-CB39B32EF402}"/>
                  </a:ext>
                </a:extLst>
              </p:cNvPr>
              <p:cNvSpPr/>
              <p:nvPr/>
            </p:nvSpPr>
            <p:spPr>
              <a:xfrm>
                <a:off x="6480103" y="3260306"/>
                <a:ext cx="147896" cy="53780"/>
              </a:xfrm>
              <a:custGeom>
                <a:avLst/>
                <a:gdLst>
                  <a:gd name="connsiteX0" fmla="*/ 76189 w 147896"/>
                  <a:gd name="connsiteY0" fmla="*/ 55241 h 53780"/>
                  <a:gd name="connsiteX1" fmla="*/ 0 w 147896"/>
                  <a:gd name="connsiteY1" fmla="*/ 26110 h 53780"/>
                  <a:gd name="connsiteX2" fmla="*/ 42128 w 147896"/>
                  <a:gd name="connsiteY2" fmla="*/ 117 h 53780"/>
                  <a:gd name="connsiteX3" fmla="*/ 44817 w 147896"/>
                  <a:gd name="connsiteY3" fmla="*/ 1909 h 53780"/>
                  <a:gd name="connsiteX4" fmla="*/ 43024 w 147896"/>
                  <a:gd name="connsiteY4" fmla="*/ 4598 h 53780"/>
                  <a:gd name="connsiteX5" fmla="*/ 4482 w 147896"/>
                  <a:gd name="connsiteY5" fmla="*/ 26559 h 53780"/>
                  <a:gd name="connsiteX6" fmla="*/ 76189 w 147896"/>
                  <a:gd name="connsiteY6" fmla="*/ 51208 h 53780"/>
                  <a:gd name="connsiteX7" fmla="*/ 147896 w 147896"/>
                  <a:gd name="connsiteY7" fmla="*/ 26559 h 53780"/>
                  <a:gd name="connsiteX8" fmla="*/ 109354 w 147896"/>
                  <a:gd name="connsiteY8" fmla="*/ 4598 h 53780"/>
                  <a:gd name="connsiteX9" fmla="*/ 107561 w 147896"/>
                  <a:gd name="connsiteY9" fmla="*/ 1909 h 53780"/>
                  <a:gd name="connsiteX10" fmla="*/ 110250 w 147896"/>
                  <a:gd name="connsiteY10" fmla="*/ 117 h 53780"/>
                  <a:gd name="connsiteX11" fmla="*/ 152378 w 147896"/>
                  <a:gd name="connsiteY11" fmla="*/ 26110 h 53780"/>
                  <a:gd name="connsiteX12" fmla="*/ 76189 w 147896"/>
                  <a:gd name="connsiteY12" fmla="*/ 55241 h 5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896" h="53780">
                    <a:moveTo>
                      <a:pt x="76189" y="55241"/>
                    </a:moveTo>
                    <a:cubicBezTo>
                      <a:pt x="33613" y="55241"/>
                      <a:pt x="0" y="42245"/>
                      <a:pt x="0" y="26110"/>
                    </a:cubicBezTo>
                    <a:cubicBezTo>
                      <a:pt x="0" y="14458"/>
                      <a:pt x="15686" y="5046"/>
                      <a:pt x="42128" y="117"/>
                    </a:cubicBezTo>
                    <a:cubicBezTo>
                      <a:pt x="43473" y="-332"/>
                      <a:pt x="44369" y="565"/>
                      <a:pt x="44817" y="1909"/>
                    </a:cubicBezTo>
                    <a:cubicBezTo>
                      <a:pt x="45265" y="3254"/>
                      <a:pt x="44369" y="4150"/>
                      <a:pt x="43024" y="4598"/>
                    </a:cubicBezTo>
                    <a:cubicBezTo>
                      <a:pt x="19719" y="9080"/>
                      <a:pt x="4482" y="17595"/>
                      <a:pt x="4482" y="26559"/>
                    </a:cubicBezTo>
                    <a:cubicBezTo>
                      <a:pt x="4482" y="38659"/>
                      <a:pt x="33165" y="51208"/>
                      <a:pt x="76189" y="51208"/>
                    </a:cubicBezTo>
                    <a:cubicBezTo>
                      <a:pt x="119213" y="51208"/>
                      <a:pt x="147896" y="38659"/>
                      <a:pt x="147896" y="26559"/>
                    </a:cubicBezTo>
                    <a:cubicBezTo>
                      <a:pt x="147896" y="17595"/>
                      <a:pt x="132658" y="9080"/>
                      <a:pt x="109354" y="4598"/>
                    </a:cubicBezTo>
                    <a:cubicBezTo>
                      <a:pt x="108009" y="4150"/>
                      <a:pt x="107113" y="3254"/>
                      <a:pt x="107561" y="1909"/>
                    </a:cubicBezTo>
                    <a:cubicBezTo>
                      <a:pt x="108009" y="565"/>
                      <a:pt x="108905" y="-332"/>
                      <a:pt x="110250" y="117"/>
                    </a:cubicBezTo>
                    <a:cubicBezTo>
                      <a:pt x="136692" y="5046"/>
                      <a:pt x="152378" y="14906"/>
                      <a:pt x="152378" y="26110"/>
                    </a:cubicBezTo>
                    <a:cubicBezTo>
                      <a:pt x="152378" y="42245"/>
                      <a:pt x="118765" y="55241"/>
                      <a:pt x="76189" y="55241"/>
                    </a:cubicBezTo>
                    <a:close/>
                  </a:path>
                </a:pathLst>
              </a:custGeom>
              <a:grpFill/>
              <a:ln w="4474" cap="flat">
                <a:noFill/>
                <a:prstDash val="solid"/>
                <a:miter/>
              </a:ln>
            </p:spPr>
            <p:txBody>
              <a:bodyPr lIns="25718" tIns="12859" rIns="25718" bIns="1285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6" name="Freeform: Shape 5341">
                <a:extLst>
                  <a:ext uri="{FF2B5EF4-FFF2-40B4-BE49-F238E27FC236}">
                    <a16:creationId xmlns:a16="http://schemas.microsoft.com/office/drawing/2014/main" id="{41D3DA8B-0391-4386-9B7B-AA3866BC748A}"/>
                  </a:ext>
                </a:extLst>
              </p:cNvPr>
              <p:cNvSpPr/>
              <p:nvPr/>
            </p:nvSpPr>
            <p:spPr>
              <a:xfrm>
                <a:off x="6523128" y="3190060"/>
                <a:ext cx="62744" cy="98597"/>
              </a:xfrm>
              <a:custGeom>
                <a:avLst/>
                <a:gdLst>
                  <a:gd name="connsiteX0" fmla="*/ 37646 w 62743"/>
                  <a:gd name="connsiteY0" fmla="*/ 98597 h 98597"/>
                  <a:gd name="connsiteX1" fmla="*/ 28235 w 62743"/>
                  <a:gd name="connsiteY1" fmla="*/ 98597 h 98597"/>
                  <a:gd name="connsiteX2" fmla="*/ 20168 w 62743"/>
                  <a:gd name="connsiteY2" fmla="*/ 92323 h 98597"/>
                  <a:gd name="connsiteX3" fmla="*/ 20168 w 62743"/>
                  <a:gd name="connsiteY3" fmla="*/ 91427 h 98597"/>
                  <a:gd name="connsiteX4" fmla="*/ 10308 w 62743"/>
                  <a:gd name="connsiteY4" fmla="*/ 54229 h 98597"/>
                  <a:gd name="connsiteX5" fmla="*/ 8963 w 62743"/>
                  <a:gd name="connsiteY5" fmla="*/ 54229 h 98597"/>
                  <a:gd name="connsiteX6" fmla="*/ 0 w 62743"/>
                  <a:gd name="connsiteY6" fmla="*/ 46162 h 98597"/>
                  <a:gd name="connsiteX7" fmla="*/ 0 w 62743"/>
                  <a:gd name="connsiteY7" fmla="*/ 13893 h 98597"/>
                  <a:gd name="connsiteX8" fmla="*/ 16134 w 62743"/>
                  <a:gd name="connsiteY8" fmla="*/ 0 h 98597"/>
                  <a:gd name="connsiteX9" fmla="*/ 50643 w 62743"/>
                  <a:gd name="connsiteY9" fmla="*/ 0 h 98597"/>
                  <a:gd name="connsiteX10" fmla="*/ 66777 w 62743"/>
                  <a:gd name="connsiteY10" fmla="*/ 13893 h 98597"/>
                  <a:gd name="connsiteX11" fmla="*/ 66777 w 62743"/>
                  <a:gd name="connsiteY11" fmla="*/ 46162 h 98597"/>
                  <a:gd name="connsiteX12" fmla="*/ 57814 w 62743"/>
                  <a:gd name="connsiteY12" fmla="*/ 54229 h 98597"/>
                  <a:gd name="connsiteX13" fmla="*/ 56469 w 62743"/>
                  <a:gd name="connsiteY13" fmla="*/ 54229 h 98597"/>
                  <a:gd name="connsiteX14" fmla="*/ 46610 w 62743"/>
                  <a:gd name="connsiteY14" fmla="*/ 91875 h 98597"/>
                  <a:gd name="connsiteX15" fmla="*/ 37646 w 62743"/>
                  <a:gd name="connsiteY15" fmla="*/ 98597 h 98597"/>
                  <a:gd name="connsiteX16" fmla="*/ 16134 w 62743"/>
                  <a:gd name="connsiteY16" fmla="*/ 4482 h 98597"/>
                  <a:gd name="connsiteX17" fmla="*/ 4482 w 62743"/>
                  <a:gd name="connsiteY17" fmla="*/ 13893 h 98597"/>
                  <a:gd name="connsiteX18" fmla="*/ 4482 w 62743"/>
                  <a:gd name="connsiteY18" fmla="*/ 46162 h 98597"/>
                  <a:gd name="connsiteX19" fmla="*/ 8963 w 62743"/>
                  <a:gd name="connsiteY19" fmla="*/ 49747 h 98597"/>
                  <a:gd name="connsiteX20" fmla="*/ 12101 w 62743"/>
                  <a:gd name="connsiteY20" fmla="*/ 49747 h 98597"/>
                  <a:gd name="connsiteX21" fmla="*/ 14341 w 62743"/>
                  <a:gd name="connsiteY21" fmla="*/ 51540 h 98597"/>
                  <a:gd name="connsiteX22" fmla="*/ 24649 w 62743"/>
                  <a:gd name="connsiteY22" fmla="*/ 90082 h 98597"/>
                  <a:gd name="connsiteX23" fmla="*/ 24649 w 62743"/>
                  <a:gd name="connsiteY23" fmla="*/ 90979 h 98597"/>
                  <a:gd name="connsiteX24" fmla="*/ 28683 w 62743"/>
                  <a:gd name="connsiteY24" fmla="*/ 94116 h 98597"/>
                  <a:gd name="connsiteX25" fmla="*/ 38094 w 62743"/>
                  <a:gd name="connsiteY25" fmla="*/ 94116 h 98597"/>
                  <a:gd name="connsiteX26" fmla="*/ 42128 w 62743"/>
                  <a:gd name="connsiteY26" fmla="*/ 90979 h 98597"/>
                  <a:gd name="connsiteX27" fmla="*/ 52436 w 62743"/>
                  <a:gd name="connsiteY27" fmla="*/ 51540 h 98597"/>
                  <a:gd name="connsiteX28" fmla="*/ 54677 w 62743"/>
                  <a:gd name="connsiteY28" fmla="*/ 49747 h 98597"/>
                  <a:gd name="connsiteX29" fmla="*/ 57366 w 62743"/>
                  <a:gd name="connsiteY29" fmla="*/ 49747 h 98597"/>
                  <a:gd name="connsiteX30" fmla="*/ 61847 w 62743"/>
                  <a:gd name="connsiteY30" fmla="*/ 46162 h 98597"/>
                  <a:gd name="connsiteX31" fmla="*/ 61847 w 62743"/>
                  <a:gd name="connsiteY31" fmla="*/ 13893 h 98597"/>
                  <a:gd name="connsiteX32" fmla="*/ 50195 w 62743"/>
                  <a:gd name="connsiteY32" fmla="*/ 4482 h 98597"/>
                  <a:gd name="connsiteX33" fmla="*/ 16134 w 62743"/>
                  <a:gd name="connsiteY33" fmla="*/ 4482 h 9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2743" h="98597">
                    <a:moveTo>
                      <a:pt x="37646" y="98597"/>
                    </a:moveTo>
                    <a:lnTo>
                      <a:pt x="28235" y="98597"/>
                    </a:lnTo>
                    <a:cubicBezTo>
                      <a:pt x="24201" y="98597"/>
                      <a:pt x="21064" y="95908"/>
                      <a:pt x="20168" y="92323"/>
                    </a:cubicBezTo>
                    <a:lnTo>
                      <a:pt x="20168" y="91427"/>
                    </a:lnTo>
                    <a:cubicBezTo>
                      <a:pt x="20168" y="90979"/>
                      <a:pt x="12549" y="61848"/>
                      <a:pt x="10308" y="54229"/>
                    </a:cubicBezTo>
                    <a:lnTo>
                      <a:pt x="8963" y="54229"/>
                    </a:lnTo>
                    <a:cubicBezTo>
                      <a:pt x="4034" y="54229"/>
                      <a:pt x="0" y="50643"/>
                      <a:pt x="0" y="46162"/>
                    </a:cubicBezTo>
                    <a:lnTo>
                      <a:pt x="0" y="13893"/>
                    </a:lnTo>
                    <a:cubicBezTo>
                      <a:pt x="0" y="6274"/>
                      <a:pt x="7171" y="0"/>
                      <a:pt x="16134" y="0"/>
                    </a:cubicBezTo>
                    <a:lnTo>
                      <a:pt x="50643" y="0"/>
                    </a:lnTo>
                    <a:cubicBezTo>
                      <a:pt x="59607" y="0"/>
                      <a:pt x="66777" y="6274"/>
                      <a:pt x="66777" y="13893"/>
                    </a:cubicBezTo>
                    <a:lnTo>
                      <a:pt x="66777" y="46162"/>
                    </a:lnTo>
                    <a:cubicBezTo>
                      <a:pt x="66777" y="50643"/>
                      <a:pt x="62744" y="54229"/>
                      <a:pt x="57814" y="54229"/>
                    </a:cubicBezTo>
                    <a:lnTo>
                      <a:pt x="56469" y="54229"/>
                    </a:lnTo>
                    <a:lnTo>
                      <a:pt x="46610" y="91875"/>
                    </a:lnTo>
                    <a:cubicBezTo>
                      <a:pt x="44817" y="95908"/>
                      <a:pt x="41680" y="98597"/>
                      <a:pt x="37646" y="98597"/>
                    </a:cubicBezTo>
                    <a:close/>
                    <a:moveTo>
                      <a:pt x="16134" y="4482"/>
                    </a:moveTo>
                    <a:cubicBezTo>
                      <a:pt x="9860" y="4482"/>
                      <a:pt x="4482" y="8963"/>
                      <a:pt x="4482" y="13893"/>
                    </a:cubicBezTo>
                    <a:lnTo>
                      <a:pt x="4482" y="46162"/>
                    </a:lnTo>
                    <a:cubicBezTo>
                      <a:pt x="4482" y="47954"/>
                      <a:pt x="6723" y="49747"/>
                      <a:pt x="8963" y="49747"/>
                    </a:cubicBezTo>
                    <a:lnTo>
                      <a:pt x="12101" y="49747"/>
                    </a:lnTo>
                    <a:cubicBezTo>
                      <a:pt x="12997" y="49747"/>
                      <a:pt x="13893" y="50643"/>
                      <a:pt x="14341" y="51540"/>
                    </a:cubicBezTo>
                    <a:cubicBezTo>
                      <a:pt x="14341" y="52436"/>
                      <a:pt x="23753" y="87841"/>
                      <a:pt x="24649" y="90082"/>
                    </a:cubicBezTo>
                    <a:lnTo>
                      <a:pt x="24649" y="90979"/>
                    </a:lnTo>
                    <a:cubicBezTo>
                      <a:pt x="25098" y="92771"/>
                      <a:pt x="26890" y="94116"/>
                      <a:pt x="28683" y="94116"/>
                    </a:cubicBezTo>
                    <a:lnTo>
                      <a:pt x="38094" y="94116"/>
                    </a:lnTo>
                    <a:cubicBezTo>
                      <a:pt x="39887" y="94116"/>
                      <a:pt x="41680" y="92771"/>
                      <a:pt x="42128" y="90979"/>
                    </a:cubicBezTo>
                    <a:lnTo>
                      <a:pt x="52436" y="51540"/>
                    </a:lnTo>
                    <a:cubicBezTo>
                      <a:pt x="52884" y="50643"/>
                      <a:pt x="53780" y="49747"/>
                      <a:pt x="54677" y="49747"/>
                    </a:cubicBezTo>
                    <a:lnTo>
                      <a:pt x="57366" y="49747"/>
                    </a:lnTo>
                    <a:cubicBezTo>
                      <a:pt x="60055" y="49747"/>
                      <a:pt x="61847" y="47954"/>
                      <a:pt x="61847" y="46162"/>
                    </a:cubicBezTo>
                    <a:lnTo>
                      <a:pt x="61847" y="13893"/>
                    </a:lnTo>
                    <a:cubicBezTo>
                      <a:pt x="61847" y="8515"/>
                      <a:pt x="56469" y="4482"/>
                      <a:pt x="50195" y="4482"/>
                    </a:cubicBezTo>
                    <a:lnTo>
                      <a:pt x="16134" y="4482"/>
                    </a:lnTo>
                    <a:close/>
                  </a:path>
                </a:pathLst>
              </a:custGeom>
              <a:grpFill/>
              <a:ln w="4474" cap="flat">
                <a:noFill/>
                <a:prstDash val="solid"/>
                <a:miter/>
              </a:ln>
            </p:spPr>
            <p:txBody>
              <a:bodyPr lIns="25718" tIns="12859" rIns="25718" bIns="1285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7" name="Freeform: Shape 5342">
                <a:extLst>
                  <a:ext uri="{FF2B5EF4-FFF2-40B4-BE49-F238E27FC236}">
                    <a16:creationId xmlns:a16="http://schemas.microsoft.com/office/drawing/2014/main" id="{61A24DD9-B839-B0BF-9D21-41B73B9FAF13}"/>
                  </a:ext>
                </a:extLst>
              </p:cNvPr>
              <p:cNvSpPr/>
              <p:nvPr/>
            </p:nvSpPr>
            <p:spPr>
              <a:xfrm>
                <a:off x="6538814" y="3149277"/>
                <a:ext cx="31372" cy="31372"/>
              </a:xfrm>
              <a:custGeom>
                <a:avLst/>
                <a:gdLst>
                  <a:gd name="connsiteX0" fmla="*/ 17479 w 31371"/>
                  <a:gd name="connsiteY0" fmla="*/ 34957 h 31371"/>
                  <a:gd name="connsiteX1" fmla="*/ 0 w 31371"/>
                  <a:gd name="connsiteY1" fmla="*/ 17479 h 31371"/>
                  <a:gd name="connsiteX2" fmla="*/ 17479 w 31371"/>
                  <a:gd name="connsiteY2" fmla="*/ 0 h 31371"/>
                  <a:gd name="connsiteX3" fmla="*/ 34957 w 31371"/>
                  <a:gd name="connsiteY3" fmla="*/ 17479 h 31371"/>
                  <a:gd name="connsiteX4" fmla="*/ 17479 w 31371"/>
                  <a:gd name="connsiteY4" fmla="*/ 34957 h 31371"/>
                  <a:gd name="connsiteX5" fmla="*/ 17479 w 31371"/>
                  <a:gd name="connsiteY5" fmla="*/ 4930 h 31371"/>
                  <a:gd name="connsiteX6" fmla="*/ 4482 w 31371"/>
                  <a:gd name="connsiteY6" fmla="*/ 17927 h 31371"/>
                  <a:gd name="connsiteX7" fmla="*/ 17479 w 31371"/>
                  <a:gd name="connsiteY7" fmla="*/ 30924 h 31371"/>
                  <a:gd name="connsiteX8" fmla="*/ 30476 w 31371"/>
                  <a:gd name="connsiteY8" fmla="*/ 17927 h 31371"/>
                  <a:gd name="connsiteX9" fmla="*/ 17479 w 31371"/>
                  <a:gd name="connsiteY9" fmla="*/ 4930 h 31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371" h="31371">
                    <a:moveTo>
                      <a:pt x="17479" y="34957"/>
                    </a:moveTo>
                    <a:cubicBezTo>
                      <a:pt x="8067" y="34957"/>
                      <a:pt x="0" y="27338"/>
                      <a:pt x="0" y="17479"/>
                    </a:cubicBezTo>
                    <a:cubicBezTo>
                      <a:pt x="0" y="8067"/>
                      <a:pt x="7619" y="0"/>
                      <a:pt x="17479" y="0"/>
                    </a:cubicBezTo>
                    <a:cubicBezTo>
                      <a:pt x="26890" y="0"/>
                      <a:pt x="34957" y="7619"/>
                      <a:pt x="34957" y="17479"/>
                    </a:cubicBezTo>
                    <a:cubicBezTo>
                      <a:pt x="34957" y="27338"/>
                      <a:pt x="26890" y="34957"/>
                      <a:pt x="17479" y="34957"/>
                    </a:cubicBezTo>
                    <a:close/>
                    <a:moveTo>
                      <a:pt x="17479" y="4930"/>
                    </a:moveTo>
                    <a:cubicBezTo>
                      <a:pt x="10308" y="4930"/>
                      <a:pt x="4482" y="10756"/>
                      <a:pt x="4482" y="17927"/>
                    </a:cubicBezTo>
                    <a:cubicBezTo>
                      <a:pt x="4482" y="25098"/>
                      <a:pt x="10308" y="30924"/>
                      <a:pt x="17479" y="30924"/>
                    </a:cubicBezTo>
                    <a:cubicBezTo>
                      <a:pt x="24649" y="30924"/>
                      <a:pt x="30476" y="25098"/>
                      <a:pt x="30476" y="17927"/>
                    </a:cubicBezTo>
                    <a:cubicBezTo>
                      <a:pt x="30476" y="10756"/>
                      <a:pt x="24649" y="4930"/>
                      <a:pt x="17479" y="4930"/>
                    </a:cubicBezTo>
                    <a:close/>
                  </a:path>
                </a:pathLst>
              </a:custGeom>
              <a:grpFill/>
              <a:ln w="4474" cap="flat">
                <a:noFill/>
                <a:prstDash val="solid"/>
                <a:miter/>
              </a:ln>
            </p:spPr>
            <p:txBody>
              <a:bodyPr lIns="25718" tIns="12859" rIns="25718" bIns="1285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grpSp>
      </p:grpSp>
      <p:grpSp>
        <p:nvGrpSpPr>
          <p:cNvPr id="3" name="Group 2">
            <a:extLst>
              <a:ext uri="{FF2B5EF4-FFF2-40B4-BE49-F238E27FC236}">
                <a16:creationId xmlns:a16="http://schemas.microsoft.com/office/drawing/2014/main" id="{9061E50F-8DEC-BFDB-A3E7-6BFBBD28B9B4}"/>
              </a:ext>
            </a:extLst>
          </p:cNvPr>
          <p:cNvGrpSpPr/>
          <p:nvPr/>
        </p:nvGrpSpPr>
        <p:grpSpPr>
          <a:xfrm>
            <a:off x="0" y="-2"/>
            <a:ext cx="461406" cy="6858002"/>
            <a:chOff x="-773541" y="-221069"/>
            <a:chExt cx="461406" cy="6858002"/>
          </a:xfrm>
        </p:grpSpPr>
        <p:sp>
          <p:nvSpPr>
            <p:cNvPr id="5" name="Freeform: Shape 64">
              <a:extLst>
                <a:ext uri="{FF2B5EF4-FFF2-40B4-BE49-F238E27FC236}">
                  <a16:creationId xmlns:a16="http://schemas.microsoft.com/office/drawing/2014/main" id="{7D0939C6-ACF8-54B1-C7BB-DE3C5B465CBE}"/>
                </a:ext>
              </a:extLst>
            </p:cNvPr>
            <p:cNvSpPr/>
            <p:nvPr/>
          </p:nvSpPr>
          <p:spPr>
            <a:xfrm rot="5400000">
              <a:off x="-971463" y="-23147"/>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Organization Structures</a:t>
              </a:r>
            </a:p>
          </p:txBody>
        </p:sp>
        <p:sp>
          <p:nvSpPr>
            <p:cNvPr id="7" name="Freeform: Shape 64">
              <a:extLst>
                <a:ext uri="{FF2B5EF4-FFF2-40B4-BE49-F238E27FC236}">
                  <a16:creationId xmlns:a16="http://schemas.microsoft.com/office/drawing/2014/main" id="{CBA88793-F77A-3965-32F8-902791FBAFC1}"/>
                </a:ext>
              </a:extLst>
            </p:cNvPr>
            <p:cNvSpPr/>
            <p:nvPr/>
          </p:nvSpPr>
          <p:spPr>
            <a:xfrm rot="5400000">
              <a:off x="-971463" y="834103"/>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Governance &amp; Decision-making</a:t>
              </a:r>
            </a:p>
          </p:txBody>
        </p:sp>
        <p:sp>
          <p:nvSpPr>
            <p:cNvPr id="8" name="Freeform: Shape 64">
              <a:extLst>
                <a:ext uri="{FF2B5EF4-FFF2-40B4-BE49-F238E27FC236}">
                  <a16:creationId xmlns:a16="http://schemas.microsoft.com/office/drawing/2014/main" id="{53F3C9C3-6E95-C187-065E-51B223A3BEF2}"/>
                </a:ext>
              </a:extLst>
            </p:cNvPr>
            <p:cNvSpPr/>
            <p:nvPr/>
          </p:nvSpPr>
          <p:spPr>
            <a:xfrm rot="5400000">
              <a:off x="-971463" y="1691353"/>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Leadership &amp; Culture</a:t>
              </a:r>
            </a:p>
          </p:txBody>
        </p:sp>
        <p:sp>
          <p:nvSpPr>
            <p:cNvPr id="9" name="Freeform: Shape 64">
              <a:extLst>
                <a:ext uri="{FF2B5EF4-FFF2-40B4-BE49-F238E27FC236}">
                  <a16:creationId xmlns:a16="http://schemas.microsoft.com/office/drawing/2014/main" id="{1F98EDCE-FAB9-BBD0-D867-F8DFCC21C4B8}"/>
                </a:ext>
              </a:extLst>
            </p:cNvPr>
            <p:cNvSpPr/>
            <p:nvPr/>
          </p:nvSpPr>
          <p:spPr>
            <a:xfrm rot="5400000">
              <a:off x="-971463" y="2548604"/>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Business Processes</a:t>
              </a:r>
            </a:p>
          </p:txBody>
        </p:sp>
        <p:sp>
          <p:nvSpPr>
            <p:cNvPr id="10" name="Freeform: Shape 64">
              <a:extLst>
                <a:ext uri="{FF2B5EF4-FFF2-40B4-BE49-F238E27FC236}">
                  <a16:creationId xmlns:a16="http://schemas.microsoft.com/office/drawing/2014/main" id="{696136C8-DC50-490D-AF58-CB5D155582C3}"/>
                </a:ext>
              </a:extLst>
            </p:cNvPr>
            <p:cNvSpPr/>
            <p:nvPr/>
          </p:nvSpPr>
          <p:spPr>
            <a:xfrm rot="5400000">
              <a:off x="-971463" y="3405854"/>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Service Delivery Model</a:t>
              </a:r>
            </a:p>
          </p:txBody>
        </p:sp>
        <p:sp>
          <p:nvSpPr>
            <p:cNvPr id="11" name="Freeform: Shape 64">
              <a:extLst>
                <a:ext uri="{FF2B5EF4-FFF2-40B4-BE49-F238E27FC236}">
                  <a16:creationId xmlns:a16="http://schemas.microsoft.com/office/drawing/2014/main" id="{4200D149-07FE-0F3A-4321-91573E09D216}"/>
                </a:ext>
              </a:extLst>
            </p:cNvPr>
            <p:cNvSpPr/>
            <p:nvPr/>
          </p:nvSpPr>
          <p:spPr>
            <a:xfrm rot="5400000">
              <a:off x="-971463" y="4263104"/>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Data &amp; Information</a:t>
              </a:r>
            </a:p>
          </p:txBody>
        </p:sp>
        <p:sp>
          <p:nvSpPr>
            <p:cNvPr id="12" name="Freeform: Shape 64">
              <a:extLst>
                <a:ext uri="{FF2B5EF4-FFF2-40B4-BE49-F238E27FC236}">
                  <a16:creationId xmlns:a16="http://schemas.microsoft.com/office/drawing/2014/main" id="{AAFE6FEF-32B6-4170-7D20-D990C4972CE4}"/>
                </a:ext>
              </a:extLst>
            </p:cNvPr>
            <p:cNvSpPr/>
            <p:nvPr/>
          </p:nvSpPr>
          <p:spPr>
            <a:xfrm rot="5400000">
              <a:off x="-971463" y="5120354"/>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
          <p:nvSpPr>
            <p:cNvPr id="13" name="Freeform: Shape 64">
              <a:extLst>
                <a:ext uri="{FF2B5EF4-FFF2-40B4-BE49-F238E27FC236}">
                  <a16:creationId xmlns:a16="http://schemas.microsoft.com/office/drawing/2014/main" id="{15AE69B5-2517-48E3-DE1F-88D8E38F07B2}"/>
                </a:ext>
              </a:extLst>
            </p:cNvPr>
            <p:cNvSpPr/>
            <p:nvPr/>
          </p:nvSpPr>
          <p:spPr>
            <a:xfrm rot="5400000">
              <a:off x="-971463" y="5977605"/>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Metrics</a:t>
              </a:r>
            </a:p>
          </p:txBody>
        </p:sp>
      </p:grpSp>
    </p:spTree>
    <p:extLst>
      <p:ext uri="{BB962C8B-B14F-4D97-AF65-F5344CB8AC3E}">
        <p14:creationId xmlns:p14="http://schemas.microsoft.com/office/powerpoint/2010/main" val="1593158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094FC77-4748-60E1-3E29-14700D463F61}"/>
              </a:ext>
            </a:extLst>
          </p:cNvPr>
          <p:cNvSpPr/>
          <p:nvPr/>
        </p:nvSpPr>
        <p:spPr>
          <a:xfrm>
            <a:off x="576821" y="1628774"/>
            <a:ext cx="8320470" cy="4824413"/>
          </a:xfrm>
          <a:prstGeom prst="rect">
            <a:avLst/>
          </a:prstGeom>
          <a:gradFill flip="none" rotWithShape="1">
            <a:gsLst>
              <a:gs pos="100000">
                <a:schemeClr val="bg1">
                  <a:alpha val="0"/>
                </a:schemeClr>
              </a:gs>
              <a:gs pos="0">
                <a:schemeClr val="bg1">
                  <a:alpha val="0"/>
                </a:schemeClr>
              </a:gs>
              <a:gs pos="50000">
                <a:schemeClr val="tx1">
                  <a:alpha val="20000"/>
                </a:schemeClr>
              </a:gs>
            </a:gsLst>
            <a:lin ang="0" scaled="1"/>
            <a:tileRect/>
          </a:gradFill>
          <a:ln w="9525">
            <a:gradFill flip="none" rotWithShape="1">
              <a:gsLst>
                <a:gs pos="0">
                  <a:schemeClr val="bg1"/>
                </a:gs>
                <a:gs pos="70000">
                  <a:srgbClr val="FFFFFF">
                    <a:alpha val="0"/>
                  </a:srgbClr>
                </a:gs>
                <a:gs pos="30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94" name="Freihandform: Form 166">
            <a:extLst>
              <a:ext uri="{FF2B5EF4-FFF2-40B4-BE49-F238E27FC236}">
                <a16:creationId xmlns:a16="http://schemas.microsoft.com/office/drawing/2014/main" id="{0DA47C67-8217-9DDE-E2F6-D19A931FFB40}"/>
              </a:ext>
            </a:extLst>
          </p:cNvPr>
          <p:cNvSpPr/>
          <p:nvPr/>
        </p:nvSpPr>
        <p:spPr>
          <a:xfrm rot="16200000">
            <a:off x="2733097" y="4874551"/>
            <a:ext cx="1954631" cy="920817"/>
          </a:xfrm>
          <a:custGeom>
            <a:avLst/>
            <a:gdLst>
              <a:gd name="connsiteX0" fmla="*/ 0 w 9665508"/>
              <a:gd name="connsiteY0" fmla="*/ 0 h 1503409"/>
              <a:gd name="connsiteX1" fmla="*/ 9665508 w 9665508"/>
              <a:gd name="connsiteY1" fmla="*/ 0 h 1503409"/>
              <a:gd name="connsiteX2" fmla="*/ 9605405 w 9665508"/>
              <a:gd name="connsiteY2" fmla="*/ 9940 h 1503409"/>
              <a:gd name="connsiteX3" fmla="*/ 7384530 w 9665508"/>
              <a:gd name="connsiteY3" fmla="*/ 1325440 h 1503409"/>
              <a:gd name="connsiteX4" fmla="*/ 7207199 w 9665508"/>
              <a:gd name="connsiteY4" fmla="*/ 1503409 h 1503409"/>
              <a:gd name="connsiteX5" fmla="*/ 2458310 w 9665508"/>
              <a:gd name="connsiteY5" fmla="*/ 1503409 h 1503409"/>
              <a:gd name="connsiteX6" fmla="*/ 2280979 w 9665508"/>
              <a:gd name="connsiteY6" fmla="*/ 1325440 h 1503409"/>
              <a:gd name="connsiteX7" fmla="*/ 60103 w 9665508"/>
              <a:gd name="connsiteY7" fmla="*/ 9940 h 1503409"/>
              <a:gd name="connsiteX8" fmla="*/ 0 w 9665508"/>
              <a:gd name="connsiteY8" fmla="*/ 0 h 150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65508" h="1503409">
                <a:moveTo>
                  <a:pt x="0" y="0"/>
                </a:moveTo>
                <a:lnTo>
                  <a:pt x="9665508" y="0"/>
                </a:lnTo>
                <a:lnTo>
                  <a:pt x="9605405" y="9940"/>
                </a:lnTo>
                <a:cubicBezTo>
                  <a:pt x="8883426" y="174652"/>
                  <a:pt x="8107175" y="629811"/>
                  <a:pt x="7384530" y="1325440"/>
                </a:cubicBezTo>
                <a:lnTo>
                  <a:pt x="7207199" y="1503409"/>
                </a:lnTo>
                <a:lnTo>
                  <a:pt x="2458310" y="1503409"/>
                </a:lnTo>
                <a:lnTo>
                  <a:pt x="2280979" y="1325440"/>
                </a:lnTo>
                <a:cubicBezTo>
                  <a:pt x="1558335" y="629811"/>
                  <a:pt x="782085" y="174652"/>
                  <a:pt x="60103" y="9940"/>
                </a:cubicBezTo>
                <a:lnTo>
                  <a:pt x="0" y="0"/>
                </a:lnTo>
                <a:close/>
              </a:path>
            </a:pathLst>
          </a:custGeom>
          <a:gradFill>
            <a:gsLst>
              <a:gs pos="0">
                <a:schemeClr val="bg1">
                  <a:alpha val="0"/>
                </a:schemeClr>
              </a:gs>
              <a:gs pos="42000">
                <a:schemeClr val="bg1">
                  <a:alpha val="21000"/>
                </a:schemeClr>
              </a:gs>
              <a:gs pos="100000">
                <a:schemeClr val="bg1">
                  <a:alpha val="0"/>
                </a:schemeClr>
              </a:gs>
            </a:gsLst>
            <a:lin ang="5400000" scaled="1"/>
          </a:gradFill>
          <a:ln w="12700">
            <a:gradFill>
              <a:gsLst>
                <a:gs pos="0">
                  <a:schemeClr val="accent1">
                    <a:lumMod val="5000"/>
                    <a:lumOff val="95000"/>
                    <a:alpha val="0"/>
                  </a:schemeClr>
                </a:gs>
                <a:gs pos="74000">
                  <a:schemeClr val="accent3">
                    <a:lumMod val="25000"/>
                    <a:lumOff val="75000"/>
                  </a:schemeClr>
                </a:gs>
                <a:gs pos="83000">
                  <a:schemeClr val="accent3">
                    <a:lumMod val="10000"/>
                    <a:lumOff val="90000"/>
                  </a:schemeClr>
                </a:gs>
                <a:gs pos="100000">
                  <a:schemeClr val="accent3">
                    <a:lumMod val="10000"/>
                    <a:lumOff val="9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latin typeface="+mj-lt"/>
            </a:endParaRPr>
          </a:p>
        </p:txBody>
      </p:sp>
      <p:cxnSp>
        <p:nvCxnSpPr>
          <p:cNvPr id="37" name="Straight Connector 36">
            <a:extLst>
              <a:ext uri="{FF2B5EF4-FFF2-40B4-BE49-F238E27FC236}">
                <a16:creationId xmlns:a16="http://schemas.microsoft.com/office/drawing/2014/main" id="{1842D59B-7DB4-B559-3ACF-451489F24FCB}"/>
              </a:ext>
            </a:extLst>
          </p:cNvPr>
          <p:cNvCxnSpPr>
            <a:cxnSpLocks/>
            <a:stCxn id="22" idx="2"/>
          </p:cNvCxnSpPr>
          <p:nvPr/>
        </p:nvCxnSpPr>
        <p:spPr>
          <a:xfrm flipH="1">
            <a:off x="4849922" y="3197868"/>
            <a:ext cx="1848906" cy="40043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F9629F8-2278-7883-B0E1-021C468C9A69}"/>
              </a:ext>
            </a:extLst>
          </p:cNvPr>
          <p:cNvCxnSpPr>
            <a:cxnSpLocks/>
            <a:endCxn id="31" idx="0"/>
          </p:cNvCxnSpPr>
          <p:nvPr/>
        </p:nvCxnSpPr>
        <p:spPr>
          <a:xfrm>
            <a:off x="1519256" y="3197868"/>
            <a:ext cx="1830302" cy="403738"/>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D583E57D-D007-09B3-E112-0A260D3D00BC}"/>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F83F150F-4C85-42AC-8A9E-499D7625AD0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F6D780D0-8B42-CC4B-331D-743EAE6837EA}"/>
              </a:ext>
            </a:extLst>
          </p:cNvPr>
          <p:cNvSpPr>
            <a:spLocks noGrp="1"/>
          </p:cNvSpPr>
          <p:nvPr>
            <p:ph type="sldNum" sz="quarter" idx="12"/>
          </p:nvPr>
        </p:nvSpPr>
        <p:spPr/>
        <p:txBody>
          <a:bodyPr/>
          <a:lstStyle/>
          <a:p>
            <a:pPr algn="r"/>
            <a:fld id="{5D9A5160-6218-4E5A-B9E6-B93E3DAE377C}" type="slidenum">
              <a:rPr lang="en-US" smtClean="0"/>
              <a:pPr algn="r"/>
              <a:t>6</a:t>
            </a:fld>
            <a:endParaRPr lang="en-US"/>
          </a:p>
        </p:txBody>
      </p:sp>
      <p:sp>
        <p:nvSpPr>
          <p:cNvPr id="5" name="Title 4">
            <a:extLst>
              <a:ext uri="{FF2B5EF4-FFF2-40B4-BE49-F238E27FC236}">
                <a16:creationId xmlns:a16="http://schemas.microsoft.com/office/drawing/2014/main" id="{E3D2D963-339E-49A5-590E-4918E8619AE2}"/>
              </a:ext>
            </a:extLst>
          </p:cNvPr>
          <p:cNvSpPr>
            <a:spLocks noGrp="1"/>
          </p:cNvSpPr>
          <p:nvPr>
            <p:ph type="title"/>
          </p:nvPr>
        </p:nvSpPr>
        <p:spPr/>
        <p:txBody>
          <a:bodyPr/>
          <a:lstStyle/>
          <a:p>
            <a:r>
              <a:rPr lang="de-DE"/>
              <a:t>AI optimizes value streams through dynamic collaboration networks enhancing value delivery</a:t>
            </a:r>
          </a:p>
        </p:txBody>
      </p:sp>
      <p:sp>
        <p:nvSpPr>
          <p:cNvPr id="7" name="TextBox 6">
            <a:extLst>
              <a:ext uri="{FF2B5EF4-FFF2-40B4-BE49-F238E27FC236}">
                <a16:creationId xmlns:a16="http://schemas.microsoft.com/office/drawing/2014/main" id="{A5F11785-8829-3344-5A0B-302CA18C76A5}"/>
              </a:ext>
            </a:extLst>
          </p:cNvPr>
          <p:cNvSpPr txBox="1"/>
          <p:nvPr/>
        </p:nvSpPr>
        <p:spPr>
          <a:xfrm>
            <a:off x="3087393" y="5311335"/>
            <a:ext cx="881193" cy="232623"/>
          </a:xfrm>
          <a:prstGeom prst="rect">
            <a:avLst/>
          </a:prstGeom>
        </p:spPr>
        <p:txBody>
          <a:bodyPr vert="horz" wrap="square" lIns="0" tIns="0" rIns="0" bIns="0" rtlCol="0">
            <a:noAutofit/>
          </a:bodyPr>
          <a:lstStyle/>
          <a:p>
            <a:pPr algn="ctr"/>
            <a:endParaRPr lang="en-US" sz="1000">
              <a:solidFill>
                <a:schemeClr val="bg1"/>
              </a:solidFill>
            </a:endParaRPr>
          </a:p>
        </p:txBody>
      </p:sp>
      <p:sp>
        <p:nvSpPr>
          <p:cNvPr id="8" name="Arrow: Chevron 7">
            <a:extLst>
              <a:ext uri="{FF2B5EF4-FFF2-40B4-BE49-F238E27FC236}">
                <a16:creationId xmlns:a16="http://schemas.microsoft.com/office/drawing/2014/main" id="{E1CD29D0-10B7-EFC5-D38D-98B59E330E38}"/>
              </a:ext>
            </a:extLst>
          </p:cNvPr>
          <p:cNvSpPr/>
          <p:nvPr/>
        </p:nvSpPr>
        <p:spPr>
          <a:xfrm>
            <a:off x="718339" y="1997797"/>
            <a:ext cx="1392579" cy="40662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1480" tIns="205740" rIns="411480" bIns="205740" rtlCol="0" anchor="ctr"/>
          <a:lstStyle/>
          <a:p>
            <a:pPr algn="ctr"/>
            <a:endParaRPr lang="en-US" sz="1400">
              <a:solidFill>
                <a:schemeClr val="tx1"/>
              </a:solidFill>
            </a:endParaRPr>
          </a:p>
        </p:txBody>
      </p:sp>
      <p:sp>
        <p:nvSpPr>
          <p:cNvPr id="9" name="Arrow: Chevron 8">
            <a:extLst>
              <a:ext uri="{FF2B5EF4-FFF2-40B4-BE49-F238E27FC236}">
                <a16:creationId xmlns:a16="http://schemas.microsoft.com/office/drawing/2014/main" id="{AA667766-293D-4EB2-4F30-8E2AACEDF5BE}"/>
              </a:ext>
            </a:extLst>
          </p:cNvPr>
          <p:cNvSpPr/>
          <p:nvPr/>
        </p:nvSpPr>
        <p:spPr>
          <a:xfrm>
            <a:off x="1999501" y="1997797"/>
            <a:ext cx="1392579" cy="40662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1480" tIns="205740" rIns="411480" bIns="205740" rtlCol="0" anchor="ctr"/>
          <a:lstStyle/>
          <a:p>
            <a:pPr algn="ctr"/>
            <a:endParaRPr lang="en-US" sz="1400">
              <a:solidFill>
                <a:schemeClr val="tx1"/>
              </a:solidFill>
            </a:endParaRPr>
          </a:p>
        </p:txBody>
      </p:sp>
      <p:sp>
        <p:nvSpPr>
          <p:cNvPr id="10" name="Arrow: Chevron 9">
            <a:extLst>
              <a:ext uri="{FF2B5EF4-FFF2-40B4-BE49-F238E27FC236}">
                <a16:creationId xmlns:a16="http://schemas.microsoft.com/office/drawing/2014/main" id="{77E4EFB7-2389-176F-B909-6E689A69F785}"/>
              </a:ext>
            </a:extLst>
          </p:cNvPr>
          <p:cNvSpPr/>
          <p:nvPr/>
        </p:nvSpPr>
        <p:spPr>
          <a:xfrm>
            <a:off x="3280663" y="1997797"/>
            <a:ext cx="1392579" cy="40662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1480" tIns="205740" rIns="411480" bIns="205740" rtlCol="0" anchor="ctr"/>
          <a:lstStyle/>
          <a:p>
            <a:pPr algn="ctr"/>
            <a:endParaRPr lang="en-US" sz="1400" err="1">
              <a:solidFill>
                <a:schemeClr val="tx1"/>
              </a:solidFill>
            </a:endParaRPr>
          </a:p>
        </p:txBody>
      </p:sp>
      <p:sp>
        <p:nvSpPr>
          <p:cNvPr id="11" name="Arrow: Chevron 10">
            <a:extLst>
              <a:ext uri="{FF2B5EF4-FFF2-40B4-BE49-F238E27FC236}">
                <a16:creationId xmlns:a16="http://schemas.microsoft.com/office/drawing/2014/main" id="{7DB83E86-6854-BEF6-057A-E4738E2C994D}"/>
              </a:ext>
            </a:extLst>
          </p:cNvPr>
          <p:cNvSpPr/>
          <p:nvPr/>
        </p:nvSpPr>
        <p:spPr>
          <a:xfrm>
            <a:off x="4561825" y="1997797"/>
            <a:ext cx="1392579" cy="40662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1480" tIns="205740" rIns="411480" bIns="205740" rtlCol="0" anchor="ctr"/>
          <a:lstStyle/>
          <a:p>
            <a:pPr algn="ctr"/>
            <a:endParaRPr lang="en-US" sz="1400" err="1">
              <a:solidFill>
                <a:schemeClr val="tx1"/>
              </a:solidFill>
            </a:endParaRPr>
          </a:p>
        </p:txBody>
      </p:sp>
      <p:sp>
        <p:nvSpPr>
          <p:cNvPr id="12" name="Arrow: Chevron 11">
            <a:extLst>
              <a:ext uri="{FF2B5EF4-FFF2-40B4-BE49-F238E27FC236}">
                <a16:creationId xmlns:a16="http://schemas.microsoft.com/office/drawing/2014/main" id="{D9BDC063-3F26-DD9D-2870-B4D413EB6AC9}"/>
              </a:ext>
            </a:extLst>
          </p:cNvPr>
          <p:cNvSpPr/>
          <p:nvPr/>
        </p:nvSpPr>
        <p:spPr>
          <a:xfrm>
            <a:off x="5842987" y="1997797"/>
            <a:ext cx="1392579" cy="40662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1480" tIns="205740" rIns="411480" bIns="205740" rtlCol="0" anchor="ctr"/>
          <a:lstStyle/>
          <a:p>
            <a:pPr algn="ctr"/>
            <a:endParaRPr lang="en-US" sz="1400" err="1">
              <a:solidFill>
                <a:schemeClr val="tx1"/>
              </a:solidFill>
            </a:endParaRPr>
          </a:p>
        </p:txBody>
      </p:sp>
      <p:pic>
        <p:nvPicPr>
          <p:cNvPr id="13" name="Graphic 12" descr="Continuous Improvement with solid fill">
            <a:extLst>
              <a:ext uri="{FF2B5EF4-FFF2-40B4-BE49-F238E27FC236}">
                <a16:creationId xmlns:a16="http://schemas.microsoft.com/office/drawing/2014/main" id="{F63A4D3F-4581-E869-5966-5528A7AFF6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60773" y="1970952"/>
            <a:ext cx="405733" cy="405733"/>
          </a:xfrm>
          <a:prstGeom prst="rect">
            <a:avLst/>
          </a:prstGeom>
        </p:spPr>
      </p:pic>
      <p:sp>
        <p:nvSpPr>
          <p:cNvPr id="14" name="Rectangle 13">
            <a:extLst>
              <a:ext uri="{FF2B5EF4-FFF2-40B4-BE49-F238E27FC236}">
                <a16:creationId xmlns:a16="http://schemas.microsoft.com/office/drawing/2014/main" id="{C073B8B6-8697-4D01-498A-78DD30E9331B}"/>
              </a:ext>
            </a:extLst>
          </p:cNvPr>
          <p:cNvSpPr/>
          <p:nvPr/>
        </p:nvSpPr>
        <p:spPr>
          <a:xfrm>
            <a:off x="9066294" y="1628774"/>
            <a:ext cx="2536098" cy="4824413"/>
          </a:xfrm>
          <a:prstGeom prst="rect">
            <a:avLst/>
          </a:prstGeom>
          <a:gradFill flip="none" rotWithShape="1">
            <a:gsLst>
              <a:gs pos="0">
                <a:schemeClr val="bg1">
                  <a:alpha val="0"/>
                </a:schemeClr>
              </a:gs>
              <a:gs pos="21000">
                <a:schemeClr val="tx1">
                  <a:alpha val="20000"/>
                </a:schemeClr>
              </a:gs>
            </a:gsLst>
            <a:lin ang="0" scaled="1"/>
            <a:tileRect/>
          </a:gradFill>
          <a:ln w="9525">
            <a:gradFill flip="none" rotWithShape="1">
              <a:gsLst>
                <a:gs pos="0">
                  <a:schemeClr val="bg1"/>
                </a:gs>
                <a:gs pos="94000">
                  <a:srgbClr val="FFFFFF">
                    <a:alpha val="0"/>
                  </a:srgbClr>
                </a:gs>
                <a:gs pos="29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t" anchorCtr="0" forceAA="0" compatLnSpc="1">
            <a:prstTxWarp prst="textNoShape">
              <a:avLst/>
            </a:prstTxWarp>
            <a:noAutofit/>
          </a:bodyPr>
          <a:lstStyle/>
          <a:p>
            <a:endParaRPr lang="en-US" sz="1200" b="1">
              <a:solidFill>
                <a:schemeClr val="bg1"/>
              </a:solidFill>
            </a:endParaRPr>
          </a:p>
          <a:p>
            <a:pPr lvl="1">
              <a:spcBef>
                <a:spcPct val="0"/>
              </a:spcBef>
              <a:spcAft>
                <a:spcPct val="0"/>
              </a:spcAft>
            </a:pPr>
            <a:r>
              <a:rPr lang="en-US" sz="1200">
                <a:solidFill>
                  <a:schemeClr val="bg1"/>
                </a:solidFill>
              </a:rPr>
              <a:t>Identification of E2E series of steps or activities along the customer journey </a:t>
            </a:r>
          </a:p>
          <a:p>
            <a:pPr lvl="1">
              <a:spcBef>
                <a:spcPct val="0"/>
              </a:spcBef>
              <a:spcAft>
                <a:spcPct val="0"/>
              </a:spcAft>
            </a:pPr>
            <a:endParaRPr lang="en-US" sz="1200">
              <a:solidFill>
                <a:schemeClr val="bg1"/>
              </a:solidFill>
            </a:endParaRPr>
          </a:p>
          <a:p>
            <a:pPr lvl="1">
              <a:spcBef>
                <a:spcPct val="0"/>
              </a:spcBef>
              <a:spcAft>
                <a:spcPct val="0"/>
              </a:spcAft>
            </a:pPr>
            <a:r>
              <a:rPr lang="en-US" sz="1200">
                <a:solidFill>
                  <a:schemeClr val="bg1"/>
                </a:solidFill>
              </a:rPr>
              <a:t>Map business capabilities to customer-centric flow of value </a:t>
            </a:r>
            <a:r>
              <a:rPr lang="en-US" sz="1200" b="1">
                <a:solidFill>
                  <a:schemeClr val="bg1"/>
                </a:solidFill>
              </a:rPr>
              <a:t>(WHAT)</a:t>
            </a:r>
          </a:p>
          <a:p>
            <a:pPr lvl="1">
              <a:spcBef>
                <a:spcPct val="0"/>
              </a:spcBef>
              <a:spcAft>
                <a:spcPct val="0"/>
              </a:spcAft>
            </a:pPr>
            <a:endParaRPr lang="en-US" sz="1200" b="1">
              <a:solidFill>
                <a:schemeClr val="bg1"/>
              </a:solidFill>
            </a:endParaRPr>
          </a:p>
          <a:p>
            <a:pPr lvl="1">
              <a:spcAft>
                <a:spcPts val="1200"/>
              </a:spcAft>
            </a:pPr>
            <a:r>
              <a:rPr lang="en-US" sz="1200">
                <a:solidFill>
                  <a:schemeClr val="bg1"/>
                </a:solidFill>
              </a:rPr>
              <a:t>Design Business Processes that enables the capabilities. These processes realize multiple capabilities </a:t>
            </a:r>
            <a:r>
              <a:rPr lang="en-US" sz="1200" b="1">
                <a:solidFill>
                  <a:schemeClr val="bg1"/>
                </a:solidFill>
              </a:rPr>
              <a:t>(HOW)</a:t>
            </a:r>
          </a:p>
          <a:p>
            <a:pPr lvl="1">
              <a:spcAft>
                <a:spcPts val="1200"/>
              </a:spcAft>
            </a:pPr>
            <a:r>
              <a:rPr lang="en-US" sz="1200">
                <a:solidFill>
                  <a:schemeClr val="bg1"/>
                </a:solidFill>
              </a:rPr>
              <a:t>Identify cross-functional team of teams (</a:t>
            </a:r>
            <a:r>
              <a:rPr lang="en-US" sz="1200" b="1">
                <a:solidFill>
                  <a:schemeClr val="bg1"/>
                </a:solidFill>
              </a:rPr>
              <a:t>HUMAN-AI CHEMISTRY</a:t>
            </a:r>
            <a:r>
              <a:rPr lang="en-US" sz="1200">
                <a:solidFill>
                  <a:schemeClr val="bg1"/>
                </a:solidFill>
              </a:rPr>
              <a:t>) that operationalize the steps in the business processes.</a:t>
            </a:r>
          </a:p>
          <a:p>
            <a:pPr lvl="1">
              <a:spcAft>
                <a:spcPts val="1200"/>
              </a:spcAft>
            </a:pPr>
            <a:r>
              <a:rPr lang="en-US" sz="1200">
                <a:solidFill>
                  <a:schemeClr val="bg1"/>
                </a:solidFill>
              </a:rPr>
              <a:t>Continuous redesigning of business processes &amp; teams dynamically based on data &amp; value using AI</a:t>
            </a:r>
          </a:p>
          <a:p>
            <a:endParaRPr lang="en-US" sz="1200" b="1">
              <a:solidFill>
                <a:srgbClr val="FFFFFF"/>
              </a:solidFill>
              <a:latin typeface="Ubuntu"/>
            </a:endParaRPr>
          </a:p>
        </p:txBody>
      </p:sp>
      <p:pic>
        <p:nvPicPr>
          <p:cNvPr id="15" name="Graphic 14" descr="Badge 1 with solid fill">
            <a:extLst>
              <a:ext uri="{FF2B5EF4-FFF2-40B4-BE49-F238E27FC236}">
                <a16:creationId xmlns:a16="http://schemas.microsoft.com/office/drawing/2014/main" id="{72894EAE-FD39-0691-9B1D-4A98B576D1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9659" y="1724737"/>
            <a:ext cx="266460" cy="266460"/>
          </a:xfrm>
          <a:prstGeom prst="rect">
            <a:avLst/>
          </a:prstGeom>
        </p:spPr>
      </p:pic>
      <p:pic>
        <p:nvPicPr>
          <p:cNvPr id="16" name="Graphic 15" descr="Badge with solid fill">
            <a:extLst>
              <a:ext uri="{FF2B5EF4-FFF2-40B4-BE49-F238E27FC236}">
                <a16:creationId xmlns:a16="http://schemas.microsoft.com/office/drawing/2014/main" id="{5337FD7E-30D3-ACD8-6A20-ADC723F801C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659" y="2496580"/>
            <a:ext cx="266400" cy="266400"/>
          </a:xfrm>
          <a:prstGeom prst="rect">
            <a:avLst/>
          </a:prstGeom>
        </p:spPr>
      </p:pic>
      <p:sp>
        <p:nvSpPr>
          <p:cNvPr id="17" name="TextBox 16">
            <a:extLst>
              <a:ext uri="{FF2B5EF4-FFF2-40B4-BE49-F238E27FC236}">
                <a16:creationId xmlns:a16="http://schemas.microsoft.com/office/drawing/2014/main" id="{D6C66F89-C3BA-E2A2-6472-DFB5E0DBFC9A}"/>
              </a:ext>
            </a:extLst>
          </p:cNvPr>
          <p:cNvSpPr txBox="1"/>
          <p:nvPr/>
        </p:nvSpPr>
        <p:spPr>
          <a:xfrm>
            <a:off x="2298647" y="1997797"/>
            <a:ext cx="894005" cy="378888"/>
          </a:xfrm>
          <a:prstGeom prst="rect">
            <a:avLst/>
          </a:prstGeom>
        </p:spPr>
        <p:txBody>
          <a:bodyPr vert="horz" wrap="square" lIns="0" tIns="0" rIns="0" bIns="0" rtlCol="0" anchor="ctr">
            <a:noAutofit/>
          </a:bodyPr>
          <a:lstStyle/>
          <a:p>
            <a:pPr algn="ctr"/>
            <a:r>
              <a:rPr lang="de-DE" sz="1000">
                <a:solidFill>
                  <a:schemeClr val="bg1"/>
                </a:solidFill>
              </a:rPr>
              <a:t>Procurement &amp;  Supply Chain</a:t>
            </a:r>
          </a:p>
        </p:txBody>
      </p:sp>
      <p:sp>
        <p:nvSpPr>
          <p:cNvPr id="18" name="TextBox 17">
            <a:extLst>
              <a:ext uri="{FF2B5EF4-FFF2-40B4-BE49-F238E27FC236}">
                <a16:creationId xmlns:a16="http://schemas.microsoft.com/office/drawing/2014/main" id="{41E1A8C1-7BA7-1EBD-68C7-D620C564940C}"/>
              </a:ext>
            </a:extLst>
          </p:cNvPr>
          <p:cNvSpPr txBox="1"/>
          <p:nvPr/>
        </p:nvSpPr>
        <p:spPr>
          <a:xfrm>
            <a:off x="986405" y="1999804"/>
            <a:ext cx="894005" cy="378888"/>
          </a:xfrm>
          <a:prstGeom prst="rect">
            <a:avLst/>
          </a:prstGeom>
        </p:spPr>
        <p:txBody>
          <a:bodyPr vert="horz" wrap="square" lIns="0" tIns="0" rIns="0" bIns="0" rtlCol="0" anchor="ctr">
            <a:noAutofit/>
          </a:bodyPr>
          <a:lstStyle/>
          <a:p>
            <a:pPr algn="ctr"/>
            <a:r>
              <a:rPr lang="de-DE" sz="1000">
                <a:solidFill>
                  <a:schemeClr val="bg1"/>
                </a:solidFill>
              </a:rPr>
              <a:t>Customer order capture</a:t>
            </a:r>
          </a:p>
        </p:txBody>
      </p:sp>
      <p:sp>
        <p:nvSpPr>
          <p:cNvPr id="19" name="TextBox 18">
            <a:extLst>
              <a:ext uri="{FF2B5EF4-FFF2-40B4-BE49-F238E27FC236}">
                <a16:creationId xmlns:a16="http://schemas.microsoft.com/office/drawing/2014/main" id="{4658E23C-6A50-5F48-F8FD-CBF608E81087}"/>
              </a:ext>
            </a:extLst>
          </p:cNvPr>
          <p:cNvSpPr txBox="1"/>
          <p:nvPr/>
        </p:nvSpPr>
        <p:spPr>
          <a:xfrm>
            <a:off x="3546938" y="2013695"/>
            <a:ext cx="894005" cy="378888"/>
          </a:xfrm>
          <a:prstGeom prst="rect">
            <a:avLst/>
          </a:prstGeom>
          <a:solidFill>
            <a:schemeClr val="accent1"/>
          </a:solidFill>
        </p:spPr>
        <p:txBody>
          <a:bodyPr vert="horz" wrap="square" lIns="0" tIns="0" rIns="0" bIns="0" rtlCol="0" anchor="ctr">
            <a:noAutofit/>
          </a:bodyPr>
          <a:lstStyle/>
          <a:p>
            <a:pPr algn="ctr"/>
            <a:r>
              <a:rPr lang="de-DE" sz="1000">
                <a:solidFill>
                  <a:schemeClr val="bg1"/>
                </a:solidFill>
              </a:rPr>
              <a:t>Manufacturing &amp; Assembly</a:t>
            </a:r>
          </a:p>
        </p:txBody>
      </p:sp>
      <p:sp>
        <p:nvSpPr>
          <p:cNvPr id="20" name="TextBox 19">
            <a:extLst>
              <a:ext uri="{FF2B5EF4-FFF2-40B4-BE49-F238E27FC236}">
                <a16:creationId xmlns:a16="http://schemas.microsoft.com/office/drawing/2014/main" id="{6B855500-24C2-2654-6BC2-7D24E19A80D6}"/>
              </a:ext>
            </a:extLst>
          </p:cNvPr>
          <p:cNvSpPr txBox="1"/>
          <p:nvPr/>
        </p:nvSpPr>
        <p:spPr>
          <a:xfrm>
            <a:off x="4811111" y="2004055"/>
            <a:ext cx="894005" cy="378888"/>
          </a:xfrm>
          <a:prstGeom prst="rect">
            <a:avLst/>
          </a:prstGeom>
        </p:spPr>
        <p:txBody>
          <a:bodyPr vert="horz" wrap="square" lIns="0" tIns="0" rIns="0" bIns="0" rtlCol="0" anchor="ctr">
            <a:noAutofit/>
          </a:bodyPr>
          <a:lstStyle/>
          <a:p>
            <a:pPr algn="ctr"/>
            <a:r>
              <a:rPr lang="de-DE" sz="1000">
                <a:solidFill>
                  <a:schemeClr val="bg1"/>
                </a:solidFill>
              </a:rPr>
              <a:t>Logistics &amp; Delivery</a:t>
            </a:r>
          </a:p>
        </p:txBody>
      </p:sp>
      <p:sp>
        <p:nvSpPr>
          <p:cNvPr id="21" name="TextBox 20">
            <a:extLst>
              <a:ext uri="{FF2B5EF4-FFF2-40B4-BE49-F238E27FC236}">
                <a16:creationId xmlns:a16="http://schemas.microsoft.com/office/drawing/2014/main" id="{E35F05D0-DAF4-095E-6F80-53D37AB0470E}"/>
              </a:ext>
            </a:extLst>
          </p:cNvPr>
          <p:cNvSpPr txBox="1"/>
          <p:nvPr/>
        </p:nvSpPr>
        <p:spPr>
          <a:xfrm>
            <a:off x="6041370" y="1991197"/>
            <a:ext cx="894005" cy="378888"/>
          </a:xfrm>
          <a:prstGeom prst="rect">
            <a:avLst/>
          </a:prstGeom>
          <a:solidFill>
            <a:schemeClr val="accent1"/>
          </a:solidFill>
        </p:spPr>
        <p:txBody>
          <a:bodyPr vert="horz" wrap="square" lIns="0" tIns="0" rIns="0" bIns="0" rtlCol="0" anchor="ctr">
            <a:noAutofit/>
          </a:bodyPr>
          <a:lstStyle/>
          <a:p>
            <a:pPr algn="ctr"/>
            <a:r>
              <a:rPr lang="de-DE" sz="1000">
                <a:solidFill>
                  <a:schemeClr val="bg1"/>
                </a:solidFill>
              </a:rPr>
              <a:t>Invoicing</a:t>
            </a:r>
          </a:p>
        </p:txBody>
      </p:sp>
      <p:sp>
        <p:nvSpPr>
          <p:cNvPr id="22" name="Rectangle 21">
            <a:extLst>
              <a:ext uri="{FF2B5EF4-FFF2-40B4-BE49-F238E27FC236}">
                <a16:creationId xmlns:a16="http://schemas.microsoft.com/office/drawing/2014/main" id="{CABAB800-F3C3-B49F-3EE5-4320D67DEC03}"/>
              </a:ext>
            </a:extLst>
          </p:cNvPr>
          <p:cNvSpPr/>
          <p:nvPr/>
        </p:nvSpPr>
        <p:spPr>
          <a:xfrm>
            <a:off x="6104194" y="2776725"/>
            <a:ext cx="1189267" cy="3667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bg1"/>
                </a:solidFill>
              </a:rPr>
              <a:t>Finance</a:t>
            </a:r>
          </a:p>
        </p:txBody>
      </p:sp>
      <p:sp>
        <p:nvSpPr>
          <p:cNvPr id="23" name="Rectangle 22">
            <a:extLst>
              <a:ext uri="{FF2B5EF4-FFF2-40B4-BE49-F238E27FC236}">
                <a16:creationId xmlns:a16="http://schemas.microsoft.com/office/drawing/2014/main" id="{B1AE2C95-A3F3-1FB8-35DD-229AC16B47AC}"/>
              </a:ext>
            </a:extLst>
          </p:cNvPr>
          <p:cNvSpPr/>
          <p:nvPr/>
        </p:nvSpPr>
        <p:spPr>
          <a:xfrm>
            <a:off x="979751" y="2763702"/>
            <a:ext cx="1189267" cy="3667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bg1"/>
                </a:solidFill>
              </a:rPr>
              <a:t>Order Management</a:t>
            </a:r>
          </a:p>
        </p:txBody>
      </p:sp>
      <p:sp>
        <p:nvSpPr>
          <p:cNvPr id="24" name="Rectangle 23">
            <a:extLst>
              <a:ext uri="{FF2B5EF4-FFF2-40B4-BE49-F238E27FC236}">
                <a16:creationId xmlns:a16="http://schemas.microsoft.com/office/drawing/2014/main" id="{DED87359-2556-B27F-D1A3-E3FDCB22B4B5}"/>
              </a:ext>
            </a:extLst>
          </p:cNvPr>
          <p:cNvSpPr/>
          <p:nvPr/>
        </p:nvSpPr>
        <p:spPr>
          <a:xfrm>
            <a:off x="2263008" y="2775184"/>
            <a:ext cx="1189267" cy="3667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bg1"/>
                </a:solidFill>
              </a:rPr>
              <a:t>Supply Chain Management</a:t>
            </a:r>
          </a:p>
        </p:txBody>
      </p:sp>
      <p:sp>
        <p:nvSpPr>
          <p:cNvPr id="25" name="Rectangle 24">
            <a:extLst>
              <a:ext uri="{FF2B5EF4-FFF2-40B4-BE49-F238E27FC236}">
                <a16:creationId xmlns:a16="http://schemas.microsoft.com/office/drawing/2014/main" id="{8DFA16D8-6684-309E-4AA8-5714AA4699F8}"/>
              </a:ext>
            </a:extLst>
          </p:cNvPr>
          <p:cNvSpPr/>
          <p:nvPr/>
        </p:nvSpPr>
        <p:spPr>
          <a:xfrm>
            <a:off x="3558800" y="2772689"/>
            <a:ext cx="1189267" cy="3667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bg1"/>
                </a:solidFill>
              </a:rPr>
              <a:t>Lean manufacturing</a:t>
            </a:r>
          </a:p>
        </p:txBody>
      </p:sp>
      <p:sp>
        <p:nvSpPr>
          <p:cNvPr id="26" name="Rectangle 25">
            <a:extLst>
              <a:ext uri="{FF2B5EF4-FFF2-40B4-BE49-F238E27FC236}">
                <a16:creationId xmlns:a16="http://schemas.microsoft.com/office/drawing/2014/main" id="{7D9D2808-A577-4D31-E56B-EC62F66098B9}"/>
              </a:ext>
            </a:extLst>
          </p:cNvPr>
          <p:cNvSpPr/>
          <p:nvPr/>
        </p:nvSpPr>
        <p:spPr>
          <a:xfrm>
            <a:off x="4831497" y="2774497"/>
            <a:ext cx="1189267" cy="3667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bg1"/>
                </a:solidFill>
              </a:rPr>
              <a:t>Delivery management</a:t>
            </a:r>
          </a:p>
        </p:txBody>
      </p:sp>
      <p:sp>
        <p:nvSpPr>
          <p:cNvPr id="27" name="Arrow: Chevron 26">
            <a:extLst>
              <a:ext uri="{FF2B5EF4-FFF2-40B4-BE49-F238E27FC236}">
                <a16:creationId xmlns:a16="http://schemas.microsoft.com/office/drawing/2014/main" id="{45E5453A-CA8A-F377-BA80-C2D8FED5B232}"/>
              </a:ext>
            </a:extLst>
          </p:cNvPr>
          <p:cNvSpPr/>
          <p:nvPr/>
        </p:nvSpPr>
        <p:spPr>
          <a:xfrm>
            <a:off x="7121422" y="2004706"/>
            <a:ext cx="1392579" cy="40662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11480" tIns="205740" rIns="411480" bIns="205740" rtlCol="0" anchor="ctr"/>
          <a:lstStyle/>
          <a:p>
            <a:pPr algn="ctr"/>
            <a:endParaRPr lang="en-US" sz="1400">
              <a:solidFill>
                <a:schemeClr val="tx1"/>
              </a:solidFill>
            </a:endParaRPr>
          </a:p>
        </p:txBody>
      </p:sp>
      <p:sp>
        <p:nvSpPr>
          <p:cNvPr id="28" name="TextBox 27">
            <a:extLst>
              <a:ext uri="{FF2B5EF4-FFF2-40B4-BE49-F238E27FC236}">
                <a16:creationId xmlns:a16="http://schemas.microsoft.com/office/drawing/2014/main" id="{FB4F5845-8B1B-002E-FF81-C0BCE9D287DA}"/>
              </a:ext>
            </a:extLst>
          </p:cNvPr>
          <p:cNvSpPr txBox="1"/>
          <p:nvPr/>
        </p:nvSpPr>
        <p:spPr>
          <a:xfrm>
            <a:off x="7330374" y="2008768"/>
            <a:ext cx="894005" cy="378888"/>
          </a:xfrm>
          <a:prstGeom prst="rect">
            <a:avLst/>
          </a:prstGeom>
        </p:spPr>
        <p:txBody>
          <a:bodyPr vert="horz" wrap="square" lIns="0" tIns="0" rIns="0" bIns="0" rtlCol="0" anchor="ctr">
            <a:noAutofit/>
          </a:bodyPr>
          <a:lstStyle/>
          <a:p>
            <a:pPr algn="ctr"/>
            <a:r>
              <a:rPr lang="de-DE" sz="1000">
                <a:solidFill>
                  <a:schemeClr val="bg1"/>
                </a:solidFill>
              </a:rPr>
              <a:t>After Sales</a:t>
            </a:r>
          </a:p>
        </p:txBody>
      </p:sp>
      <p:sp>
        <p:nvSpPr>
          <p:cNvPr id="29" name="Rectangle 28">
            <a:extLst>
              <a:ext uri="{FF2B5EF4-FFF2-40B4-BE49-F238E27FC236}">
                <a16:creationId xmlns:a16="http://schemas.microsoft.com/office/drawing/2014/main" id="{86146AAF-E429-7EB9-05AA-5D9E0CC4B143}"/>
              </a:ext>
            </a:extLst>
          </p:cNvPr>
          <p:cNvSpPr/>
          <p:nvPr/>
        </p:nvSpPr>
        <p:spPr>
          <a:xfrm>
            <a:off x="7383280" y="2763122"/>
            <a:ext cx="1189267" cy="3667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bg1"/>
                </a:solidFill>
              </a:rPr>
              <a:t>Customer Service</a:t>
            </a:r>
          </a:p>
        </p:txBody>
      </p:sp>
      <p:sp>
        <p:nvSpPr>
          <p:cNvPr id="30" name="Arrow: Chevron 29">
            <a:extLst>
              <a:ext uri="{FF2B5EF4-FFF2-40B4-BE49-F238E27FC236}">
                <a16:creationId xmlns:a16="http://schemas.microsoft.com/office/drawing/2014/main" id="{328B474A-B7C5-95D4-1C8E-D817EFFCE26D}"/>
              </a:ext>
            </a:extLst>
          </p:cNvPr>
          <p:cNvSpPr/>
          <p:nvPr/>
        </p:nvSpPr>
        <p:spPr>
          <a:xfrm>
            <a:off x="2622034" y="3529738"/>
            <a:ext cx="1392579" cy="406624"/>
          </a:xfrm>
          <a:prstGeom prst="chevron">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11480" tIns="205740" rIns="411480" bIns="205740" rtlCol="0" anchor="ctr"/>
          <a:lstStyle/>
          <a:p>
            <a:pPr algn="ctr"/>
            <a:endParaRPr lang="en-US" sz="1400">
              <a:solidFill>
                <a:schemeClr val="tx1"/>
              </a:solidFill>
            </a:endParaRPr>
          </a:p>
        </p:txBody>
      </p:sp>
      <p:sp>
        <p:nvSpPr>
          <p:cNvPr id="31" name="TextBox 30">
            <a:extLst>
              <a:ext uri="{FF2B5EF4-FFF2-40B4-BE49-F238E27FC236}">
                <a16:creationId xmlns:a16="http://schemas.microsoft.com/office/drawing/2014/main" id="{E18C5B1C-86EC-4C25-9773-74C563ED7AAB}"/>
              </a:ext>
            </a:extLst>
          </p:cNvPr>
          <p:cNvSpPr txBox="1"/>
          <p:nvPr/>
        </p:nvSpPr>
        <p:spPr>
          <a:xfrm>
            <a:off x="2902555" y="3547176"/>
            <a:ext cx="894005" cy="378888"/>
          </a:xfrm>
          <a:prstGeom prst="rect">
            <a:avLst/>
          </a:prstGeom>
        </p:spPr>
        <p:txBody>
          <a:bodyPr vert="horz" wrap="square" lIns="0" tIns="0" rIns="0" bIns="0" rtlCol="0" anchor="ctr">
            <a:noAutofit/>
          </a:bodyPr>
          <a:lstStyle/>
          <a:p>
            <a:pPr algn="ctr"/>
            <a:r>
              <a:rPr lang="de-DE" sz="1000">
                <a:solidFill>
                  <a:schemeClr val="bg1"/>
                </a:solidFill>
              </a:rPr>
              <a:t>Order capture</a:t>
            </a:r>
          </a:p>
        </p:txBody>
      </p:sp>
      <p:sp>
        <p:nvSpPr>
          <p:cNvPr id="32" name="Arrow: Chevron 31">
            <a:extLst>
              <a:ext uri="{FF2B5EF4-FFF2-40B4-BE49-F238E27FC236}">
                <a16:creationId xmlns:a16="http://schemas.microsoft.com/office/drawing/2014/main" id="{302A801B-4629-EBBD-0CE8-B3EF38F83034}"/>
              </a:ext>
            </a:extLst>
          </p:cNvPr>
          <p:cNvSpPr/>
          <p:nvPr/>
        </p:nvSpPr>
        <p:spPr>
          <a:xfrm>
            <a:off x="3930938" y="3536803"/>
            <a:ext cx="1392579" cy="406624"/>
          </a:xfrm>
          <a:prstGeom prst="chevron">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11480" tIns="205740" rIns="411480" bIns="205740" rtlCol="0" anchor="ctr"/>
          <a:lstStyle/>
          <a:p>
            <a:pPr algn="ctr"/>
            <a:endParaRPr lang="en-US" sz="1400">
              <a:solidFill>
                <a:schemeClr val="tx1"/>
              </a:solidFill>
            </a:endParaRPr>
          </a:p>
        </p:txBody>
      </p:sp>
      <p:sp>
        <p:nvSpPr>
          <p:cNvPr id="33" name="TextBox 32">
            <a:extLst>
              <a:ext uri="{FF2B5EF4-FFF2-40B4-BE49-F238E27FC236}">
                <a16:creationId xmlns:a16="http://schemas.microsoft.com/office/drawing/2014/main" id="{4C9FB91C-D07D-6862-5BC1-E8DF04BCE32D}"/>
              </a:ext>
            </a:extLst>
          </p:cNvPr>
          <p:cNvSpPr txBox="1"/>
          <p:nvPr/>
        </p:nvSpPr>
        <p:spPr>
          <a:xfrm>
            <a:off x="4188049" y="3532727"/>
            <a:ext cx="894005" cy="378888"/>
          </a:xfrm>
          <a:prstGeom prst="rect">
            <a:avLst/>
          </a:prstGeom>
        </p:spPr>
        <p:txBody>
          <a:bodyPr vert="horz" wrap="square" lIns="0" tIns="0" rIns="0" bIns="0" rtlCol="0" anchor="ctr">
            <a:noAutofit/>
          </a:bodyPr>
          <a:lstStyle/>
          <a:p>
            <a:pPr algn="ctr"/>
            <a:r>
              <a:rPr lang="de-DE" sz="1000">
                <a:solidFill>
                  <a:schemeClr val="bg1"/>
                </a:solidFill>
              </a:rPr>
              <a:t>Order validation</a:t>
            </a:r>
          </a:p>
        </p:txBody>
      </p:sp>
      <p:sp>
        <p:nvSpPr>
          <p:cNvPr id="34" name="Arrow: Chevron 33">
            <a:extLst>
              <a:ext uri="{FF2B5EF4-FFF2-40B4-BE49-F238E27FC236}">
                <a16:creationId xmlns:a16="http://schemas.microsoft.com/office/drawing/2014/main" id="{E3726469-F64D-296F-3130-9F21645B09B4}"/>
              </a:ext>
            </a:extLst>
          </p:cNvPr>
          <p:cNvSpPr/>
          <p:nvPr/>
        </p:nvSpPr>
        <p:spPr>
          <a:xfrm>
            <a:off x="5199309" y="3543868"/>
            <a:ext cx="1392579" cy="406624"/>
          </a:xfrm>
          <a:prstGeom prst="chevron">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11480" tIns="205740" rIns="411480" bIns="205740" rtlCol="0" anchor="ctr"/>
          <a:lstStyle/>
          <a:p>
            <a:pPr algn="ctr"/>
            <a:endParaRPr lang="en-US" sz="1400">
              <a:solidFill>
                <a:schemeClr val="tx1"/>
              </a:solidFill>
            </a:endParaRPr>
          </a:p>
        </p:txBody>
      </p:sp>
      <p:sp>
        <p:nvSpPr>
          <p:cNvPr id="35" name="TextBox 34">
            <a:extLst>
              <a:ext uri="{FF2B5EF4-FFF2-40B4-BE49-F238E27FC236}">
                <a16:creationId xmlns:a16="http://schemas.microsoft.com/office/drawing/2014/main" id="{C975EF34-B366-ED29-9648-AF00840D7BA0}"/>
              </a:ext>
            </a:extLst>
          </p:cNvPr>
          <p:cNvSpPr txBox="1"/>
          <p:nvPr/>
        </p:nvSpPr>
        <p:spPr>
          <a:xfrm>
            <a:off x="5489129" y="3539570"/>
            <a:ext cx="894005" cy="378888"/>
          </a:xfrm>
          <a:prstGeom prst="rect">
            <a:avLst/>
          </a:prstGeom>
        </p:spPr>
        <p:txBody>
          <a:bodyPr vert="horz" wrap="square" lIns="0" tIns="0" rIns="0" bIns="0" rtlCol="0" anchor="ctr">
            <a:noAutofit/>
          </a:bodyPr>
          <a:lstStyle/>
          <a:p>
            <a:pPr algn="ctr"/>
            <a:r>
              <a:rPr lang="de-DE" sz="1000">
                <a:solidFill>
                  <a:schemeClr val="bg1"/>
                </a:solidFill>
              </a:rPr>
              <a:t>Order Fullfillment</a:t>
            </a:r>
          </a:p>
        </p:txBody>
      </p:sp>
      <p:cxnSp>
        <p:nvCxnSpPr>
          <p:cNvPr id="38" name="Straight Connector 37">
            <a:extLst>
              <a:ext uri="{FF2B5EF4-FFF2-40B4-BE49-F238E27FC236}">
                <a16:creationId xmlns:a16="http://schemas.microsoft.com/office/drawing/2014/main" id="{8A317809-B859-CCB2-9A42-B71171387B50}"/>
              </a:ext>
            </a:extLst>
          </p:cNvPr>
          <p:cNvCxnSpPr>
            <a:stCxn id="26" idx="2"/>
            <a:endCxn id="35" idx="0"/>
          </p:cNvCxnSpPr>
          <p:nvPr/>
        </p:nvCxnSpPr>
        <p:spPr>
          <a:xfrm>
            <a:off x="5426131" y="3141210"/>
            <a:ext cx="510001" cy="39836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39" name="Graphic 38" descr="Badge 3 with solid fill">
            <a:extLst>
              <a:ext uri="{FF2B5EF4-FFF2-40B4-BE49-F238E27FC236}">
                <a16:creationId xmlns:a16="http://schemas.microsoft.com/office/drawing/2014/main" id="{6865CC10-5F92-8690-C566-FF9E9852DB6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41795" y="3240024"/>
            <a:ext cx="266400" cy="266400"/>
          </a:xfrm>
          <a:prstGeom prst="rect">
            <a:avLst/>
          </a:prstGeom>
        </p:spPr>
      </p:pic>
      <p:pic>
        <p:nvPicPr>
          <p:cNvPr id="40" name="Graphic 39" descr="Badge 4 with solid fill">
            <a:extLst>
              <a:ext uri="{FF2B5EF4-FFF2-40B4-BE49-F238E27FC236}">
                <a16:creationId xmlns:a16="http://schemas.microsoft.com/office/drawing/2014/main" id="{664E7B1D-BE42-8B26-C50B-0550A3832F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12610" y="4167702"/>
            <a:ext cx="266400" cy="266400"/>
          </a:xfrm>
          <a:prstGeom prst="rect">
            <a:avLst/>
          </a:prstGeom>
        </p:spPr>
      </p:pic>
      <p:pic>
        <p:nvPicPr>
          <p:cNvPr id="41" name="Graphic 40" descr="Badge 5 with solid fill">
            <a:extLst>
              <a:ext uri="{FF2B5EF4-FFF2-40B4-BE49-F238E27FC236}">
                <a16:creationId xmlns:a16="http://schemas.microsoft.com/office/drawing/2014/main" id="{A58F096A-1887-C1DD-A6AB-77FC3986BC2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1422" y="4691771"/>
            <a:ext cx="266400" cy="266400"/>
          </a:xfrm>
          <a:prstGeom prst="rect">
            <a:avLst/>
          </a:prstGeom>
        </p:spPr>
      </p:pic>
      <p:pic>
        <p:nvPicPr>
          <p:cNvPr id="42" name="Graphic 41" descr="Badge 1 with solid fill">
            <a:extLst>
              <a:ext uri="{FF2B5EF4-FFF2-40B4-BE49-F238E27FC236}">
                <a16:creationId xmlns:a16="http://schemas.microsoft.com/office/drawing/2014/main" id="{0130675B-460F-8BB8-B749-4A69ABFBC9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31110" y="2016913"/>
            <a:ext cx="266460" cy="266460"/>
          </a:xfrm>
          <a:prstGeom prst="rect">
            <a:avLst/>
          </a:prstGeom>
        </p:spPr>
      </p:pic>
      <p:pic>
        <p:nvPicPr>
          <p:cNvPr id="43" name="Graphic 42" descr="Badge with solid fill">
            <a:extLst>
              <a:ext uri="{FF2B5EF4-FFF2-40B4-BE49-F238E27FC236}">
                <a16:creationId xmlns:a16="http://schemas.microsoft.com/office/drawing/2014/main" id="{0CA52FD8-3C07-38BA-7A0D-F6EF53CF0E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21071" y="2718259"/>
            <a:ext cx="266400" cy="266400"/>
          </a:xfrm>
          <a:prstGeom prst="rect">
            <a:avLst/>
          </a:prstGeom>
        </p:spPr>
      </p:pic>
      <p:pic>
        <p:nvPicPr>
          <p:cNvPr id="44" name="Graphic 43" descr="Badge 3 with solid fill">
            <a:extLst>
              <a:ext uri="{FF2B5EF4-FFF2-40B4-BE49-F238E27FC236}">
                <a16:creationId xmlns:a16="http://schemas.microsoft.com/office/drawing/2014/main" id="{A9683916-C089-31D7-9272-DE3D38897B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31140" y="3549330"/>
            <a:ext cx="266400" cy="266400"/>
          </a:xfrm>
          <a:prstGeom prst="rect">
            <a:avLst/>
          </a:prstGeom>
        </p:spPr>
      </p:pic>
      <p:pic>
        <p:nvPicPr>
          <p:cNvPr id="45" name="Graphic 44" descr="Badge 4 with solid fill">
            <a:extLst>
              <a:ext uri="{FF2B5EF4-FFF2-40B4-BE49-F238E27FC236}">
                <a16:creationId xmlns:a16="http://schemas.microsoft.com/office/drawing/2014/main" id="{5E086230-54FB-07E9-951C-122AF3D4A63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31944" y="4392135"/>
            <a:ext cx="266400" cy="266400"/>
          </a:xfrm>
          <a:prstGeom prst="rect">
            <a:avLst/>
          </a:prstGeom>
        </p:spPr>
      </p:pic>
      <p:pic>
        <p:nvPicPr>
          <p:cNvPr id="46" name="Graphic 45" descr="Badge 5 with solid fill">
            <a:extLst>
              <a:ext uri="{FF2B5EF4-FFF2-40B4-BE49-F238E27FC236}">
                <a16:creationId xmlns:a16="http://schemas.microsoft.com/office/drawing/2014/main" id="{1B1A925E-782E-C198-A5E2-0C511C8AECA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222880" y="5549833"/>
            <a:ext cx="266400" cy="266400"/>
          </a:xfrm>
          <a:prstGeom prst="rect">
            <a:avLst/>
          </a:prstGeom>
        </p:spPr>
      </p:pic>
      <p:sp>
        <p:nvSpPr>
          <p:cNvPr id="48" name="TextBox 47">
            <a:extLst>
              <a:ext uri="{FF2B5EF4-FFF2-40B4-BE49-F238E27FC236}">
                <a16:creationId xmlns:a16="http://schemas.microsoft.com/office/drawing/2014/main" id="{CE48EE7D-AD8F-6BF5-5A6B-EFD1AC267D66}"/>
              </a:ext>
            </a:extLst>
          </p:cNvPr>
          <p:cNvSpPr txBox="1"/>
          <p:nvPr/>
        </p:nvSpPr>
        <p:spPr>
          <a:xfrm>
            <a:off x="9041240" y="1582027"/>
            <a:ext cx="2586206" cy="279180"/>
          </a:xfrm>
          <a:prstGeom prst="rect">
            <a:avLst/>
          </a:prstGeom>
          <a:noFill/>
        </p:spPr>
        <p:txBody>
          <a:bodyPr vert="horz" wrap="square" lIns="90000" tIns="46800" rIns="90000" bIns="46800" rtlCol="0" anchor="ctr">
            <a:spAutoFit/>
          </a:bodyPr>
          <a:lstStyle/>
          <a:p>
            <a:pPr algn="ctr"/>
            <a:r>
              <a:rPr lang="en-US" sz="1200" b="1">
                <a:solidFill>
                  <a:schemeClr val="bg1"/>
                </a:solidFill>
              </a:rPr>
              <a:t>Steps to follow :</a:t>
            </a:r>
          </a:p>
        </p:txBody>
      </p:sp>
      <p:sp>
        <p:nvSpPr>
          <p:cNvPr id="49" name="TextBox 48">
            <a:extLst>
              <a:ext uri="{FF2B5EF4-FFF2-40B4-BE49-F238E27FC236}">
                <a16:creationId xmlns:a16="http://schemas.microsoft.com/office/drawing/2014/main" id="{F46100A1-8759-6B0D-B495-C180C85DA135}"/>
              </a:ext>
            </a:extLst>
          </p:cNvPr>
          <p:cNvSpPr txBox="1"/>
          <p:nvPr/>
        </p:nvSpPr>
        <p:spPr>
          <a:xfrm>
            <a:off x="932916" y="1701016"/>
            <a:ext cx="1662804" cy="279506"/>
          </a:xfrm>
          <a:prstGeom prst="rect">
            <a:avLst/>
          </a:prstGeom>
          <a:noFill/>
        </p:spPr>
        <p:txBody>
          <a:bodyPr vert="horz" wrap="square" lIns="90000" tIns="46800" rIns="90000" bIns="46800" rtlCol="0" anchor="ctr">
            <a:spAutoFit/>
          </a:bodyPr>
          <a:lstStyle/>
          <a:p>
            <a:pPr algn="ctr">
              <a:spcBef>
                <a:spcPct val="0"/>
              </a:spcBef>
            </a:pPr>
            <a:r>
              <a:rPr lang="de-DE" sz="1200" b="1">
                <a:solidFill>
                  <a:schemeClr val="bg1"/>
                </a:solidFill>
              </a:rPr>
              <a:t>Customer Journey</a:t>
            </a:r>
          </a:p>
        </p:txBody>
      </p:sp>
      <p:sp>
        <p:nvSpPr>
          <p:cNvPr id="50" name="TextBox 49">
            <a:extLst>
              <a:ext uri="{FF2B5EF4-FFF2-40B4-BE49-F238E27FC236}">
                <a16:creationId xmlns:a16="http://schemas.microsoft.com/office/drawing/2014/main" id="{F3401975-2DA1-0A5C-A64C-0E42A68A68AB}"/>
              </a:ext>
            </a:extLst>
          </p:cNvPr>
          <p:cNvSpPr txBox="1"/>
          <p:nvPr/>
        </p:nvSpPr>
        <p:spPr>
          <a:xfrm>
            <a:off x="986405" y="2489372"/>
            <a:ext cx="1753777" cy="279180"/>
          </a:xfrm>
          <a:prstGeom prst="rect">
            <a:avLst/>
          </a:prstGeom>
          <a:noFill/>
        </p:spPr>
        <p:txBody>
          <a:bodyPr vert="horz" wrap="square" lIns="90000" tIns="46800" rIns="90000" bIns="46800" rtlCol="0" anchor="ctr">
            <a:spAutoFit/>
          </a:bodyPr>
          <a:lstStyle/>
          <a:p>
            <a:pPr>
              <a:spcBef>
                <a:spcPct val="0"/>
              </a:spcBef>
            </a:pPr>
            <a:r>
              <a:rPr lang="de-DE" sz="1200" b="1">
                <a:solidFill>
                  <a:schemeClr val="bg1"/>
                </a:solidFill>
              </a:rPr>
              <a:t>Business Capabilities</a:t>
            </a:r>
          </a:p>
        </p:txBody>
      </p:sp>
      <p:sp>
        <p:nvSpPr>
          <p:cNvPr id="51" name="TextBox 50">
            <a:extLst>
              <a:ext uri="{FF2B5EF4-FFF2-40B4-BE49-F238E27FC236}">
                <a16:creationId xmlns:a16="http://schemas.microsoft.com/office/drawing/2014/main" id="{DEF470B2-22F3-7AF6-9426-FBDE6A85A7DA}"/>
              </a:ext>
            </a:extLst>
          </p:cNvPr>
          <p:cNvSpPr txBox="1"/>
          <p:nvPr/>
        </p:nvSpPr>
        <p:spPr>
          <a:xfrm>
            <a:off x="3471006" y="3224255"/>
            <a:ext cx="1920051" cy="279180"/>
          </a:xfrm>
          <a:prstGeom prst="rect">
            <a:avLst/>
          </a:prstGeom>
          <a:noFill/>
        </p:spPr>
        <p:txBody>
          <a:bodyPr vert="horz" wrap="square" lIns="90000" tIns="46800" rIns="90000" bIns="46800" rtlCol="0" anchor="ctr">
            <a:spAutoFit/>
          </a:bodyPr>
          <a:lstStyle/>
          <a:p>
            <a:pPr>
              <a:spcBef>
                <a:spcPct val="0"/>
              </a:spcBef>
            </a:pPr>
            <a:r>
              <a:rPr lang="de-DE" sz="1200" b="1">
                <a:solidFill>
                  <a:schemeClr val="bg1"/>
                </a:solidFill>
              </a:rPr>
              <a:t>Business Processes</a:t>
            </a:r>
          </a:p>
        </p:txBody>
      </p:sp>
      <p:sp>
        <p:nvSpPr>
          <p:cNvPr id="52" name="Rectangle 51">
            <a:extLst>
              <a:ext uri="{FF2B5EF4-FFF2-40B4-BE49-F238E27FC236}">
                <a16:creationId xmlns:a16="http://schemas.microsoft.com/office/drawing/2014/main" id="{5653FC78-297F-C5F9-6A23-29F7A275173B}"/>
              </a:ext>
            </a:extLst>
          </p:cNvPr>
          <p:cNvSpPr/>
          <p:nvPr/>
        </p:nvSpPr>
        <p:spPr>
          <a:xfrm>
            <a:off x="820995" y="4188162"/>
            <a:ext cx="2429567" cy="2099577"/>
          </a:xfrm>
          <a:prstGeom prst="rect">
            <a:avLst/>
          </a:prstGeom>
          <a:gradFill flip="none" rotWithShape="1">
            <a:gsLst>
              <a:gs pos="0">
                <a:schemeClr val="bg1">
                  <a:alpha val="0"/>
                </a:schemeClr>
              </a:gs>
              <a:gs pos="21000">
                <a:schemeClr val="tx1">
                  <a:alpha val="20000"/>
                </a:schemeClr>
              </a:gs>
            </a:gsLst>
            <a:lin ang="0" scaled="1"/>
            <a:tileRect/>
          </a:gradFill>
          <a:ln w="9525">
            <a:gradFill flip="none" rotWithShape="1">
              <a:gsLst>
                <a:gs pos="0">
                  <a:schemeClr val="bg1"/>
                </a:gs>
                <a:gs pos="94000">
                  <a:srgbClr val="FFFFFF">
                    <a:alpha val="0"/>
                  </a:srgbClr>
                </a:gs>
                <a:gs pos="29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ctr" anchorCtr="0" forceAA="0" compatLnSpc="1">
            <a:prstTxWarp prst="textNoShape">
              <a:avLst/>
            </a:prstTxWarp>
            <a:noAutofit/>
          </a:bodyPr>
          <a:lstStyle/>
          <a:p>
            <a:endParaRPr lang="en-US" sz="1200" b="1">
              <a:solidFill>
                <a:srgbClr val="FFFFFF"/>
              </a:solidFill>
              <a:latin typeface="Ubuntu"/>
            </a:endParaRPr>
          </a:p>
        </p:txBody>
      </p:sp>
      <p:sp>
        <p:nvSpPr>
          <p:cNvPr id="100" name="Rectangle 99">
            <a:extLst>
              <a:ext uri="{FF2B5EF4-FFF2-40B4-BE49-F238E27FC236}">
                <a16:creationId xmlns:a16="http://schemas.microsoft.com/office/drawing/2014/main" id="{AA59E8C0-37D4-19FD-B0C7-45E046D08074}"/>
              </a:ext>
            </a:extLst>
          </p:cNvPr>
          <p:cNvSpPr/>
          <p:nvPr/>
        </p:nvSpPr>
        <p:spPr>
          <a:xfrm>
            <a:off x="918869" y="4359703"/>
            <a:ext cx="2193929" cy="41226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Customer data (e.g., NPS, purchase rates)</a:t>
            </a:r>
          </a:p>
        </p:txBody>
      </p:sp>
      <p:sp>
        <p:nvSpPr>
          <p:cNvPr id="53" name="Rectangle 52">
            <a:extLst>
              <a:ext uri="{FF2B5EF4-FFF2-40B4-BE49-F238E27FC236}">
                <a16:creationId xmlns:a16="http://schemas.microsoft.com/office/drawing/2014/main" id="{0F6292B0-2930-7E19-23E1-A9F9E7A2D936}"/>
              </a:ext>
            </a:extLst>
          </p:cNvPr>
          <p:cNvSpPr/>
          <p:nvPr/>
        </p:nvSpPr>
        <p:spPr>
          <a:xfrm>
            <a:off x="918869" y="4829101"/>
            <a:ext cx="2193929" cy="41226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Workflow logs from ERP</a:t>
            </a:r>
          </a:p>
        </p:txBody>
      </p:sp>
      <p:sp>
        <p:nvSpPr>
          <p:cNvPr id="55" name="Rectangle 54">
            <a:extLst>
              <a:ext uri="{FF2B5EF4-FFF2-40B4-BE49-F238E27FC236}">
                <a16:creationId xmlns:a16="http://schemas.microsoft.com/office/drawing/2014/main" id="{E8D6AE43-4B3D-43D7-8E00-E201704AF300}"/>
              </a:ext>
            </a:extLst>
          </p:cNvPr>
          <p:cNvSpPr/>
          <p:nvPr/>
        </p:nvSpPr>
        <p:spPr>
          <a:xfrm>
            <a:off x="918585" y="5298250"/>
            <a:ext cx="2193929" cy="41226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Financial data (e.g., sales data, pricing models)</a:t>
            </a:r>
          </a:p>
        </p:txBody>
      </p:sp>
      <p:grpSp>
        <p:nvGrpSpPr>
          <p:cNvPr id="56" name="Group 55">
            <a:extLst>
              <a:ext uri="{FF2B5EF4-FFF2-40B4-BE49-F238E27FC236}">
                <a16:creationId xmlns:a16="http://schemas.microsoft.com/office/drawing/2014/main" id="{0B8D063A-8B76-501D-94DA-DF125F446534}"/>
              </a:ext>
            </a:extLst>
          </p:cNvPr>
          <p:cNvGrpSpPr/>
          <p:nvPr/>
        </p:nvGrpSpPr>
        <p:grpSpPr>
          <a:xfrm>
            <a:off x="4243263" y="4937689"/>
            <a:ext cx="847818" cy="791131"/>
            <a:chOff x="3635298" y="3192398"/>
            <a:chExt cx="1129883" cy="1149829"/>
          </a:xfrm>
        </p:grpSpPr>
        <p:sp>
          <p:nvSpPr>
            <p:cNvPr id="57" name="Oval 56">
              <a:extLst>
                <a:ext uri="{FF2B5EF4-FFF2-40B4-BE49-F238E27FC236}">
                  <a16:creationId xmlns:a16="http://schemas.microsoft.com/office/drawing/2014/main" id="{2C2691AF-8B00-FD43-E8C2-D639AAA097C9}"/>
                </a:ext>
              </a:extLst>
            </p:cNvPr>
            <p:cNvSpPr/>
            <p:nvPr/>
          </p:nvSpPr>
          <p:spPr>
            <a:xfrm>
              <a:off x="3635298" y="3192398"/>
              <a:ext cx="1129883" cy="1149829"/>
            </a:xfrm>
            <a:prstGeom prst="ellipse">
              <a:avLst/>
            </a:prstGeom>
            <a:noFill/>
            <a:ln>
              <a:solidFill>
                <a:schemeClr val="accent1"/>
              </a:solidFill>
            </a:ln>
            <a:effectLst>
              <a:glow rad="1397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a:solidFill>
                  <a:schemeClr val="tx1"/>
                </a:solidFill>
              </a:endParaRPr>
            </a:p>
          </p:txBody>
        </p:sp>
        <p:pic>
          <p:nvPicPr>
            <p:cNvPr id="58" name="Graphic 57">
              <a:extLst>
                <a:ext uri="{FF2B5EF4-FFF2-40B4-BE49-F238E27FC236}">
                  <a16:creationId xmlns:a16="http://schemas.microsoft.com/office/drawing/2014/main" id="{94DCB53E-36AD-1871-CE3A-6D99EB9B822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0800000">
              <a:off x="3760921" y="3290327"/>
              <a:ext cx="920816" cy="920816"/>
            </a:xfrm>
            <a:prstGeom prst="rect">
              <a:avLst/>
            </a:prstGeom>
          </p:spPr>
        </p:pic>
      </p:grpSp>
      <p:grpSp>
        <p:nvGrpSpPr>
          <p:cNvPr id="59" name="Group 58">
            <a:extLst>
              <a:ext uri="{FF2B5EF4-FFF2-40B4-BE49-F238E27FC236}">
                <a16:creationId xmlns:a16="http://schemas.microsoft.com/office/drawing/2014/main" id="{52531845-DBBF-F2DB-4E7C-2270847CC161}"/>
              </a:ext>
            </a:extLst>
          </p:cNvPr>
          <p:cNvGrpSpPr/>
          <p:nvPr/>
        </p:nvGrpSpPr>
        <p:grpSpPr>
          <a:xfrm>
            <a:off x="6065105" y="4013826"/>
            <a:ext cx="2386475" cy="2380728"/>
            <a:chOff x="6159100" y="4199585"/>
            <a:chExt cx="1881652" cy="1840632"/>
          </a:xfrm>
        </p:grpSpPr>
        <p:grpSp>
          <p:nvGrpSpPr>
            <p:cNvPr id="60" name="Group 82">
              <a:extLst>
                <a:ext uri="{FF2B5EF4-FFF2-40B4-BE49-F238E27FC236}">
                  <a16:creationId xmlns:a16="http://schemas.microsoft.com/office/drawing/2014/main" id="{05995DFB-BAA6-F1C6-258A-CA4B297D59B6}"/>
                </a:ext>
              </a:extLst>
            </p:cNvPr>
            <p:cNvGrpSpPr/>
            <p:nvPr/>
          </p:nvGrpSpPr>
          <p:grpSpPr>
            <a:xfrm>
              <a:off x="6308675" y="5199701"/>
              <a:ext cx="623201" cy="571339"/>
              <a:chOff x="3236727" y="1278522"/>
              <a:chExt cx="313234" cy="313234"/>
            </a:xfrm>
          </p:grpSpPr>
          <p:sp>
            <p:nvSpPr>
              <p:cNvPr id="89" name="Oval 103">
                <a:extLst>
                  <a:ext uri="{FF2B5EF4-FFF2-40B4-BE49-F238E27FC236}">
                    <a16:creationId xmlns:a16="http://schemas.microsoft.com/office/drawing/2014/main" id="{2CFE924E-13EC-7DA8-CDBA-AD3CA9E8BABC}"/>
                  </a:ext>
                </a:extLst>
              </p:cNvPr>
              <p:cNvSpPr/>
              <p:nvPr/>
            </p:nvSpPr>
            <p:spPr>
              <a:xfrm rot="5400000">
                <a:off x="3236727" y="1278522"/>
                <a:ext cx="313234" cy="313234"/>
              </a:xfrm>
              <a:prstGeom prst="ellipse">
                <a:avLst/>
              </a:prstGeom>
              <a:noFill/>
              <a:ln w="14977">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3686" tIns="0" rIns="0" bIns="0" rtlCol="0" anchor="t"/>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90" name="Freeform 494">
                <a:extLst>
                  <a:ext uri="{FF2B5EF4-FFF2-40B4-BE49-F238E27FC236}">
                    <a16:creationId xmlns:a16="http://schemas.microsoft.com/office/drawing/2014/main" id="{99B69147-B619-87A9-ABA5-6019F968D013}"/>
                  </a:ext>
                </a:extLst>
              </p:cNvPr>
              <p:cNvSpPr>
                <a:spLocks/>
              </p:cNvSpPr>
              <p:nvPr/>
            </p:nvSpPr>
            <p:spPr bwMode="auto">
              <a:xfrm>
                <a:off x="3361806" y="1293929"/>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4"/>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91" name="Freeform 494">
                <a:extLst>
                  <a:ext uri="{FF2B5EF4-FFF2-40B4-BE49-F238E27FC236}">
                    <a16:creationId xmlns:a16="http://schemas.microsoft.com/office/drawing/2014/main" id="{B7680105-0F7E-7F7B-C0B4-2568E8C1D722}"/>
                  </a:ext>
                </a:extLst>
              </p:cNvPr>
              <p:cNvSpPr>
                <a:spLocks/>
              </p:cNvSpPr>
              <p:nvPr/>
            </p:nvSpPr>
            <p:spPr bwMode="auto">
              <a:xfrm>
                <a:off x="3296056" y="1445093"/>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bg1">
                  <a:lumMod val="85000"/>
                </a:schemeClr>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92" name="Freeform 494">
                <a:extLst>
                  <a:ext uri="{FF2B5EF4-FFF2-40B4-BE49-F238E27FC236}">
                    <a16:creationId xmlns:a16="http://schemas.microsoft.com/office/drawing/2014/main" id="{B7FD4A67-4064-ADA4-0183-6339EAEB76DD}"/>
                  </a:ext>
                </a:extLst>
              </p:cNvPr>
              <p:cNvSpPr>
                <a:spLocks/>
              </p:cNvSpPr>
              <p:nvPr/>
            </p:nvSpPr>
            <p:spPr bwMode="auto">
              <a:xfrm>
                <a:off x="3377603" y="1444629"/>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4">
                  <a:lumMod val="75000"/>
                </a:schemeClr>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93" name="Freeform 494">
                <a:extLst>
                  <a:ext uri="{FF2B5EF4-FFF2-40B4-BE49-F238E27FC236}">
                    <a16:creationId xmlns:a16="http://schemas.microsoft.com/office/drawing/2014/main" id="{4BE39053-0EB3-27D4-E86A-A6B69AD08C8F}"/>
                  </a:ext>
                </a:extLst>
              </p:cNvPr>
              <p:cNvSpPr>
                <a:spLocks/>
              </p:cNvSpPr>
              <p:nvPr/>
            </p:nvSpPr>
            <p:spPr bwMode="auto">
              <a:xfrm>
                <a:off x="3276411" y="1349759"/>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bg2">
                  <a:lumMod val="85000"/>
                </a:schemeClr>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grpSp>
        <p:sp>
          <p:nvSpPr>
            <p:cNvPr id="61" name="Oval 80">
              <a:extLst>
                <a:ext uri="{FF2B5EF4-FFF2-40B4-BE49-F238E27FC236}">
                  <a16:creationId xmlns:a16="http://schemas.microsoft.com/office/drawing/2014/main" id="{B3698F3B-0586-6679-2CB0-1FE36688414B}"/>
                </a:ext>
              </a:extLst>
            </p:cNvPr>
            <p:cNvSpPr/>
            <p:nvPr/>
          </p:nvSpPr>
          <p:spPr>
            <a:xfrm rot="5400000">
              <a:off x="6179610" y="4179075"/>
              <a:ext cx="1840632" cy="1881652"/>
            </a:xfrm>
            <a:prstGeom prst="ellipse">
              <a:avLst/>
            </a:prstGeom>
            <a:noFill/>
            <a:ln w="14977">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3686" tIns="0" rIns="0" bIns="0" rtlCol="0" anchor="t"/>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grpSp>
          <p:nvGrpSpPr>
            <p:cNvPr id="62" name="Group 61">
              <a:extLst>
                <a:ext uri="{FF2B5EF4-FFF2-40B4-BE49-F238E27FC236}">
                  <a16:creationId xmlns:a16="http://schemas.microsoft.com/office/drawing/2014/main" id="{7EEA7D71-5302-421D-1013-C1C9E11C4860}"/>
                </a:ext>
              </a:extLst>
            </p:cNvPr>
            <p:cNvGrpSpPr/>
            <p:nvPr/>
          </p:nvGrpSpPr>
          <p:grpSpPr>
            <a:xfrm>
              <a:off x="6349159" y="4485075"/>
              <a:ext cx="623201" cy="571339"/>
              <a:chOff x="6370600" y="4638000"/>
              <a:chExt cx="623201" cy="571339"/>
            </a:xfrm>
          </p:grpSpPr>
          <p:grpSp>
            <p:nvGrpSpPr>
              <p:cNvPr id="82" name="Group 82">
                <a:extLst>
                  <a:ext uri="{FF2B5EF4-FFF2-40B4-BE49-F238E27FC236}">
                    <a16:creationId xmlns:a16="http://schemas.microsoft.com/office/drawing/2014/main" id="{443B844A-E588-072E-DAE7-9705A24237C0}"/>
                  </a:ext>
                </a:extLst>
              </p:cNvPr>
              <p:cNvGrpSpPr/>
              <p:nvPr/>
            </p:nvGrpSpPr>
            <p:grpSpPr>
              <a:xfrm>
                <a:off x="6370600" y="4638000"/>
                <a:ext cx="623201" cy="571339"/>
                <a:chOff x="3236727" y="1278522"/>
                <a:chExt cx="313234" cy="313234"/>
              </a:xfrm>
            </p:grpSpPr>
            <p:sp>
              <p:nvSpPr>
                <p:cNvPr id="84" name="Oval 103">
                  <a:extLst>
                    <a:ext uri="{FF2B5EF4-FFF2-40B4-BE49-F238E27FC236}">
                      <a16:creationId xmlns:a16="http://schemas.microsoft.com/office/drawing/2014/main" id="{3DB720C9-AF27-5A31-AF7E-ED1343287EA9}"/>
                    </a:ext>
                  </a:extLst>
                </p:cNvPr>
                <p:cNvSpPr/>
                <p:nvPr/>
              </p:nvSpPr>
              <p:spPr>
                <a:xfrm rot="5400000">
                  <a:off x="3236727" y="1278522"/>
                  <a:ext cx="313234" cy="313234"/>
                </a:xfrm>
                <a:prstGeom prst="ellipse">
                  <a:avLst/>
                </a:prstGeom>
                <a:noFill/>
                <a:ln w="14977">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3686" tIns="0" rIns="0" bIns="0" rtlCol="0" anchor="t"/>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85" name="Freeform 494">
                  <a:extLst>
                    <a:ext uri="{FF2B5EF4-FFF2-40B4-BE49-F238E27FC236}">
                      <a16:creationId xmlns:a16="http://schemas.microsoft.com/office/drawing/2014/main" id="{20F345BF-1EA2-E660-770D-D96DE6D01331}"/>
                    </a:ext>
                  </a:extLst>
                </p:cNvPr>
                <p:cNvSpPr>
                  <a:spLocks/>
                </p:cNvSpPr>
                <p:nvPr/>
              </p:nvSpPr>
              <p:spPr bwMode="auto">
                <a:xfrm>
                  <a:off x="3361806" y="1293929"/>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4"/>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86" name="Freeform 494">
                  <a:extLst>
                    <a:ext uri="{FF2B5EF4-FFF2-40B4-BE49-F238E27FC236}">
                      <a16:creationId xmlns:a16="http://schemas.microsoft.com/office/drawing/2014/main" id="{2AD68906-5365-C3E0-7A69-D9EB59A1D94B}"/>
                    </a:ext>
                  </a:extLst>
                </p:cNvPr>
                <p:cNvSpPr>
                  <a:spLocks/>
                </p:cNvSpPr>
                <p:nvPr/>
              </p:nvSpPr>
              <p:spPr bwMode="auto">
                <a:xfrm>
                  <a:off x="3296056" y="1445093"/>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bg2">
                    <a:lumMod val="75000"/>
                  </a:schemeClr>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87" name="Freeform 494">
                  <a:extLst>
                    <a:ext uri="{FF2B5EF4-FFF2-40B4-BE49-F238E27FC236}">
                      <a16:creationId xmlns:a16="http://schemas.microsoft.com/office/drawing/2014/main" id="{AF06A8AA-F94A-63F7-73F2-B422ECEA1F71}"/>
                    </a:ext>
                  </a:extLst>
                </p:cNvPr>
                <p:cNvSpPr>
                  <a:spLocks/>
                </p:cNvSpPr>
                <p:nvPr/>
              </p:nvSpPr>
              <p:spPr bwMode="auto">
                <a:xfrm>
                  <a:off x="3276411" y="1349759"/>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bg2">
                    <a:lumMod val="75000"/>
                  </a:schemeClr>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88" name="Freeform 494">
                  <a:extLst>
                    <a:ext uri="{FF2B5EF4-FFF2-40B4-BE49-F238E27FC236}">
                      <a16:creationId xmlns:a16="http://schemas.microsoft.com/office/drawing/2014/main" id="{D9F7AA97-1956-F7F2-8038-DBB66826D4F6}"/>
                    </a:ext>
                  </a:extLst>
                </p:cNvPr>
                <p:cNvSpPr>
                  <a:spLocks/>
                </p:cNvSpPr>
                <p:nvPr/>
              </p:nvSpPr>
              <p:spPr bwMode="auto">
                <a:xfrm>
                  <a:off x="3460257" y="1351055"/>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4"/>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grpSp>
          <p:pic>
            <p:nvPicPr>
              <p:cNvPr id="83" name="Graphic 82" descr="Robot with solid fill">
                <a:extLst>
                  <a:ext uri="{FF2B5EF4-FFF2-40B4-BE49-F238E27FC236}">
                    <a16:creationId xmlns:a16="http://schemas.microsoft.com/office/drawing/2014/main" id="{247D874E-0C24-2B41-0225-569087EA818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589209" y="4862429"/>
                <a:ext cx="293779" cy="293779"/>
              </a:xfrm>
              <a:prstGeom prst="rect">
                <a:avLst/>
              </a:prstGeom>
            </p:spPr>
          </p:pic>
        </p:grpSp>
        <p:grpSp>
          <p:nvGrpSpPr>
            <p:cNvPr id="63" name="Group 62">
              <a:extLst>
                <a:ext uri="{FF2B5EF4-FFF2-40B4-BE49-F238E27FC236}">
                  <a16:creationId xmlns:a16="http://schemas.microsoft.com/office/drawing/2014/main" id="{4E468682-2F2E-19F1-ACDC-A4DAFAC351C8}"/>
                </a:ext>
              </a:extLst>
            </p:cNvPr>
            <p:cNvGrpSpPr/>
            <p:nvPr/>
          </p:nvGrpSpPr>
          <p:grpSpPr>
            <a:xfrm>
              <a:off x="7224806" y="4477306"/>
              <a:ext cx="623201" cy="571339"/>
              <a:chOff x="7213682" y="4588154"/>
              <a:chExt cx="623201" cy="571339"/>
            </a:xfrm>
          </p:grpSpPr>
          <p:grpSp>
            <p:nvGrpSpPr>
              <p:cNvPr id="75" name="Group 82">
                <a:extLst>
                  <a:ext uri="{FF2B5EF4-FFF2-40B4-BE49-F238E27FC236}">
                    <a16:creationId xmlns:a16="http://schemas.microsoft.com/office/drawing/2014/main" id="{681D0201-73D6-327A-F088-C069EAD5C3A1}"/>
                  </a:ext>
                </a:extLst>
              </p:cNvPr>
              <p:cNvGrpSpPr/>
              <p:nvPr/>
            </p:nvGrpSpPr>
            <p:grpSpPr>
              <a:xfrm>
                <a:off x="7213682" y="4588154"/>
                <a:ext cx="623201" cy="571339"/>
                <a:chOff x="3236727" y="1278522"/>
                <a:chExt cx="313234" cy="313234"/>
              </a:xfrm>
            </p:grpSpPr>
            <p:sp>
              <p:nvSpPr>
                <p:cNvPr id="77" name="Oval 103">
                  <a:extLst>
                    <a:ext uri="{FF2B5EF4-FFF2-40B4-BE49-F238E27FC236}">
                      <a16:creationId xmlns:a16="http://schemas.microsoft.com/office/drawing/2014/main" id="{82847E71-5EA3-FEDD-6F17-96939CC74407}"/>
                    </a:ext>
                  </a:extLst>
                </p:cNvPr>
                <p:cNvSpPr/>
                <p:nvPr/>
              </p:nvSpPr>
              <p:spPr>
                <a:xfrm rot="5400000">
                  <a:off x="3236727" y="1278522"/>
                  <a:ext cx="313234" cy="313234"/>
                </a:xfrm>
                <a:prstGeom prst="ellipse">
                  <a:avLst/>
                </a:prstGeom>
                <a:noFill/>
                <a:ln w="14977">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3686" tIns="0" rIns="0" bIns="0" rtlCol="0" anchor="t"/>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78" name="Freeform 494">
                  <a:extLst>
                    <a:ext uri="{FF2B5EF4-FFF2-40B4-BE49-F238E27FC236}">
                      <a16:creationId xmlns:a16="http://schemas.microsoft.com/office/drawing/2014/main" id="{59D7BDB3-1BB2-6FFB-BCB6-3A03DA0AD78B}"/>
                    </a:ext>
                  </a:extLst>
                </p:cNvPr>
                <p:cNvSpPr>
                  <a:spLocks/>
                </p:cNvSpPr>
                <p:nvPr/>
              </p:nvSpPr>
              <p:spPr bwMode="auto">
                <a:xfrm>
                  <a:off x="3361806" y="1293929"/>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4"/>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79" name="Freeform 494">
                  <a:extLst>
                    <a:ext uri="{FF2B5EF4-FFF2-40B4-BE49-F238E27FC236}">
                      <a16:creationId xmlns:a16="http://schemas.microsoft.com/office/drawing/2014/main" id="{19429818-8693-FE84-D1A2-EF3B4EBCCD97}"/>
                    </a:ext>
                  </a:extLst>
                </p:cNvPr>
                <p:cNvSpPr>
                  <a:spLocks/>
                </p:cNvSpPr>
                <p:nvPr/>
              </p:nvSpPr>
              <p:spPr bwMode="auto">
                <a:xfrm>
                  <a:off x="3296056" y="1445093"/>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bg2">
                    <a:lumMod val="85000"/>
                  </a:schemeClr>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80" name="Freeform 494">
                  <a:extLst>
                    <a:ext uri="{FF2B5EF4-FFF2-40B4-BE49-F238E27FC236}">
                      <a16:creationId xmlns:a16="http://schemas.microsoft.com/office/drawing/2014/main" id="{89AF6524-9F93-4793-6ABC-E62F6F739F3D}"/>
                    </a:ext>
                  </a:extLst>
                </p:cNvPr>
                <p:cNvSpPr>
                  <a:spLocks/>
                </p:cNvSpPr>
                <p:nvPr/>
              </p:nvSpPr>
              <p:spPr bwMode="auto">
                <a:xfrm>
                  <a:off x="3276411" y="1349759"/>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4"/>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81" name="Freeform 494">
                  <a:extLst>
                    <a:ext uri="{FF2B5EF4-FFF2-40B4-BE49-F238E27FC236}">
                      <a16:creationId xmlns:a16="http://schemas.microsoft.com/office/drawing/2014/main" id="{B4B7852A-89D2-F82E-9AB8-2FC2719E9441}"/>
                    </a:ext>
                  </a:extLst>
                </p:cNvPr>
                <p:cNvSpPr>
                  <a:spLocks/>
                </p:cNvSpPr>
                <p:nvPr/>
              </p:nvSpPr>
              <p:spPr bwMode="auto">
                <a:xfrm>
                  <a:off x="3460257" y="1351055"/>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2">
                    <a:lumMod val="60000"/>
                    <a:lumOff val="40000"/>
                  </a:schemeClr>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grpSp>
          <p:pic>
            <p:nvPicPr>
              <p:cNvPr id="76" name="Graphic 75" descr="Robot with solid fill">
                <a:extLst>
                  <a:ext uri="{FF2B5EF4-FFF2-40B4-BE49-F238E27FC236}">
                    <a16:creationId xmlns:a16="http://schemas.microsoft.com/office/drawing/2014/main" id="{14FB7415-E774-FF74-7CD5-C23FC6930A4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37342" y="4792103"/>
                <a:ext cx="293779" cy="293779"/>
              </a:xfrm>
              <a:prstGeom prst="rect">
                <a:avLst/>
              </a:prstGeom>
            </p:spPr>
          </p:pic>
        </p:grpSp>
        <p:grpSp>
          <p:nvGrpSpPr>
            <p:cNvPr id="64" name="Group 82">
              <a:extLst>
                <a:ext uri="{FF2B5EF4-FFF2-40B4-BE49-F238E27FC236}">
                  <a16:creationId xmlns:a16="http://schemas.microsoft.com/office/drawing/2014/main" id="{B85648F8-17D3-2EEE-C27B-7ACC6880D99C}"/>
                </a:ext>
              </a:extLst>
            </p:cNvPr>
            <p:cNvGrpSpPr/>
            <p:nvPr/>
          </p:nvGrpSpPr>
          <p:grpSpPr>
            <a:xfrm>
              <a:off x="7229955" y="5199702"/>
              <a:ext cx="623201" cy="571339"/>
              <a:chOff x="3236727" y="1278522"/>
              <a:chExt cx="313234" cy="313234"/>
            </a:xfrm>
          </p:grpSpPr>
          <p:sp>
            <p:nvSpPr>
              <p:cNvPr id="70" name="Oval 103">
                <a:extLst>
                  <a:ext uri="{FF2B5EF4-FFF2-40B4-BE49-F238E27FC236}">
                    <a16:creationId xmlns:a16="http://schemas.microsoft.com/office/drawing/2014/main" id="{2467B9D7-A1F5-9F4F-CF85-96ACC0AA0EB1}"/>
                  </a:ext>
                </a:extLst>
              </p:cNvPr>
              <p:cNvSpPr/>
              <p:nvPr/>
            </p:nvSpPr>
            <p:spPr>
              <a:xfrm rot="5400000">
                <a:off x="3236727" y="1278522"/>
                <a:ext cx="313234" cy="313234"/>
              </a:xfrm>
              <a:prstGeom prst="ellipse">
                <a:avLst/>
              </a:prstGeom>
              <a:noFill/>
              <a:ln w="14977">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3686" tIns="0" rIns="0" bIns="0" rtlCol="0" anchor="t"/>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71" name="Freeform 494">
                <a:extLst>
                  <a:ext uri="{FF2B5EF4-FFF2-40B4-BE49-F238E27FC236}">
                    <a16:creationId xmlns:a16="http://schemas.microsoft.com/office/drawing/2014/main" id="{F160993F-835A-52C5-DBF0-8F1664171DC9}"/>
                  </a:ext>
                </a:extLst>
              </p:cNvPr>
              <p:cNvSpPr>
                <a:spLocks/>
              </p:cNvSpPr>
              <p:nvPr/>
            </p:nvSpPr>
            <p:spPr bwMode="auto">
              <a:xfrm>
                <a:off x="3361806" y="1293929"/>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4"/>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72" name="Freeform 494">
                <a:extLst>
                  <a:ext uri="{FF2B5EF4-FFF2-40B4-BE49-F238E27FC236}">
                    <a16:creationId xmlns:a16="http://schemas.microsoft.com/office/drawing/2014/main" id="{FD780A11-86DE-692A-0CE2-38C5BB7875A1}"/>
                  </a:ext>
                </a:extLst>
              </p:cNvPr>
              <p:cNvSpPr>
                <a:spLocks/>
              </p:cNvSpPr>
              <p:nvPr/>
            </p:nvSpPr>
            <p:spPr bwMode="auto">
              <a:xfrm>
                <a:off x="3382526" y="1389604"/>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4">
                  <a:lumMod val="75000"/>
                </a:schemeClr>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73" name="Freeform 494">
                <a:extLst>
                  <a:ext uri="{FF2B5EF4-FFF2-40B4-BE49-F238E27FC236}">
                    <a16:creationId xmlns:a16="http://schemas.microsoft.com/office/drawing/2014/main" id="{B8F03DA3-7076-1770-4E6A-E09C14D96A84}"/>
                  </a:ext>
                </a:extLst>
              </p:cNvPr>
              <p:cNvSpPr>
                <a:spLocks/>
              </p:cNvSpPr>
              <p:nvPr/>
            </p:nvSpPr>
            <p:spPr bwMode="auto">
              <a:xfrm>
                <a:off x="3460257" y="1351055"/>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4"/>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sp>
            <p:nvSpPr>
              <p:cNvPr id="74" name="Freeform 494">
                <a:extLst>
                  <a:ext uri="{FF2B5EF4-FFF2-40B4-BE49-F238E27FC236}">
                    <a16:creationId xmlns:a16="http://schemas.microsoft.com/office/drawing/2014/main" id="{AC7D4204-95CB-5731-D6DD-B176AC297976}"/>
                  </a:ext>
                </a:extLst>
              </p:cNvPr>
              <p:cNvSpPr>
                <a:spLocks/>
              </p:cNvSpPr>
              <p:nvPr/>
            </p:nvSpPr>
            <p:spPr bwMode="auto">
              <a:xfrm>
                <a:off x="3382526" y="1489953"/>
                <a:ext cx="63076" cy="80097"/>
              </a:xfrm>
              <a:custGeom>
                <a:avLst/>
                <a:gdLst/>
                <a:ahLst/>
                <a:cxnLst>
                  <a:cxn ang="0">
                    <a:pos x="117" y="154"/>
                  </a:cxn>
                  <a:cxn ang="0">
                    <a:pos x="72" y="65"/>
                  </a:cxn>
                  <a:cxn ang="0">
                    <a:pos x="87" y="35"/>
                  </a:cxn>
                  <a:cxn ang="0">
                    <a:pos x="59" y="0"/>
                  </a:cxn>
                  <a:cxn ang="0">
                    <a:pos x="29" y="35"/>
                  </a:cxn>
                  <a:cxn ang="0">
                    <a:pos x="45" y="65"/>
                  </a:cxn>
                  <a:cxn ang="0">
                    <a:pos x="0" y="154"/>
                  </a:cxn>
                </a:cxnLst>
                <a:rect l="0" t="0" r="r" b="b"/>
                <a:pathLst>
                  <a:path w="117" h="154">
                    <a:moveTo>
                      <a:pt x="117" y="154"/>
                    </a:moveTo>
                    <a:cubicBezTo>
                      <a:pt x="117" y="110"/>
                      <a:pt x="106" y="74"/>
                      <a:pt x="72" y="65"/>
                    </a:cubicBezTo>
                    <a:cubicBezTo>
                      <a:pt x="79" y="58"/>
                      <a:pt x="87" y="45"/>
                      <a:pt x="87" y="35"/>
                    </a:cubicBezTo>
                    <a:cubicBezTo>
                      <a:pt x="87" y="15"/>
                      <a:pt x="74" y="0"/>
                      <a:pt x="59" y="0"/>
                    </a:cubicBezTo>
                    <a:cubicBezTo>
                      <a:pt x="42" y="0"/>
                      <a:pt x="29" y="15"/>
                      <a:pt x="29" y="35"/>
                    </a:cubicBezTo>
                    <a:cubicBezTo>
                      <a:pt x="29" y="45"/>
                      <a:pt x="38" y="58"/>
                      <a:pt x="45" y="65"/>
                    </a:cubicBezTo>
                    <a:cubicBezTo>
                      <a:pt x="12" y="74"/>
                      <a:pt x="0" y="110"/>
                      <a:pt x="0" y="154"/>
                    </a:cubicBezTo>
                  </a:path>
                </a:pathLst>
              </a:custGeom>
              <a:solidFill>
                <a:schemeClr val="accent2">
                  <a:lumMod val="60000"/>
                  <a:lumOff val="40000"/>
                </a:schemeClr>
              </a:solidFill>
              <a:ln w="1387" cap="rnd">
                <a:noFill/>
                <a:prstDash val="solid"/>
                <a:round/>
                <a:headEnd/>
                <a:tailEnd/>
              </a:ln>
            </p:spPr>
            <p:txBody>
              <a:bodyPr vert="horz" wrap="square" lIns="39957" tIns="19978" rIns="39957" bIns="19978" numCol="1" anchor="t" anchorCtr="0" compatLnSpc="1">
                <a:prstTxWarp prst="textNoShape">
                  <a:avLst/>
                </a:prstTxWarp>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ea typeface="+mn-ea"/>
                  <a:cs typeface="+mn-cs"/>
                </a:endParaRPr>
              </a:p>
            </p:txBody>
          </p:sp>
        </p:grpSp>
        <p:pic>
          <p:nvPicPr>
            <p:cNvPr id="65" name="Graphic 64" descr="Robot with solid fill">
              <a:extLst>
                <a:ext uri="{FF2B5EF4-FFF2-40B4-BE49-F238E27FC236}">
                  <a16:creationId xmlns:a16="http://schemas.microsoft.com/office/drawing/2014/main" id="{CE8070AF-7529-D74F-B6A7-B1E0436A3AF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244886" y="5347983"/>
              <a:ext cx="293779" cy="293779"/>
            </a:xfrm>
            <a:prstGeom prst="rect">
              <a:avLst/>
            </a:prstGeom>
          </p:spPr>
        </p:pic>
        <p:pic>
          <p:nvPicPr>
            <p:cNvPr id="66" name="Graphic 65" descr="Robot with solid fill">
              <a:extLst>
                <a:ext uri="{FF2B5EF4-FFF2-40B4-BE49-F238E27FC236}">
                  <a16:creationId xmlns:a16="http://schemas.microsoft.com/office/drawing/2014/main" id="{040AE44D-ABDC-7871-6AA0-E87AB000E53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61369" y="5300851"/>
              <a:ext cx="293779" cy="293779"/>
            </a:xfrm>
            <a:prstGeom prst="rect">
              <a:avLst/>
            </a:prstGeom>
          </p:spPr>
        </p:pic>
        <p:sp>
          <p:nvSpPr>
            <p:cNvPr id="67" name="Oval 66">
              <a:extLst>
                <a:ext uri="{FF2B5EF4-FFF2-40B4-BE49-F238E27FC236}">
                  <a16:creationId xmlns:a16="http://schemas.microsoft.com/office/drawing/2014/main" id="{17F23C27-28C9-A385-68CC-DC467B0B6C4C}"/>
                </a:ext>
              </a:extLst>
            </p:cNvPr>
            <p:cNvSpPr/>
            <p:nvPr/>
          </p:nvSpPr>
          <p:spPr>
            <a:xfrm>
              <a:off x="7411999" y="4534152"/>
              <a:ext cx="359095" cy="1208894"/>
            </a:xfrm>
            <a:prstGeom prst="ellipse">
              <a:avLst/>
            </a:prstGeom>
            <a:noFill/>
            <a:ln w="12700">
              <a:solidFill>
                <a:schemeClr val="accent1">
                  <a:lumMod val="40000"/>
                  <a:lumOff val="6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a:solidFill>
                  <a:schemeClr val="tx1"/>
                </a:solidFill>
              </a:endParaRPr>
            </a:p>
          </p:txBody>
        </p:sp>
        <p:sp>
          <p:nvSpPr>
            <p:cNvPr id="68" name="Oval 67">
              <a:extLst>
                <a:ext uri="{FF2B5EF4-FFF2-40B4-BE49-F238E27FC236}">
                  <a16:creationId xmlns:a16="http://schemas.microsoft.com/office/drawing/2014/main" id="{4AEAD83B-6F37-4B96-F093-8F99D31364A6}"/>
                </a:ext>
              </a:extLst>
            </p:cNvPr>
            <p:cNvSpPr/>
            <p:nvPr/>
          </p:nvSpPr>
          <p:spPr>
            <a:xfrm rot="5400000">
              <a:off x="6865404" y="4356211"/>
              <a:ext cx="359095" cy="941003"/>
            </a:xfrm>
            <a:prstGeom prst="ellipse">
              <a:avLst/>
            </a:prstGeom>
            <a:noFill/>
            <a:ln w="1270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a:solidFill>
                  <a:schemeClr val="tx1"/>
                </a:solidFill>
              </a:endParaRPr>
            </a:p>
          </p:txBody>
        </p:sp>
        <p:sp>
          <p:nvSpPr>
            <p:cNvPr id="69" name="Oval 68">
              <a:extLst>
                <a:ext uri="{FF2B5EF4-FFF2-40B4-BE49-F238E27FC236}">
                  <a16:creationId xmlns:a16="http://schemas.microsoft.com/office/drawing/2014/main" id="{A4689437-8D24-64AF-0D4A-3D131E3E8C18}"/>
                </a:ext>
              </a:extLst>
            </p:cNvPr>
            <p:cNvSpPr/>
            <p:nvPr/>
          </p:nvSpPr>
          <p:spPr>
            <a:xfrm>
              <a:off x="6329598" y="4553323"/>
              <a:ext cx="359095" cy="1208894"/>
            </a:xfrm>
            <a:prstGeom prst="ellipse">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a:solidFill>
                  <a:schemeClr val="tx1"/>
                </a:solidFill>
              </a:endParaRPr>
            </a:p>
          </p:txBody>
        </p:sp>
      </p:grpSp>
      <p:sp>
        <p:nvSpPr>
          <p:cNvPr id="95" name="Freihandform: Form 166">
            <a:extLst>
              <a:ext uri="{FF2B5EF4-FFF2-40B4-BE49-F238E27FC236}">
                <a16:creationId xmlns:a16="http://schemas.microsoft.com/office/drawing/2014/main" id="{262A7753-5E93-B4D8-5A8D-18584BE19D89}"/>
              </a:ext>
            </a:extLst>
          </p:cNvPr>
          <p:cNvSpPr/>
          <p:nvPr/>
        </p:nvSpPr>
        <p:spPr>
          <a:xfrm rot="5400000">
            <a:off x="4601541" y="4918439"/>
            <a:ext cx="1954631" cy="920817"/>
          </a:xfrm>
          <a:custGeom>
            <a:avLst/>
            <a:gdLst>
              <a:gd name="connsiteX0" fmla="*/ 0 w 9665508"/>
              <a:gd name="connsiteY0" fmla="*/ 0 h 1503409"/>
              <a:gd name="connsiteX1" fmla="*/ 9665508 w 9665508"/>
              <a:gd name="connsiteY1" fmla="*/ 0 h 1503409"/>
              <a:gd name="connsiteX2" fmla="*/ 9605405 w 9665508"/>
              <a:gd name="connsiteY2" fmla="*/ 9940 h 1503409"/>
              <a:gd name="connsiteX3" fmla="*/ 7384530 w 9665508"/>
              <a:gd name="connsiteY3" fmla="*/ 1325440 h 1503409"/>
              <a:gd name="connsiteX4" fmla="*/ 7207199 w 9665508"/>
              <a:gd name="connsiteY4" fmla="*/ 1503409 h 1503409"/>
              <a:gd name="connsiteX5" fmla="*/ 2458310 w 9665508"/>
              <a:gd name="connsiteY5" fmla="*/ 1503409 h 1503409"/>
              <a:gd name="connsiteX6" fmla="*/ 2280979 w 9665508"/>
              <a:gd name="connsiteY6" fmla="*/ 1325440 h 1503409"/>
              <a:gd name="connsiteX7" fmla="*/ 60103 w 9665508"/>
              <a:gd name="connsiteY7" fmla="*/ 9940 h 1503409"/>
              <a:gd name="connsiteX8" fmla="*/ 0 w 9665508"/>
              <a:gd name="connsiteY8" fmla="*/ 0 h 150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65508" h="1503409">
                <a:moveTo>
                  <a:pt x="0" y="0"/>
                </a:moveTo>
                <a:lnTo>
                  <a:pt x="9665508" y="0"/>
                </a:lnTo>
                <a:lnTo>
                  <a:pt x="9605405" y="9940"/>
                </a:lnTo>
                <a:cubicBezTo>
                  <a:pt x="8883426" y="174652"/>
                  <a:pt x="8107175" y="629811"/>
                  <a:pt x="7384530" y="1325440"/>
                </a:cubicBezTo>
                <a:lnTo>
                  <a:pt x="7207199" y="1503409"/>
                </a:lnTo>
                <a:lnTo>
                  <a:pt x="2458310" y="1503409"/>
                </a:lnTo>
                <a:lnTo>
                  <a:pt x="2280979" y="1325440"/>
                </a:lnTo>
                <a:cubicBezTo>
                  <a:pt x="1558335" y="629811"/>
                  <a:pt x="782085" y="174652"/>
                  <a:pt x="60103" y="9940"/>
                </a:cubicBezTo>
                <a:lnTo>
                  <a:pt x="0" y="0"/>
                </a:lnTo>
                <a:close/>
              </a:path>
            </a:pathLst>
          </a:custGeom>
          <a:gradFill>
            <a:gsLst>
              <a:gs pos="0">
                <a:schemeClr val="bg1">
                  <a:alpha val="0"/>
                </a:schemeClr>
              </a:gs>
              <a:gs pos="42000">
                <a:schemeClr val="bg1">
                  <a:alpha val="21000"/>
                </a:schemeClr>
              </a:gs>
              <a:gs pos="100000">
                <a:schemeClr val="bg1">
                  <a:alpha val="0"/>
                </a:schemeClr>
              </a:gs>
            </a:gsLst>
            <a:lin ang="5400000" scaled="1"/>
          </a:gradFill>
          <a:ln w="12700">
            <a:gradFill>
              <a:gsLst>
                <a:gs pos="0">
                  <a:schemeClr val="accent1">
                    <a:lumMod val="5000"/>
                    <a:lumOff val="95000"/>
                    <a:alpha val="0"/>
                  </a:schemeClr>
                </a:gs>
                <a:gs pos="74000">
                  <a:schemeClr val="accent3">
                    <a:lumMod val="25000"/>
                    <a:lumOff val="75000"/>
                  </a:schemeClr>
                </a:gs>
                <a:gs pos="83000">
                  <a:schemeClr val="accent3">
                    <a:lumMod val="10000"/>
                    <a:lumOff val="90000"/>
                  </a:schemeClr>
                </a:gs>
                <a:gs pos="100000">
                  <a:schemeClr val="accent3">
                    <a:lumMod val="10000"/>
                    <a:lumOff val="9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latin typeface="+mj-lt"/>
            </a:endParaRPr>
          </a:p>
        </p:txBody>
      </p:sp>
      <p:sp>
        <p:nvSpPr>
          <p:cNvPr id="96" name="TextBox 95">
            <a:extLst>
              <a:ext uri="{FF2B5EF4-FFF2-40B4-BE49-F238E27FC236}">
                <a16:creationId xmlns:a16="http://schemas.microsoft.com/office/drawing/2014/main" id="{182C4B9C-D2B1-A5B6-FFA3-39BB9C641F4E}"/>
              </a:ext>
            </a:extLst>
          </p:cNvPr>
          <p:cNvSpPr txBox="1"/>
          <p:nvPr/>
        </p:nvSpPr>
        <p:spPr>
          <a:xfrm>
            <a:off x="1004107" y="4046061"/>
            <a:ext cx="2020544" cy="279180"/>
          </a:xfrm>
          <a:prstGeom prst="rect">
            <a:avLst/>
          </a:prstGeom>
          <a:noFill/>
        </p:spPr>
        <p:txBody>
          <a:bodyPr vert="horz" wrap="square" lIns="90000" tIns="46800" rIns="90000" bIns="46800" rtlCol="0" anchor="ctr">
            <a:spAutoFit/>
          </a:bodyPr>
          <a:lstStyle/>
          <a:p>
            <a:pPr algn="ctr">
              <a:spcBef>
                <a:spcPct val="0"/>
              </a:spcBef>
            </a:pPr>
            <a:r>
              <a:rPr lang="de-DE" sz="1200" b="1">
                <a:solidFill>
                  <a:schemeClr val="bg1"/>
                </a:solidFill>
              </a:rPr>
              <a:t>Data Collection</a:t>
            </a:r>
          </a:p>
        </p:txBody>
      </p:sp>
      <p:grpSp>
        <p:nvGrpSpPr>
          <p:cNvPr id="97" name="Group 96">
            <a:extLst>
              <a:ext uri="{FF2B5EF4-FFF2-40B4-BE49-F238E27FC236}">
                <a16:creationId xmlns:a16="http://schemas.microsoft.com/office/drawing/2014/main" id="{2FD74737-3B2B-7AFB-25A6-DB73CBAB3F31}"/>
              </a:ext>
            </a:extLst>
          </p:cNvPr>
          <p:cNvGrpSpPr/>
          <p:nvPr/>
        </p:nvGrpSpPr>
        <p:grpSpPr>
          <a:xfrm>
            <a:off x="4450734" y="4094558"/>
            <a:ext cx="399188" cy="392708"/>
            <a:chOff x="2105983" y="2378102"/>
            <a:chExt cx="387656" cy="417965"/>
          </a:xfrm>
        </p:grpSpPr>
        <p:sp>
          <p:nvSpPr>
            <p:cNvPr id="98" name="Arrow: Chevron 97">
              <a:extLst>
                <a:ext uri="{FF2B5EF4-FFF2-40B4-BE49-F238E27FC236}">
                  <a16:creationId xmlns:a16="http://schemas.microsoft.com/office/drawing/2014/main" id="{DD9A2484-BBAB-161D-100B-A62B412DE9E1}"/>
                </a:ext>
              </a:extLst>
            </p:cNvPr>
            <p:cNvSpPr/>
            <p:nvPr/>
          </p:nvSpPr>
          <p:spPr>
            <a:xfrm rot="5400000">
              <a:off x="2161978"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99" name="Arrow: Chevron 98">
              <a:extLst>
                <a:ext uri="{FF2B5EF4-FFF2-40B4-BE49-F238E27FC236}">
                  <a16:creationId xmlns:a16="http://schemas.microsoft.com/office/drawing/2014/main" id="{01964B22-655C-9E87-60B9-10685B42C677}"/>
                </a:ext>
              </a:extLst>
            </p:cNvPr>
            <p:cNvSpPr/>
            <p:nvPr/>
          </p:nvSpPr>
          <p:spPr>
            <a:xfrm rot="5400000">
              <a:off x="2182832"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sp>
        <p:nvSpPr>
          <p:cNvPr id="54" name="Rectangle 53">
            <a:extLst>
              <a:ext uri="{FF2B5EF4-FFF2-40B4-BE49-F238E27FC236}">
                <a16:creationId xmlns:a16="http://schemas.microsoft.com/office/drawing/2014/main" id="{131D5FAC-6137-0BB0-DB2D-8854F0E1EDF7}"/>
              </a:ext>
            </a:extLst>
          </p:cNvPr>
          <p:cNvSpPr/>
          <p:nvPr/>
        </p:nvSpPr>
        <p:spPr>
          <a:xfrm>
            <a:off x="918585" y="5795902"/>
            <a:ext cx="2193929" cy="41226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Git repositories, JIRA &amp; Confluence</a:t>
            </a:r>
          </a:p>
        </p:txBody>
      </p:sp>
      <p:grpSp>
        <p:nvGrpSpPr>
          <p:cNvPr id="102" name="Group 101">
            <a:extLst>
              <a:ext uri="{FF2B5EF4-FFF2-40B4-BE49-F238E27FC236}">
                <a16:creationId xmlns:a16="http://schemas.microsoft.com/office/drawing/2014/main" id="{48ED320C-D20C-4444-6FD9-7EEDF30BECD8}"/>
              </a:ext>
            </a:extLst>
          </p:cNvPr>
          <p:cNvGrpSpPr/>
          <p:nvPr/>
        </p:nvGrpSpPr>
        <p:grpSpPr>
          <a:xfrm>
            <a:off x="0" y="-75241"/>
            <a:ext cx="461407" cy="6933241"/>
            <a:chOff x="-773541" y="-296308"/>
            <a:chExt cx="461407" cy="6933241"/>
          </a:xfrm>
        </p:grpSpPr>
        <p:sp>
          <p:nvSpPr>
            <p:cNvPr id="103" name="Freeform: Shape 64">
              <a:extLst>
                <a:ext uri="{FF2B5EF4-FFF2-40B4-BE49-F238E27FC236}">
                  <a16:creationId xmlns:a16="http://schemas.microsoft.com/office/drawing/2014/main" id="{9CA43544-38B5-7E07-E39B-1E8EC31DC08B}"/>
                </a:ext>
              </a:extLst>
            </p:cNvPr>
            <p:cNvSpPr/>
            <p:nvPr/>
          </p:nvSpPr>
          <p:spPr>
            <a:xfrm rot="5400000">
              <a:off x="-971463" y="-23147"/>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Business Processes</a:t>
              </a:r>
            </a:p>
          </p:txBody>
        </p:sp>
        <p:sp>
          <p:nvSpPr>
            <p:cNvPr id="104" name="Freeform: Shape 64">
              <a:extLst>
                <a:ext uri="{FF2B5EF4-FFF2-40B4-BE49-F238E27FC236}">
                  <a16:creationId xmlns:a16="http://schemas.microsoft.com/office/drawing/2014/main" id="{E3C8781F-17F9-C250-153F-68324CBE0033}"/>
                </a:ext>
              </a:extLst>
            </p:cNvPr>
            <p:cNvSpPr/>
            <p:nvPr/>
          </p:nvSpPr>
          <p:spPr>
            <a:xfrm rot="5400000">
              <a:off x="-971463" y="834103"/>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Governance &amp; Decision-making</a:t>
              </a:r>
            </a:p>
          </p:txBody>
        </p:sp>
        <p:sp>
          <p:nvSpPr>
            <p:cNvPr id="105" name="Freeform: Shape 64">
              <a:extLst>
                <a:ext uri="{FF2B5EF4-FFF2-40B4-BE49-F238E27FC236}">
                  <a16:creationId xmlns:a16="http://schemas.microsoft.com/office/drawing/2014/main" id="{2F359BDD-F4C5-6FDB-6D9F-B6D600D70992}"/>
                </a:ext>
              </a:extLst>
            </p:cNvPr>
            <p:cNvSpPr/>
            <p:nvPr/>
          </p:nvSpPr>
          <p:spPr>
            <a:xfrm rot="5400000">
              <a:off x="-971463" y="1691353"/>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Leadership &amp; Culture</a:t>
              </a:r>
            </a:p>
          </p:txBody>
        </p:sp>
        <p:sp>
          <p:nvSpPr>
            <p:cNvPr id="106" name="Freeform: Shape 64">
              <a:extLst>
                <a:ext uri="{FF2B5EF4-FFF2-40B4-BE49-F238E27FC236}">
                  <a16:creationId xmlns:a16="http://schemas.microsoft.com/office/drawing/2014/main" id="{AAA50C37-5B96-AF17-080C-BC52E336E1B9}"/>
                </a:ext>
              </a:extLst>
            </p:cNvPr>
            <p:cNvSpPr/>
            <p:nvPr/>
          </p:nvSpPr>
          <p:spPr>
            <a:xfrm rot="5400000">
              <a:off x="-971463" y="2548604"/>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Business Processes</a:t>
              </a:r>
            </a:p>
          </p:txBody>
        </p:sp>
        <p:sp>
          <p:nvSpPr>
            <p:cNvPr id="114" name="Freeform: Shape 64">
              <a:extLst>
                <a:ext uri="{FF2B5EF4-FFF2-40B4-BE49-F238E27FC236}">
                  <a16:creationId xmlns:a16="http://schemas.microsoft.com/office/drawing/2014/main" id="{B540B678-953A-1A0D-D1D1-70A0AD25B217}"/>
                </a:ext>
              </a:extLst>
            </p:cNvPr>
            <p:cNvSpPr/>
            <p:nvPr/>
          </p:nvSpPr>
          <p:spPr>
            <a:xfrm rot="5400000">
              <a:off x="-971463" y="3405854"/>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Service Delivery Model</a:t>
              </a:r>
            </a:p>
          </p:txBody>
        </p:sp>
        <p:sp>
          <p:nvSpPr>
            <p:cNvPr id="115" name="Freeform: Shape 64">
              <a:extLst>
                <a:ext uri="{FF2B5EF4-FFF2-40B4-BE49-F238E27FC236}">
                  <a16:creationId xmlns:a16="http://schemas.microsoft.com/office/drawing/2014/main" id="{DD347C9A-3B69-4ECA-5545-AB13502EED5F}"/>
                </a:ext>
              </a:extLst>
            </p:cNvPr>
            <p:cNvSpPr/>
            <p:nvPr/>
          </p:nvSpPr>
          <p:spPr>
            <a:xfrm rot="5400000">
              <a:off x="-971463" y="4263104"/>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Data &amp; Information</a:t>
              </a:r>
            </a:p>
          </p:txBody>
        </p:sp>
        <p:sp>
          <p:nvSpPr>
            <p:cNvPr id="116" name="Freeform: Shape 64">
              <a:extLst>
                <a:ext uri="{FF2B5EF4-FFF2-40B4-BE49-F238E27FC236}">
                  <a16:creationId xmlns:a16="http://schemas.microsoft.com/office/drawing/2014/main" id="{9B606FB4-0166-E02A-E230-380A0F01229F}"/>
                </a:ext>
              </a:extLst>
            </p:cNvPr>
            <p:cNvSpPr/>
            <p:nvPr/>
          </p:nvSpPr>
          <p:spPr>
            <a:xfrm rot="5400000">
              <a:off x="-971463" y="5120354"/>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
          <p:nvSpPr>
            <p:cNvPr id="117" name="Freeform: Shape 64">
              <a:extLst>
                <a:ext uri="{FF2B5EF4-FFF2-40B4-BE49-F238E27FC236}">
                  <a16:creationId xmlns:a16="http://schemas.microsoft.com/office/drawing/2014/main" id="{54D197C0-6AE3-E04A-7570-FE59E38FB03A}"/>
                </a:ext>
              </a:extLst>
            </p:cNvPr>
            <p:cNvSpPr/>
            <p:nvPr/>
          </p:nvSpPr>
          <p:spPr>
            <a:xfrm rot="5400000">
              <a:off x="-971463" y="5977605"/>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Metrics</a:t>
              </a:r>
            </a:p>
          </p:txBody>
        </p:sp>
        <p:sp>
          <p:nvSpPr>
            <p:cNvPr id="118" name="Freeform: Shape 67">
              <a:extLst>
                <a:ext uri="{FF2B5EF4-FFF2-40B4-BE49-F238E27FC236}">
                  <a16:creationId xmlns:a16="http://schemas.microsoft.com/office/drawing/2014/main" id="{DADA831B-F29A-57A1-D254-E724BC4CB567}"/>
                </a:ext>
              </a:extLst>
            </p:cNvPr>
            <p:cNvSpPr/>
            <p:nvPr/>
          </p:nvSpPr>
          <p:spPr>
            <a:xfrm rot="5400000">
              <a:off x="-1046701" y="-23147"/>
              <a:ext cx="1007727"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chemeClr val="accent1">
                <a:lumMod val="50000"/>
              </a:schemeClr>
            </a:solidFill>
            <a:ln w="9525">
              <a:noFill/>
              <a:prstDash val="solid"/>
            </a:ln>
            <a:effectLst>
              <a:glow rad="63500">
                <a:schemeClr val="bg2">
                  <a:lumMod val="95000"/>
                  <a:alpha val="40000"/>
                </a:schemeClr>
              </a:glow>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de-DE" sz="800">
                  <a:solidFill>
                    <a:srgbClr val="FFFFFF"/>
                  </a:solidFill>
                </a:rPr>
                <a:t>Organization structures</a:t>
              </a:r>
            </a:p>
          </p:txBody>
        </p:sp>
      </p:grpSp>
    </p:spTree>
    <p:extLst>
      <p:ext uri="{BB962C8B-B14F-4D97-AF65-F5344CB8AC3E}">
        <p14:creationId xmlns:p14="http://schemas.microsoft.com/office/powerpoint/2010/main" val="2942386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21DDC-F920-F7DB-206E-66A4102A3FB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7E2DF8C-AF16-51B1-6CE5-048B4F483EDA}"/>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6F5FB272-DFA8-023B-ED94-DFF89207B75A}"/>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ED732017-9033-8B5F-1F91-7063A0629B0F}"/>
              </a:ext>
            </a:extLst>
          </p:cNvPr>
          <p:cNvSpPr>
            <a:spLocks noGrp="1"/>
          </p:cNvSpPr>
          <p:nvPr>
            <p:ph type="sldNum" sz="quarter" idx="12"/>
          </p:nvPr>
        </p:nvSpPr>
        <p:spPr/>
        <p:txBody>
          <a:bodyPr/>
          <a:lstStyle/>
          <a:p>
            <a:pPr algn="r"/>
            <a:fld id="{5D9A5160-6218-4E5A-B9E6-B93E3DAE377C}" type="slidenum">
              <a:rPr lang="en-US" smtClean="0"/>
              <a:pPr algn="r"/>
              <a:t>7</a:t>
            </a:fld>
            <a:endParaRPr lang="en-US"/>
          </a:p>
        </p:txBody>
      </p:sp>
      <p:sp>
        <p:nvSpPr>
          <p:cNvPr id="5" name="Title 4">
            <a:extLst>
              <a:ext uri="{FF2B5EF4-FFF2-40B4-BE49-F238E27FC236}">
                <a16:creationId xmlns:a16="http://schemas.microsoft.com/office/drawing/2014/main" id="{71683629-B0C5-F210-8AA2-4C253E51C10B}"/>
              </a:ext>
            </a:extLst>
          </p:cNvPr>
          <p:cNvSpPr>
            <a:spLocks noGrp="1"/>
          </p:cNvSpPr>
          <p:nvPr>
            <p:ph type="title"/>
          </p:nvPr>
        </p:nvSpPr>
        <p:spPr/>
        <p:txBody>
          <a:bodyPr/>
          <a:lstStyle/>
          <a:p>
            <a:r>
              <a:rPr lang="en-US">
                <a:latin typeface="Ubuntu Medium (Heading)"/>
                <a:ea typeface="Verdana" panose="020B0604030504040204" pitchFamily="34" charset="0"/>
              </a:rPr>
              <a:t>Strengthening decisions, transparency, and oversight through AI-driven governance</a:t>
            </a:r>
            <a:endParaRPr lang="de-DE"/>
          </a:p>
        </p:txBody>
      </p:sp>
      <p:grpSp>
        <p:nvGrpSpPr>
          <p:cNvPr id="7" name="Group 6">
            <a:extLst>
              <a:ext uri="{FF2B5EF4-FFF2-40B4-BE49-F238E27FC236}">
                <a16:creationId xmlns:a16="http://schemas.microsoft.com/office/drawing/2014/main" id="{DEFB49F4-7CCD-36C1-E876-983AEDB30C3A}"/>
              </a:ext>
            </a:extLst>
          </p:cNvPr>
          <p:cNvGrpSpPr/>
          <p:nvPr/>
        </p:nvGrpSpPr>
        <p:grpSpPr>
          <a:xfrm>
            <a:off x="574744" y="1626677"/>
            <a:ext cx="5024424" cy="193825"/>
            <a:chOff x="-5400232" y="-2057707"/>
            <a:chExt cx="4831248" cy="193825"/>
          </a:xfrm>
        </p:grpSpPr>
        <p:sp>
          <p:nvSpPr>
            <p:cNvPr id="8" name="Rectangle 7">
              <a:extLst>
                <a:ext uri="{FF2B5EF4-FFF2-40B4-BE49-F238E27FC236}">
                  <a16:creationId xmlns:a16="http://schemas.microsoft.com/office/drawing/2014/main" id="{9DC9ABEE-9FAC-4D4B-2D1C-BCAF43505846}"/>
                </a:ext>
              </a:extLst>
            </p:cNvPr>
            <p:cNvSpPr/>
            <p:nvPr/>
          </p:nvSpPr>
          <p:spPr>
            <a:xfrm>
              <a:off x="-5400232" y="-2057707"/>
              <a:ext cx="4831248" cy="193825"/>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400" b="1" err="1">
                  <a:solidFill>
                    <a:schemeClr val="bg1"/>
                  </a:solidFill>
                </a:rPr>
                <a:t>Governance</a:t>
              </a:r>
              <a:r>
                <a:rPr lang="de-DE" sz="1400" b="1">
                  <a:solidFill>
                    <a:schemeClr val="bg1"/>
                  </a:solidFill>
                </a:rPr>
                <a:t> </a:t>
              </a:r>
              <a:r>
                <a:rPr lang="de-DE" sz="1400" b="1" i="1" err="1">
                  <a:solidFill>
                    <a:schemeClr val="bg1"/>
                  </a:solidFill>
                </a:rPr>
                <a:t>for</a:t>
              </a:r>
              <a:r>
                <a:rPr lang="de-DE" sz="1400" b="1">
                  <a:solidFill>
                    <a:schemeClr val="bg1"/>
                  </a:solidFill>
                </a:rPr>
                <a:t> AI</a:t>
              </a:r>
            </a:p>
          </p:txBody>
        </p:sp>
        <p:cxnSp>
          <p:nvCxnSpPr>
            <p:cNvPr id="9" name="Straight Connector 12">
              <a:extLst>
                <a:ext uri="{FF2B5EF4-FFF2-40B4-BE49-F238E27FC236}">
                  <a16:creationId xmlns:a16="http://schemas.microsoft.com/office/drawing/2014/main" id="{5707946F-28DE-19E6-6E7E-87C065972BE8}"/>
                </a:ext>
              </a:extLst>
            </p:cNvPr>
            <p:cNvCxnSpPr>
              <a:cxnSpLocks/>
              <a:stCxn id="8" idx="1"/>
            </p:cNvCxnSpPr>
            <p:nvPr/>
          </p:nvCxnSpPr>
          <p:spPr>
            <a:xfrm flipV="1">
              <a:off x="-5400232" y="-1961868"/>
              <a:ext cx="1535495" cy="107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12">
              <a:extLst>
                <a:ext uri="{FF2B5EF4-FFF2-40B4-BE49-F238E27FC236}">
                  <a16:creationId xmlns:a16="http://schemas.microsoft.com/office/drawing/2014/main" id="{04A8FB79-632E-F127-06D6-12710F4DDB12}"/>
                </a:ext>
              </a:extLst>
            </p:cNvPr>
            <p:cNvCxnSpPr>
              <a:cxnSpLocks/>
            </p:cNvCxnSpPr>
            <p:nvPr/>
          </p:nvCxnSpPr>
          <p:spPr>
            <a:xfrm flipV="1">
              <a:off x="-2104480" y="-1962942"/>
              <a:ext cx="1535495" cy="107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13" name="Group 112">
            <a:extLst>
              <a:ext uri="{FF2B5EF4-FFF2-40B4-BE49-F238E27FC236}">
                <a16:creationId xmlns:a16="http://schemas.microsoft.com/office/drawing/2014/main" id="{F046E91F-8030-566D-0252-DD2B1FB468EA}"/>
              </a:ext>
            </a:extLst>
          </p:cNvPr>
          <p:cNvGrpSpPr/>
          <p:nvPr/>
        </p:nvGrpSpPr>
        <p:grpSpPr>
          <a:xfrm>
            <a:off x="6476151" y="1633102"/>
            <a:ext cx="5157216" cy="180975"/>
            <a:chOff x="6476151" y="1633101"/>
            <a:chExt cx="5157216" cy="180975"/>
          </a:xfrm>
        </p:grpSpPr>
        <p:cxnSp>
          <p:nvCxnSpPr>
            <p:cNvPr id="13" name="Straight Connector 12">
              <a:extLst>
                <a:ext uri="{FF2B5EF4-FFF2-40B4-BE49-F238E27FC236}">
                  <a16:creationId xmlns:a16="http://schemas.microsoft.com/office/drawing/2014/main" id="{8CD4A9C5-EF52-DD52-45DA-4D8A960247B8}"/>
                </a:ext>
              </a:extLst>
            </p:cNvPr>
            <p:cNvCxnSpPr>
              <a:cxnSpLocks/>
            </p:cNvCxnSpPr>
            <p:nvPr/>
          </p:nvCxnSpPr>
          <p:spPr>
            <a:xfrm flipV="1">
              <a:off x="6476151" y="1723589"/>
              <a:ext cx="515721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Rectangle 7">
              <a:extLst>
                <a:ext uri="{FF2B5EF4-FFF2-40B4-BE49-F238E27FC236}">
                  <a16:creationId xmlns:a16="http://schemas.microsoft.com/office/drawing/2014/main" id="{63637B40-EC64-605B-3EBF-BF9A18F9E648}"/>
                </a:ext>
              </a:extLst>
            </p:cNvPr>
            <p:cNvSpPr/>
            <p:nvPr/>
          </p:nvSpPr>
          <p:spPr>
            <a:xfrm>
              <a:off x="7317398" y="1633101"/>
              <a:ext cx="3474720" cy="180975"/>
            </a:xfrm>
            <a:prstGeom prst="rect">
              <a:avLst/>
            </a:prstGeom>
            <a:solidFill>
              <a:srgbClr val="11193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bg1"/>
                  </a:solidFill>
                </a:rPr>
                <a:t>Governance &amp; Decision-Making </a:t>
              </a:r>
              <a:r>
                <a:rPr lang="en-US" sz="1400" b="1" i="1">
                  <a:solidFill>
                    <a:schemeClr val="bg1"/>
                  </a:solidFill>
                </a:rPr>
                <a:t>with</a:t>
              </a:r>
              <a:r>
                <a:rPr lang="en-US" sz="1400" b="1">
                  <a:solidFill>
                    <a:schemeClr val="bg1"/>
                  </a:solidFill>
                </a:rPr>
                <a:t> AI</a:t>
              </a:r>
            </a:p>
          </p:txBody>
        </p:sp>
      </p:grpSp>
      <p:sp>
        <p:nvSpPr>
          <p:cNvPr id="20" name="Rechteck 2">
            <a:extLst>
              <a:ext uri="{FF2B5EF4-FFF2-40B4-BE49-F238E27FC236}">
                <a16:creationId xmlns:a16="http://schemas.microsoft.com/office/drawing/2014/main" id="{6977906B-C165-9A72-E6EA-3821C3C75A1C}"/>
              </a:ext>
            </a:extLst>
          </p:cNvPr>
          <p:cNvSpPr/>
          <p:nvPr/>
        </p:nvSpPr>
        <p:spPr>
          <a:xfrm>
            <a:off x="574744" y="2180746"/>
            <a:ext cx="5012518" cy="841654"/>
          </a:xfrm>
          <a:prstGeom prst="rect">
            <a:avLst/>
          </a:prstGeom>
          <a:noFill/>
          <a:ln w="19050">
            <a:solidFill>
              <a:srgbClr val="004280"/>
            </a:solidFill>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lnSpc>
                <a:spcPct val="90000"/>
              </a:lnSpc>
              <a:spcBef>
                <a:spcPts val="300"/>
              </a:spcBef>
              <a:buFont typeface="Wingdings" panose="05000000000000000000" pitchFamily="2" charset="2"/>
              <a:buChar char="§"/>
            </a:pPr>
            <a:endParaRPr lang="en-US" sz="1100">
              <a:solidFill>
                <a:schemeClr val="bg1"/>
              </a:solidFill>
              <a:latin typeface="Ubuntu"/>
            </a:endParaRPr>
          </a:p>
        </p:txBody>
      </p:sp>
      <p:sp>
        <p:nvSpPr>
          <p:cNvPr id="21" name="Text Placeholder 4">
            <a:extLst>
              <a:ext uri="{FF2B5EF4-FFF2-40B4-BE49-F238E27FC236}">
                <a16:creationId xmlns:a16="http://schemas.microsoft.com/office/drawing/2014/main" id="{408AD304-2FA2-BFD6-7116-A0CE34A2EF0E}"/>
              </a:ext>
            </a:extLst>
          </p:cNvPr>
          <p:cNvSpPr txBox="1">
            <a:spLocks/>
          </p:cNvSpPr>
          <p:nvPr/>
        </p:nvSpPr>
        <p:spPr>
          <a:xfrm>
            <a:off x="1924687" y="2126945"/>
            <a:ext cx="2312633" cy="107606"/>
          </a:xfrm>
          <a:prstGeom prst="rect">
            <a:avLst/>
          </a:prstGeom>
          <a:solidFill>
            <a:srgbClr val="121A38"/>
          </a:solidFill>
          <a:ln>
            <a:noFill/>
          </a:ln>
          <a:effectLst/>
        </p:spPr>
        <p:txBody>
          <a:bodyPr vert="horz" wrap="square"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kumimoji="0" lang="en-US" sz="1100" b="1" i="0" u="none" strike="noStrike" kern="1200" cap="none" spc="0" normalizeH="0" baseline="0" noProof="0">
                <a:ln>
                  <a:noFill/>
                </a:ln>
                <a:solidFill>
                  <a:schemeClr val="bg1"/>
                </a:solidFill>
                <a:effectLst/>
                <a:uLnTx/>
                <a:uFillTx/>
                <a:latin typeface="Ubuntu"/>
                <a:ea typeface="+mn-ea"/>
                <a:cs typeface="+mn-cs"/>
              </a:rPr>
              <a:t>Span of Decision-making</a:t>
            </a:r>
          </a:p>
        </p:txBody>
      </p:sp>
      <p:sp>
        <p:nvSpPr>
          <p:cNvPr id="22" name="Rectangle 71">
            <a:extLst>
              <a:ext uri="{FF2B5EF4-FFF2-40B4-BE49-F238E27FC236}">
                <a16:creationId xmlns:a16="http://schemas.microsoft.com/office/drawing/2014/main" id="{38984421-F1F6-4EF5-F096-86D91753C535}"/>
              </a:ext>
            </a:extLst>
          </p:cNvPr>
          <p:cNvSpPr/>
          <p:nvPr/>
        </p:nvSpPr>
        <p:spPr>
          <a:xfrm>
            <a:off x="719676" y="2342396"/>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Human supervision &amp; control</a:t>
            </a:r>
          </a:p>
        </p:txBody>
      </p:sp>
      <p:sp>
        <p:nvSpPr>
          <p:cNvPr id="23" name="Rectangle 76">
            <a:extLst>
              <a:ext uri="{FF2B5EF4-FFF2-40B4-BE49-F238E27FC236}">
                <a16:creationId xmlns:a16="http://schemas.microsoft.com/office/drawing/2014/main" id="{D4FF61B0-06E7-9EFB-6044-96AC6725AB6A}"/>
              </a:ext>
            </a:extLst>
          </p:cNvPr>
          <p:cNvSpPr/>
          <p:nvPr/>
        </p:nvSpPr>
        <p:spPr>
          <a:xfrm>
            <a:off x="3976344" y="2342396"/>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Transparency &amp;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solidFill>
                  <a:schemeClr val="bg1"/>
                </a:solidFill>
                <a:latin typeface="Ubuntu"/>
              </a:rPr>
              <a:t>e</a:t>
            </a:r>
            <a:r>
              <a:rPr kumimoji="0" lang="en-US" sz="1000" i="0" u="none" strike="noStrike" kern="1200" cap="none" spc="0" normalizeH="0" baseline="0" noProof="0" err="1">
                <a:ln>
                  <a:noFill/>
                </a:ln>
                <a:solidFill>
                  <a:schemeClr val="bg1"/>
                </a:solidFill>
                <a:effectLst/>
                <a:uLnTx/>
                <a:uFillTx/>
                <a:latin typeface="Ubuntu"/>
                <a:ea typeface="+mn-ea"/>
                <a:cs typeface="+mn-cs"/>
              </a:rPr>
              <a:t>xplainability</a:t>
            </a:r>
            <a:endParaRPr kumimoji="0" lang="en-US" sz="1000" i="0" u="none" strike="noStrike" kern="1200" cap="none" spc="0" normalizeH="0" baseline="0" noProof="0">
              <a:ln>
                <a:noFill/>
              </a:ln>
              <a:solidFill>
                <a:schemeClr val="bg1"/>
              </a:solidFill>
              <a:effectLst/>
              <a:uLnTx/>
              <a:uFillTx/>
              <a:latin typeface="Ubuntu"/>
              <a:ea typeface="+mn-ea"/>
              <a:cs typeface="+mn-cs"/>
            </a:endParaRPr>
          </a:p>
        </p:txBody>
      </p:sp>
      <p:sp>
        <p:nvSpPr>
          <p:cNvPr id="24" name="Rechteck 2">
            <a:extLst>
              <a:ext uri="{FF2B5EF4-FFF2-40B4-BE49-F238E27FC236}">
                <a16:creationId xmlns:a16="http://schemas.microsoft.com/office/drawing/2014/main" id="{FD194BAD-BE1B-82BE-1A4D-3892B1D5D2E0}"/>
              </a:ext>
            </a:extLst>
          </p:cNvPr>
          <p:cNvSpPr/>
          <p:nvPr/>
        </p:nvSpPr>
        <p:spPr>
          <a:xfrm>
            <a:off x="574744" y="4315386"/>
            <a:ext cx="5012518" cy="841654"/>
          </a:xfrm>
          <a:prstGeom prst="rect">
            <a:avLst/>
          </a:prstGeom>
          <a:noFill/>
          <a:ln w="19050">
            <a:solidFill>
              <a:schemeClr val="accent2"/>
            </a:solidFill>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lnSpc>
                <a:spcPct val="90000"/>
              </a:lnSpc>
              <a:spcBef>
                <a:spcPts val="300"/>
              </a:spcBef>
              <a:buFont typeface="Wingdings" panose="05000000000000000000" pitchFamily="2" charset="2"/>
              <a:buChar char="§"/>
            </a:pPr>
            <a:endParaRPr lang="en-US" sz="1100">
              <a:solidFill>
                <a:schemeClr val="bg1"/>
              </a:solidFill>
              <a:latin typeface="Ubuntu"/>
            </a:endParaRPr>
          </a:p>
        </p:txBody>
      </p:sp>
      <p:sp>
        <p:nvSpPr>
          <p:cNvPr id="25" name="Text Placeholder 4">
            <a:extLst>
              <a:ext uri="{FF2B5EF4-FFF2-40B4-BE49-F238E27FC236}">
                <a16:creationId xmlns:a16="http://schemas.microsoft.com/office/drawing/2014/main" id="{10E8EFAA-4A83-5DEC-6C88-5DF299E7F0B1}"/>
              </a:ext>
            </a:extLst>
          </p:cNvPr>
          <p:cNvSpPr txBox="1">
            <a:spLocks/>
          </p:cNvSpPr>
          <p:nvPr/>
        </p:nvSpPr>
        <p:spPr>
          <a:xfrm>
            <a:off x="2196715" y="4232081"/>
            <a:ext cx="1768575" cy="168675"/>
          </a:xfrm>
          <a:prstGeom prst="rect">
            <a:avLst/>
          </a:prstGeom>
          <a:solidFill>
            <a:srgbClr val="121A38"/>
          </a:solidFill>
          <a:ln>
            <a:noFill/>
          </a:ln>
          <a:effectLst/>
        </p:spPr>
        <p:txBody>
          <a:bodyPr vert="horz" wrap="square"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kumimoji="0" lang="en-US" sz="1100" b="1" i="0" u="none" strike="noStrike" kern="1200" cap="none" spc="0" normalizeH="0" baseline="0" noProof="0">
                <a:ln>
                  <a:noFill/>
                </a:ln>
                <a:solidFill>
                  <a:schemeClr val="bg1"/>
                </a:solidFill>
                <a:effectLst/>
                <a:uLnTx/>
                <a:uFillTx/>
                <a:latin typeface="Ubuntu"/>
                <a:ea typeface="+mn-ea"/>
                <a:cs typeface="+mn-cs"/>
              </a:rPr>
              <a:t>Data &amp; IT-Security</a:t>
            </a:r>
          </a:p>
        </p:txBody>
      </p:sp>
      <p:sp>
        <p:nvSpPr>
          <p:cNvPr id="26" name="Rectangle 56">
            <a:extLst>
              <a:ext uri="{FF2B5EF4-FFF2-40B4-BE49-F238E27FC236}">
                <a16:creationId xmlns:a16="http://schemas.microsoft.com/office/drawing/2014/main" id="{6639FABF-C58A-BCBF-E220-A5A7CAD9E54D}"/>
              </a:ext>
            </a:extLst>
          </p:cNvPr>
          <p:cNvSpPr/>
          <p:nvPr/>
        </p:nvSpPr>
        <p:spPr>
          <a:xfrm>
            <a:off x="719676" y="4477036"/>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Secure hybrid cloud ecosystem incl. DPIA</a:t>
            </a:r>
          </a:p>
        </p:txBody>
      </p:sp>
      <p:sp>
        <p:nvSpPr>
          <p:cNvPr id="27" name="Rectangle 5">
            <a:extLst>
              <a:ext uri="{FF2B5EF4-FFF2-40B4-BE49-F238E27FC236}">
                <a16:creationId xmlns:a16="http://schemas.microsoft.com/office/drawing/2014/main" id="{A03CC491-897A-FA46-170E-9E5803424CFA}"/>
              </a:ext>
            </a:extLst>
          </p:cNvPr>
          <p:cNvSpPr/>
          <p:nvPr/>
        </p:nvSpPr>
        <p:spPr>
          <a:xfrm>
            <a:off x="3976344" y="4477036"/>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Interface environment</a:t>
            </a:r>
          </a:p>
        </p:txBody>
      </p:sp>
      <p:sp>
        <p:nvSpPr>
          <p:cNvPr id="28" name="Rechteck 2">
            <a:extLst>
              <a:ext uri="{FF2B5EF4-FFF2-40B4-BE49-F238E27FC236}">
                <a16:creationId xmlns:a16="http://schemas.microsoft.com/office/drawing/2014/main" id="{DD92C1E6-115C-53F0-233A-FAC2C03A1874}"/>
              </a:ext>
            </a:extLst>
          </p:cNvPr>
          <p:cNvSpPr/>
          <p:nvPr/>
        </p:nvSpPr>
        <p:spPr>
          <a:xfrm>
            <a:off x="574744" y="5382190"/>
            <a:ext cx="5012518" cy="841653"/>
          </a:xfrm>
          <a:prstGeom prst="rect">
            <a:avLst/>
          </a:prstGeom>
          <a:noFill/>
          <a:ln w="19050">
            <a:solidFill>
              <a:schemeClr val="accent1">
                <a:lumMod val="20000"/>
                <a:lumOff val="80000"/>
              </a:schemeClr>
            </a:solidFill>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lnSpc>
                <a:spcPct val="90000"/>
              </a:lnSpc>
              <a:spcBef>
                <a:spcPts val="300"/>
              </a:spcBef>
              <a:buFont typeface="Wingdings" panose="05000000000000000000" pitchFamily="2" charset="2"/>
              <a:buChar char="§"/>
            </a:pPr>
            <a:endParaRPr lang="en-US" sz="1100">
              <a:solidFill>
                <a:schemeClr val="bg1"/>
              </a:solidFill>
              <a:latin typeface="Ubuntu"/>
            </a:endParaRPr>
          </a:p>
        </p:txBody>
      </p:sp>
      <p:sp>
        <p:nvSpPr>
          <p:cNvPr id="29" name="Text Placeholder 4">
            <a:extLst>
              <a:ext uri="{FF2B5EF4-FFF2-40B4-BE49-F238E27FC236}">
                <a16:creationId xmlns:a16="http://schemas.microsoft.com/office/drawing/2014/main" id="{E3EF2B5A-0CD1-A5A3-8C24-9DB9B3198537}"/>
              </a:ext>
            </a:extLst>
          </p:cNvPr>
          <p:cNvSpPr txBox="1">
            <a:spLocks/>
          </p:cNvSpPr>
          <p:nvPr/>
        </p:nvSpPr>
        <p:spPr>
          <a:xfrm>
            <a:off x="2137930" y="5330534"/>
            <a:ext cx="1886143" cy="105376"/>
          </a:xfrm>
          <a:prstGeom prst="rect">
            <a:avLst/>
          </a:prstGeom>
          <a:solidFill>
            <a:srgbClr val="121A38"/>
          </a:solidFill>
          <a:ln>
            <a:noFill/>
          </a:ln>
          <a:effectLst/>
        </p:spPr>
        <p:txBody>
          <a:bodyPr vert="horz" wrap="square"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lang="en-US" sz="1100" b="1">
                <a:solidFill>
                  <a:schemeClr val="bg1"/>
                </a:solidFill>
                <a:latin typeface="Ubuntu"/>
              </a:rPr>
              <a:t>L</a:t>
            </a:r>
            <a:r>
              <a:rPr kumimoji="0" lang="en-US" sz="1100" b="1" i="0" u="none" strike="noStrike" kern="1200" cap="none" spc="0" normalizeH="0" baseline="0" noProof="0">
                <a:ln>
                  <a:noFill/>
                </a:ln>
                <a:solidFill>
                  <a:schemeClr val="bg1"/>
                </a:solidFill>
                <a:effectLst/>
                <a:uLnTx/>
                <a:uFillTx/>
                <a:latin typeface="Ubuntu"/>
                <a:ea typeface="+mn-ea"/>
                <a:cs typeface="+mn-cs"/>
              </a:rPr>
              <a:t>egal &amp; Compliance</a:t>
            </a:r>
            <a:endParaRPr kumimoji="0" lang="en-US" sz="1100" b="1" i="0" u="none" strike="noStrike" kern="1200" cap="none" spc="0" normalizeH="0" baseline="30000" noProof="0">
              <a:ln>
                <a:noFill/>
              </a:ln>
              <a:solidFill>
                <a:schemeClr val="bg1"/>
              </a:solidFill>
              <a:effectLst/>
              <a:uLnTx/>
              <a:uFillTx/>
              <a:latin typeface="Ubuntu"/>
              <a:ea typeface="+mn-ea"/>
              <a:cs typeface="+mn-cs"/>
            </a:endParaRPr>
          </a:p>
        </p:txBody>
      </p:sp>
      <p:sp>
        <p:nvSpPr>
          <p:cNvPr id="30" name="Rectangle 81">
            <a:extLst>
              <a:ext uri="{FF2B5EF4-FFF2-40B4-BE49-F238E27FC236}">
                <a16:creationId xmlns:a16="http://schemas.microsoft.com/office/drawing/2014/main" id="{A88554CB-D06D-3DBE-2D3D-0A7C41E3FA20}"/>
              </a:ext>
            </a:extLst>
          </p:cNvPr>
          <p:cNvSpPr/>
          <p:nvPr/>
        </p:nvSpPr>
        <p:spPr>
          <a:xfrm>
            <a:off x="719676" y="5543839"/>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Risk management &amp;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solidFill>
                  <a:schemeClr val="bg1"/>
                </a:solidFill>
                <a:latin typeface="Ubuntu"/>
              </a:rPr>
              <a:t>c</a:t>
            </a:r>
            <a:r>
              <a:rPr kumimoji="0" lang="en-US" sz="1000" i="0" u="none" strike="noStrike" kern="1200" cap="none" spc="0" normalizeH="0" baseline="0" noProof="0">
                <a:ln>
                  <a:noFill/>
                </a:ln>
                <a:solidFill>
                  <a:schemeClr val="bg1"/>
                </a:solidFill>
                <a:effectLst/>
                <a:uLnTx/>
                <a:uFillTx/>
                <a:latin typeface="Ubuntu"/>
                <a:ea typeface="+mn-ea"/>
                <a:cs typeface="+mn-cs"/>
              </a:rPr>
              <a:t>odes of conduct</a:t>
            </a:r>
          </a:p>
        </p:txBody>
      </p:sp>
      <p:sp>
        <p:nvSpPr>
          <p:cNvPr id="31" name="Rectangle 27">
            <a:extLst>
              <a:ext uri="{FF2B5EF4-FFF2-40B4-BE49-F238E27FC236}">
                <a16:creationId xmlns:a16="http://schemas.microsoft.com/office/drawing/2014/main" id="{073156A0-1FEB-650C-74C0-928ECEE564F2}"/>
              </a:ext>
            </a:extLst>
          </p:cNvPr>
          <p:cNvSpPr/>
          <p:nvPr/>
        </p:nvSpPr>
        <p:spPr>
          <a:xfrm>
            <a:off x="3976344" y="5543839"/>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Contingency plans</a:t>
            </a:r>
          </a:p>
        </p:txBody>
      </p:sp>
      <p:sp>
        <p:nvSpPr>
          <p:cNvPr id="32" name="Rechteck 2">
            <a:extLst>
              <a:ext uri="{FF2B5EF4-FFF2-40B4-BE49-F238E27FC236}">
                <a16:creationId xmlns:a16="http://schemas.microsoft.com/office/drawing/2014/main" id="{14DA45A8-C1C2-B102-7563-39FA6824AE06}"/>
              </a:ext>
            </a:extLst>
          </p:cNvPr>
          <p:cNvSpPr/>
          <p:nvPr/>
        </p:nvSpPr>
        <p:spPr>
          <a:xfrm>
            <a:off x="574744" y="3248583"/>
            <a:ext cx="5012518" cy="841653"/>
          </a:xfrm>
          <a:prstGeom prst="rect">
            <a:avLst/>
          </a:prstGeom>
          <a:noFill/>
          <a:ln w="19050">
            <a:solidFill>
              <a:srgbClr val="0058AB"/>
            </a:solidFill>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lnSpc>
                <a:spcPct val="90000"/>
              </a:lnSpc>
              <a:spcBef>
                <a:spcPts val="300"/>
              </a:spcBef>
              <a:buFont typeface="Wingdings" panose="05000000000000000000" pitchFamily="2" charset="2"/>
              <a:buChar char="§"/>
            </a:pPr>
            <a:endParaRPr lang="en-US" sz="1100">
              <a:solidFill>
                <a:schemeClr val="bg1"/>
              </a:solidFill>
              <a:latin typeface="Ubuntu"/>
            </a:endParaRPr>
          </a:p>
        </p:txBody>
      </p:sp>
      <p:sp>
        <p:nvSpPr>
          <p:cNvPr id="33" name="Text Placeholder 4">
            <a:extLst>
              <a:ext uri="{FF2B5EF4-FFF2-40B4-BE49-F238E27FC236}">
                <a16:creationId xmlns:a16="http://schemas.microsoft.com/office/drawing/2014/main" id="{BB05E10A-1E94-5455-2011-BECD026C8129}"/>
              </a:ext>
            </a:extLst>
          </p:cNvPr>
          <p:cNvSpPr txBox="1">
            <a:spLocks/>
          </p:cNvSpPr>
          <p:nvPr/>
        </p:nvSpPr>
        <p:spPr>
          <a:xfrm>
            <a:off x="1978974" y="3164247"/>
            <a:ext cx="2204062" cy="168675"/>
          </a:xfrm>
          <a:prstGeom prst="rect">
            <a:avLst/>
          </a:prstGeom>
          <a:solidFill>
            <a:srgbClr val="121A38"/>
          </a:solidFill>
          <a:ln>
            <a:noFill/>
          </a:ln>
          <a:effectLst/>
        </p:spPr>
        <p:txBody>
          <a:bodyPr vert="horz" wrap="square"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kumimoji="0" lang="en-US" sz="1100" b="1" i="0" u="none" strike="noStrike" kern="1200" cap="none" spc="0" normalizeH="0" baseline="0" noProof="0">
                <a:ln>
                  <a:noFill/>
                </a:ln>
                <a:solidFill>
                  <a:schemeClr val="bg1"/>
                </a:solidFill>
                <a:effectLst/>
                <a:uLnTx/>
                <a:uFillTx/>
                <a:latin typeface="Ubuntu"/>
                <a:ea typeface="+mn-ea"/>
                <a:cs typeface="+mn-cs"/>
              </a:rPr>
              <a:t>Ethic &amp; Bias prevention</a:t>
            </a:r>
          </a:p>
        </p:txBody>
      </p:sp>
      <p:sp>
        <p:nvSpPr>
          <p:cNvPr id="34" name="Rectangle 75">
            <a:extLst>
              <a:ext uri="{FF2B5EF4-FFF2-40B4-BE49-F238E27FC236}">
                <a16:creationId xmlns:a16="http://schemas.microsoft.com/office/drawing/2014/main" id="{FC34BF4F-8A1F-939B-E379-6FC7137CB743}"/>
              </a:ext>
            </a:extLst>
          </p:cNvPr>
          <p:cNvSpPr/>
          <p:nvPr/>
        </p:nvSpPr>
        <p:spPr>
          <a:xfrm>
            <a:off x="719676" y="3410232"/>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Ethical frameworks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&amp; guidelines</a:t>
            </a:r>
          </a:p>
        </p:txBody>
      </p:sp>
      <p:sp>
        <p:nvSpPr>
          <p:cNvPr id="35" name="Rectangle 72">
            <a:extLst>
              <a:ext uri="{FF2B5EF4-FFF2-40B4-BE49-F238E27FC236}">
                <a16:creationId xmlns:a16="http://schemas.microsoft.com/office/drawing/2014/main" id="{2AC80F3B-21D4-9E67-6E1A-A80FA9E01086}"/>
              </a:ext>
            </a:extLst>
          </p:cNvPr>
          <p:cNvSpPr/>
          <p:nvPr/>
        </p:nvSpPr>
        <p:spPr>
          <a:xfrm>
            <a:off x="2348010" y="2342396"/>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Cooperation &amp; involvement of stakeholders</a:t>
            </a:r>
          </a:p>
        </p:txBody>
      </p:sp>
      <p:sp>
        <p:nvSpPr>
          <p:cNvPr id="36" name="Rectangle 73">
            <a:extLst>
              <a:ext uri="{FF2B5EF4-FFF2-40B4-BE49-F238E27FC236}">
                <a16:creationId xmlns:a16="http://schemas.microsoft.com/office/drawing/2014/main" id="{126DFAD3-E465-42A7-1845-C75FAC88CDED}"/>
              </a:ext>
            </a:extLst>
          </p:cNvPr>
          <p:cNvSpPr/>
          <p:nvPr/>
        </p:nvSpPr>
        <p:spPr>
          <a:xfrm>
            <a:off x="2348010" y="4477036"/>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Robust data, testing &amp; validation</a:t>
            </a:r>
          </a:p>
        </p:txBody>
      </p:sp>
      <p:sp>
        <p:nvSpPr>
          <p:cNvPr id="37" name="Rectangle 74">
            <a:extLst>
              <a:ext uri="{FF2B5EF4-FFF2-40B4-BE49-F238E27FC236}">
                <a16:creationId xmlns:a16="http://schemas.microsoft.com/office/drawing/2014/main" id="{302DF2AC-863C-4FE9-49DF-F89DF4722E6B}"/>
              </a:ext>
            </a:extLst>
          </p:cNvPr>
          <p:cNvSpPr/>
          <p:nvPr/>
        </p:nvSpPr>
        <p:spPr>
          <a:xfrm>
            <a:off x="2348010" y="5543839"/>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Continuous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solidFill>
                  <a:schemeClr val="bg1"/>
                </a:solidFill>
                <a:latin typeface="Ubuntu"/>
              </a:rPr>
              <a:t>m</a:t>
            </a:r>
            <a:r>
              <a:rPr kumimoji="0" lang="en-US" sz="1000" i="0" u="none" strike="noStrike" kern="1200" cap="none" spc="0" normalizeH="0" baseline="0" noProof="0" err="1">
                <a:ln>
                  <a:noFill/>
                </a:ln>
                <a:solidFill>
                  <a:schemeClr val="bg1"/>
                </a:solidFill>
                <a:effectLst/>
                <a:uLnTx/>
                <a:uFillTx/>
                <a:latin typeface="Ubuntu"/>
                <a:ea typeface="+mn-ea"/>
                <a:cs typeface="+mn-cs"/>
              </a:rPr>
              <a:t>onitoring</a:t>
            </a:r>
            <a:r>
              <a:rPr kumimoji="0" lang="en-US" sz="1000" i="0" u="none" strike="noStrike" kern="1200" cap="none" spc="0" normalizeH="0" baseline="0" noProof="0">
                <a:ln>
                  <a:noFill/>
                </a:ln>
                <a:solidFill>
                  <a:schemeClr val="bg1"/>
                </a:solidFill>
                <a:effectLst/>
                <a:uLnTx/>
                <a:uFillTx/>
                <a:latin typeface="Ubuntu"/>
                <a:ea typeface="+mn-ea"/>
                <a:cs typeface="+mn-cs"/>
              </a:rPr>
              <a:t> &amp; </a:t>
            </a:r>
            <a:r>
              <a:rPr lang="en-US" sz="1000">
                <a:solidFill>
                  <a:schemeClr val="bg1"/>
                </a:solidFill>
                <a:latin typeface="Ubuntu"/>
              </a:rPr>
              <a:t>a</a:t>
            </a:r>
            <a:r>
              <a:rPr kumimoji="0" lang="en-US" sz="1000" i="0" u="none" strike="noStrike" kern="1200" cap="none" spc="0" normalizeH="0" baseline="0" noProof="0" err="1">
                <a:ln>
                  <a:noFill/>
                </a:ln>
                <a:solidFill>
                  <a:schemeClr val="bg1"/>
                </a:solidFill>
                <a:effectLst/>
                <a:uLnTx/>
                <a:uFillTx/>
                <a:latin typeface="Ubuntu"/>
                <a:ea typeface="+mn-ea"/>
                <a:cs typeface="+mn-cs"/>
              </a:rPr>
              <a:t>uditing</a:t>
            </a:r>
            <a:endParaRPr kumimoji="0" lang="en-US" sz="1000" i="0" u="none" strike="noStrike" kern="1200" cap="none" spc="0" normalizeH="0" baseline="0" noProof="0">
              <a:ln>
                <a:noFill/>
              </a:ln>
              <a:solidFill>
                <a:schemeClr val="bg1"/>
              </a:solidFill>
              <a:effectLst/>
              <a:uLnTx/>
              <a:uFillTx/>
              <a:latin typeface="Ubuntu"/>
              <a:ea typeface="+mn-ea"/>
              <a:cs typeface="+mn-cs"/>
            </a:endParaRPr>
          </a:p>
        </p:txBody>
      </p:sp>
      <p:sp>
        <p:nvSpPr>
          <p:cNvPr id="38" name="Rectangle 77">
            <a:extLst>
              <a:ext uri="{FF2B5EF4-FFF2-40B4-BE49-F238E27FC236}">
                <a16:creationId xmlns:a16="http://schemas.microsoft.com/office/drawing/2014/main" id="{23E62BE2-D6D0-02B8-BEDA-1673C80E35A9}"/>
              </a:ext>
            </a:extLst>
          </p:cNvPr>
          <p:cNvSpPr/>
          <p:nvPr/>
        </p:nvSpPr>
        <p:spPr>
          <a:xfrm>
            <a:off x="2348010" y="3410232"/>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bg1"/>
                </a:solidFill>
                <a:effectLst/>
                <a:uLnTx/>
                <a:uFillTx/>
                <a:latin typeface="Ubuntu"/>
                <a:ea typeface="+mn-ea"/>
                <a:cs typeface="+mn-cs"/>
              </a:rPr>
              <a:t>Anti-bias </a:t>
            </a:r>
            <a:r>
              <a:rPr lang="en-US" sz="1000">
                <a:solidFill>
                  <a:schemeClr val="bg1"/>
                </a:solidFill>
                <a:latin typeface="Ubuntu"/>
              </a:rPr>
              <a:t>m</a:t>
            </a:r>
            <a:r>
              <a:rPr kumimoji="0" lang="en-US" sz="1000" i="0" u="none" strike="noStrike" kern="1200" cap="none" spc="0" normalizeH="0" baseline="0" noProof="0" err="1">
                <a:ln>
                  <a:noFill/>
                </a:ln>
                <a:solidFill>
                  <a:schemeClr val="bg1"/>
                </a:solidFill>
                <a:effectLst/>
                <a:uLnTx/>
                <a:uFillTx/>
                <a:latin typeface="Ubuntu"/>
                <a:ea typeface="+mn-ea"/>
                <a:cs typeface="+mn-cs"/>
              </a:rPr>
              <a:t>echanisms</a:t>
            </a:r>
            <a:r>
              <a:rPr kumimoji="0" lang="en-US" sz="1000" i="0" u="none" strike="noStrike" kern="1200" cap="none" spc="0" normalizeH="0" baseline="0" noProof="0">
                <a:ln>
                  <a:noFill/>
                </a:ln>
                <a:solidFill>
                  <a:schemeClr val="bg1"/>
                </a:solidFill>
                <a:effectLst/>
                <a:uLnTx/>
                <a:uFillTx/>
                <a:latin typeface="Ubuntu"/>
                <a:ea typeface="+mn-ea"/>
                <a:cs typeface="+mn-cs"/>
              </a:rPr>
              <a:t> to enhance fairness</a:t>
            </a:r>
          </a:p>
        </p:txBody>
      </p:sp>
      <p:sp>
        <p:nvSpPr>
          <p:cNvPr id="39" name="Rectangle 77">
            <a:extLst>
              <a:ext uri="{FF2B5EF4-FFF2-40B4-BE49-F238E27FC236}">
                <a16:creationId xmlns:a16="http://schemas.microsoft.com/office/drawing/2014/main" id="{043EB2EC-0308-F749-C6EF-20412C48BC61}"/>
              </a:ext>
            </a:extLst>
          </p:cNvPr>
          <p:cNvSpPr/>
          <p:nvPr/>
        </p:nvSpPr>
        <p:spPr>
          <a:xfrm>
            <a:off x="3976344" y="3410232"/>
            <a:ext cx="1495520" cy="536804"/>
          </a:xfrm>
          <a:prstGeom prst="rect">
            <a:avLst/>
          </a:prstGeom>
          <a:solidFill>
            <a:schemeClr val="accent1">
              <a:lumMod val="75000"/>
              <a:alpha val="20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solidFill>
                  <a:schemeClr val="bg1"/>
                </a:solidFill>
                <a:latin typeface="Ubuntu"/>
              </a:rPr>
              <a:t>Human oversight</a:t>
            </a:r>
            <a:endParaRPr kumimoji="0" lang="en-US" sz="1000" i="0" u="none" strike="noStrike" kern="1200" cap="none" spc="0" normalizeH="0" baseline="0" noProof="0">
              <a:ln>
                <a:noFill/>
              </a:ln>
              <a:solidFill>
                <a:schemeClr val="bg1"/>
              </a:solidFill>
              <a:effectLst/>
              <a:uLnTx/>
              <a:uFillTx/>
              <a:latin typeface="Ubuntu"/>
              <a:ea typeface="+mn-ea"/>
              <a:cs typeface="+mn-cs"/>
            </a:endParaRPr>
          </a:p>
        </p:txBody>
      </p:sp>
      <p:grpSp>
        <p:nvGrpSpPr>
          <p:cNvPr id="108" name="Group 107">
            <a:extLst>
              <a:ext uri="{FF2B5EF4-FFF2-40B4-BE49-F238E27FC236}">
                <a16:creationId xmlns:a16="http://schemas.microsoft.com/office/drawing/2014/main" id="{B3D9136C-F373-8E56-40C5-BCCB0F9491D0}"/>
              </a:ext>
            </a:extLst>
          </p:cNvPr>
          <p:cNvGrpSpPr/>
          <p:nvPr/>
        </p:nvGrpSpPr>
        <p:grpSpPr>
          <a:xfrm>
            <a:off x="6480013" y="2180746"/>
            <a:ext cx="5153354" cy="4036455"/>
            <a:chOff x="6480013" y="2180746"/>
            <a:chExt cx="5153354" cy="4036455"/>
          </a:xfrm>
        </p:grpSpPr>
        <p:sp>
          <p:nvSpPr>
            <p:cNvPr id="41" name="Rectangle: Rounded Corners 54">
              <a:extLst>
                <a:ext uri="{FF2B5EF4-FFF2-40B4-BE49-F238E27FC236}">
                  <a16:creationId xmlns:a16="http://schemas.microsoft.com/office/drawing/2014/main" id="{B1724ACD-46EA-289F-6B4C-097BB667C668}"/>
                </a:ext>
              </a:extLst>
            </p:cNvPr>
            <p:cNvSpPr/>
            <p:nvPr/>
          </p:nvSpPr>
          <p:spPr>
            <a:xfrm>
              <a:off x="6481796" y="4265465"/>
              <a:ext cx="2521558" cy="1951736"/>
            </a:xfrm>
            <a:prstGeom prst="roundRect">
              <a:avLst>
                <a:gd name="adj" fmla="val 4334"/>
              </a:avLst>
            </a:prstGeom>
            <a:solidFill>
              <a:schemeClr val="accent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36000" rIns="0" bIns="36000" rtlCol="0" anchor="t"/>
            <a:lstStyle/>
            <a:p>
              <a:pPr algn="ctr" fontAlgn="base">
                <a:spcBef>
                  <a:spcPct val="0"/>
                </a:spcBef>
                <a:spcAft>
                  <a:spcPct val="0"/>
                </a:spcAft>
              </a:pPr>
              <a:r>
                <a:rPr lang="de-DE" altLang="de-DE" sz="1200" b="1">
                  <a:solidFill>
                    <a:schemeClr val="bg1"/>
                  </a:solidFill>
                  <a:latin typeface="Ubuntu"/>
                </a:rPr>
                <a:t>Data-driven Governance</a:t>
              </a:r>
            </a:p>
            <a:p>
              <a:pPr algn="ctr"/>
              <a:endParaRPr lang="de-DE" sz="1200">
                <a:solidFill>
                  <a:schemeClr val="bg1"/>
                </a:solidFill>
                <a:latin typeface="Ubuntu"/>
              </a:endParaRPr>
            </a:p>
          </p:txBody>
        </p:sp>
        <p:sp>
          <p:nvSpPr>
            <p:cNvPr id="42" name="Rectangle: Rounded Corners 57">
              <a:extLst>
                <a:ext uri="{FF2B5EF4-FFF2-40B4-BE49-F238E27FC236}">
                  <a16:creationId xmlns:a16="http://schemas.microsoft.com/office/drawing/2014/main" id="{11186802-8B66-4245-BEF3-3DFDA32EFAF8}"/>
                </a:ext>
              </a:extLst>
            </p:cNvPr>
            <p:cNvSpPr/>
            <p:nvPr/>
          </p:nvSpPr>
          <p:spPr>
            <a:xfrm>
              <a:off x="6481795" y="2180746"/>
              <a:ext cx="2521559" cy="1951736"/>
            </a:xfrm>
            <a:prstGeom prst="roundRect">
              <a:avLst>
                <a:gd name="adj" fmla="val 4334"/>
              </a:avLst>
            </a:prstGeom>
            <a:solidFill>
              <a:schemeClr val="accent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8000" rIns="36000" rtlCol="0" anchor="t"/>
            <a:lstStyle/>
            <a:p>
              <a:pPr lvl="0" algn="ctr" fontAlgn="base">
                <a:spcBef>
                  <a:spcPct val="0"/>
                </a:spcBef>
                <a:spcAft>
                  <a:spcPct val="0"/>
                </a:spcAft>
              </a:pPr>
              <a:r>
                <a:rPr lang="de-DE" altLang="de-DE" sz="1200" b="1">
                  <a:solidFill>
                    <a:schemeClr val="bg1"/>
                  </a:solidFill>
                  <a:latin typeface="Ubuntu"/>
                </a:rPr>
                <a:t>Decentralized &amp; accelerated Decision making</a:t>
              </a:r>
            </a:p>
            <a:p>
              <a:pPr algn="ctr"/>
              <a:endParaRPr lang="de-DE" sz="1200" b="1">
                <a:solidFill>
                  <a:schemeClr val="bg1"/>
                </a:solidFill>
                <a:latin typeface="Ubuntu"/>
              </a:endParaRPr>
            </a:p>
            <a:p>
              <a:pPr algn="ctr"/>
              <a:endParaRPr lang="de-DE" sz="1200" b="1">
                <a:solidFill>
                  <a:schemeClr val="bg1"/>
                </a:solidFill>
                <a:latin typeface="Ubuntu"/>
              </a:endParaRPr>
            </a:p>
          </p:txBody>
        </p:sp>
        <p:sp>
          <p:nvSpPr>
            <p:cNvPr id="43" name="Rectangle: Rounded Corners 42">
              <a:extLst>
                <a:ext uri="{FF2B5EF4-FFF2-40B4-BE49-F238E27FC236}">
                  <a16:creationId xmlns:a16="http://schemas.microsoft.com/office/drawing/2014/main" id="{8089E2EB-A86D-0162-4390-6FF78A371509}"/>
                </a:ext>
              </a:extLst>
            </p:cNvPr>
            <p:cNvSpPr/>
            <p:nvPr/>
          </p:nvSpPr>
          <p:spPr>
            <a:xfrm>
              <a:off x="9111808" y="2180746"/>
              <a:ext cx="2521559" cy="1951736"/>
            </a:xfrm>
            <a:prstGeom prst="roundRect">
              <a:avLst>
                <a:gd name="adj" fmla="val 4334"/>
              </a:avLst>
            </a:prstGeom>
            <a:solidFill>
              <a:schemeClr val="accent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8000" rIns="36000" rtlCol="0" anchor="t"/>
            <a:lstStyle/>
            <a:p>
              <a:pPr algn="ctr" fontAlgn="base">
                <a:spcBef>
                  <a:spcPct val="0"/>
                </a:spcBef>
                <a:spcAft>
                  <a:spcPct val="0"/>
                </a:spcAft>
              </a:pPr>
              <a:r>
                <a:rPr lang="de-DE" altLang="de-DE" sz="1200" b="1">
                  <a:solidFill>
                    <a:schemeClr val="bg1"/>
                  </a:solidFill>
                  <a:latin typeface="Ubuntu"/>
                </a:rPr>
                <a:t>Intelligent Risk &amp; Compliance</a:t>
              </a:r>
            </a:p>
            <a:p>
              <a:pPr algn="ctr"/>
              <a:endParaRPr lang="de-DE" sz="900">
                <a:solidFill>
                  <a:srgbClr val="FFFFFF"/>
                </a:solidFill>
                <a:latin typeface="Ubuntu"/>
              </a:endParaRPr>
            </a:p>
            <a:p>
              <a:pPr algn="ctr"/>
              <a:endParaRPr lang="de-DE" sz="900">
                <a:solidFill>
                  <a:srgbClr val="FFFFFF"/>
                </a:solidFill>
                <a:latin typeface="Ubuntu"/>
              </a:endParaRPr>
            </a:p>
          </p:txBody>
        </p:sp>
        <p:sp>
          <p:nvSpPr>
            <p:cNvPr id="44" name="Rectangle: Rounded Corners 43">
              <a:extLst>
                <a:ext uri="{FF2B5EF4-FFF2-40B4-BE49-F238E27FC236}">
                  <a16:creationId xmlns:a16="http://schemas.microsoft.com/office/drawing/2014/main" id="{A56F7688-7549-85F7-9489-984F4158D6D1}"/>
                </a:ext>
              </a:extLst>
            </p:cNvPr>
            <p:cNvSpPr/>
            <p:nvPr/>
          </p:nvSpPr>
          <p:spPr>
            <a:xfrm>
              <a:off x="9111808" y="4264535"/>
              <a:ext cx="2521559" cy="1951736"/>
            </a:xfrm>
            <a:prstGeom prst="roundRect">
              <a:avLst>
                <a:gd name="adj" fmla="val 4334"/>
              </a:avLst>
            </a:prstGeom>
            <a:solidFill>
              <a:schemeClr val="accent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36000" rIns="0" bIns="36000" rtlCol="0" anchor="t"/>
            <a:lstStyle/>
            <a:p>
              <a:pPr algn="ctr" fontAlgn="base">
                <a:spcBef>
                  <a:spcPct val="0"/>
                </a:spcBef>
                <a:spcAft>
                  <a:spcPct val="0"/>
                </a:spcAft>
              </a:pPr>
              <a:r>
                <a:rPr lang="de-DE" altLang="de-DE" sz="1200" b="1">
                  <a:solidFill>
                    <a:schemeClr val="bg1"/>
                  </a:solidFill>
                  <a:latin typeface="Ubuntu"/>
                </a:rPr>
                <a:t>Predictive Monitoring &amp;  Insights-fueled Reporting</a:t>
              </a:r>
              <a:endParaRPr lang="de-DE" sz="1200" b="1">
                <a:solidFill>
                  <a:schemeClr val="bg1"/>
                </a:solidFill>
                <a:latin typeface="Ubuntu"/>
              </a:endParaRPr>
            </a:p>
            <a:p>
              <a:pPr algn="ctr" fontAlgn="base">
                <a:spcBef>
                  <a:spcPct val="0"/>
                </a:spcBef>
                <a:spcAft>
                  <a:spcPct val="0"/>
                </a:spcAft>
              </a:pPr>
              <a:endParaRPr lang="de-DE" sz="1200">
                <a:solidFill>
                  <a:schemeClr val="bg1"/>
                </a:solidFill>
                <a:latin typeface="Ubuntu"/>
              </a:endParaRPr>
            </a:p>
          </p:txBody>
        </p:sp>
        <p:sp>
          <p:nvSpPr>
            <p:cNvPr id="45" name="TextBox 44">
              <a:extLst>
                <a:ext uri="{FF2B5EF4-FFF2-40B4-BE49-F238E27FC236}">
                  <a16:creationId xmlns:a16="http://schemas.microsoft.com/office/drawing/2014/main" id="{6544A66C-2752-3234-00BC-665839887E77}"/>
                </a:ext>
              </a:extLst>
            </p:cNvPr>
            <p:cNvSpPr txBox="1"/>
            <p:nvPr/>
          </p:nvSpPr>
          <p:spPr>
            <a:xfrm>
              <a:off x="6481795" y="2906216"/>
              <a:ext cx="2630013" cy="1226266"/>
            </a:xfrm>
            <a:prstGeom prst="rect">
              <a:avLst/>
            </a:prstGeom>
          </p:spPr>
          <p:txBody>
            <a:bodyPr vert="horz" wrap="square" lIns="0" tIns="0" rIns="0" bIns="0" rtlCol="0">
              <a:noAutofit/>
            </a:bodyPr>
            <a:lstStyle/>
            <a:p>
              <a:pPr algn="l"/>
              <a:endParaRPr lang="de-DE">
                <a:solidFill>
                  <a:schemeClr val="bg1"/>
                </a:solidFill>
              </a:endParaRPr>
            </a:p>
          </p:txBody>
        </p:sp>
        <p:sp>
          <p:nvSpPr>
            <p:cNvPr id="46" name="TextBox 45">
              <a:extLst>
                <a:ext uri="{FF2B5EF4-FFF2-40B4-BE49-F238E27FC236}">
                  <a16:creationId xmlns:a16="http://schemas.microsoft.com/office/drawing/2014/main" id="{912E6391-F9C3-7A5D-FA11-3D5EBC6DA979}"/>
                </a:ext>
              </a:extLst>
            </p:cNvPr>
            <p:cNvSpPr txBox="1"/>
            <p:nvPr/>
          </p:nvSpPr>
          <p:spPr>
            <a:xfrm>
              <a:off x="6480013" y="3514475"/>
              <a:ext cx="2521558" cy="566755"/>
            </a:xfrm>
            <a:prstGeom prst="rect">
              <a:avLst/>
            </a:prstGeom>
          </p:spPr>
          <p:txBody>
            <a:bodyPr vert="horz" wrap="square" lIns="0" tIns="0" rIns="0" bIns="0" rtlCol="0" anchor="ctr">
              <a:noAutofit/>
            </a:bodyPr>
            <a:lstStyle/>
            <a:p>
              <a:pPr algn="ctr"/>
              <a:r>
                <a:rPr lang="en-US" sz="1000">
                  <a:solidFill>
                    <a:schemeClr val="bg1"/>
                  </a:solidFill>
                </a:rPr>
                <a:t>Distributing authority ensures faster responses to change while maintaining strategic alignment through shared data</a:t>
              </a:r>
              <a:endParaRPr lang="de-DE" sz="1000">
                <a:solidFill>
                  <a:schemeClr val="bg1"/>
                </a:solidFill>
              </a:endParaRPr>
            </a:p>
          </p:txBody>
        </p:sp>
        <p:sp>
          <p:nvSpPr>
            <p:cNvPr id="47" name="TextBox 46">
              <a:extLst>
                <a:ext uri="{FF2B5EF4-FFF2-40B4-BE49-F238E27FC236}">
                  <a16:creationId xmlns:a16="http://schemas.microsoft.com/office/drawing/2014/main" id="{6A0E0B62-4F5E-227B-EE6A-7CE6AD29172D}"/>
                </a:ext>
              </a:extLst>
            </p:cNvPr>
            <p:cNvSpPr txBox="1"/>
            <p:nvPr/>
          </p:nvSpPr>
          <p:spPr>
            <a:xfrm>
              <a:off x="9111809" y="3514475"/>
              <a:ext cx="2521558" cy="566755"/>
            </a:xfrm>
            <a:prstGeom prst="rect">
              <a:avLst/>
            </a:prstGeom>
          </p:spPr>
          <p:txBody>
            <a:bodyPr vert="horz" wrap="square" lIns="0" tIns="0" rIns="0" bIns="0" rtlCol="0" anchor="ctr">
              <a:noAutofit/>
            </a:bodyPr>
            <a:lstStyle/>
            <a:p>
              <a:pPr algn="ctr"/>
              <a:r>
                <a:rPr lang="en-US" sz="1000">
                  <a:solidFill>
                    <a:schemeClr val="bg1"/>
                  </a:solidFill>
                </a:rPr>
                <a:t>Smart controls automate checks and provide real-time assurance, minimizing human error and audit complexity</a:t>
              </a:r>
              <a:endParaRPr lang="de-DE" sz="1000">
                <a:solidFill>
                  <a:schemeClr val="bg1"/>
                </a:solidFill>
              </a:endParaRPr>
            </a:p>
          </p:txBody>
        </p:sp>
        <p:sp>
          <p:nvSpPr>
            <p:cNvPr id="48" name="TextBox 47">
              <a:extLst>
                <a:ext uri="{FF2B5EF4-FFF2-40B4-BE49-F238E27FC236}">
                  <a16:creationId xmlns:a16="http://schemas.microsoft.com/office/drawing/2014/main" id="{0EACE06B-FF36-38B0-22BC-758BCECB9E54}"/>
                </a:ext>
              </a:extLst>
            </p:cNvPr>
            <p:cNvSpPr txBox="1"/>
            <p:nvPr/>
          </p:nvSpPr>
          <p:spPr>
            <a:xfrm>
              <a:off x="6481798" y="5600116"/>
              <a:ext cx="2521558" cy="566755"/>
            </a:xfrm>
            <a:prstGeom prst="rect">
              <a:avLst/>
            </a:prstGeom>
          </p:spPr>
          <p:txBody>
            <a:bodyPr vert="horz" wrap="square" lIns="0" tIns="0" rIns="0" bIns="0" rtlCol="0" anchor="ctr">
              <a:noAutofit/>
            </a:bodyPr>
            <a:lstStyle/>
            <a:p>
              <a:pPr algn="ctr"/>
              <a:r>
                <a:rPr lang="en-US" sz="1000">
                  <a:solidFill>
                    <a:schemeClr val="bg1"/>
                  </a:solidFill>
                </a:rPr>
                <a:t>Governance powered by accurate data ensures transparency, consistency, and accountability in every decision</a:t>
              </a:r>
              <a:endParaRPr lang="de-DE" sz="1000">
                <a:solidFill>
                  <a:schemeClr val="bg1"/>
                </a:solidFill>
              </a:endParaRPr>
            </a:p>
          </p:txBody>
        </p:sp>
        <p:sp>
          <p:nvSpPr>
            <p:cNvPr id="49" name="TextBox 48">
              <a:extLst>
                <a:ext uri="{FF2B5EF4-FFF2-40B4-BE49-F238E27FC236}">
                  <a16:creationId xmlns:a16="http://schemas.microsoft.com/office/drawing/2014/main" id="{90DB3B68-0872-DA26-9B72-5D14F4045697}"/>
                </a:ext>
              </a:extLst>
            </p:cNvPr>
            <p:cNvSpPr txBox="1"/>
            <p:nvPr/>
          </p:nvSpPr>
          <p:spPr>
            <a:xfrm>
              <a:off x="9111809" y="5600116"/>
              <a:ext cx="2521558" cy="566755"/>
            </a:xfrm>
            <a:prstGeom prst="rect">
              <a:avLst/>
            </a:prstGeom>
          </p:spPr>
          <p:txBody>
            <a:bodyPr vert="horz" wrap="square" lIns="0" tIns="0" rIns="0" bIns="0" rtlCol="0" anchor="ctr">
              <a:noAutofit/>
            </a:bodyPr>
            <a:lstStyle/>
            <a:p>
              <a:pPr algn="ctr"/>
              <a:r>
                <a:rPr lang="en-US" sz="1000">
                  <a:solidFill>
                    <a:schemeClr val="bg1"/>
                  </a:solidFill>
                </a:rPr>
                <a:t>Predictive analytics transforms monitoring from reactive to proactive, allowing issues to be addressed before escalation</a:t>
              </a:r>
              <a:endParaRPr lang="de-DE" sz="1000">
                <a:solidFill>
                  <a:schemeClr val="bg1"/>
                </a:solidFill>
              </a:endParaRPr>
            </a:p>
          </p:txBody>
        </p:sp>
        <p:grpSp>
          <p:nvGrpSpPr>
            <p:cNvPr id="50" name="Group 49">
              <a:extLst>
                <a:ext uri="{FF2B5EF4-FFF2-40B4-BE49-F238E27FC236}">
                  <a16:creationId xmlns:a16="http://schemas.microsoft.com/office/drawing/2014/main" id="{CC6BFEAF-0956-53AF-83BD-533E6DEA0770}"/>
                </a:ext>
              </a:extLst>
            </p:cNvPr>
            <p:cNvGrpSpPr>
              <a:grpSpLocks noChangeAspect="1"/>
            </p:cNvGrpSpPr>
            <p:nvPr/>
          </p:nvGrpSpPr>
          <p:grpSpPr>
            <a:xfrm>
              <a:off x="7240052" y="2720463"/>
              <a:ext cx="1005043" cy="789337"/>
              <a:chOff x="7257952" y="3241254"/>
              <a:chExt cx="1019713" cy="799021"/>
            </a:xfrm>
          </p:grpSpPr>
          <p:sp>
            <p:nvSpPr>
              <p:cNvPr id="97" name="Oval 96">
                <a:extLst>
                  <a:ext uri="{FF2B5EF4-FFF2-40B4-BE49-F238E27FC236}">
                    <a16:creationId xmlns:a16="http://schemas.microsoft.com/office/drawing/2014/main" id="{E44A9E55-CAAF-CFA6-E5AF-1E99344BB57E}"/>
                  </a:ext>
                </a:extLst>
              </p:cNvPr>
              <p:cNvSpPr/>
              <p:nvPr/>
            </p:nvSpPr>
            <p:spPr>
              <a:xfrm>
                <a:off x="7951574" y="3241254"/>
                <a:ext cx="326091" cy="32609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a:solidFill>
                    <a:schemeClr val="tx1"/>
                  </a:solidFill>
                </a:endParaRPr>
              </a:p>
            </p:txBody>
          </p:sp>
          <p:sp>
            <p:nvSpPr>
              <p:cNvPr id="98" name="Oval 97">
                <a:extLst>
                  <a:ext uri="{FF2B5EF4-FFF2-40B4-BE49-F238E27FC236}">
                    <a16:creationId xmlns:a16="http://schemas.microsoft.com/office/drawing/2014/main" id="{BC3AE74D-10F5-B16F-9958-7D2D8469B03F}"/>
                  </a:ext>
                </a:extLst>
              </p:cNvPr>
              <p:cNvSpPr/>
              <p:nvPr/>
            </p:nvSpPr>
            <p:spPr>
              <a:xfrm>
                <a:off x="7951573" y="3714184"/>
                <a:ext cx="326091" cy="32609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a:solidFill>
                    <a:schemeClr val="tx1"/>
                  </a:solidFill>
                </a:endParaRPr>
              </a:p>
            </p:txBody>
          </p:sp>
          <p:cxnSp>
            <p:nvCxnSpPr>
              <p:cNvPr id="99" name="Straight Connector 98">
                <a:extLst>
                  <a:ext uri="{FF2B5EF4-FFF2-40B4-BE49-F238E27FC236}">
                    <a16:creationId xmlns:a16="http://schemas.microsoft.com/office/drawing/2014/main" id="{15A09EE5-6F3C-0194-60C0-EB242724AB28}"/>
                  </a:ext>
                </a:extLst>
              </p:cNvPr>
              <p:cNvCxnSpPr>
                <a:cxnSpLocks/>
                <a:stCxn id="97" idx="2"/>
                <a:endCxn id="100" idx="7"/>
              </p:cNvCxnSpPr>
              <p:nvPr/>
            </p:nvCxnSpPr>
            <p:spPr>
              <a:xfrm flipH="1">
                <a:off x="7453074" y="3404300"/>
                <a:ext cx="498500" cy="1556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0" name="Oval 99">
                <a:extLst>
                  <a:ext uri="{FF2B5EF4-FFF2-40B4-BE49-F238E27FC236}">
                    <a16:creationId xmlns:a16="http://schemas.microsoft.com/office/drawing/2014/main" id="{EBB24E00-4C0C-E39E-D45E-CB28F9CDE0A7}"/>
                  </a:ext>
                </a:extLst>
              </p:cNvPr>
              <p:cNvSpPr/>
              <p:nvPr/>
            </p:nvSpPr>
            <p:spPr>
              <a:xfrm>
                <a:off x="7257952" y="3526464"/>
                <a:ext cx="228600" cy="2286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a:solidFill>
                    <a:schemeClr val="tx1"/>
                  </a:solidFill>
                </a:endParaRPr>
              </a:p>
            </p:txBody>
          </p:sp>
          <p:cxnSp>
            <p:nvCxnSpPr>
              <p:cNvPr id="101" name="Straight Connector 100">
                <a:extLst>
                  <a:ext uri="{FF2B5EF4-FFF2-40B4-BE49-F238E27FC236}">
                    <a16:creationId xmlns:a16="http://schemas.microsoft.com/office/drawing/2014/main" id="{EF19D529-60BC-04C4-C7F9-F8CDD608C88E}"/>
                  </a:ext>
                </a:extLst>
              </p:cNvPr>
              <p:cNvCxnSpPr>
                <a:cxnSpLocks/>
                <a:stCxn id="98" idx="2"/>
                <a:endCxn id="100" idx="5"/>
              </p:cNvCxnSpPr>
              <p:nvPr/>
            </p:nvCxnSpPr>
            <p:spPr>
              <a:xfrm flipH="1" flipV="1">
                <a:off x="7453074" y="3721586"/>
                <a:ext cx="498499" cy="1556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2" name="Graphic 2">
                <a:extLst>
                  <a:ext uri="{FF2B5EF4-FFF2-40B4-BE49-F238E27FC236}">
                    <a16:creationId xmlns:a16="http://schemas.microsoft.com/office/drawing/2014/main" id="{A5031F51-4020-3E27-409D-35396E41E57F}"/>
                  </a:ext>
                </a:extLst>
              </p:cNvPr>
              <p:cNvGrpSpPr>
                <a:grpSpLocks noChangeAspect="1"/>
              </p:cNvGrpSpPr>
              <p:nvPr/>
            </p:nvGrpSpPr>
            <p:grpSpPr>
              <a:xfrm>
                <a:off x="7319707" y="3575043"/>
                <a:ext cx="101866" cy="129497"/>
                <a:chOff x="5910729" y="3152577"/>
                <a:chExt cx="358962" cy="456335"/>
              </a:xfrm>
              <a:solidFill>
                <a:schemeClr val="bg1"/>
              </a:solidFill>
            </p:grpSpPr>
            <p:sp>
              <p:nvSpPr>
                <p:cNvPr id="105" name="Freeform: Shape 104">
                  <a:extLst>
                    <a:ext uri="{FF2B5EF4-FFF2-40B4-BE49-F238E27FC236}">
                      <a16:creationId xmlns:a16="http://schemas.microsoft.com/office/drawing/2014/main" id="{FCCA3C97-506C-AE8C-CA21-2F6A3715221D}"/>
                    </a:ext>
                  </a:extLst>
                </p:cNvPr>
                <p:cNvSpPr/>
                <p:nvPr/>
              </p:nvSpPr>
              <p:spPr>
                <a:xfrm>
                  <a:off x="6062601" y="3400483"/>
                  <a:ext cx="57897" cy="208429"/>
                </a:xfrm>
                <a:custGeom>
                  <a:avLst/>
                  <a:gdLst>
                    <a:gd name="connsiteX0" fmla="*/ 58411 w 57897"/>
                    <a:gd name="connsiteY0" fmla="*/ 18 h 208429"/>
                    <a:gd name="connsiteX1" fmla="*/ 5725 w 57897"/>
                    <a:gd name="connsiteY1" fmla="*/ 18 h 208429"/>
                    <a:gd name="connsiteX2" fmla="*/ 514 w 57897"/>
                    <a:gd name="connsiteY2" fmla="*/ 3376 h 208429"/>
                    <a:gd name="connsiteX3" fmla="*/ 1325 w 57897"/>
                    <a:gd name="connsiteY3" fmla="*/ 9513 h 208429"/>
                    <a:gd name="connsiteX4" fmla="*/ 26220 w 57897"/>
                    <a:gd name="connsiteY4" fmla="*/ 38346 h 208429"/>
                    <a:gd name="connsiteX5" fmla="*/ 2367 w 57897"/>
                    <a:gd name="connsiteY5" fmla="*/ 179499 h 208429"/>
                    <a:gd name="connsiteX6" fmla="*/ 3640 w 57897"/>
                    <a:gd name="connsiteY6" fmla="*/ 184131 h 208429"/>
                    <a:gd name="connsiteX7" fmla="*/ 28073 w 57897"/>
                    <a:gd name="connsiteY7" fmla="*/ 213195 h 208429"/>
                    <a:gd name="connsiteX8" fmla="*/ 32473 w 57897"/>
                    <a:gd name="connsiteY8" fmla="*/ 215279 h 208429"/>
                    <a:gd name="connsiteX9" fmla="*/ 32473 w 57897"/>
                    <a:gd name="connsiteY9" fmla="*/ 215279 h 208429"/>
                    <a:gd name="connsiteX10" fmla="*/ 36989 w 57897"/>
                    <a:gd name="connsiteY10" fmla="*/ 213079 h 208429"/>
                    <a:gd name="connsiteX11" fmla="*/ 60959 w 57897"/>
                    <a:gd name="connsiteY11" fmla="*/ 183552 h 208429"/>
                    <a:gd name="connsiteX12" fmla="*/ 62116 w 57897"/>
                    <a:gd name="connsiteY12" fmla="*/ 178920 h 208429"/>
                    <a:gd name="connsiteX13" fmla="*/ 38958 w 57897"/>
                    <a:gd name="connsiteY13" fmla="*/ 37535 h 208429"/>
                    <a:gd name="connsiteX14" fmla="*/ 63159 w 57897"/>
                    <a:gd name="connsiteY14" fmla="*/ 9513 h 208429"/>
                    <a:gd name="connsiteX15" fmla="*/ 63969 w 57897"/>
                    <a:gd name="connsiteY15" fmla="*/ 3376 h 208429"/>
                    <a:gd name="connsiteX16" fmla="*/ 58411 w 57897"/>
                    <a:gd name="connsiteY16" fmla="*/ 18 h 208429"/>
                    <a:gd name="connsiteX17" fmla="*/ 32357 w 57897"/>
                    <a:gd name="connsiteY17" fmla="*/ 200342 h 208429"/>
                    <a:gd name="connsiteX18" fmla="*/ 14294 w 57897"/>
                    <a:gd name="connsiteY18" fmla="*/ 178804 h 208429"/>
                    <a:gd name="connsiteX19" fmla="*/ 32473 w 57897"/>
                    <a:gd name="connsiteY19" fmla="*/ 71231 h 208429"/>
                    <a:gd name="connsiteX20" fmla="*/ 50305 w 57897"/>
                    <a:gd name="connsiteY20" fmla="*/ 178225 h 208429"/>
                    <a:gd name="connsiteX21" fmla="*/ 32357 w 57897"/>
                    <a:gd name="connsiteY21" fmla="*/ 27346 h 208429"/>
                    <a:gd name="connsiteX22" fmla="*/ 18694 w 57897"/>
                    <a:gd name="connsiteY22" fmla="*/ 11598 h 208429"/>
                    <a:gd name="connsiteX23" fmla="*/ 46021 w 57897"/>
                    <a:gd name="connsiteY23" fmla="*/ 11598 h 20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897" h="208429">
                      <a:moveTo>
                        <a:pt x="58411" y="18"/>
                      </a:moveTo>
                      <a:lnTo>
                        <a:pt x="5725" y="18"/>
                      </a:lnTo>
                      <a:cubicBezTo>
                        <a:pt x="3476" y="5"/>
                        <a:pt x="1432" y="1323"/>
                        <a:pt x="514" y="3376"/>
                      </a:cubicBezTo>
                      <a:cubicBezTo>
                        <a:pt x="-395" y="5411"/>
                        <a:pt x="-82" y="7784"/>
                        <a:pt x="1325" y="9513"/>
                      </a:cubicBezTo>
                      <a:lnTo>
                        <a:pt x="26220" y="38346"/>
                      </a:lnTo>
                      <a:lnTo>
                        <a:pt x="2367" y="179499"/>
                      </a:lnTo>
                      <a:cubicBezTo>
                        <a:pt x="2131" y="181152"/>
                        <a:pt x="2591" y="182830"/>
                        <a:pt x="3640" y="184131"/>
                      </a:cubicBezTo>
                      <a:lnTo>
                        <a:pt x="28073" y="213195"/>
                      </a:lnTo>
                      <a:cubicBezTo>
                        <a:pt x="29152" y="214516"/>
                        <a:pt x="30768" y="215281"/>
                        <a:pt x="32473" y="215279"/>
                      </a:cubicBezTo>
                      <a:lnTo>
                        <a:pt x="32473" y="215279"/>
                      </a:lnTo>
                      <a:cubicBezTo>
                        <a:pt x="34231" y="215255"/>
                        <a:pt x="35887" y="214448"/>
                        <a:pt x="36989" y="213079"/>
                      </a:cubicBezTo>
                      <a:lnTo>
                        <a:pt x="60959" y="183552"/>
                      </a:lnTo>
                      <a:cubicBezTo>
                        <a:pt x="62022" y="182260"/>
                        <a:pt x="62446" y="180559"/>
                        <a:pt x="62116" y="178920"/>
                      </a:cubicBezTo>
                      <a:lnTo>
                        <a:pt x="38958" y="37535"/>
                      </a:lnTo>
                      <a:lnTo>
                        <a:pt x="63159" y="9513"/>
                      </a:lnTo>
                      <a:cubicBezTo>
                        <a:pt x="64679" y="7835"/>
                        <a:pt x="65002" y="5391"/>
                        <a:pt x="63969" y="3376"/>
                      </a:cubicBezTo>
                      <a:cubicBezTo>
                        <a:pt x="63031" y="1178"/>
                        <a:pt x="60793" y="-174"/>
                        <a:pt x="58411" y="18"/>
                      </a:cubicBezTo>
                      <a:close/>
                      <a:moveTo>
                        <a:pt x="32357" y="200342"/>
                      </a:moveTo>
                      <a:lnTo>
                        <a:pt x="14294" y="178804"/>
                      </a:lnTo>
                      <a:lnTo>
                        <a:pt x="32473" y="71231"/>
                      </a:lnTo>
                      <a:lnTo>
                        <a:pt x="50305" y="178225"/>
                      </a:lnTo>
                      <a:close/>
                      <a:moveTo>
                        <a:pt x="32357" y="27346"/>
                      </a:moveTo>
                      <a:lnTo>
                        <a:pt x="18694" y="11598"/>
                      </a:lnTo>
                      <a:lnTo>
                        <a:pt x="46021" y="11598"/>
                      </a:lnTo>
                      <a:close/>
                    </a:path>
                  </a:pathLst>
                </a:custGeom>
                <a:grpFill/>
                <a:ln w="11311" cap="flat">
                  <a:noFill/>
                  <a:prstDash val="solid"/>
                  <a:miter/>
                </a:ln>
              </p:spPr>
              <p:txBody>
                <a:bodyPr rtlCol="0" anchor="ctr"/>
                <a:lstStyle/>
                <a:p>
                  <a:endParaRPr lang="de-DE"/>
                </a:p>
              </p:txBody>
            </p:sp>
            <p:sp>
              <p:nvSpPr>
                <p:cNvPr id="106" name="Freeform: Shape 105">
                  <a:extLst>
                    <a:ext uri="{FF2B5EF4-FFF2-40B4-BE49-F238E27FC236}">
                      <a16:creationId xmlns:a16="http://schemas.microsoft.com/office/drawing/2014/main" id="{4A1F8DD9-414A-E93C-44A7-AE92CDBC9275}"/>
                    </a:ext>
                  </a:extLst>
                </p:cNvPr>
                <p:cNvSpPr/>
                <p:nvPr/>
              </p:nvSpPr>
              <p:spPr>
                <a:xfrm>
                  <a:off x="5910729" y="3152577"/>
                  <a:ext cx="358962" cy="393700"/>
                </a:xfrm>
                <a:custGeom>
                  <a:avLst/>
                  <a:gdLst>
                    <a:gd name="connsiteX0" fmla="*/ 368110 w 358961"/>
                    <a:gd name="connsiteY0" fmla="*/ 340327 h 393699"/>
                    <a:gd name="connsiteX1" fmla="*/ 368110 w 358961"/>
                    <a:gd name="connsiteY1" fmla="*/ 338590 h 393699"/>
                    <a:gd name="connsiteX2" fmla="*/ 272927 w 358961"/>
                    <a:gd name="connsiteY2" fmla="*/ 241671 h 393699"/>
                    <a:gd name="connsiteX3" fmla="*/ 231585 w 358961"/>
                    <a:gd name="connsiteY3" fmla="*/ 198277 h 393699"/>
                    <a:gd name="connsiteX4" fmla="*/ 231589 w 358961"/>
                    <a:gd name="connsiteY4" fmla="*/ 198132 h 393699"/>
                    <a:gd name="connsiteX5" fmla="*/ 232284 w 358961"/>
                    <a:gd name="connsiteY5" fmla="*/ 190374 h 393699"/>
                    <a:gd name="connsiteX6" fmla="*/ 241431 w 358961"/>
                    <a:gd name="connsiteY6" fmla="*/ 182037 h 393699"/>
                    <a:gd name="connsiteX7" fmla="*/ 267138 w 358961"/>
                    <a:gd name="connsiteY7" fmla="*/ 111750 h 393699"/>
                    <a:gd name="connsiteX8" fmla="*/ 268296 w 358961"/>
                    <a:gd name="connsiteY8" fmla="*/ 104223 h 393699"/>
                    <a:gd name="connsiteX9" fmla="*/ 268296 w 358961"/>
                    <a:gd name="connsiteY9" fmla="*/ 58600 h 393699"/>
                    <a:gd name="connsiteX10" fmla="*/ 183650 w 358961"/>
                    <a:gd name="connsiteY10" fmla="*/ 9 h 393699"/>
                    <a:gd name="connsiteX11" fmla="*/ 99931 w 358961"/>
                    <a:gd name="connsiteY11" fmla="*/ 58948 h 393699"/>
                    <a:gd name="connsiteX12" fmla="*/ 99931 w 358961"/>
                    <a:gd name="connsiteY12" fmla="*/ 104223 h 393699"/>
                    <a:gd name="connsiteX13" fmla="*/ 99931 w 358961"/>
                    <a:gd name="connsiteY13" fmla="*/ 107581 h 393699"/>
                    <a:gd name="connsiteX14" fmla="*/ 127374 w 358961"/>
                    <a:gd name="connsiteY14" fmla="*/ 180879 h 393699"/>
                    <a:gd name="connsiteX15" fmla="*/ 134669 w 358961"/>
                    <a:gd name="connsiteY15" fmla="*/ 187826 h 393699"/>
                    <a:gd name="connsiteX16" fmla="*/ 135827 w 358961"/>
                    <a:gd name="connsiteY16" fmla="*/ 197785 h 393699"/>
                    <a:gd name="connsiteX17" fmla="*/ 94604 w 358961"/>
                    <a:gd name="connsiteY17" fmla="*/ 241323 h 393699"/>
                    <a:gd name="connsiteX18" fmla="*/ 1 w 358961"/>
                    <a:gd name="connsiteY18" fmla="*/ 338590 h 393699"/>
                    <a:gd name="connsiteX19" fmla="*/ 1 w 358961"/>
                    <a:gd name="connsiteY19" fmla="*/ 345885 h 393699"/>
                    <a:gd name="connsiteX20" fmla="*/ 1 w 358961"/>
                    <a:gd name="connsiteY20" fmla="*/ 388034 h 393699"/>
                    <a:gd name="connsiteX21" fmla="*/ 5790 w 358961"/>
                    <a:gd name="connsiteY21" fmla="*/ 393708 h 393699"/>
                    <a:gd name="connsiteX22" fmla="*/ 5790 w 358961"/>
                    <a:gd name="connsiteY22" fmla="*/ 393708 h 393699"/>
                    <a:gd name="connsiteX23" fmla="*/ 11581 w 358961"/>
                    <a:gd name="connsiteY23" fmla="*/ 387920 h 393699"/>
                    <a:gd name="connsiteX24" fmla="*/ 11580 w 358961"/>
                    <a:gd name="connsiteY24" fmla="*/ 387803 h 393699"/>
                    <a:gd name="connsiteX25" fmla="*/ 11580 w 358961"/>
                    <a:gd name="connsiteY25" fmla="*/ 345885 h 393699"/>
                    <a:gd name="connsiteX26" fmla="*/ 11580 w 358961"/>
                    <a:gd name="connsiteY26" fmla="*/ 338822 h 393699"/>
                    <a:gd name="connsiteX27" fmla="*/ 95183 w 358961"/>
                    <a:gd name="connsiteY27" fmla="*/ 253250 h 393699"/>
                    <a:gd name="connsiteX28" fmla="*/ 147986 w 358961"/>
                    <a:gd name="connsiteY28" fmla="*/ 198132 h 393699"/>
                    <a:gd name="connsiteX29" fmla="*/ 147986 w 358961"/>
                    <a:gd name="connsiteY29" fmla="*/ 196164 h 393699"/>
                    <a:gd name="connsiteX30" fmla="*/ 185040 w 358961"/>
                    <a:gd name="connsiteY30" fmla="*/ 204964 h 393699"/>
                    <a:gd name="connsiteX31" fmla="*/ 186082 w 358961"/>
                    <a:gd name="connsiteY31" fmla="*/ 204964 h 393699"/>
                    <a:gd name="connsiteX32" fmla="*/ 220820 w 358961"/>
                    <a:gd name="connsiteY32" fmla="*/ 197553 h 393699"/>
                    <a:gd name="connsiteX33" fmla="*/ 220820 w 358961"/>
                    <a:gd name="connsiteY33" fmla="*/ 198132 h 393699"/>
                    <a:gd name="connsiteX34" fmla="*/ 273506 w 358961"/>
                    <a:gd name="connsiteY34" fmla="*/ 253250 h 393699"/>
                    <a:gd name="connsiteX35" fmla="*/ 357110 w 358961"/>
                    <a:gd name="connsiteY35" fmla="*/ 338822 h 393699"/>
                    <a:gd name="connsiteX36" fmla="*/ 357110 w 358961"/>
                    <a:gd name="connsiteY36" fmla="*/ 341369 h 393699"/>
                    <a:gd name="connsiteX37" fmla="*/ 357110 w 358961"/>
                    <a:gd name="connsiteY37" fmla="*/ 387687 h 393699"/>
                    <a:gd name="connsiteX38" fmla="*/ 362899 w 358961"/>
                    <a:gd name="connsiteY38" fmla="*/ 393477 h 393699"/>
                    <a:gd name="connsiteX39" fmla="*/ 362899 w 358961"/>
                    <a:gd name="connsiteY39" fmla="*/ 393477 h 393699"/>
                    <a:gd name="connsiteX40" fmla="*/ 368689 w 358961"/>
                    <a:gd name="connsiteY40" fmla="*/ 387687 h 393699"/>
                    <a:gd name="connsiteX41" fmla="*/ 368110 w 358961"/>
                    <a:gd name="connsiteY41" fmla="*/ 340327 h 393699"/>
                    <a:gd name="connsiteX42" fmla="*/ 185271 w 358961"/>
                    <a:gd name="connsiteY42" fmla="*/ 193385 h 393699"/>
                    <a:gd name="connsiteX43" fmla="*/ 185271 w 358961"/>
                    <a:gd name="connsiteY43" fmla="*/ 193385 h 393699"/>
                    <a:gd name="connsiteX44" fmla="*/ 136754 w 358961"/>
                    <a:gd name="connsiteY44" fmla="*/ 173700 h 393699"/>
                    <a:gd name="connsiteX45" fmla="*/ 111974 w 358961"/>
                    <a:gd name="connsiteY45" fmla="*/ 105960 h 393699"/>
                    <a:gd name="connsiteX46" fmla="*/ 111395 w 358961"/>
                    <a:gd name="connsiteY46" fmla="*/ 102602 h 393699"/>
                    <a:gd name="connsiteX47" fmla="*/ 111395 w 358961"/>
                    <a:gd name="connsiteY47" fmla="*/ 61264 h 393699"/>
                    <a:gd name="connsiteX48" fmla="*/ 183882 w 358961"/>
                    <a:gd name="connsiteY48" fmla="*/ 11588 h 393699"/>
                    <a:gd name="connsiteX49" fmla="*/ 257064 w 358961"/>
                    <a:gd name="connsiteY49" fmla="*/ 61264 h 393699"/>
                    <a:gd name="connsiteX50" fmla="*/ 257064 w 358961"/>
                    <a:gd name="connsiteY50" fmla="*/ 102602 h 393699"/>
                    <a:gd name="connsiteX51" fmla="*/ 255906 w 358961"/>
                    <a:gd name="connsiteY51" fmla="*/ 110013 h 393699"/>
                    <a:gd name="connsiteX52" fmla="*/ 232747 w 358961"/>
                    <a:gd name="connsiteY52" fmla="*/ 174510 h 393699"/>
                    <a:gd name="connsiteX53" fmla="*/ 185271 w 358961"/>
                    <a:gd name="connsiteY53" fmla="*/ 193385 h 393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58961" h="393699">
                      <a:moveTo>
                        <a:pt x="368110" y="340327"/>
                      </a:moveTo>
                      <a:lnTo>
                        <a:pt x="368110" y="338590"/>
                      </a:lnTo>
                      <a:cubicBezTo>
                        <a:pt x="368181" y="285708"/>
                        <a:pt x="325801" y="242557"/>
                        <a:pt x="272927" y="241671"/>
                      </a:cubicBezTo>
                      <a:cubicBezTo>
                        <a:pt x="249528" y="241104"/>
                        <a:pt x="231018" y="221675"/>
                        <a:pt x="231585" y="198277"/>
                      </a:cubicBezTo>
                      <a:cubicBezTo>
                        <a:pt x="231587" y="198228"/>
                        <a:pt x="231588" y="198181"/>
                        <a:pt x="231589" y="198132"/>
                      </a:cubicBezTo>
                      <a:cubicBezTo>
                        <a:pt x="231590" y="195530"/>
                        <a:pt x="231823" y="192934"/>
                        <a:pt x="232284" y="190374"/>
                      </a:cubicBezTo>
                      <a:cubicBezTo>
                        <a:pt x="235631" y="187940"/>
                        <a:pt x="238699" y="185145"/>
                        <a:pt x="241431" y="182037"/>
                      </a:cubicBezTo>
                      <a:cubicBezTo>
                        <a:pt x="259495" y="161078"/>
                        <a:pt x="263895" y="132593"/>
                        <a:pt x="267138" y="111750"/>
                      </a:cubicBezTo>
                      <a:lnTo>
                        <a:pt x="268296" y="104223"/>
                      </a:lnTo>
                      <a:cubicBezTo>
                        <a:pt x="270893" y="89126"/>
                        <a:pt x="270893" y="73697"/>
                        <a:pt x="268296" y="58600"/>
                      </a:cubicBezTo>
                      <a:cubicBezTo>
                        <a:pt x="255442" y="-2076"/>
                        <a:pt x="183998" y="9"/>
                        <a:pt x="183650" y="9"/>
                      </a:cubicBezTo>
                      <a:cubicBezTo>
                        <a:pt x="183303" y="9"/>
                        <a:pt x="112321" y="-1613"/>
                        <a:pt x="99931" y="58948"/>
                      </a:cubicBezTo>
                      <a:cubicBezTo>
                        <a:pt x="97509" y="73942"/>
                        <a:pt x="97509" y="89229"/>
                        <a:pt x="99931" y="104223"/>
                      </a:cubicBezTo>
                      <a:lnTo>
                        <a:pt x="99931" y="107581"/>
                      </a:lnTo>
                      <a:cubicBezTo>
                        <a:pt x="103405" y="129119"/>
                        <a:pt x="108268" y="158646"/>
                        <a:pt x="127374" y="180879"/>
                      </a:cubicBezTo>
                      <a:cubicBezTo>
                        <a:pt x="129632" y="183371"/>
                        <a:pt x="132070" y="185692"/>
                        <a:pt x="134669" y="187826"/>
                      </a:cubicBezTo>
                      <a:cubicBezTo>
                        <a:pt x="135403" y="191097"/>
                        <a:pt x="135792" y="194434"/>
                        <a:pt x="135827" y="197785"/>
                      </a:cubicBezTo>
                      <a:cubicBezTo>
                        <a:pt x="136411" y="221169"/>
                        <a:pt x="117987" y="240630"/>
                        <a:pt x="94604" y="241323"/>
                      </a:cubicBezTo>
                      <a:cubicBezTo>
                        <a:pt x="41848" y="242584"/>
                        <a:pt x="-203" y="285819"/>
                        <a:pt x="1" y="338590"/>
                      </a:cubicBezTo>
                      <a:lnTo>
                        <a:pt x="1" y="345885"/>
                      </a:lnTo>
                      <a:cubicBezTo>
                        <a:pt x="1" y="358970"/>
                        <a:pt x="1" y="374602"/>
                        <a:pt x="1" y="388034"/>
                      </a:cubicBezTo>
                      <a:cubicBezTo>
                        <a:pt x="123" y="391161"/>
                        <a:pt x="2662" y="393649"/>
                        <a:pt x="5790" y="393708"/>
                      </a:cubicBezTo>
                      <a:lnTo>
                        <a:pt x="5790" y="393708"/>
                      </a:lnTo>
                      <a:cubicBezTo>
                        <a:pt x="8988" y="393709"/>
                        <a:pt x="11581" y="391117"/>
                        <a:pt x="11581" y="387920"/>
                      </a:cubicBezTo>
                      <a:cubicBezTo>
                        <a:pt x="11581" y="387880"/>
                        <a:pt x="11581" y="387842"/>
                        <a:pt x="11580" y="387803"/>
                      </a:cubicBezTo>
                      <a:cubicBezTo>
                        <a:pt x="11580" y="374486"/>
                        <a:pt x="11580" y="358970"/>
                        <a:pt x="11580" y="345885"/>
                      </a:cubicBezTo>
                      <a:lnTo>
                        <a:pt x="11580" y="338822"/>
                      </a:lnTo>
                      <a:cubicBezTo>
                        <a:pt x="11444" y="292270"/>
                        <a:pt x="48641" y="254197"/>
                        <a:pt x="95183" y="253250"/>
                      </a:cubicBezTo>
                      <a:cubicBezTo>
                        <a:pt x="124960" y="252554"/>
                        <a:pt x="148568" y="227911"/>
                        <a:pt x="147986" y="198132"/>
                      </a:cubicBezTo>
                      <a:cubicBezTo>
                        <a:pt x="147986" y="197553"/>
                        <a:pt x="147986" y="196858"/>
                        <a:pt x="147986" y="196164"/>
                      </a:cubicBezTo>
                      <a:cubicBezTo>
                        <a:pt x="159571" y="201697"/>
                        <a:pt x="172203" y="204698"/>
                        <a:pt x="185040" y="204964"/>
                      </a:cubicBezTo>
                      <a:lnTo>
                        <a:pt x="186082" y="204964"/>
                      </a:lnTo>
                      <a:cubicBezTo>
                        <a:pt x="198044" y="204884"/>
                        <a:pt x="209866" y="202362"/>
                        <a:pt x="220820" y="197553"/>
                      </a:cubicBezTo>
                      <a:lnTo>
                        <a:pt x="220820" y="198132"/>
                      </a:lnTo>
                      <a:cubicBezTo>
                        <a:pt x="220238" y="227867"/>
                        <a:pt x="243775" y="252492"/>
                        <a:pt x="273506" y="253250"/>
                      </a:cubicBezTo>
                      <a:cubicBezTo>
                        <a:pt x="320075" y="254136"/>
                        <a:pt x="357308" y="292245"/>
                        <a:pt x="357110" y="338822"/>
                      </a:cubicBezTo>
                      <a:lnTo>
                        <a:pt x="357110" y="341369"/>
                      </a:lnTo>
                      <a:cubicBezTo>
                        <a:pt x="357110" y="357696"/>
                        <a:pt x="357110" y="374023"/>
                        <a:pt x="357110" y="387687"/>
                      </a:cubicBezTo>
                      <a:cubicBezTo>
                        <a:pt x="357110" y="390884"/>
                        <a:pt x="359702" y="393477"/>
                        <a:pt x="362899" y="393477"/>
                      </a:cubicBezTo>
                      <a:lnTo>
                        <a:pt x="362899" y="393477"/>
                      </a:lnTo>
                      <a:cubicBezTo>
                        <a:pt x="366096" y="393477"/>
                        <a:pt x="368689" y="390884"/>
                        <a:pt x="368689" y="387687"/>
                      </a:cubicBezTo>
                      <a:cubicBezTo>
                        <a:pt x="368342" y="374023"/>
                        <a:pt x="368342" y="357580"/>
                        <a:pt x="368110" y="340327"/>
                      </a:cubicBezTo>
                      <a:close/>
                      <a:moveTo>
                        <a:pt x="185271" y="193385"/>
                      </a:moveTo>
                      <a:lnTo>
                        <a:pt x="185271" y="193385"/>
                      </a:lnTo>
                      <a:cubicBezTo>
                        <a:pt x="167165" y="193328"/>
                        <a:pt x="149780" y="186275"/>
                        <a:pt x="136754" y="173700"/>
                      </a:cubicBezTo>
                      <a:cubicBezTo>
                        <a:pt x="119732" y="153899"/>
                        <a:pt x="115795" y="126224"/>
                        <a:pt x="111974" y="105960"/>
                      </a:cubicBezTo>
                      <a:lnTo>
                        <a:pt x="111395" y="102602"/>
                      </a:lnTo>
                      <a:cubicBezTo>
                        <a:pt x="109222" y="88908"/>
                        <a:pt x="109222" y="74957"/>
                        <a:pt x="111395" y="61264"/>
                      </a:cubicBezTo>
                      <a:cubicBezTo>
                        <a:pt x="121816" y="10314"/>
                        <a:pt x="180871" y="11472"/>
                        <a:pt x="183882" y="11588"/>
                      </a:cubicBezTo>
                      <a:cubicBezTo>
                        <a:pt x="186892" y="11704"/>
                        <a:pt x="246295" y="9967"/>
                        <a:pt x="257064" y="61264"/>
                      </a:cubicBezTo>
                      <a:cubicBezTo>
                        <a:pt x="259274" y="74955"/>
                        <a:pt x="259274" y="88911"/>
                        <a:pt x="257064" y="102602"/>
                      </a:cubicBezTo>
                      <a:lnTo>
                        <a:pt x="255906" y="110013"/>
                      </a:lnTo>
                      <a:cubicBezTo>
                        <a:pt x="252663" y="130508"/>
                        <a:pt x="248726" y="156331"/>
                        <a:pt x="232747" y="174510"/>
                      </a:cubicBezTo>
                      <a:cubicBezTo>
                        <a:pt x="220062" y="186864"/>
                        <a:pt x="202976" y="193657"/>
                        <a:pt x="185271" y="193385"/>
                      </a:cubicBezTo>
                      <a:close/>
                    </a:path>
                  </a:pathLst>
                </a:custGeom>
                <a:grpFill/>
                <a:ln w="11311" cap="flat">
                  <a:noFill/>
                  <a:prstDash val="solid"/>
                  <a:miter/>
                </a:ln>
              </p:spPr>
              <p:txBody>
                <a:bodyPr rtlCol="0" anchor="ctr"/>
                <a:lstStyle/>
                <a:p>
                  <a:endParaRPr lang="de-DE"/>
                </a:p>
              </p:txBody>
            </p:sp>
          </p:grpSp>
          <p:pic>
            <p:nvPicPr>
              <p:cNvPr id="103" name="Graphic 102">
                <a:extLst>
                  <a:ext uri="{FF2B5EF4-FFF2-40B4-BE49-F238E27FC236}">
                    <a16:creationId xmlns:a16="http://schemas.microsoft.com/office/drawing/2014/main" id="{F1B3F79F-A6F1-5E8A-3DE8-879E0B7384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4768" y="3274448"/>
                <a:ext cx="259702" cy="259702"/>
              </a:xfrm>
              <a:prstGeom prst="rect">
                <a:avLst/>
              </a:prstGeom>
            </p:spPr>
          </p:pic>
          <p:pic>
            <p:nvPicPr>
              <p:cNvPr id="104" name="Graphic 103">
                <a:extLst>
                  <a:ext uri="{FF2B5EF4-FFF2-40B4-BE49-F238E27FC236}">
                    <a16:creationId xmlns:a16="http://schemas.microsoft.com/office/drawing/2014/main" id="{F9B867F6-06B6-4CB2-5832-D98021F367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4767" y="3747378"/>
                <a:ext cx="259702" cy="259702"/>
              </a:xfrm>
              <a:prstGeom prst="rect">
                <a:avLst/>
              </a:prstGeom>
            </p:spPr>
          </p:pic>
        </p:grpSp>
        <p:grpSp>
          <p:nvGrpSpPr>
            <p:cNvPr id="51" name="Group 50">
              <a:extLst>
                <a:ext uri="{FF2B5EF4-FFF2-40B4-BE49-F238E27FC236}">
                  <a16:creationId xmlns:a16="http://schemas.microsoft.com/office/drawing/2014/main" id="{E75A6B08-4016-C918-B67A-D84B7BD17FAD}"/>
                </a:ext>
              </a:extLst>
            </p:cNvPr>
            <p:cNvGrpSpPr>
              <a:grpSpLocks noChangeAspect="1"/>
            </p:cNvGrpSpPr>
            <p:nvPr/>
          </p:nvGrpSpPr>
          <p:grpSpPr>
            <a:xfrm>
              <a:off x="9890922" y="2623637"/>
              <a:ext cx="963332" cy="716331"/>
              <a:chOff x="9574855" y="3216841"/>
              <a:chExt cx="977394" cy="725119"/>
            </a:xfrm>
          </p:grpSpPr>
          <p:sp>
            <p:nvSpPr>
              <p:cNvPr id="91" name="Graphic 2">
                <a:extLst>
                  <a:ext uri="{FF2B5EF4-FFF2-40B4-BE49-F238E27FC236}">
                    <a16:creationId xmlns:a16="http://schemas.microsoft.com/office/drawing/2014/main" id="{771A1CE1-C1B3-E9AF-35E1-FE4CF56167F2}"/>
                  </a:ext>
                </a:extLst>
              </p:cNvPr>
              <p:cNvSpPr>
                <a:spLocks noChangeAspect="1"/>
              </p:cNvSpPr>
              <p:nvPr/>
            </p:nvSpPr>
            <p:spPr>
              <a:xfrm>
                <a:off x="9574855" y="3216841"/>
                <a:ext cx="586662" cy="712373"/>
              </a:xfrm>
              <a:custGeom>
                <a:avLst/>
                <a:gdLst>
                  <a:gd name="connsiteX0" fmla="*/ 190720 w 381439"/>
                  <a:gd name="connsiteY0" fmla="*/ 463175 h 463175"/>
                  <a:gd name="connsiteX1" fmla="*/ 187178 w 381439"/>
                  <a:gd name="connsiteY1" fmla="*/ 462222 h 463175"/>
                  <a:gd name="connsiteX2" fmla="*/ 71384 w 381439"/>
                  <a:gd name="connsiteY2" fmla="*/ 391383 h 463175"/>
                  <a:gd name="connsiteX3" fmla="*/ 0 w 381439"/>
                  <a:gd name="connsiteY3" fmla="*/ 267143 h 463175"/>
                  <a:gd name="connsiteX4" fmla="*/ 0 w 381439"/>
                  <a:gd name="connsiteY4" fmla="*/ 87595 h 463175"/>
                  <a:gd name="connsiteX5" fmla="*/ 6811 w 381439"/>
                  <a:gd name="connsiteY5" fmla="*/ 80783 h 463175"/>
                  <a:gd name="connsiteX6" fmla="*/ 185679 w 381439"/>
                  <a:gd name="connsiteY6" fmla="*/ 2316 h 463175"/>
                  <a:gd name="connsiteX7" fmla="*/ 190720 w 381439"/>
                  <a:gd name="connsiteY7" fmla="*/ 0 h 463175"/>
                  <a:gd name="connsiteX8" fmla="*/ 190720 w 381439"/>
                  <a:gd name="connsiteY8" fmla="*/ 0 h 463175"/>
                  <a:gd name="connsiteX9" fmla="*/ 195760 w 381439"/>
                  <a:gd name="connsiteY9" fmla="*/ 2316 h 463175"/>
                  <a:gd name="connsiteX10" fmla="*/ 374628 w 381439"/>
                  <a:gd name="connsiteY10" fmla="*/ 80783 h 463175"/>
                  <a:gd name="connsiteX11" fmla="*/ 381439 w 381439"/>
                  <a:gd name="connsiteY11" fmla="*/ 87595 h 463175"/>
                  <a:gd name="connsiteX12" fmla="*/ 381439 w 381439"/>
                  <a:gd name="connsiteY12" fmla="*/ 267143 h 463175"/>
                  <a:gd name="connsiteX13" fmla="*/ 310055 w 381439"/>
                  <a:gd name="connsiteY13" fmla="*/ 391383 h 463175"/>
                  <a:gd name="connsiteX14" fmla="*/ 194261 w 381439"/>
                  <a:gd name="connsiteY14" fmla="*/ 462222 h 463175"/>
                  <a:gd name="connsiteX15" fmla="*/ 190720 w 381439"/>
                  <a:gd name="connsiteY15" fmla="*/ 463175 h 463175"/>
                  <a:gd name="connsiteX16" fmla="*/ 13623 w 381439"/>
                  <a:gd name="connsiteY16" fmla="*/ 94270 h 463175"/>
                  <a:gd name="connsiteX17" fmla="*/ 13623 w 381439"/>
                  <a:gd name="connsiteY17" fmla="*/ 267143 h 463175"/>
                  <a:gd name="connsiteX18" fmla="*/ 78331 w 381439"/>
                  <a:gd name="connsiteY18" fmla="*/ 379667 h 463175"/>
                  <a:gd name="connsiteX19" fmla="*/ 190720 w 381439"/>
                  <a:gd name="connsiteY19" fmla="*/ 447781 h 463175"/>
                  <a:gd name="connsiteX20" fmla="*/ 302972 w 381439"/>
                  <a:gd name="connsiteY20" fmla="*/ 379667 h 463175"/>
                  <a:gd name="connsiteX21" fmla="*/ 367816 w 381439"/>
                  <a:gd name="connsiteY21" fmla="*/ 267143 h 463175"/>
                  <a:gd name="connsiteX22" fmla="*/ 367816 w 381439"/>
                  <a:gd name="connsiteY22" fmla="*/ 94270 h 463175"/>
                  <a:gd name="connsiteX23" fmla="*/ 190720 w 381439"/>
                  <a:gd name="connsiteY23" fmla="*/ 16892 h 463175"/>
                  <a:gd name="connsiteX24" fmla="*/ 13623 w 381439"/>
                  <a:gd name="connsiteY24" fmla="*/ 94270 h 4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1439" h="463175">
                    <a:moveTo>
                      <a:pt x="190720" y="463175"/>
                    </a:moveTo>
                    <a:cubicBezTo>
                      <a:pt x="189472" y="463201"/>
                      <a:pt x="188243" y="462871"/>
                      <a:pt x="187178" y="462222"/>
                    </a:cubicBezTo>
                    <a:lnTo>
                      <a:pt x="71384" y="391383"/>
                    </a:lnTo>
                    <a:cubicBezTo>
                      <a:pt x="27372" y="365429"/>
                      <a:pt x="257" y="318237"/>
                      <a:pt x="0" y="267143"/>
                    </a:cubicBezTo>
                    <a:lnTo>
                      <a:pt x="0" y="87595"/>
                    </a:lnTo>
                    <a:cubicBezTo>
                      <a:pt x="0" y="83833"/>
                      <a:pt x="3050" y="80783"/>
                      <a:pt x="6811" y="80783"/>
                    </a:cubicBezTo>
                    <a:cubicBezTo>
                      <a:pt x="74551" y="79704"/>
                      <a:pt x="139010" y="51426"/>
                      <a:pt x="185679" y="2316"/>
                    </a:cubicBezTo>
                    <a:cubicBezTo>
                      <a:pt x="186932" y="834"/>
                      <a:pt x="188780" y="-14"/>
                      <a:pt x="190720" y="0"/>
                    </a:cubicBezTo>
                    <a:lnTo>
                      <a:pt x="190720" y="0"/>
                    </a:lnTo>
                    <a:cubicBezTo>
                      <a:pt x="192659" y="-14"/>
                      <a:pt x="194507" y="834"/>
                      <a:pt x="195760" y="2316"/>
                    </a:cubicBezTo>
                    <a:cubicBezTo>
                      <a:pt x="242429" y="51426"/>
                      <a:pt x="306888" y="79704"/>
                      <a:pt x="374628" y="80783"/>
                    </a:cubicBezTo>
                    <a:cubicBezTo>
                      <a:pt x="378389" y="80783"/>
                      <a:pt x="381439" y="83833"/>
                      <a:pt x="381439" y="87595"/>
                    </a:cubicBezTo>
                    <a:lnTo>
                      <a:pt x="381439" y="267143"/>
                    </a:lnTo>
                    <a:cubicBezTo>
                      <a:pt x="381182" y="318237"/>
                      <a:pt x="354067" y="365429"/>
                      <a:pt x="310055" y="391383"/>
                    </a:cubicBezTo>
                    <a:lnTo>
                      <a:pt x="194261" y="462222"/>
                    </a:lnTo>
                    <a:cubicBezTo>
                      <a:pt x="193196" y="462871"/>
                      <a:pt x="191967" y="463201"/>
                      <a:pt x="190720" y="463175"/>
                    </a:cubicBezTo>
                    <a:close/>
                    <a:moveTo>
                      <a:pt x="13623" y="94270"/>
                    </a:moveTo>
                    <a:lnTo>
                      <a:pt x="13623" y="267143"/>
                    </a:lnTo>
                    <a:cubicBezTo>
                      <a:pt x="13852" y="313435"/>
                      <a:pt x="38437" y="356186"/>
                      <a:pt x="78331" y="379667"/>
                    </a:cubicBezTo>
                    <a:lnTo>
                      <a:pt x="190720" y="447781"/>
                    </a:lnTo>
                    <a:lnTo>
                      <a:pt x="302972" y="379667"/>
                    </a:lnTo>
                    <a:cubicBezTo>
                      <a:pt x="342938" y="356240"/>
                      <a:pt x="367586" y="313470"/>
                      <a:pt x="367816" y="267143"/>
                    </a:cubicBezTo>
                    <a:lnTo>
                      <a:pt x="367816" y="94270"/>
                    </a:lnTo>
                    <a:cubicBezTo>
                      <a:pt x="301229" y="91340"/>
                      <a:pt x="238109" y="63761"/>
                      <a:pt x="190720" y="16892"/>
                    </a:cubicBezTo>
                    <a:cubicBezTo>
                      <a:pt x="143315" y="63739"/>
                      <a:pt x="80204" y="91314"/>
                      <a:pt x="13623" y="94270"/>
                    </a:cubicBezTo>
                    <a:close/>
                  </a:path>
                </a:pathLst>
              </a:custGeom>
              <a:solidFill>
                <a:schemeClr val="bg1"/>
              </a:solidFill>
              <a:ln w="13607" cap="flat">
                <a:noFill/>
                <a:prstDash val="solid"/>
                <a:miter/>
              </a:ln>
            </p:spPr>
            <p:txBody>
              <a:bodyPr rtlCol="0" anchor="ctr"/>
              <a:lstStyle/>
              <a:p>
                <a:endParaRPr lang="de-DE"/>
              </a:p>
            </p:txBody>
          </p:sp>
          <p:grpSp>
            <p:nvGrpSpPr>
              <p:cNvPr id="92" name="Graphic 2">
                <a:extLst>
                  <a:ext uri="{FF2B5EF4-FFF2-40B4-BE49-F238E27FC236}">
                    <a16:creationId xmlns:a16="http://schemas.microsoft.com/office/drawing/2014/main" id="{FDCB707B-FE45-6E20-5046-C4ABCFF70BE6}"/>
                  </a:ext>
                </a:extLst>
              </p:cNvPr>
              <p:cNvGrpSpPr>
                <a:grpSpLocks noChangeAspect="1"/>
              </p:cNvGrpSpPr>
              <p:nvPr/>
            </p:nvGrpSpPr>
            <p:grpSpPr>
              <a:xfrm>
                <a:off x="10232488" y="3615869"/>
                <a:ext cx="319761" cy="326091"/>
                <a:chOff x="5864412" y="3152586"/>
                <a:chExt cx="454186" cy="463177"/>
              </a:xfrm>
              <a:solidFill>
                <a:schemeClr val="bg1"/>
              </a:solidFill>
            </p:grpSpPr>
            <p:sp>
              <p:nvSpPr>
                <p:cNvPr id="94" name="Freeform: Shape 93">
                  <a:extLst>
                    <a:ext uri="{FF2B5EF4-FFF2-40B4-BE49-F238E27FC236}">
                      <a16:creationId xmlns:a16="http://schemas.microsoft.com/office/drawing/2014/main" id="{1E191AF8-21CA-5A50-7FC3-0756FBD8672D}"/>
                    </a:ext>
                  </a:extLst>
                </p:cNvPr>
                <p:cNvSpPr/>
                <p:nvPr/>
              </p:nvSpPr>
              <p:spPr>
                <a:xfrm>
                  <a:off x="5864412" y="3152586"/>
                  <a:ext cx="245211" cy="463177"/>
                </a:xfrm>
                <a:custGeom>
                  <a:avLst/>
                  <a:gdLst>
                    <a:gd name="connsiteX0" fmla="*/ 242487 w 245211"/>
                    <a:gd name="connsiteY0" fmla="*/ 449554 h 463177"/>
                    <a:gd name="connsiteX1" fmla="*/ 13623 w 245211"/>
                    <a:gd name="connsiteY1" fmla="*/ 233087 h 463177"/>
                    <a:gd name="connsiteX2" fmla="*/ 82827 w 245211"/>
                    <a:gd name="connsiteY2" fmla="*/ 77923 h 463177"/>
                    <a:gd name="connsiteX3" fmla="*/ 141814 w 245211"/>
                    <a:gd name="connsiteY3" fmla="*/ 24794 h 463177"/>
                    <a:gd name="connsiteX4" fmla="*/ 141814 w 245211"/>
                    <a:gd name="connsiteY4" fmla="*/ 113070 h 463177"/>
                    <a:gd name="connsiteX5" fmla="*/ 148625 w 245211"/>
                    <a:gd name="connsiteY5" fmla="*/ 119881 h 463177"/>
                    <a:gd name="connsiteX6" fmla="*/ 155437 w 245211"/>
                    <a:gd name="connsiteY6" fmla="*/ 113070 h 463177"/>
                    <a:gd name="connsiteX7" fmla="*/ 155437 w 245211"/>
                    <a:gd name="connsiteY7" fmla="*/ 6811 h 463177"/>
                    <a:gd name="connsiteX8" fmla="*/ 148625 w 245211"/>
                    <a:gd name="connsiteY8" fmla="*/ 0 h 463177"/>
                    <a:gd name="connsiteX9" fmla="*/ 36373 w 245211"/>
                    <a:gd name="connsiteY9" fmla="*/ 0 h 463177"/>
                    <a:gd name="connsiteX10" fmla="*/ 29562 w 245211"/>
                    <a:gd name="connsiteY10" fmla="*/ 6811 h 463177"/>
                    <a:gd name="connsiteX11" fmla="*/ 36373 w 245211"/>
                    <a:gd name="connsiteY11" fmla="*/ 13623 h 463177"/>
                    <a:gd name="connsiteX12" fmla="*/ 133913 w 245211"/>
                    <a:gd name="connsiteY12" fmla="*/ 13623 h 463177"/>
                    <a:gd name="connsiteX13" fmla="*/ 73700 w 245211"/>
                    <a:gd name="connsiteY13" fmla="*/ 68114 h 463177"/>
                    <a:gd name="connsiteX14" fmla="*/ 0 w 245211"/>
                    <a:gd name="connsiteY14" fmla="*/ 233087 h 463177"/>
                    <a:gd name="connsiteX15" fmla="*/ 242487 w 245211"/>
                    <a:gd name="connsiteY15" fmla="*/ 463177 h 463177"/>
                    <a:gd name="connsiteX16" fmla="*/ 249298 w 245211"/>
                    <a:gd name="connsiteY16" fmla="*/ 456366 h 463177"/>
                    <a:gd name="connsiteX17" fmla="*/ 242487 w 245211"/>
                    <a:gd name="connsiteY17" fmla="*/ 449554 h 46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5211" h="463177">
                      <a:moveTo>
                        <a:pt x="242487" y="449554"/>
                      </a:moveTo>
                      <a:cubicBezTo>
                        <a:pt x="116339" y="449554"/>
                        <a:pt x="13623" y="352423"/>
                        <a:pt x="13623" y="233087"/>
                      </a:cubicBezTo>
                      <a:cubicBezTo>
                        <a:pt x="13762" y="173918"/>
                        <a:pt x="38897" y="117561"/>
                        <a:pt x="82827" y="77923"/>
                      </a:cubicBezTo>
                      <a:lnTo>
                        <a:pt x="141814" y="24794"/>
                      </a:lnTo>
                      <a:lnTo>
                        <a:pt x="141814" y="113070"/>
                      </a:lnTo>
                      <a:cubicBezTo>
                        <a:pt x="141814" y="116832"/>
                        <a:pt x="144864" y="119881"/>
                        <a:pt x="148625" y="119881"/>
                      </a:cubicBezTo>
                      <a:cubicBezTo>
                        <a:pt x="152387" y="119881"/>
                        <a:pt x="155437" y="116832"/>
                        <a:pt x="155437" y="113070"/>
                      </a:cubicBezTo>
                      <a:lnTo>
                        <a:pt x="155437" y="6811"/>
                      </a:lnTo>
                      <a:cubicBezTo>
                        <a:pt x="155437" y="3050"/>
                        <a:pt x="152387" y="0"/>
                        <a:pt x="148625" y="0"/>
                      </a:cubicBezTo>
                      <a:lnTo>
                        <a:pt x="36373" y="0"/>
                      </a:lnTo>
                      <a:cubicBezTo>
                        <a:pt x="32611" y="0"/>
                        <a:pt x="29562" y="3050"/>
                        <a:pt x="29562" y="6811"/>
                      </a:cubicBezTo>
                      <a:cubicBezTo>
                        <a:pt x="29562" y="10573"/>
                        <a:pt x="32611" y="13623"/>
                        <a:pt x="36373" y="13623"/>
                      </a:cubicBezTo>
                      <a:lnTo>
                        <a:pt x="133913" y="13623"/>
                      </a:lnTo>
                      <a:lnTo>
                        <a:pt x="73700" y="68114"/>
                      </a:lnTo>
                      <a:cubicBezTo>
                        <a:pt x="26901" y="110203"/>
                        <a:pt x="123" y="170147"/>
                        <a:pt x="0" y="233087"/>
                      </a:cubicBezTo>
                      <a:cubicBezTo>
                        <a:pt x="0" y="359916"/>
                        <a:pt x="108983" y="463177"/>
                        <a:pt x="242487" y="463177"/>
                      </a:cubicBezTo>
                      <a:cubicBezTo>
                        <a:pt x="246248" y="463177"/>
                        <a:pt x="249298" y="460127"/>
                        <a:pt x="249298" y="456366"/>
                      </a:cubicBezTo>
                      <a:cubicBezTo>
                        <a:pt x="249298" y="452604"/>
                        <a:pt x="246248" y="449554"/>
                        <a:pt x="242487" y="449554"/>
                      </a:cubicBezTo>
                      <a:close/>
                    </a:path>
                  </a:pathLst>
                </a:custGeom>
                <a:grpFill/>
                <a:ln w="13447" cap="flat">
                  <a:noFill/>
                  <a:prstDash val="solid"/>
                  <a:miter/>
                </a:ln>
              </p:spPr>
              <p:txBody>
                <a:bodyPr rtlCol="0" anchor="ctr"/>
                <a:lstStyle/>
                <a:p>
                  <a:endParaRPr lang="de-DE"/>
                </a:p>
              </p:txBody>
            </p:sp>
            <p:sp>
              <p:nvSpPr>
                <p:cNvPr id="95" name="Freeform: Shape 94">
                  <a:extLst>
                    <a:ext uri="{FF2B5EF4-FFF2-40B4-BE49-F238E27FC236}">
                      <a16:creationId xmlns:a16="http://schemas.microsoft.com/office/drawing/2014/main" id="{35081DAD-0BE5-4E11-521D-C4DEC598E19E}"/>
                    </a:ext>
                  </a:extLst>
                </p:cNvPr>
                <p:cNvSpPr/>
                <p:nvPr/>
              </p:nvSpPr>
              <p:spPr>
                <a:xfrm>
                  <a:off x="6100632" y="3152586"/>
                  <a:ext cx="217966" cy="463177"/>
                </a:xfrm>
                <a:custGeom>
                  <a:avLst/>
                  <a:gdLst>
                    <a:gd name="connsiteX0" fmla="*/ 197123 w 217965"/>
                    <a:gd name="connsiteY0" fmla="*/ 449554 h 463177"/>
                    <a:gd name="connsiteX1" fmla="*/ 96722 w 217965"/>
                    <a:gd name="connsiteY1" fmla="*/ 449554 h 463177"/>
                    <a:gd name="connsiteX2" fmla="*/ 160205 w 217965"/>
                    <a:gd name="connsiteY2" fmla="*/ 387434 h 463177"/>
                    <a:gd name="connsiteX3" fmla="*/ 226957 w 217965"/>
                    <a:gd name="connsiteY3" fmla="*/ 225594 h 463177"/>
                    <a:gd name="connsiteX4" fmla="*/ 6811 w 217965"/>
                    <a:gd name="connsiteY4" fmla="*/ 0 h 463177"/>
                    <a:gd name="connsiteX5" fmla="*/ 0 w 217965"/>
                    <a:gd name="connsiteY5" fmla="*/ 6811 h 463177"/>
                    <a:gd name="connsiteX6" fmla="*/ 6811 w 217965"/>
                    <a:gd name="connsiteY6" fmla="*/ 13623 h 463177"/>
                    <a:gd name="connsiteX7" fmla="*/ 213334 w 217965"/>
                    <a:gd name="connsiteY7" fmla="*/ 225594 h 463177"/>
                    <a:gd name="connsiteX8" fmla="*/ 150669 w 217965"/>
                    <a:gd name="connsiteY8" fmla="*/ 377762 h 463177"/>
                    <a:gd name="connsiteX9" fmla="*/ 91682 w 217965"/>
                    <a:gd name="connsiteY9" fmla="*/ 435931 h 463177"/>
                    <a:gd name="connsiteX10" fmla="*/ 91682 w 217965"/>
                    <a:gd name="connsiteY10" fmla="*/ 347655 h 463177"/>
                    <a:gd name="connsiteX11" fmla="*/ 84870 w 217965"/>
                    <a:gd name="connsiteY11" fmla="*/ 340844 h 463177"/>
                    <a:gd name="connsiteX12" fmla="*/ 78059 w 217965"/>
                    <a:gd name="connsiteY12" fmla="*/ 347655 h 463177"/>
                    <a:gd name="connsiteX13" fmla="*/ 78059 w 217965"/>
                    <a:gd name="connsiteY13" fmla="*/ 456638 h 463177"/>
                    <a:gd name="connsiteX14" fmla="*/ 84870 w 217965"/>
                    <a:gd name="connsiteY14" fmla="*/ 463449 h 463177"/>
                    <a:gd name="connsiteX15" fmla="*/ 197123 w 217965"/>
                    <a:gd name="connsiteY15" fmla="*/ 463449 h 463177"/>
                    <a:gd name="connsiteX16" fmla="*/ 203934 w 217965"/>
                    <a:gd name="connsiteY16" fmla="*/ 456638 h 463177"/>
                    <a:gd name="connsiteX17" fmla="*/ 197123 w 217965"/>
                    <a:gd name="connsiteY17" fmla="*/ 449827 h 46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7965" h="463177">
                      <a:moveTo>
                        <a:pt x="197123" y="449554"/>
                      </a:moveTo>
                      <a:lnTo>
                        <a:pt x="96722" y="449554"/>
                      </a:lnTo>
                      <a:lnTo>
                        <a:pt x="160205" y="387434"/>
                      </a:lnTo>
                      <a:cubicBezTo>
                        <a:pt x="203256" y="344620"/>
                        <a:pt x="227305" y="286309"/>
                        <a:pt x="226957" y="225594"/>
                      </a:cubicBezTo>
                      <a:cubicBezTo>
                        <a:pt x="228320" y="102564"/>
                        <a:pt x="129839" y="1645"/>
                        <a:pt x="6811" y="0"/>
                      </a:cubicBezTo>
                      <a:cubicBezTo>
                        <a:pt x="3050" y="0"/>
                        <a:pt x="0" y="3050"/>
                        <a:pt x="0" y="6811"/>
                      </a:cubicBezTo>
                      <a:cubicBezTo>
                        <a:pt x="0" y="10573"/>
                        <a:pt x="3050" y="13623"/>
                        <a:pt x="6811" y="13623"/>
                      </a:cubicBezTo>
                      <a:cubicBezTo>
                        <a:pt x="122347" y="15193"/>
                        <a:pt x="214772" y="110057"/>
                        <a:pt x="213334" y="225594"/>
                      </a:cubicBezTo>
                      <a:cubicBezTo>
                        <a:pt x="213653" y="282659"/>
                        <a:pt x="191081" y="337471"/>
                        <a:pt x="150669" y="377762"/>
                      </a:cubicBezTo>
                      <a:lnTo>
                        <a:pt x="91682" y="435931"/>
                      </a:lnTo>
                      <a:lnTo>
                        <a:pt x="91682" y="347655"/>
                      </a:lnTo>
                      <a:cubicBezTo>
                        <a:pt x="91682" y="343894"/>
                        <a:pt x="88632" y="340844"/>
                        <a:pt x="84870" y="340844"/>
                      </a:cubicBezTo>
                      <a:cubicBezTo>
                        <a:pt x="81109" y="340844"/>
                        <a:pt x="78059" y="343894"/>
                        <a:pt x="78059" y="347655"/>
                      </a:cubicBezTo>
                      <a:lnTo>
                        <a:pt x="78059" y="456638"/>
                      </a:lnTo>
                      <a:cubicBezTo>
                        <a:pt x="78059" y="460399"/>
                        <a:pt x="81109" y="463449"/>
                        <a:pt x="84870" y="463449"/>
                      </a:cubicBezTo>
                      <a:lnTo>
                        <a:pt x="197123" y="463449"/>
                      </a:lnTo>
                      <a:cubicBezTo>
                        <a:pt x="200884" y="463449"/>
                        <a:pt x="203934" y="460399"/>
                        <a:pt x="203934" y="456638"/>
                      </a:cubicBezTo>
                      <a:cubicBezTo>
                        <a:pt x="203934" y="452877"/>
                        <a:pt x="200884" y="449827"/>
                        <a:pt x="197123" y="449827"/>
                      </a:cubicBezTo>
                      <a:close/>
                    </a:path>
                  </a:pathLst>
                </a:custGeom>
                <a:grpFill/>
                <a:ln w="13447" cap="flat">
                  <a:noFill/>
                  <a:prstDash val="solid"/>
                  <a:miter/>
                </a:ln>
              </p:spPr>
              <p:txBody>
                <a:bodyPr rtlCol="0" anchor="ctr"/>
                <a:lstStyle/>
                <a:p>
                  <a:endParaRPr lang="de-DE"/>
                </a:p>
              </p:txBody>
            </p:sp>
            <p:sp>
              <p:nvSpPr>
                <p:cNvPr id="96" name="Freeform: Shape 95">
                  <a:extLst>
                    <a:ext uri="{FF2B5EF4-FFF2-40B4-BE49-F238E27FC236}">
                      <a16:creationId xmlns:a16="http://schemas.microsoft.com/office/drawing/2014/main" id="{80459477-2964-9A68-9C5E-2C57DE22065E}"/>
                    </a:ext>
                  </a:extLst>
                </p:cNvPr>
                <p:cNvSpPr/>
                <p:nvPr/>
              </p:nvSpPr>
              <p:spPr>
                <a:xfrm>
                  <a:off x="6008979" y="3320448"/>
                  <a:ext cx="163474" cy="108983"/>
                </a:xfrm>
                <a:custGeom>
                  <a:avLst/>
                  <a:gdLst>
                    <a:gd name="connsiteX0" fmla="*/ 2015 w 163474"/>
                    <a:gd name="connsiteY0" fmla="*/ 53918 h 108982"/>
                    <a:gd name="connsiteX1" fmla="*/ 1976 w 163474"/>
                    <a:gd name="connsiteY1" fmla="*/ 63551 h 108982"/>
                    <a:gd name="connsiteX2" fmla="*/ 2015 w 163474"/>
                    <a:gd name="connsiteY2" fmla="*/ 63591 h 108982"/>
                    <a:gd name="connsiteX3" fmla="*/ 56507 w 163474"/>
                    <a:gd name="connsiteY3" fmla="*/ 118082 h 108982"/>
                    <a:gd name="connsiteX4" fmla="*/ 61411 w 163474"/>
                    <a:gd name="connsiteY4" fmla="*/ 120125 h 108982"/>
                    <a:gd name="connsiteX5" fmla="*/ 66179 w 163474"/>
                    <a:gd name="connsiteY5" fmla="*/ 118082 h 108982"/>
                    <a:gd name="connsiteX6" fmla="*/ 172710 w 163474"/>
                    <a:gd name="connsiteY6" fmla="*/ 11687 h 108982"/>
                    <a:gd name="connsiteX7" fmla="*/ 172710 w 163474"/>
                    <a:gd name="connsiteY7" fmla="*/ 2015 h 108982"/>
                    <a:gd name="connsiteX8" fmla="*/ 163077 w 163474"/>
                    <a:gd name="connsiteY8" fmla="*/ 1976 h 108982"/>
                    <a:gd name="connsiteX9" fmla="*/ 163037 w 163474"/>
                    <a:gd name="connsiteY9" fmla="*/ 2015 h 108982"/>
                    <a:gd name="connsiteX10" fmla="*/ 61411 w 163474"/>
                    <a:gd name="connsiteY10" fmla="*/ 103642 h 108982"/>
                    <a:gd name="connsiteX11" fmla="*/ 12232 w 163474"/>
                    <a:gd name="connsiteY11" fmla="*/ 54599 h 108982"/>
                    <a:gd name="connsiteX12" fmla="*/ 2683 w 163474"/>
                    <a:gd name="connsiteY12" fmla="*/ 53334 h 108982"/>
                    <a:gd name="connsiteX13" fmla="*/ 2015 w 163474"/>
                    <a:gd name="connsiteY13" fmla="*/ 53918 h 108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474" h="108982">
                      <a:moveTo>
                        <a:pt x="2015" y="53918"/>
                      </a:moveTo>
                      <a:cubicBezTo>
                        <a:pt x="-656" y="56568"/>
                        <a:pt x="-674" y="60880"/>
                        <a:pt x="1976" y="63551"/>
                      </a:cubicBezTo>
                      <a:cubicBezTo>
                        <a:pt x="1989" y="63565"/>
                        <a:pt x="2002" y="63577"/>
                        <a:pt x="2015" y="63591"/>
                      </a:cubicBezTo>
                      <a:lnTo>
                        <a:pt x="56507" y="118082"/>
                      </a:lnTo>
                      <a:cubicBezTo>
                        <a:pt x="57789" y="119413"/>
                        <a:pt x="59564" y="120153"/>
                        <a:pt x="61411" y="120125"/>
                      </a:cubicBezTo>
                      <a:cubicBezTo>
                        <a:pt x="63217" y="120147"/>
                        <a:pt x="64949" y="119405"/>
                        <a:pt x="66179" y="118082"/>
                      </a:cubicBezTo>
                      <a:lnTo>
                        <a:pt x="172710" y="11687"/>
                      </a:lnTo>
                      <a:cubicBezTo>
                        <a:pt x="175322" y="8993"/>
                        <a:pt x="175322" y="4710"/>
                        <a:pt x="172710" y="2015"/>
                      </a:cubicBezTo>
                      <a:cubicBezTo>
                        <a:pt x="170060" y="-656"/>
                        <a:pt x="165748" y="-674"/>
                        <a:pt x="163077" y="1976"/>
                      </a:cubicBezTo>
                      <a:cubicBezTo>
                        <a:pt x="163063" y="1989"/>
                        <a:pt x="163051" y="2002"/>
                        <a:pt x="163037" y="2015"/>
                      </a:cubicBezTo>
                      <a:lnTo>
                        <a:pt x="61411" y="103642"/>
                      </a:lnTo>
                      <a:lnTo>
                        <a:pt x="12232" y="54599"/>
                      </a:lnTo>
                      <a:cubicBezTo>
                        <a:pt x="9945" y="51613"/>
                        <a:pt x="5669" y="51047"/>
                        <a:pt x="2683" y="53334"/>
                      </a:cubicBezTo>
                      <a:cubicBezTo>
                        <a:pt x="2448" y="53514"/>
                        <a:pt x="2225" y="53710"/>
                        <a:pt x="2015" y="53918"/>
                      </a:cubicBezTo>
                      <a:close/>
                    </a:path>
                  </a:pathLst>
                </a:custGeom>
                <a:grpFill/>
                <a:ln w="13447" cap="flat">
                  <a:noFill/>
                  <a:prstDash val="solid"/>
                  <a:miter/>
                </a:ln>
              </p:spPr>
              <p:txBody>
                <a:bodyPr rtlCol="0" anchor="ctr"/>
                <a:lstStyle/>
                <a:p>
                  <a:endParaRPr lang="de-DE"/>
                </a:p>
              </p:txBody>
            </p:sp>
          </p:grpSp>
          <p:pic>
            <p:nvPicPr>
              <p:cNvPr id="93" name="Graphic 92">
                <a:extLst>
                  <a:ext uri="{FF2B5EF4-FFF2-40B4-BE49-F238E27FC236}">
                    <a16:creationId xmlns:a16="http://schemas.microsoft.com/office/drawing/2014/main" id="{54B2EA14-1EA2-61B0-6DF4-AB241E7492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45827" y="3350667"/>
                <a:ext cx="444720" cy="444720"/>
              </a:xfrm>
              <a:prstGeom prst="rect">
                <a:avLst/>
              </a:prstGeom>
            </p:spPr>
          </p:pic>
        </p:grpSp>
        <p:grpSp>
          <p:nvGrpSpPr>
            <p:cNvPr id="52" name="Group 51">
              <a:extLst>
                <a:ext uri="{FF2B5EF4-FFF2-40B4-BE49-F238E27FC236}">
                  <a16:creationId xmlns:a16="http://schemas.microsoft.com/office/drawing/2014/main" id="{3C906949-C419-1FB4-8AE3-8C3D2FD113D8}"/>
                </a:ext>
              </a:extLst>
            </p:cNvPr>
            <p:cNvGrpSpPr>
              <a:grpSpLocks noChangeAspect="1"/>
            </p:cNvGrpSpPr>
            <p:nvPr/>
          </p:nvGrpSpPr>
          <p:grpSpPr>
            <a:xfrm>
              <a:off x="7179296" y="4638444"/>
              <a:ext cx="1126556" cy="862477"/>
              <a:chOff x="7305745" y="5025162"/>
              <a:chExt cx="1143000" cy="873058"/>
            </a:xfrm>
          </p:grpSpPr>
          <p:sp>
            <p:nvSpPr>
              <p:cNvPr id="70" name="Graphic 2">
                <a:extLst>
                  <a:ext uri="{FF2B5EF4-FFF2-40B4-BE49-F238E27FC236}">
                    <a16:creationId xmlns:a16="http://schemas.microsoft.com/office/drawing/2014/main" id="{902FFEDF-0A77-0BBB-CF0C-B82EE5D1AB9E}"/>
                  </a:ext>
                </a:extLst>
              </p:cNvPr>
              <p:cNvSpPr>
                <a:spLocks noChangeAspect="1"/>
              </p:cNvSpPr>
              <p:nvPr/>
            </p:nvSpPr>
            <p:spPr>
              <a:xfrm>
                <a:off x="7615486" y="5025162"/>
                <a:ext cx="523518" cy="497342"/>
              </a:xfrm>
              <a:custGeom>
                <a:avLst/>
                <a:gdLst>
                  <a:gd name="connsiteX0" fmla="*/ 475765 w 475052"/>
                  <a:gd name="connsiteY0" fmla="*/ 448924 h 451299"/>
                  <a:gd name="connsiteX1" fmla="*/ 442630 w 475052"/>
                  <a:gd name="connsiteY1" fmla="*/ 448924 h 451299"/>
                  <a:gd name="connsiteX2" fmla="*/ 442630 w 475052"/>
                  <a:gd name="connsiteY2" fmla="*/ 223275 h 451299"/>
                  <a:gd name="connsiteX3" fmla="*/ 436692 w 475052"/>
                  <a:gd name="connsiteY3" fmla="*/ 217336 h 451299"/>
                  <a:gd name="connsiteX4" fmla="*/ 370066 w 475052"/>
                  <a:gd name="connsiteY4" fmla="*/ 217336 h 451299"/>
                  <a:gd name="connsiteX5" fmla="*/ 370066 w 475052"/>
                  <a:gd name="connsiteY5" fmla="*/ 179689 h 451299"/>
                  <a:gd name="connsiteX6" fmla="*/ 364128 w 475052"/>
                  <a:gd name="connsiteY6" fmla="*/ 173750 h 451299"/>
                  <a:gd name="connsiteX7" fmla="*/ 340375 w 475052"/>
                  <a:gd name="connsiteY7" fmla="*/ 173750 h 451299"/>
                  <a:gd name="connsiteX8" fmla="*/ 340375 w 475052"/>
                  <a:gd name="connsiteY8" fmla="*/ 156649 h 451299"/>
                  <a:gd name="connsiteX9" fmla="*/ 328499 w 475052"/>
                  <a:gd name="connsiteY9" fmla="*/ 144772 h 451299"/>
                  <a:gd name="connsiteX10" fmla="*/ 318285 w 475052"/>
                  <a:gd name="connsiteY10" fmla="*/ 144772 h 451299"/>
                  <a:gd name="connsiteX11" fmla="*/ 246196 w 475052"/>
                  <a:gd name="connsiteY11" fmla="*/ 72683 h 451299"/>
                  <a:gd name="connsiteX12" fmla="*/ 246196 w 475052"/>
                  <a:gd name="connsiteY12" fmla="*/ 40855 h 451299"/>
                  <a:gd name="connsiteX13" fmla="*/ 291445 w 475052"/>
                  <a:gd name="connsiteY13" fmla="*/ 40855 h 451299"/>
                  <a:gd name="connsiteX14" fmla="*/ 297383 w 475052"/>
                  <a:gd name="connsiteY14" fmla="*/ 34916 h 451299"/>
                  <a:gd name="connsiteX15" fmla="*/ 297383 w 475052"/>
                  <a:gd name="connsiteY15" fmla="*/ 5938 h 451299"/>
                  <a:gd name="connsiteX16" fmla="*/ 291445 w 475052"/>
                  <a:gd name="connsiteY16" fmla="*/ 0 h 451299"/>
                  <a:gd name="connsiteX17" fmla="*/ 240258 w 475052"/>
                  <a:gd name="connsiteY17" fmla="*/ 0 h 451299"/>
                  <a:gd name="connsiteX18" fmla="*/ 234320 w 475052"/>
                  <a:gd name="connsiteY18" fmla="*/ 5938 h 451299"/>
                  <a:gd name="connsiteX19" fmla="*/ 234320 w 475052"/>
                  <a:gd name="connsiteY19" fmla="*/ 72683 h 451299"/>
                  <a:gd name="connsiteX20" fmla="*/ 162230 w 475052"/>
                  <a:gd name="connsiteY20" fmla="*/ 144772 h 451299"/>
                  <a:gd name="connsiteX21" fmla="*/ 152136 w 475052"/>
                  <a:gd name="connsiteY21" fmla="*/ 144772 h 451299"/>
                  <a:gd name="connsiteX22" fmla="*/ 140259 w 475052"/>
                  <a:gd name="connsiteY22" fmla="*/ 156649 h 451299"/>
                  <a:gd name="connsiteX23" fmla="*/ 140259 w 475052"/>
                  <a:gd name="connsiteY23" fmla="*/ 173750 h 451299"/>
                  <a:gd name="connsiteX24" fmla="*/ 117338 w 475052"/>
                  <a:gd name="connsiteY24" fmla="*/ 173750 h 451299"/>
                  <a:gd name="connsiteX25" fmla="*/ 111400 w 475052"/>
                  <a:gd name="connsiteY25" fmla="*/ 179689 h 451299"/>
                  <a:gd name="connsiteX26" fmla="*/ 111400 w 475052"/>
                  <a:gd name="connsiteY26" fmla="*/ 217218 h 451299"/>
                  <a:gd name="connsiteX27" fmla="*/ 44774 w 475052"/>
                  <a:gd name="connsiteY27" fmla="*/ 217218 h 451299"/>
                  <a:gd name="connsiteX28" fmla="*/ 38836 w 475052"/>
                  <a:gd name="connsiteY28" fmla="*/ 223156 h 451299"/>
                  <a:gd name="connsiteX29" fmla="*/ 38836 w 475052"/>
                  <a:gd name="connsiteY29" fmla="*/ 448806 h 451299"/>
                  <a:gd name="connsiteX30" fmla="*/ 5938 w 475052"/>
                  <a:gd name="connsiteY30" fmla="*/ 448806 h 451299"/>
                  <a:gd name="connsiteX31" fmla="*/ 0 w 475052"/>
                  <a:gd name="connsiteY31" fmla="*/ 454744 h 451299"/>
                  <a:gd name="connsiteX32" fmla="*/ 5938 w 475052"/>
                  <a:gd name="connsiteY32" fmla="*/ 460682 h 451299"/>
                  <a:gd name="connsiteX33" fmla="*/ 475765 w 475052"/>
                  <a:gd name="connsiteY33" fmla="*/ 460682 h 451299"/>
                  <a:gd name="connsiteX34" fmla="*/ 481703 w 475052"/>
                  <a:gd name="connsiteY34" fmla="*/ 454744 h 451299"/>
                  <a:gd name="connsiteX35" fmla="*/ 475765 w 475052"/>
                  <a:gd name="connsiteY35" fmla="*/ 448924 h 451299"/>
                  <a:gd name="connsiteX36" fmla="*/ 246671 w 475052"/>
                  <a:gd name="connsiteY36" fmla="*/ 11876 h 451299"/>
                  <a:gd name="connsiteX37" fmla="*/ 285032 w 475052"/>
                  <a:gd name="connsiteY37" fmla="*/ 11876 h 451299"/>
                  <a:gd name="connsiteX38" fmla="*/ 285032 w 475052"/>
                  <a:gd name="connsiteY38" fmla="*/ 28978 h 451299"/>
                  <a:gd name="connsiteX39" fmla="*/ 246671 w 475052"/>
                  <a:gd name="connsiteY39" fmla="*/ 28978 h 451299"/>
                  <a:gd name="connsiteX40" fmla="*/ 240258 w 475052"/>
                  <a:gd name="connsiteY40" fmla="*/ 84322 h 451299"/>
                  <a:gd name="connsiteX41" fmla="*/ 306409 w 475052"/>
                  <a:gd name="connsiteY41" fmla="*/ 144772 h 451299"/>
                  <a:gd name="connsiteX42" fmla="*/ 174107 w 475052"/>
                  <a:gd name="connsiteY42" fmla="*/ 144772 h 451299"/>
                  <a:gd name="connsiteX43" fmla="*/ 240258 w 475052"/>
                  <a:gd name="connsiteY43" fmla="*/ 84322 h 451299"/>
                  <a:gd name="connsiteX44" fmla="*/ 152136 w 475052"/>
                  <a:gd name="connsiteY44" fmla="*/ 156649 h 451299"/>
                  <a:gd name="connsiteX45" fmla="*/ 328499 w 475052"/>
                  <a:gd name="connsiteY45" fmla="*/ 156649 h 451299"/>
                  <a:gd name="connsiteX46" fmla="*/ 328499 w 475052"/>
                  <a:gd name="connsiteY46" fmla="*/ 173750 h 451299"/>
                  <a:gd name="connsiteX47" fmla="*/ 152136 w 475052"/>
                  <a:gd name="connsiteY47" fmla="*/ 173750 h 451299"/>
                  <a:gd name="connsiteX48" fmla="*/ 243583 w 475052"/>
                  <a:gd name="connsiteY48" fmla="*/ 319354 h 451299"/>
                  <a:gd name="connsiteX49" fmla="*/ 242633 w 475052"/>
                  <a:gd name="connsiteY49" fmla="*/ 319354 h 451299"/>
                  <a:gd name="connsiteX50" fmla="*/ 242633 w 475052"/>
                  <a:gd name="connsiteY50" fmla="*/ 319354 h 451299"/>
                  <a:gd name="connsiteX51" fmla="*/ 240614 w 475052"/>
                  <a:gd name="connsiteY51" fmla="*/ 319354 h 451299"/>
                  <a:gd name="connsiteX52" fmla="*/ 240614 w 475052"/>
                  <a:gd name="connsiteY52" fmla="*/ 319354 h 451299"/>
                  <a:gd name="connsiteX53" fmla="*/ 236695 w 475052"/>
                  <a:gd name="connsiteY53" fmla="*/ 320898 h 451299"/>
                  <a:gd name="connsiteX54" fmla="*/ 210330 w 475052"/>
                  <a:gd name="connsiteY54" fmla="*/ 335149 h 451299"/>
                  <a:gd name="connsiteX55" fmla="*/ 210330 w 475052"/>
                  <a:gd name="connsiteY55" fmla="*/ 269830 h 451299"/>
                  <a:gd name="connsiteX56" fmla="*/ 241089 w 475052"/>
                  <a:gd name="connsiteY56" fmla="*/ 259141 h 451299"/>
                  <a:gd name="connsiteX57" fmla="*/ 270899 w 475052"/>
                  <a:gd name="connsiteY57" fmla="*/ 269473 h 451299"/>
                  <a:gd name="connsiteX58" fmla="*/ 270899 w 475052"/>
                  <a:gd name="connsiteY58" fmla="*/ 334674 h 451299"/>
                  <a:gd name="connsiteX59" fmla="*/ 198097 w 475052"/>
                  <a:gd name="connsiteY59" fmla="*/ 340850 h 451299"/>
                  <a:gd name="connsiteX60" fmla="*/ 184439 w 475052"/>
                  <a:gd name="connsiteY60" fmla="*/ 348332 h 451299"/>
                  <a:gd name="connsiteX61" fmla="*/ 181351 w 475052"/>
                  <a:gd name="connsiteY61" fmla="*/ 353558 h 451299"/>
                  <a:gd name="connsiteX62" fmla="*/ 181351 w 475052"/>
                  <a:gd name="connsiteY62" fmla="*/ 448568 h 451299"/>
                  <a:gd name="connsiteX63" fmla="*/ 121970 w 475052"/>
                  <a:gd name="connsiteY63" fmla="*/ 448568 h 451299"/>
                  <a:gd name="connsiteX64" fmla="*/ 121970 w 475052"/>
                  <a:gd name="connsiteY64" fmla="*/ 299758 h 451299"/>
                  <a:gd name="connsiteX65" fmla="*/ 198097 w 475052"/>
                  <a:gd name="connsiteY65" fmla="*/ 273155 h 451299"/>
                  <a:gd name="connsiteX66" fmla="*/ 193228 w 475052"/>
                  <a:gd name="connsiteY66" fmla="*/ 357002 h 451299"/>
                  <a:gd name="connsiteX67" fmla="*/ 234320 w 475052"/>
                  <a:gd name="connsiteY67" fmla="*/ 334793 h 451299"/>
                  <a:gd name="connsiteX68" fmla="*/ 234320 w 475052"/>
                  <a:gd name="connsiteY68" fmla="*/ 448924 h 451299"/>
                  <a:gd name="connsiteX69" fmla="*/ 193228 w 475052"/>
                  <a:gd name="connsiteY69" fmla="*/ 448924 h 451299"/>
                  <a:gd name="connsiteX70" fmla="*/ 246196 w 475052"/>
                  <a:gd name="connsiteY70" fmla="*/ 448924 h 451299"/>
                  <a:gd name="connsiteX71" fmla="*/ 246196 w 475052"/>
                  <a:gd name="connsiteY71" fmla="*/ 334318 h 451299"/>
                  <a:gd name="connsiteX72" fmla="*/ 288238 w 475052"/>
                  <a:gd name="connsiteY72" fmla="*/ 357002 h 451299"/>
                  <a:gd name="connsiteX73" fmla="*/ 288238 w 475052"/>
                  <a:gd name="connsiteY73" fmla="*/ 448924 h 451299"/>
                  <a:gd name="connsiteX74" fmla="*/ 300115 w 475052"/>
                  <a:gd name="connsiteY74" fmla="*/ 448924 h 451299"/>
                  <a:gd name="connsiteX75" fmla="*/ 300115 w 475052"/>
                  <a:gd name="connsiteY75" fmla="*/ 353914 h 451299"/>
                  <a:gd name="connsiteX76" fmla="*/ 297027 w 475052"/>
                  <a:gd name="connsiteY76" fmla="*/ 348688 h 451299"/>
                  <a:gd name="connsiteX77" fmla="*/ 282419 w 475052"/>
                  <a:gd name="connsiteY77" fmla="*/ 340731 h 451299"/>
                  <a:gd name="connsiteX78" fmla="*/ 282419 w 475052"/>
                  <a:gd name="connsiteY78" fmla="*/ 273155 h 451299"/>
                  <a:gd name="connsiteX79" fmla="*/ 359496 w 475052"/>
                  <a:gd name="connsiteY79" fmla="*/ 299996 h 451299"/>
                  <a:gd name="connsiteX80" fmla="*/ 359496 w 475052"/>
                  <a:gd name="connsiteY80" fmla="*/ 448924 h 451299"/>
                  <a:gd name="connsiteX81" fmla="*/ 371372 w 475052"/>
                  <a:gd name="connsiteY81" fmla="*/ 448924 h 451299"/>
                  <a:gd name="connsiteX82" fmla="*/ 371372 w 475052"/>
                  <a:gd name="connsiteY82" fmla="*/ 295601 h 451299"/>
                  <a:gd name="connsiteX83" fmla="*/ 367453 w 475052"/>
                  <a:gd name="connsiteY83" fmla="*/ 290019 h 451299"/>
                  <a:gd name="connsiteX84" fmla="*/ 242752 w 475052"/>
                  <a:gd name="connsiteY84" fmla="*/ 246552 h 451299"/>
                  <a:gd name="connsiteX85" fmla="*/ 238833 w 475052"/>
                  <a:gd name="connsiteY85" fmla="*/ 246552 h 451299"/>
                  <a:gd name="connsiteX86" fmla="*/ 114131 w 475052"/>
                  <a:gd name="connsiteY86" fmla="*/ 290019 h 451299"/>
                  <a:gd name="connsiteX87" fmla="*/ 110093 w 475052"/>
                  <a:gd name="connsiteY87" fmla="*/ 295601 h 451299"/>
                  <a:gd name="connsiteX88" fmla="*/ 110093 w 475052"/>
                  <a:gd name="connsiteY88" fmla="*/ 448924 h 451299"/>
                  <a:gd name="connsiteX89" fmla="*/ 50712 w 475052"/>
                  <a:gd name="connsiteY89" fmla="*/ 448924 h 451299"/>
                  <a:gd name="connsiteX90" fmla="*/ 50712 w 475052"/>
                  <a:gd name="connsiteY90" fmla="*/ 229094 h 451299"/>
                  <a:gd name="connsiteX91" fmla="*/ 117338 w 475052"/>
                  <a:gd name="connsiteY91" fmla="*/ 229094 h 451299"/>
                  <a:gd name="connsiteX92" fmla="*/ 123276 w 475052"/>
                  <a:gd name="connsiteY92" fmla="*/ 223156 h 451299"/>
                  <a:gd name="connsiteX93" fmla="*/ 123276 w 475052"/>
                  <a:gd name="connsiteY93" fmla="*/ 185627 h 451299"/>
                  <a:gd name="connsiteX94" fmla="*/ 190852 w 475052"/>
                  <a:gd name="connsiteY94" fmla="*/ 185627 h 451299"/>
                  <a:gd name="connsiteX95" fmla="*/ 190852 w 475052"/>
                  <a:gd name="connsiteY95" fmla="*/ 223156 h 451299"/>
                  <a:gd name="connsiteX96" fmla="*/ 196791 w 475052"/>
                  <a:gd name="connsiteY96" fmla="*/ 229094 h 451299"/>
                  <a:gd name="connsiteX97" fmla="*/ 202729 w 475052"/>
                  <a:gd name="connsiteY97" fmla="*/ 223156 h 451299"/>
                  <a:gd name="connsiteX98" fmla="*/ 202729 w 475052"/>
                  <a:gd name="connsiteY98" fmla="*/ 185627 h 451299"/>
                  <a:gd name="connsiteX99" fmla="*/ 277787 w 475052"/>
                  <a:gd name="connsiteY99" fmla="*/ 185627 h 451299"/>
                  <a:gd name="connsiteX100" fmla="*/ 277787 w 475052"/>
                  <a:gd name="connsiteY100" fmla="*/ 223156 h 451299"/>
                  <a:gd name="connsiteX101" fmla="*/ 283725 w 475052"/>
                  <a:gd name="connsiteY101" fmla="*/ 229094 h 451299"/>
                  <a:gd name="connsiteX102" fmla="*/ 289663 w 475052"/>
                  <a:gd name="connsiteY102" fmla="*/ 223156 h 451299"/>
                  <a:gd name="connsiteX103" fmla="*/ 289663 w 475052"/>
                  <a:gd name="connsiteY103" fmla="*/ 185627 h 451299"/>
                  <a:gd name="connsiteX104" fmla="*/ 358190 w 475052"/>
                  <a:gd name="connsiteY104" fmla="*/ 185627 h 451299"/>
                  <a:gd name="connsiteX105" fmla="*/ 358190 w 475052"/>
                  <a:gd name="connsiteY105" fmla="*/ 223156 h 451299"/>
                  <a:gd name="connsiteX106" fmla="*/ 364128 w 475052"/>
                  <a:gd name="connsiteY106" fmla="*/ 229094 h 451299"/>
                  <a:gd name="connsiteX107" fmla="*/ 430754 w 475052"/>
                  <a:gd name="connsiteY107" fmla="*/ 229094 h 451299"/>
                  <a:gd name="connsiteX108" fmla="*/ 430754 w 475052"/>
                  <a:gd name="connsiteY108" fmla="*/ 448924 h 45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475052" h="451299">
                    <a:moveTo>
                      <a:pt x="475765" y="448924"/>
                    </a:moveTo>
                    <a:lnTo>
                      <a:pt x="442630" y="448924"/>
                    </a:lnTo>
                    <a:lnTo>
                      <a:pt x="442630" y="223275"/>
                    </a:lnTo>
                    <a:cubicBezTo>
                      <a:pt x="442630" y="219996"/>
                      <a:pt x="439971" y="217336"/>
                      <a:pt x="436692" y="217336"/>
                    </a:cubicBezTo>
                    <a:lnTo>
                      <a:pt x="370066" y="217336"/>
                    </a:lnTo>
                    <a:lnTo>
                      <a:pt x="370066" y="179689"/>
                    </a:lnTo>
                    <a:cubicBezTo>
                      <a:pt x="370066" y="176409"/>
                      <a:pt x="367407" y="173750"/>
                      <a:pt x="364128" y="173750"/>
                    </a:cubicBezTo>
                    <a:lnTo>
                      <a:pt x="340375" y="173750"/>
                    </a:lnTo>
                    <a:lnTo>
                      <a:pt x="340375" y="156649"/>
                    </a:lnTo>
                    <a:cubicBezTo>
                      <a:pt x="340375" y="150089"/>
                      <a:pt x="335058" y="144772"/>
                      <a:pt x="328499" y="144772"/>
                    </a:cubicBezTo>
                    <a:lnTo>
                      <a:pt x="318285" y="144772"/>
                    </a:lnTo>
                    <a:cubicBezTo>
                      <a:pt x="315300" y="106263"/>
                      <a:pt x="284705" y="75669"/>
                      <a:pt x="246196" y="72683"/>
                    </a:cubicBezTo>
                    <a:lnTo>
                      <a:pt x="246196" y="40855"/>
                    </a:lnTo>
                    <a:lnTo>
                      <a:pt x="291445" y="40855"/>
                    </a:lnTo>
                    <a:cubicBezTo>
                      <a:pt x="294698" y="40791"/>
                      <a:pt x="297320" y="38169"/>
                      <a:pt x="297383" y="34916"/>
                    </a:cubicBezTo>
                    <a:lnTo>
                      <a:pt x="297383" y="5938"/>
                    </a:lnTo>
                    <a:cubicBezTo>
                      <a:pt x="297383" y="2659"/>
                      <a:pt x="294724" y="0"/>
                      <a:pt x="291445" y="0"/>
                    </a:cubicBezTo>
                    <a:lnTo>
                      <a:pt x="240258" y="0"/>
                    </a:lnTo>
                    <a:cubicBezTo>
                      <a:pt x="236979" y="0"/>
                      <a:pt x="234320" y="2659"/>
                      <a:pt x="234320" y="5938"/>
                    </a:cubicBezTo>
                    <a:lnTo>
                      <a:pt x="234320" y="72683"/>
                    </a:lnTo>
                    <a:cubicBezTo>
                      <a:pt x="195833" y="75718"/>
                      <a:pt x="165265" y="106285"/>
                      <a:pt x="162230" y="144772"/>
                    </a:cubicBezTo>
                    <a:lnTo>
                      <a:pt x="152136" y="144772"/>
                    </a:lnTo>
                    <a:cubicBezTo>
                      <a:pt x="145576" y="144772"/>
                      <a:pt x="140259" y="150089"/>
                      <a:pt x="140259" y="156649"/>
                    </a:cubicBezTo>
                    <a:lnTo>
                      <a:pt x="140259" y="173750"/>
                    </a:lnTo>
                    <a:lnTo>
                      <a:pt x="117338" y="173750"/>
                    </a:lnTo>
                    <a:cubicBezTo>
                      <a:pt x="114085" y="173813"/>
                      <a:pt x="111463" y="176436"/>
                      <a:pt x="111400" y="179689"/>
                    </a:cubicBezTo>
                    <a:lnTo>
                      <a:pt x="111400" y="217218"/>
                    </a:lnTo>
                    <a:lnTo>
                      <a:pt x="44774" y="217218"/>
                    </a:lnTo>
                    <a:cubicBezTo>
                      <a:pt x="41494" y="217218"/>
                      <a:pt x="38836" y="219877"/>
                      <a:pt x="38836" y="223156"/>
                    </a:cubicBezTo>
                    <a:lnTo>
                      <a:pt x="38836" y="448806"/>
                    </a:lnTo>
                    <a:lnTo>
                      <a:pt x="5938" y="448806"/>
                    </a:lnTo>
                    <a:cubicBezTo>
                      <a:pt x="2659" y="448806"/>
                      <a:pt x="0" y="451465"/>
                      <a:pt x="0" y="454744"/>
                    </a:cubicBezTo>
                    <a:cubicBezTo>
                      <a:pt x="0" y="458023"/>
                      <a:pt x="2659" y="460682"/>
                      <a:pt x="5938" y="460682"/>
                    </a:cubicBezTo>
                    <a:lnTo>
                      <a:pt x="475765" y="460682"/>
                    </a:lnTo>
                    <a:cubicBezTo>
                      <a:pt x="479044" y="460682"/>
                      <a:pt x="481703" y="458023"/>
                      <a:pt x="481703" y="454744"/>
                    </a:cubicBezTo>
                    <a:cubicBezTo>
                      <a:pt x="481579" y="451537"/>
                      <a:pt x="478974" y="448985"/>
                      <a:pt x="475765" y="448924"/>
                    </a:cubicBezTo>
                    <a:close/>
                    <a:moveTo>
                      <a:pt x="246671" y="11876"/>
                    </a:moveTo>
                    <a:lnTo>
                      <a:pt x="285032" y="11876"/>
                    </a:lnTo>
                    <a:lnTo>
                      <a:pt x="285032" y="28978"/>
                    </a:lnTo>
                    <a:lnTo>
                      <a:pt x="246671" y="28978"/>
                    </a:lnTo>
                    <a:close/>
                    <a:moveTo>
                      <a:pt x="240258" y="84322"/>
                    </a:moveTo>
                    <a:cubicBezTo>
                      <a:pt x="274633" y="84307"/>
                      <a:pt x="303334" y="110535"/>
                      <a:pt x="306409" y="144772"/>
                    </a:cubicBezTo>
                    <a:lnTo>
                      <a:pt x="174107" y="144772"/>
                    </a:lnTo>
                    <a:cubicBezTo>
                      <a:pt x="177235" y="110562"/>
                      <a:pt x="205904" y="84363"/>
                      <a:pt x="240258" y="84322"/>
                    </a:cubicBezTo>
                    <a:close/>
                    <a:moveTo>
                      <a:pt x="152136" y="156649"/>
                    </a:moveTo>
                    <a:lnTo>
                      <a:pt x="328499" y="156649"/>
                    </a:lnTo>
                    <a:lnTo>
                      <a:pt x="328499" y="173750"/>
                    </a:lnTo>
                    <a:lnTo>
                      <a:pt x="152136" y="173750"/>
                    </a:lnTo>
                    <a:close/>
                    <a:moveTo>
                      <a:pt x="243583" y="319354"/>
                    </a:moveTo>
                    <a:cubicBezTo>
                      <a:pt x="243583" y="319354"/>
                      <a:pt x="242871" y="319354"/>
                      <a:pt x="242633" y="319354"/>
                    </a:cubicBezTo>
                    <a:lnTo>
                      <a:pt x="242633" y="319354"/>
                    </a:lnTo>
                    <a:cubicBezTo>
                      <a:pt x="241966" y="319232"/>
                      <a:pt x="241282" y="319232"/>
                      <a:pt x="240614" y="319354"/>
                    </a:cubicBezTo>
                    <a:lnTo>
                      <a:pt x="240614" y="319354"/>
                    </a:lnTo>
                    <a:cubicBezTo>
                      <a:pt x="239161" y="319361"/>
                      <a:pt x="237763" y="319912"/>
                      <a:pt x="236695" y="320898"/>
                    </a:cubicBezTo>
                    <a:lnTo>
                      <a:pt x="210330" y="335149"/>
                    </a:lnTo>
                    <a:lnTo>
                      <a:pt x="210330" y="269830"/>
                    </a:lnTo>
                    <a:lnTo>
                      <a:pt x="241089" y="259141"/>
                    </a:lnTo>
                    <a:lnTo>
                      <a:pt x="270899" y="269473"/>
                    </a:lnTo>
                    <a:lnTo>
                      <a:pt x="270899" y="334674"/>
                    </a:lnTo>
                    <a:close/>
                    <a:moveTo>
                      <a:pt x="198097" y="340850"/>
                    </a:moveTo>
                    <a:lnTo>
                      <a:pt x="184439" y="348332"/>
                    </a:lnTo>
                    <a:cubicBezTo>
                      <a:pt x="182512" y="349357"/>
                      <a:pt x="181319" y="351375"/>
                      <a:pt x="181351" y="353558"/>
                    </a:cubicBezTo>
                    <a:lnTo>
                      <a:pt x="181351" y="448568"/>
                    </a:lnTo>
                    <a:lnTo>
                      <a:pt x="121970" y="448568"/>
                    </a:lnTo>
                    <a:lnTo>
                      <a:pt x="121970" y="299758"/>
                    </a:lnTo>
                    <a:lnTo>
                      <a:pt x="198097" y="273155"/>
                    </a:lnTo>
                    <a:close/>
                    <a:moveTo>
                      <a:pt x="193228" y="357002"/>
                    </a:moveTo>
                    <a:lnTo>
                      <a:pt x="234320" y="334793"/>
                    </a:lnTo>
                    <a:lnTo>
                      <a:pt x="234320" y="448924"/>
                    </a:lnTo>
                    <a:lnTo>
                      <a:pt x="193228" y="448924"/>
                    </a:lnTo>
                    <a:close/>
                    <a:moveTo>
                      <a:pt x="246196" y="448924"/>
                    </a:moveTo>
                    <a:lnTo>
                      <a:pt x="246196" y="334318"/>
                    </a:lnTo>
                    <a:lnTo>
                      <a:pt x="288238" y="357002"/>
                    </a:lnTo>
                    <a:lnTo>
                      <a:pt x="288238" y="448924"/>
                    </a:lnTo>
                    <a:close/>
                    <a:moveTo>
                      <a:pt x="300115" y="448924"/>
                    </a:moveTo>
                    <a:lnTo>
                      <a:pt x="300115" y="353914"/>
                    </a:lnTo>
                    <a:cubicBezTo>
                      <a:pt x="300147" y="351731"/>
                      <a:pt x="298954" y="349713"/>
                      <a:pt x="297027" y="348688"/>
                    </a:cubicBezTo>
                    <a:lnTo>
                      <a:pt x="282419" y="340731"/>
                    </a:lnTo>
                    <a:lnTo>
                      <a:pt x="282419" y="273155"/>
                    </a:lnTo>
                    <a:lnTo>
                      <a:pt x="359496" y="299996"/>
                    </a:lnTo>
                    <a:lnTo>
                      <a:pt x="359496" y="448924"/>
                    </a:lnTo>
                    <a:close/>
                    <a:moveTo>
                      <a:pt x="371372" y="448924"/>
                    </a:moveTo>
                    <a:lnTo>
                      <a:pt x="371372" y="295601"/>
                    </a:lnTo>
                    <a:cubicBezTo>
                      <a:pt x="371371" y="293101"/>
                      <a:pt x="369805" y="290870"/>
                      <a:pt x="367453" y="290019"/>
                    </a:cubicBezTo>
                    <a:lnTo>
                      <a:pt x="242752" y="246552"/>
                    </a:lnTo>
                    <a:cubicBezTo>
                      <a:pt x="241488" y="246078"/>
                      <a:pt x="240096" y="246078"/>
                      <a:pt x="238833" y="246552"/>
                    </a:cubicBezTo>
                    <a:lnTo>
                      <a:pt x="114131" y="290019"/>
                    </a:lnTo>
                    <a:cubicBezTo>
                      <a:pt x="111755" y="290859"/>
                      <a:pt x="110147" y="293082"/>
                      <a:pt x="110093" y="295601"/>
                    </a:cubicBezTo>
                    <a:lnTo>
                      <a:pt x="110093" y="448924"/>
                    </a:lnTo>
                    <a:lnTo>
                      <a:pt x="50712" y="448924"/>
                    </a:lnTo>
                    <a:lnTo>
                      <a:pt x="50712" y="229094"/>
                    </a:lnTo>
                    <a:lnTo>
                      <a:pt x="117338" y="229094"/>
                    </a:lnTo>
                    <a:cubicBezTo>
                      <a:pt x="120617" y="229094"/>
                      <a:pt x="123276" y="226435"/>
                      <a:pt x="123276" y="223156"/>
                    </a:cubicBezTo>
                    <a:lnTo>
                      <a:pt x="123276" y="185627"/>
                    </a:lnTo>
                    <a:lnTo>
                      <a:pt x="190852" y="185627"/>
                    </a:lnTo>
                    <a:lnTo>
                      <a:pt x="190852" y="223156"/>
                    </a:lnTo>
                    <a:cubicBezTo>
                      <a:pt x="190852" y="226435"/>
                      <a:pt x="193512" y="229094"/>
                      <a:pt x="196791" y="229094"/>
                    </a:cubicBezTo>
                    <a:cubicBezTo>
                      <a:pt x="200070" y="229094"/>
                      <a:pt x="202729" y="226435"/>
                      <a:pt x="202729" y="223156"/>
                    </a:cubicBezTo>
                    <a:lnTo>
                      <a:pt x="202729" y="185627"/>
                    </a:lnTo>
                    <a:lnTo>
                      <a:pt x="277787" y="185627"/>
                    </a:lnTo>
                    <a:lnTo>
                      <a:pt x="277787" y="223156"/>
                    </a:lnTo>
                    <a:cubicBezTo>
                      <a:pt x="277787" y="226435"/>
                      <a:pt x="280446" y="229094"/>
                      <a:pt x="283725" y="229094"/>
                    </a:cubicBezTo>
                    <a:cubicBezTo>
                      <a:pt x="287004" y="229094"/>
                      <a:pt x="289663" y="226435"/>
                      <a:pt x="289663" y="223156"/>
                    </a:cubicBezTo>
                    <a:lnTo>
                      <a:pt x="289663" y="185627"/>
                    </a:lnTo>
                    <a:lnTo>
                      <a:pt x="358190" y="185627"/>
                    </a:lnTo>
                    <a:lnTo>
                      <a:pt x="358190" y="223156"/>
                    </a:lnTo>
                    <a:cubicBezTo>
                      <a:pt x="358190" y="226435"/>
                      <a:pt x="360849" y="229094"/>
                      <a:pt x="364128" y="229094"/>
                    </a:cubicBezTo>
                    <a:lnTo>
                      <a:pt x="430754" y="229094"/>
                    </a:lnTo>
                    <a:lnTo>
                      <a:pt x="430754" y="448924"/>
                    </a:lnTo>
                    <a:close/>
                  </a:path>
                </a:pathLst>
              </a:custGeom>
              <a:solidFill>
                <a:schemeClr val="bg1"/>
              </a:solidFill>
              <a:ln w="11848" cap="flat">
                <a:noFill/>
                <a:prstDash val="solid"/>
                <a:miter/>
              </a:ln>
            </p:spPr>
            <p:txBody>
              <a:bodyPr rtlCol="0" anchor="ctr"/>
              <a:lstStyle/>
              <a:p>
                <a:endParaRPr lang="de-DE"/>
              </a:p>
            </p:txBody>
          </p:sp>
          <p:grpSp>
            <p:nvGrpSpPr>
              <p:cNvPr id="71" name="Group 70">
                <a:extLst>
                  <a:ext uri="{FF2B5EF4-FFF2-40B4-BE49-F238E27FC236}">
                    <a16:creationId xmlns:a16="http://schemas.microsoft.com/office/drawing/2014/main" id="{29F8974E-202F-DA60-2188-E8C9C7EE5642}"/>
                  </a:ext>
                </a:extLst>
              </p:cNvPr>
              <p:cNvGrpSpPr/>
              <p:nvPr/>
            </p:nvGrpSpPr>
            <p:grpSpPr>
              <a:xfrm>
                <a:off x="7402088" y="5623567"/>
                <a:ext cx="945446" cy="274653"/>
                <a:chOff x="7015462" y="5522560"/>
                <a:chExt cx="945446" cy="274653"/>
              </a:xfrm>
            </p:grpSpPr>
            <p:grpSp>
              <p:nvGrpSpPr>
                <p:cNvPr id="73" name="Graphic 2">
                  <a:extLst>
                    <a:ext uri="{FF2B5EF4-FFF2-40B4-BE49-F238E27FC236}">
                      <a16:creationId xmlns:a16="http://schemas.microsoft.com/office/drawing/2014/main" id="{95AA0A2F-B186-A6A4-5CA0-290AC5296B03}"/>
                    </a:ext>
                  </a:extLst>
                </p:cNvPr>
                <p:cNvGrpSpPr>
                  <a:grpSpLocks noChangeAspect="1"/>
                </p:cNvGrpSpPr>
                <p:nvPr/>
              </p:nvGrpSpPr>
              <p:grpSpPr>
                <a:xfrm>
                  <a:off x="7015462" y="5522560"/>
                  <a:ext cx="279550" cy="274653"/>
                  <a:chOff x="5856141" y="3140967"/>
                  <a:chExt cx="471448" cy="463177"/>
                </a:xfrm>
                <a:solidFill>
                  <a:schemeClr val="bg1"/>
                </a:solidFill>
              </p:grpSpPr>
              <p:sp>
                <p:nvSpPr>
                  <p:cNvPr id="86" name="Freeform: Shape 85">
                    <a:extLst>
                      <a:ext uri="{FF2B5EF4-FFF2-40B4-BE49-F238E27FC236}">
                        <a16:creationId xmlns:a16="http://schemas.microsoft.com/office/drawing/2014/main" id="{A3E006D9-B252-F771-F78A-1E8D80DB1389}"/>
                      </a:ext>
                    </a:extLst>
                  </p:cNvPr>
                  <p:cNvSpPr/>
                  <p:nvPr/>
                </p:nvSpPr>
                <p:spPr>
                  <a:xfrm>
                    <a:off x="5905767" y="3190594"/>
                    <a:ext cx="66168" cy="16542"/>
                  </a:xfrm>
                  <a:custGeom>
                    <a:avLst/>
                    <a:gdLst>
                      <a:gd name="connsiteX0" fmla="*/ 57897 w 66168"/>
                      <a:gd name="connsiteY0" fmla="*/ 16542 h 16542"/>
                      <a:gd name="connsiteX1" fmla="*/ 8271 w 66168"/>
                      <a:gd name="connsiteY1" fmla="*/ 16542 h 16542"/>
                      <a:gd name="connsiteX2" fmla="*/ 0 w 66168"/>
                      <a:gd name="connsiteY2" fmla="*/ 8271 h 16542"/>
                      <a:gd name="connsiteX3" fmla="*/ 8271 w 66168"/>
                      <a:gd name="connsiteY3" fmla="*/ 0 h 16542"/>
                      <a:gd name="connsiteX4" fmla="*/ 57897 w 66168"/>
                      <a:gd name="connsiteY4" fmla="*/ 0 h 16542"/>
                      <a:gd name="connsiteX5" fmla="*/ 66168 w 66168"/>
                      <a:gd name="connsiteY5" fmla="*/ 8271 h 16542"/>
                      <a:gd name="connsiteX6" fmla="*/ 57897 w 66168"/>
                      <a:gd name="connsiteY6" fmla="*/ 16542 h 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8" h="16542">
                        <a:moveTo>
                          <a:pt x="57897" y="16542"/>
                        </a:moveTo>
                        <a:lnTo>
                          <a:pt x="8271" y="16542"/>
                        </a:lnTo>
                        <a:cubicBezTo>
                          <a:pt x="3703" y="16542"/>
                          <a:pt x="0" y="12839"/>
                          <a:pt x="0" y="8271"/>
                        </a:cubicBezTo>
                        <a:cubicBezTo>
                          <a:pt x="0" y="3703"/>
                          <a:pt x="3703" y="0"/>
                          <a:pt x="8271" y="0"/>
                        </a:cubicBezTo>
                        <a:lnTo>
                          <a:pt x="57897" y="0"/>
                        </a:lnTo>
                        <a:cubicBezTo>
                          <a:pt x="62465" y="0"/>
                          <a:pt x="66168" y="3703"/>
                          <a:pt x="66168" y="8271"/>
                        </a:cubicBezTo>
                        <a:cubicBezTo>
                          <a:pt x="66168" y="12839"/>
                          <a:pt x="62465" y="16542"/>
                          <a:pt x="57897" y="16542"/>
                        </a:cubicBezTo>
                        <a:close/>
                      </a:path>
                    </a:pathLst>
                  </a:custGeom>
                  <a:grpFill/>
                  <a:ln w="16422" cap="flat">
                    <a:noFill/>
                    <a:prstDash val="solid"/>
                    <a:miter/>
                  </a:ln>
                </p:spPr>
                <p:txBody>
                  <a:bodyPr rtlCol="0" anchor="ctr"/>
                  <a:lstStyle/>
                  <a:p>
                    <a:endParaRPr lang="de-DE"/>
                  </a:p>
                </p:txBody>
              </p:sp>
              <p:sp>
                <p:nvSpPr>
                  <p:cNvPr id="87" name="Freeform: Shape 86">
                    <a:extLst>
                      <a:ext uri="{FF2B5EF4-FFF2-40B4-BE49-F238E27FC236}">
                        <a16:creationId xmlns:a16="http://schemas.microsoft.com/office/drawing/2014/main" id="{DED268BA-0773-B427-E469-2495F78F3C20}"/>
                      </a:ext>
                    </a:extLst>
                  </p:cNvPr>
                  <p:cNvSpPr/>
                  <p:nvPr/>
                </p:nvSpPr>
                <p:spPr>
                  <a:xfrm>
                    <a:off x="5905767" y="3339472"/>
                    <a:ext cx="66168" cy="16542"/>
                  </a:xfrm>
                  <a:custGeom>
                    <a:avLst/>
                    <a:gdLst>
                      <a:gd name="connsiteX0" fmla="*/ 57897 w 66168"/>
                      <a:gd name="connsiteY0" fmla="*/ 16542 h 16542"/>
                      <a:gd name="connsiteX1" fmla="*/ 8271 w 66168"/>
                      <a:gd name="connsiteY1" fmla="*/ 16542 h 16542"/>
                      <a:gd name="connsiteX2" fmla="*/ 0 w 66168"/>
                      <a:gd name="connsiteY2" fmla="*/ 8271 h 16542"/>
                      <a:gd name="connsiteX3" fmla="*/ 8271 w 66168"/>
                      <a:gd name="connsiteY3" fmla="*/ 0 h 16542"/>
                      <a:gd name="connsiteX4" fmla="*/ 57897 w 66168"/>
                      <a:gd name="connsiteY4" fmla="*/ 0 h 16542"/>
                      <a:gd name="connsiteX5" fmla="*/ 66168 w 66168"/>
                      <a:gd name="connsiteY5" fmla="*/ 8271 h 16542"/>
                      <a:gd name="connsiteX6" fmla="*/ 57897 w 66168"/>
                      <a:gd name="connsiteY6" fmla="*/ 16542 h 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8" h="16542">
                        <a:moveTo>
                          <a:pt x="57897" y="16542"/>
                        </a:moveTo>
                        <a:lnTo>
                          <a:pt x="8271" y="16542"/>
                        </a:lnTo>
                        <a:cubicBezTo>
                          <a:pt x="3703" y="16542"/>
                          <a:pt x="0" y="12838"/>
                          <a:pt x="0" y="8271"/>
                        </a:cubicBezTo>
                        <a:cubicBezTo>
                          <a:pt x="0" y="3704"/>
                          <a:pt x="3703" y="0"/>
                          <a:pt x="8271" y="0"/>
                        </a:cubicBezTo>
                        <a:lnTo>
                          <a:pt x="57897" y="0"/>
                        </a:lnTo>
                        <a:cubicBezTo>
                          <a:pt x="62465" y="0"/>
                          <a:pt x="66168" y="3704"/>
                          <a:pt x="66168" y="8271"/>
                        </a:cubicBezTo>
                        <a:cubicBezTo>
                          <a:pt x="66168" y="12838"/>
                          <a:pt x="62465" y="16542"/>
                          <a:pt x="57897" y="16542"/>
                        </a:cubicBezTo>
                        <a:close/>
                      </a:path>
                    </a:pathLst>
                  </a:custGeom>
                  <a:grpFill/>
                  <a:ln w="16422" cap="flat">
                    <a:noFill/>
                    <a:prstDash val="solid"/>
                    <a:miter/>
                  </a:ln>
                </p:spPr>
                <p:txBody>
                  <a:bodyPr rtlCol="0" anchor="ctr"/>
                  <a:lstStyle/>
                  <a:p>
                    <a:endParaRPr lang="de-DE"/>
                  </a:p>
                </p:txBody>
              </p:sp>
              <p:sp>
                <p:nvSpPr>
                  <p:cNvPr id="88" name="Freeform: Shape 87">
                    <a:extLst>
                      <a:ext uri="{FF2B5EF4-FFF2-40B4-BE49-F238E27FC236}">
                        <a16:creationId xmlns:a16="http://schemas.microsoft.com/office/drawing/2014/main" id="{8597C98D-7A01-FB07-602B-86EA292AC5F4}"/>
                      </a:ext>
                    </a:extLst>
                  </p:cNvPr>
                  <p:cNvSpPr/>
                  <p:nvPr/>
                </p:nvSpPr>
                <p:spPr>
                  <a:xfrm>
                    <a:off x="5905767" y="3488350"/>
                    <a:ext cx="66168" cy="16542"/>
                  </a:xfrm>
                  <a:custGeom>
                    <a:avLst/>
                    <a:gdLst>
                      <a:gd name="connsiteX0" fmla="*/ 57897 w 66168"/>
                      <a:gd name="connsiteY0" fmla="*/ 16542 h 16542"/>
                      <a:gd name="connsiteX1" fmla="*/ 8271 w 66168"/>
                      <a:gd name="connsiteY1" fmla="*/ 16542 h 16542"/>
                      <a:gd name="connsiteX2" fmla="*/ 0 w 66168"/>
                      <a:gd name="connsiteY2" fmla="*/ 8271 h 16542"/>
                      <a:gd name="connsiteX3" fmla="*/ 8271 w 66168"/>
                      <a:gd name="connsiteY3" fmla="*/ 0 h 16542"/>
                      <a:gd name="connsiteX4" fmla="*/ 57897 w 66168"/>
                      <a:gd name="connsiteY4" fmla="*/ 0 h 16542"/>
                      <a:gd name="connsiteX5" fmla="*/ 66168 w 66168"/>
                      <a:gd name="connsiteY5" fmla="*/ 8271 h 16542"/>
                      <a:gd name="connsiteX6" fmla="*/ 57897 w 66168"/>
                      <a:gd name="connsiteY6" fmla="*/ 16542 h 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8" h="16542">
                        <a:moveTo>
                          <a:pt x="57897" y="16542"/>
                        </a:moveTo>
                        <a:lnTo>
                          <a:pt x="8271" y="16542"/>
                        </a:lnTo>
                        <a:cubicBezTo>
                          <a:pt x="3703" y="16542"/>
                          <a:pt x="0" y="12838"/>
                          <a:pt x="0" y="8271"/>
                        </a:cubicBezTo>
                        <a:cubicBezTo>
                          <a:pt x="0" y="3704"/>
                          <a:pt x="3703" y="0"/>
                          <a:pt x="8271" y="0"/>
                        </a:cubicBezTo>
                        <a:lnTo>
                          <a:pt x="57897" y="0"/>
                        </a:lnTo>
                        <a:cubicBezTo>
                          <a:pt x="62465" y="0"/>
                          <a:pt x="66168" y="3704"/>
                          <a:pt x="66168" y="8271"/>
                        </a:cubicBezTo>
                        <a:cubicBezTo>
                          <a:pt x="66168" y="12838"/>
                          <a:pt x="62465" y="16542"/>
                          <a:pt x="57897" y="16542"/>
                        </a:cubicBezTo>
                        <a:close/>
                      </a:path>
                    </a:pathLst>
                  </a:custGeom>
                  <a:grpFill/>
                  <a:ln w="16422" cap="flat">
                    <a:noFill/>
                    <a:prstDash val="solid"/>
                    <a:miter/>
                  </a:ln>
                </p:spPr>
                <p:txBody>
                  <a:bodyPr rtlCol="0" anchor="ctr"/>
                  <a:lstStyle/>
                  <a:p>
                    <a:endParaRPr lang="de-DE"/>
                  </a:p>
                </p:txBody>
              </p:sp>
              <p:sp>
                <p:nvSpPr>
                  <p:cNvPr id="89" name="Freeform: Shape 88">
                    <a:extLst>
                      <a:ext uri="{FF2B5EF4-FFF2-40B4-BE49-F238E27FC236}">
                        <a16:creationId xmlns:a16="http://schemas.microsoft.com/office/drawing/2014/main" id="{13122DF5-6D07-ACB8-DD3A-28819248E4B2}"/>
                      </a:ext>
                    </a:extLst>
                  </p:cNvPr>
                  <p:cNvSpPr/>
                  <p:nvPr/>
                </p:nvSpPr>
                <p:spPr>
                  <a:xfrm>
                    <a:off x="5856141" y="3140967"/>
                    <a:ext cx="413551" cy="463176"/>
                  </a:xfrm>
                  <a:custGeom>
                    <a:avLst/>
                    <a:gdLst>
                      <a:gd name="connsiteX0" fmla="*/ 365579 w 413550"/>
                      <a:gd name="connsiteY0" fmla="*/ 1 h 463176"/>
                      <a:gd name="connsiteX1" fmla="*/ 47972 w 413550"/>
                      <a:gd name="connsiteY1" fmla="*/ 1 h 463176"/>
                      <a:gd name="connsiteX2" fmla="*/ 0 w 413550"/>
                      <a:gd name="connsiteY2" fmla="*/ 47146 h 463176"/>
                      <a:gd name="connsiteX3" fmla="*/ 0 w 413550"/>
                      <a:gd name="connsiteY3" fmla="*/ 416033 h 463176"/>
                      <a:gd name="connsiteX4" fmla="*/ 47972 w 413550"/>
                      <a:gd name="connsiteY4" fmla="*/ 463177 h 463176"/>
                      <a:gd name="connsiteX5" fmla="*/ 132336 w 413550"/>
                      <a:gd name="connsiteY5" fmla="*/ 463177 h 463176"/>
                      <a:gd name="connsiteX6" fmla="*/ 140607 w 413550"/>
                      <a:gd name="connsiteY6" fmla="*/ 454906 h 463176"/>
                      <a:gd name="connsiteX7" fmla="*/ 132336 w 413550"/>
                      <a:gd name="connsiteY7" fmla="*/ 446635 h 463176"/>
                      <a:gd name="connsiteX8" fmla="*/ 47972 w 413550"/>
                      <a:gd name="connsiteY8" fmla="*/ 446635 h 463176"/>
                      <a:gd name="connsiteX9" fmla="*/ 16542 w 413550"/>
                      <a:gd name="connsiteY9" fmla="*/ 416033 h 463176"/>
                      <a:gd name="connsiteX10" fmla="*/ 16542 w 413550"/>
                      <a:gd name="connsiteY10" fmla="*/ 314299 h 463176"/>
                      <a:gd name="connsiteX11" fmla="*/ 206941 w 413550"/>
                      <a:gd name="connsiteY11" fmla="*/ 314299 h 463176"/>
                      <a:gd name="connsiteX12" fmla="*/ 215212 w 413550"/>
                      <a:gd name="connsiteY12" fmla="*/ 306028 h 463176"/>
                      <a:gd name="connsiteX13" fmla="*/ 206941 w 413550"/>
                      <a:gd name="connsiteY13" fmla="*/ 297757 h 463176"/>
                      <a:gd name="connsiteX14" fmla="*/ 16542 w 413550"/>
                      <a:gd name="connsiteY14" fmla="*/ 297757 h 463176"/>
                      <a:gd name="connsiteX15" fmla="*/ 16542 w 413550"/>
                      <a:gd name="connsiteY15" fmla="*/ 165421 h 463176"/>
                      <a:gd name="connsiteX16" fmla="*/ 397009 w 413550"/>
                      <a:gd name="connsiteY16" fmla="*/ 165421 h 463176"/>
                      <a:gd name="connsiteX17" fmla="*/ 397009 w 413550"/>
                      <a:gd name="connsiteY17" fmla="*/ 206776 h 463176"/>
                      <a:gd name="connsiteX18" fmla="*/ 405280 w 413550"/>
                      <a:gd name="connsiteY18" fmla="*/ 215047 h 463176"/>
                      <a:gd name="connsiteX19" fmla="*/ 413551 w 413550"/>
                      <a:gd name="connsiteY19" fmla="*/ 206776 h 463176"/>
                      <a:gd name="connsiteX20" fmla="*/ 413551 w 413550"/>
                      <a:gd name="connsiteY20" fmla="*/ 47146 h 463176"/>
                      <a:gd name="connsiteX21" fmla="*/ 365579 w 413550"/>
                      <a:gd name="connsiteY21" fmla="*/ 1 h 463176"/>
                      <a:gd name="connsiteX22" fmla="*/ 16542 w 413550"/>
                      <a:gd name="connsiteY22" fmla="*/ 148879 h 463176"/>
                      <a:gd name="connsiteX23" fmla="*/ 16542 w 413550"/>
                      <a:gd name="connsiteY23" fmla="*/ 47146 h 463176"/>
                      <a:gd name="connsiteX24" fmla="*/ 47972 w 413550"/>
                      <a:gd name="connsiteY24" fmla="*/ 16543 h 463176"/>
                      <a:gd name="connsiteX25" fmla="*/ 365579 w 413550"/>
                      <a:gd name="connsiteY25" fmla="*/ 16543 h 463176"/>
                      <a:gd name="connsiteX26" fmla="*/ 397009 w 413550"/>
                      <a:gd name="connsiteY26" fmla="*/ 47146 h 463176"/>
                      <a:gd name="connsiteX27" fmla="*/ 397009 w 413550"/>
                      <a:gd name="connsiteY27" fmla="*/ 148879 h 4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3550" h="463176">
                        <a:moveTo>
                          <a:pt x="365579" y="1"/>
                        </a:moveTo>
                        <a:lnTo>
                          <a:pt x="47972" y="1"/>
                        </a:lnTo>
                        <a:cubicBezTo>
                          <a:pt x="21724" y="-183"/>
                          <a:pt x="273" y="20899"/>
                          <a:pt x="0" y="47146"/>
                        </a:cubicBezTo>
                        <a:lnTo>
                          <a:pt x="0" y="416033"/>
                        </a:lnTo>
                        <a:cubicBezTo>
                          <a:pt x="273" y="442280"/>
                          <a:pt x="21724" y="463361"/>
                          <a:pt x="47972" y="463177"/>
                        </a:cubicBezTo>
                        <a:lnTo>
                          <a:pt x="132336" y="463177"/>
                        </a:lnTo>
                        <a:cubicBezTo>
                          <a:pt x="136904" y="463177"/>
                          <a:pt x="140607" y="459473"/>
                          <a:pt x="140607" y="454906"/>
                        </a:cubicBezTo>
                        <a:cubicBezTo>
                          <a:pt x="140607" y="450339"/>
                          <a:pt x="136904" y="446635"/>
                          <a:pt x="132336" y="446635"/>
                        </a:cubicBezTo>
                        <a:lnTo>
                          <a:pt x="47972" y="446635"/>
                        </a:lnTo>
                        <a:cubicBezTo>
                          <a:pt x="30860" y="446819"/>
                          <a:pt x="16814" y="433144"/>
                          <a:pt x="16542" y="416033"/>
                        </a:cubicBezTo>
                        <a:lnTo>
                          <a:pt x="16542" y="314299"/>
                        </a:lnTo>
                        <a:lnTo>
                          <a:pt x="206941" y="314299"/>
                        </a:lnTo>
                        <a:cubicBezTo>
                          <a:pt x="211508" y="314299"/>
                          <a:pt x="215212" y="310595"/>
                          <a:pt x="215212" y="306028"/>
                        </a:cubicBezTo>
                        <a:cubicBezTo>
                          <a:pt x="215124" y="301497"/>
                          <a:pt x="211472" y="297845"/>
                          <a:pt x="206941" y="297757"/>
                        </a:cubicBezTo>
                        <a:lnTo>
                          <a:pt x="16542" y="297757"/>
                        </a:lnTo>
                        <a:lnTo>
                          <a:pt x="16542" y="165421"/>
                        </a:lnTo>
                        <a:lnTo>
                          <a:pt x="397009" y="165421"/>
                        </a:lnTo>
                        <a:lnTo>
                          <a:pt x="397009" y="206776"/>
                        </a:lnTo>
                        <a:cubicBezTo>
                          <a:pt x="397009" y="211343"/>
                          <a:pt x="400713" y="215047"/>
                          <a:pt x="405280" y="215047"/>
                        </a:cubicBezTo>
                        <a:cubicBezTo>
                          <a:pt x="409847" y="215047"/>
                          <a:pt x="413551" y="211343"/>
                          <a:pt x="413551" y="206776"/>
                        </a:cubicBezTo>
                        <a:lnTo>
                          <a:pt x="413551" y="47146"/>
                        </a:lnTo>
                        <a:cubicBezTo>
                          <a:pt x="413278" y="20899"/>
                          <a:pt x="391826" y="-183"/>
                          <a:pt x="365579" y="1"/>
                        </a:cubicBezTo>
                        <a:close/>
                        <a:moveTo>
                          <a:pt x="16542" y="148879"/>
                        </a:moveTo>
                        <a:lnTo>
                          <a:pt x="16542" y="47146"/>
                        </a:lnTo>
                        <a:cubicBezTo>
                          <a:pt x="16814" y="30035"/>
                          <a:pt x="30860" y="16359"/>
                          <a:pt x="47972" y="16543"/>
                        </a:cubicBezTo>
                        <a:lnTo>
                          <a:pt x="365579" y="16543"/>
                        </a:lnTo>
                        <a:cubicBezTo>
                          <a:pt x="382692" y="16359"/>
                          <a:pt x="396738" y="30035"/>
                          <a:pt x="397009" y="47146"/>
                        </a:cubicBezTo>
                        <a:lnTo>
                          <a:pt x="397009" y="148879"/>
                        </a:lnTo>
                        <a:close/>
                      </a:path>
                    </a:pathLst>
                  </a:custGeom>
                  <a:grpFill/>
                  <a:ln w="16422" cap="flat">
                    <a:noFill/>
                    <a:prstDash val="solid"/>
                    <a:miter/>
                  </a:ln>
                </p:spPr>
                <p:txBody>
                  <a:bodyPr rtlCol="0" anchor="ctr"/>
                  <a:lstStyle/>
                  <a:p>
                    <a:endParaRPr lang="de-DE"/>
                  </a:p>
                </p:txBody>
              </p:sp>
              <p:sp>
                <p:nvSpPr>
                  <p:cNvPr id="90" name="Freeform: Shape 89">
                    <a:extLst>
                      <a:ext uri="{FF2B5EF4-FFF2-40B4-BE49-F238E27FC236}">
                        <a16:creationId xmlns:a16="http://schemas.microsoft.com/office/drawing/2014/main" id="{67F34736-7829-657F-BB33-D11579C22597}"/>
                      </a:ext>
                    </a:extLst>
                  </p:cNvPr>
                  <p:cNvSpPr/>
                  <p:nvPr/>
                </p:nvSpPr>
                <p:spPr>
                  <a:xfrm>
                    <a:off x="6029832" y="3389098"/>
                    <a:ext cx="297757" cy="215046"/>
                  </a:xfrm>
                  <a:custGeom>
                    <a:avLst/>
                    <a:gdLst>
                      <a:gd name="connsiteX0" fmla="*/ 304870 w 297756"/>
                      <a:gd name="connsiteY0" fmla="*/ 198504 h 215046"/>
                      <a:gd name="connsiteX1" fmla="*/ 289486 w 297756"/>
                      <a:gd name="connsiteY1" fmla="*/ 198504 h 215046"/>
                      <a:gd name="connsiteX2" fmla="*/ 289486 w 297756"/>
                      <a:gd name="connsiteY2" fmla="*/ 8271 h 215046"/>
                      <a:gd name="connsiteX3" fmla="*/ 281215 w 297756"/>
                      <a:gd name="connsiteY3" fmla="*/ 0 h 215046"/>
                      <a:gd name="connsiteX4" fmla="*/ 231588 w 297756"/>
                      <a:gd name="connsiteY4" fmla="*/ 0 h 215046"/>
                      <a:gd name="connsiteX5" fmla="*/ 223317 w 297756"/>
                      <a:gd name="connsiteY5" fmla="*/ 8271 h 215046"/>
                      <a:gd name="connsiteX6" fmla="*/ 223317 w 297756"/>
                      <a:gd name="connsiteY6" fmla="*/ 198504 h 215046"/>
                      <a:gd name="connsiteX7" fmla="*/ 190233 w 297756"/>
                      <a:gd name="connsiteY7" fmla="*/ 198504 h 215046"/>
                      <a:gd name="connsiteX8" fmla="*/ 190233 w 297756"/>
                      <a:gd name="connsiteY8" fmla="*/ 57897 h 215046"/>
                      <a:gd name="connsiteX9" fmla="*/ 181962 w 297756"/>
                      <a:gd name="connsiteY9" fmla="*/ 49626 h 215046"/>
                      <a:gd name="connsiteX10" fmla="*/ 132336 w 297756"/>
                      <a:gd name="connsiteY10" fmla="*/ 49626 h 215046"/>
                      <a:gd name="connsiteX11" fmla="*/ 124065 w 297756"/>
                      <a:gd name="connsiteY11" fmla="*/ 57897 h 215046"/>
                      <a:gd name="connsiteX12" fmla="*/ 124065 w 297756"/>
                      <a:gd name="connsiteY12" fmla="*/ 198504 h 215046"/>
                      <a:gd name="connsiteX13" fmla="*/ 90981 w 297756"/>
                      <a:gd name="connsiteY13" fmla="*/ 198504 h 215046"/>
                      <a:gd name="connsiteX14" fmla="*/ 90981 w 297756"/>
                      <a:gd name="connsiteY14" fmla="*/ 107523 h 215046"/>
                      <a:gd name="connsiteX15" fmla="*/ 82710 w 297756"/>
                      <a:gd name="connsiteY15" fmla="*/ 99252 h 215046"/>
                      <a:gd name="connsiteX16" fmla="*/ 33084 w 297756"/>
                      <a:gd name="connsiteY16" fmla="*/ 99252 h 215046"/>
                      <a:gd name="connsiteX17" fmla="*/ 24813 w 297756"/>
                      <a:gd name="connsiteY17" fmla="*/ 107523 h 215046"/>
                      <a:gd name="connsiteX18" fmla="*/ 24813 w 297756"/>
                      <a:gd name="connsiteY18" fmla="*/ 198504 h 215046"/>
                      <a:gd name="connsiteX19" fmla="*/ 8271 w 297756"/>
                      <a:gd name="connsiteY19" fmla="*/ 198504 h 215046"/>
                      <a:gd name="connsiteX20" fmla="*/ 0 w 297756"/>
                      <a:gd name="connsiteY20" fmla="*/ 206775 h 215046"/>
                      <a:gd name="connsiteX21" fmla="*/ 8271 w 297756"/>
                      <a:gd name="connsiteY21" fmla="*/ 215046 h 215046"/>
                      <a:gd name="connsiteX22" fmla="*/ 304373 w 297756"/>
                      <a:gd name="connsiteY22" fmla="*/ 215046 h 215046"/>
                      <a:gd name="connsiteX23" fmla="*/ 312644 w 297756"/>
                      <a:gd name="connsiteY23" fmla="*/ 206775 h 215046"/>
                      <a:gd name="connsiteX24" fmla="*/ 304373 w 297756"/>
                      <a:gd name="connsiteY24" fmla="*/ 198504 h 215046"/>
                      <a:gd name="connsiteX25" fmla="*/ 41355 w 297756"/>
                      <a:gd name="connsiteY25" fmla="*/ 198504 h 215046"/>
                      <a:gd name="connsiteX26" fmla="*/ 41355 w 297756"/>
                      <a:gd name="connsiteY26" fmla="*/ 115794 h 215046"/>
                      <a:gd name="connsiteX27" fmla="*/ 74439 w 297756"/>
                      <a:gd name="connsiteY27" fmla="*/ 115794 h 215046"/>
                      <a:gd name="connsiteX28" fmla="*/ 74439 w 297756"/>
                      <a:gd name="connsiteY28" fmla="*/ 198504 h 215046"/>
                      <a:gd name="connsiteX29" fmla="*/ 140607 w 297756"/>
                      <a:gd name="connsiteY29" fmla="*/ 198504 h 215046"/>
                      <a:gd name="connsiteX30" fmla="*/ 140607 w 297756"/>
                      <a:gd name="connsiteY30" fmla="*/ 66168 h 215046"/>
                      <a:gd name="connsiteX31" fmla="*/ 173691 w 297756"/>
                      <a:gd name="connsiteY31" fmla="*/ 66168 h 215046"/>
                      <a:gd name="connsiteX32" fmla="*/ 173691 w 297756"/>
                      <a:gd name="connsiteY32" fmla="*/ 198504 h 215046"/>
                      <a:gd name="connsiteX33" fmla="*/ 239860 w 297756"/>
                      <a:gd name="connsiteY33" fmla="*/ 198504 h 215046"/>
                      <a:gd name="connsiteX34" fmla="*/ 239860 w 297756"/>
                      <a:gd name="connsiteY34" fmla="*/ 16542 h 215046"/>
                      <a:gd name="connsiteX35" fmla="*/ 272944 w 297756"/>
                      <a:gd name="connsiteY35" fmla="*/ 16542 h 215046"/>
                      <a:gd name="connsiteX36" fmla="*/ 272944 w 297756"/>
                      <a:gd name="connsiteY36" fmla="*/ 198504 h 2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7756" h="215046">
                        <a:moveTo>
                          <a:pt x="304870" y="198504"/>
                        </a:moveTo>
                        <a:lnTo>
                          <a:pt x="289486" y="198504"/>
                        </a:lnTo>
                        <a:lnTo>
                          <a:pt x="289486" y="8271"/>
                        </a:lnTo>
                        <a:cubicBezTo>
                          <a:pt x="289486" y="3704"/>
                          <a:pt x="285782" y="0"/>
                          <a:pt x="281215" y="0"/>
                        </a:cubicBezTo>
                        <a:lnTo>
                          <a:pt x="231588" y="0"/>
                        </a:lnTo>
                        <a:cubicBezTo>
                          <a:pt x="227021" y="0"/>
                          <a:pt x="223317" y="3704"/>
                          <a:pt x="223317" y="8271"/>
                        </a:cubicBezTo>
                        <a:lnTo>
                          <a:pt x="223317" y="198504"/>
                        </a:lnTo>
                        <a:lnTo>
                          <a:pt x="190233" y="198504"/>
                        </a:lnTo>
                        <a:lnTo>
                          <a:pt x="190233" y="57897"/>
                        </a:lnTo>
                        <a:cubicBezTo>
                          <a:pt x="190233" y="53330"/>
                          <a:pt x="186530" y="49626"/>
                          <a:pt x="181962" y="49626"/>
                        </a:cubicBezTo>
                        <a:lnTo>
                          <a:pt x="132336" y="49626"/>
                        </a:lnTo>
                        <a:cubicBezTo>
                          <a:pt x="127769" y="49626"/>
                          <a:pt x="124065" y="53330"/>
                          <a:pt x="124065" y="57897"/>
                        </a:cubicBezTo>
                        <a:lnTo>
                          <a:pt x="124065" y="198504"/>
                        </a:lnTo>
                        <a:lnTo>
                          <a:pt x="90981" y="198504"/>
                        </a:lnTo>
                        <a:lnTo>
                          <a:pt x="90981" y="107523"/>
                        </a:lnTo>
                        <a:cubicBezTo>
                          <a:pt x="90981" y="102956"/>
                          <a:pt x="87277" y="99252"/>
                          <a:pt x="82710" y="99252"/>
                        </a:cubicBezTo>
                        <a:lnTo>
                          <a:pt x="33084" y="99252"/>
                        </a:lnTo>
                        <a:cubicBezTo>
                          <a:pt x="28517" y="99252"/>
                          <a:pt x="24813" y="102956"/>
                          <a:pt x="24813" y="107523"/>
                        </a:cubicBezTo>
                        <a:lnTo>
                          <a:pt x="24813" y="198504"/>
                        </a:lnTo>
                        <a:lnTo>
                          <a:pt x="8271" y="198504"/>
                        </a:lnTo>
                        <a:cubicBezTo>
                          <a:pt x="3704" y="198504"/>
                          <a:pt x="0" y="202208"/>
                          <a:pt x="0" y="206775"/>
                        </a:cubicBezTo>
                        <a:cubicBezTo>
                          <a:pt x="0" y="211342"/>
                          <a:pt x="3704" y="215046"/>
                          <a:pt x="8271" y="215046"/>
                        </a:cubicBezTo>
                        <a:lnTo>
                          <a:pt x="304373" y="215046"/>
                        </a:lnTo>
                        <a:cubicBezTo>
                          <a:pt x="308941" y="215046"/>
                          <a:pt x="312644" y="211342"/>
                          <a:pt x="312644" y="206775"/>
                        </a:cubicBezTo>
                        <a:cubicBezTo>
                          <a:pt x="312644" y="202208"/>
                          <a:pt x="308941" y="198504"/>
                          <a:pt x="304373" y="198504"/>
                        </a:cubicBezTo>
                        <a:close/>
                        <a:moveTo>
                          <a:pt x="41355" y="198504"/>
                        </a:moveTo>
                        <a:lnTo>
                          <a:pt x="41355" y="115794"/>
                        </a:lnTo>
                        <a:lnTo>
                          <a:pt x="74439" y="115794"/>
                        </a:lnTo>
                        <a:lnTo>
                          <a:pt x="74439" y="198504"/>
                        </a:lnTo>
                        <a:close/>
                        <a:moveTo>
                          <a:pt x="140607" y="198504"/>
                        </a:moveTo>
                        <a:lnTo>
                          <a:pt x="140607" y="66168"/>
                        </a:lnTo>
                        <a:lnTo>
                          <a:pt x="173691" y="66168"/>
                        </a:lnTo>
                        <a:lnTo>
                          <a:pt x="173691" y="198504"/>
                        </a:lnTo>
                        <a:close/>
                        <a:moveTo>
                          <a:pt x="239860" y="198504"/>
                        </a:moveTo>
                        <a:lnTo>
                          <a:pt x="239860" y="16542"/>
                        </a:lnTo>
                        <a:lnTo>
                          <a:pt x="272944" y="16542"/>
                        </a:lnTo>
                        <a:lnTo>
                          <a:pt x="272944" y="198504"/>
                        </a:lnTo>
                        <a:close/>
                      </a:path>
                    </a:pathLst>
                  </a:custGeom>
                  <a:grpFill/>
                  <a:ln w="16422" cap="flat">
                    <a:noFill/>
                    <a:prstDash val="solid"/>
                    <a:miter/>
                  </a:ln>
                </p:spPr>
                <p:txBody>
                  <a:bodyPr rtlCol="0" anchor="ctr"/>
                  <a:lstStyle/>
                  <a:p>
                    <a:endParaRPr lang="de-DE"/>
                  </a:p>
                </p:txBody>
              </p:sp>
            </p:grpSp>
            <p:grpSp>
              <p:nvGrpSpPr>
                <p:cNvPr id="74" name="Graphic 2">
                  <a:extLst>
                    <a:ext uri="{FF2B5EF4-FFF2-40B4-BE49-F238E27FC236}">
                      <a16:creationId xmlns:a16="http://schemas.microsoft.com/office/drawing/2014/main" id="{DAF021D0-07F5-C5BD-B327-8ED8064B90F1}"/>
                    </a:ext>
                  </a:extLst>
                </p:cNvPr>
                <p:cNvGrpSpPr>
                  <a:grpSpLocks noChangeAspect="1"/>
                </p:cNvGrpSpPr>
                <p:nvPr/>
              </p:nvGrpSpPr>
              <p:grpSpPr>
                <a:xfrm>
                  <a:off x="7348410" y="5522560"/>
                  <a:ext cx="279550" cy="274653"/>
                  <a:chOff x="5856141" y="3140967"/>
                  <a:chExt cx="471448" cy="463177"/>
                </a:xfrm>
                <a:solidFill>
                  <a:schemeClr val="bg1"/>
                </a:solidFill>
              </p:grpSpPr>
              <p:sp>
                <p:nvSpPr>
                  <p:cNvPr id="81" name="Freeform: Shape 80">
                    <a:extLst>
                      <a:ext uri="{FF2B5EF4-FFF2-40B4-BE49-F238E27FC236}">
                        <a16:creationId xmlns:a16="http://schemas.microsoft.com/office/drawing/2014/main" id="{E8DF9C55-3AF4-EB52-EAE3-D120E1FF7BD0}"/>
                      </a:ext>
                    </a:extLst>
                  </p:cNvPr>
                  <p:cNvSpPr/>
                  <p:nvPr/>
                </p:nvSpPr>
                <p:spPr>
                  <a:xfrm>
                    <a:off x="5905767" y="3190594"/>
                    <a:ext cx="66168" cy="16542"/>
                  </a:xfrm>
                  <a:custGeom>
                    <a:avLst/>
                    <a:gdLst>
                      <a:gd name="connsiteX0" fmla="*/ 57897 w 66168"/>
                      <a:gd name="connsiteY0" fmla="*/ 16542 h 16542"/>
                      <a:gd name="connsiteX1" fmla="*/ 8271 w 66168"/>
                      <a:gd name="connsiteY1" fmla="*/ 16542 h 16542"/>
                      <a:gd name="connsiteX2" fmla="*/ 0 w 66168"/>
                      <a:gd name="connsiteY2" fmla="*/ 8271 h 16542"/>
                      <a:gd name="connsiteX3" fmla="*/ 8271 w 66168"/>
                      <a:gd name="connsiteY3" fmla="*/ 0 h 16542"/>
                      <a:gd name="connsiteX4" fmla="*/ 57897 w 66168"/>
                      <a:gd name="connsiteY4" fmla="*/ 0 h 16542"/>
                      <a:gd name="connsiteX5" fmla="*/ 66168 w 66168"/>
                      <a:gd name="connsiteY5" fmla="*/ 8271 h 16542"/>
                      <a:gd name="connsiteX6" fmla="*/ 57897 w 66168"/>
                      <a:gd name="connsiteY6" fmla="*/ 16542 h 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8" h="16542">
                        <a:moveTo>
                          <a:pt x="57897" y="16542"/>
                        </a:moveTo>
                        <a:lnTo>
                          <a:pt x="8271" y="16542"/>
                        </a:lnTo>
                        <a:cubicBezTo>
                          <a:pt x="3703" y="16542"/>
                          <a:pt x="0" y="12839"/>
                          <a:pt x="0" y="8271"/>
                        </a:cubicBezTo>
                        <a:cubicBezTo>
                          <a:pt x="0" y="3703"/>
                          <a:pt x="3703" y="0"/>
                          <a:pt x="8271" y="0"/>
                        </a:cubicBezTo>
                        <a:lnTo>
                          <a:pt x="57897" y="0"/>
                        </a:lnTo>
                        <a:cubicBezTo>
                          <a:pt x="62465" y="0"/>
                          <a:pt x="66168" y="3703"/>
                          <a:pt x="66168" y="8271"/>
                        </a:cubicBezTo>
                        <a:cubicBezTo>
                          <a:pt x="66168" y="12839"/>
                          <a:pt x="62465" y="16542"/>
                          <a:pt x="57897" y="16542"/>
                        </a:cubicBezTo>
                        <a:close/>
                      </a:path>
                    </a:pathLst>
                  </a:custGeom>
                  <a:grpFill/>
                  <a:ln w="16422" cap="flat">
                    <a:noFill/>
                    <a:prstDash val="solid"/>
                    <a:miter/>
                  </a:ln>
                </p:spPr>
                <p:txBody>
                  <a:bodyPr rtlCol="0" anchor="ctr"/>
                  <a:lstStyle/>
                  <a:p>
                    <a:endParaRPr lang="de-DE"/>
                  </a:p>
                </p:txBody>
              </p:sp>
              <p:sp>
                <p:nvSpPr>
                  <p:cNvPr id="82" name="Freeform: Shape 81">
                    <a:extLst>
                      <a:ext uri="{FF2B5EF4-FFF2-40B4-BE49-F238E27FC236}">
                        <a16:creationId xmlns:a16="http://schemas.microsoft.com/office/drawing/2014/main" id="{D2EDF725-F451-59D4-0E70-D6E99879FFE7}"/>
                      </a:ext>
                    </a:extLst>
                  </p:cNvPr>
                  <p:cNvSpPr/>
                  <p:nvPr/>
                </p:nvSpPr>
                <p:spPr>
                  <a:xfrm>
                    <a:off x="5905767" y="3339472"/>
                    <a:ext cx="66168" cy="16542"/>
                  </a:xfrm>
                  <a:custGeom>
                    <a:avLst/>
                    <a:gdLst>
                      <a:gd name="connsiteX0" fmla="*/ 57897 w 66168"/>
                      <a:gd name="connsiteY0" fmla="*/ 16542 h 16542"/>
                      <a:gd name="connsiteX1" fmla="*/ 8271 w 66168"/>
                      <a:gd name="connsiteY1" fmla="*/ 16542 h 16542"/>
                      <a:gd name="connsiteX2" fmla="*/ 0 w 66168"/>
                      <a:gd name="connsiteY2" fmla="*/ 8271 h 16542"/>
                      <a:gd name="connsiteX3" fmla="*/ 8271 w 66168"/>
                      <a:gd name="connsiteY3" fmla="*/ 0 h 16542"/>
                      <a:gd name="connsiteX4" fmla="*/ 57897 w 66168"/>
                      <a:gd name="connsiteY4" fmla="*/ 0 h 16542"/>
                      <a:gd name="connsiteX5" fmla="*/ 66168 w 66168"/>
                      <a:gd name="connsiteY5" fmla="*/ 8271 h 16542"/>
                      <a:gd name="connsiteX6" fmla="*/ 57897 w 66168"/>
                      <a:gd name="connsiteY6" fmla="*/ 16542 h 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8" h="16542">
                        <a:moveTo>
                          <a:pt x="57897" y="16542"/>
                        </a:moveTo>
                        <a:lnTo>
                          <a:pt x="8271" y="16542"/>
                        </a:lnTo>
                        <a:cubicBezTo>
                          <a:pt x="3703" y="16542"/>
                          <a:pt x="0" y="12838"/>
                          <a:pt x="0" y="8271"/>
                        </a:cubicBezTo>
                        <a:cubicBezTo>
                          <a:pt x="0" y="3704"/>
                          <a:pt x="3703" y="0"/>
                          <a:pt x="8271" y="0"/>
                        </a:cubicBezTo>
                        <a:lnTo>
                          <a:pt x="57897" y="0"/>
                        </a:lnTo>
                        <a:cubicBezTo>
                          <a:pt x="62465" y="0"/>
                          <a:pt x="66168" y="3704"/>
                          <a:pt x="66168" y="8271"/>
                        </a:cubicBezTo>
                        <a:cubicBezTo>
                          <a:pt x="66168" y="12838"/>
                          <a:pt x="62465" y="16542"/>
                          <a:pt x="57897" y="16542"/>
                        </a:cubicBezTo>
                        <a:close/>
                      </a:path>
                    </a:pathLst>
                  </a:custGeom>
                  <a:grpFill/>
                  <a:ln w="16422" cap="flat">
                    <a:noFill/>
                    <a:prstDash val="solid"/>
                    <a:miter/>
                  </a:ln>
                </p:spPr>
                <p:txBody>
                  <a:bodyPr rtlCol="0" anchor="ctr"/>
                  <a:lstStyle/>
                  <a:p>
                    <a:endParaRPr lang="de-DE"/>
                  </a:p>
                </p:txBody>
              </p:sp>
              <p:sp>
                <p:nvSpPr>
                  <p:cNvPr id="83" name="Freeform: Shape 82">
                    <a:extLst>
                      <a:ext uri="{FF2B5EF4-FFF2-40B4-BE49-F238E27FC236}">
                        <a16:creationId xmlns:a16="http://schemas.microsoft.com/office/drawing/2014/main" id="{6E75280F-4C82-61FA-71FC-71826732E51E}"/>
                      </a:ext>
                    </a:extLst>
                  </p:cNvPr>
                  <p:cNvSpPr/>
                  <p:nvPr/>
                </p:nvSpPr>
                <p:spPr>
                  <a:xfrm>
                    <a:off x="5905767" y="3488350"/>
                    <a:ext cx="66168" cy="16542"/>
                  </a:xfrm>
                  <a:custGeom>
                    <a:avLst/>
                    <a:gdLst>
                      <a:gd name="connsiteX0" fmla="*/ 57897 w 66168"/>
                      <a:gd name="connsiteY0" fmla="*/ 16542 h 16542"/>
                      <a:gd name="connsiteX1" fmla="*/ 8271 w 66168"/>
                      <a:gd name="connsiteY1" fmla="*/ 16542 h 16542"/>
                      <a:gd name="connsiteX2" fmla="*/ 0 w 66168"/>
                      <a:gd name="connsiteY2" fmla="*/ 8271 h 16542"/>
                      <a:gd name="connsiteX3" fmla="*/ 8271 w 66168"/>
                      <a:gd name="connsiteY3" fmla="*/ 0 h 16542"/>
                      <a:gd name="connsiteX4" fmla="*/ 57897 w 66168"/>
                      <a:gd name="connsiteY4" fmla="*/ 0 h 16542"/>
                      <a:gd name="connsiteX5" fmla="*/ 66168 w 66168"/>
                      <a:gd name="connsiteY5" fmla="*/ 8271 h 16542"/>
                      <a:gd name="connsiteX6" fmla="*/ 57897 w 66168"/>
                      <a:gd name="connsiteY6" fmla="*/ 16542 h 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8" h="16542">
                        <a:moveTo>
                          <a:pt x="57897" y="16542"/>
                        </a:moveTo>
                        <a:lnTo>
                          <a:pt x="8271" y="16542"/>
                        </a:lnTo>
                        <a:cubicBezTo>
                          <a:pt x="3703" y="16542"/>
                          <a:pt x="0" y="12838"/>
                          <a:pt x="0" y="8271"/>
                        </a:cubicBezTo>
                        <a:cubicBezTo>
                          <a:pt x="0" y="3704"/>
                          <a:pt x="3703" y="0"/>
                          <a:pt x="8271" y="0"/>
                        </a:cubicBezTo>
                        <a:lnTo>
                          <a:pt x="57897" y="0"/>
                        </a:lnTo>
                        <a:cubicBezTo>
                          <a:pt x="62465" y="0"/>
                          <a:pt x="66168" y="3704"/>
                          <a:pt x="66168" y="8271"/>
                        </a:cubicBezTo>
                        <a:cubicBezTo>
                          <a:pt x="66168" y="12838"/>
                          <a:pt x="62465" y="16542"/>
                          <a:pt x="57897" y="16542"/>
                        </a:cubicBezTo>
                        <a:close/>
                      </a:path>
                    </a:pathLst>
                  </a:custGeom>
                  <a:grpFill/>
                  <a:ln w="16422" cap="flat">
                    <a:noFill/>
                    <a:prstDash val="solid"/>
                    <a:miter/>
                  </a:ln>
                </p:spPr>
                <p:txBody>
                  <a:bodyPr rtlCol="0" anchor="ctr"/>
                  <a:lstStyle/>
                  <a:p>
                    <a:endParaRPr lang="de-DE"/>
                  </a:p>
                </p:txBody>
              </p:sp>
              <p:sp>
                <p:nvSpPr>
                  <p:cNvPr id="84" name="Freeform: Shape 83">
                    <a:extLst>
                      <a:ext uri="{FF2B5EF4-FFF2-40B4-BE49-F238E27FC236}">
                        <a16:creationId xmlns:a16="http://schemas.microsoft.com/office/drawing/2014/main" id="{8D293C2E-C8FE-64B1-2034-CB21805DDC6E}"/>
                      </a:ext>
                    </a:extLst>
                  </p:cNvPr>
                  <p:cNvSpPr/>
                  <p:nvPr/>
                </p:nvSpPr>
                <p:spPr>
                  <a:xfrm>
                    <a:off x="5856141" y="3140967"/>
                    <a:ext cx="413551" cy="463176"/>
                  </a:xfrm>
                  <a:custGeom>
                    <a:avLst/>
                    <a:gdLst>
                      <a:gd name="connsiteX0" fmla="*/ 365579 w 413550"/>
                      <a:gd name="connsiteY0" fmla="*/ 1 h 463176"/>
                      <a:gd name="connsiteX1" fmla="*/ 47972 w 413550"/>
                      <a:gd name="connsiteY1" fmla="*/ 1 h 463176"/>
                      <a:gd name="connsiteX2" fmla="*/ 0 w 413550"/>
                      <a:gd name="connsiteY2" fmla="*/ 47146 h 463176"/>
                      <a:gd name="connsiteX3" fmla="*/ 0 w 413550"/>
                      <a:gd name="connsiteY3" fmla="*/ 416033 h 463176"/>
                      <a:gd name="connsiteX4" fmla="*/ 47972 w 413550"/>
                      <a:gd name="connsiteY4" fmla="*/ 463177 h 463176"/>
                      <a:gd name="connsiteX5" fmla="*/ 132336 w 413550"/>
                      <a:gd name="connsiteY5" fmla="*/ 463177 h 463176"/>
                      <a:gd name="connsiteX6" fmla="*/ 140607 w 413550"/>
                      <a:gd name="connsiteY6" fmla="*/ 454906 h 463176"/>
                      <a:gd name="connsiteX7" fmla="*/ 132336 w 413550"/>
                      <a:gd name="connsiteY7" fmla="*/ 446635 h 463176"/>
                      <a:gd name="connsiteX8" fmla="*/ 47972 w 413550"/>
                      <a:gd name="connsiteY8" fmla="*/ 446635 h 463176"/>
                      <a:gd name="connsiteX9" fmla="*/ 16542 w 413550"/>
                      <a:gd name="connsiteY9" fmla="*/ 416033 h 463176"/>
                      <a:gd name="connsiteX10" fmla="*/ 16542 w 413550"/>
                      <a:gd name="connsiteY10" fmla="*/ 314299 h 463176"/>
                      <a:gd name="connsiteX11" fmla="*/ 206941 w 413550"/>
                      <a:gd name="connsiteY11" fmla="*/ 314299 h 463176"/>
                      <a:gd name="connsiteX12" fmla="*/ 215212 w 413550"/>
                      <a:gd name="connsiteY12" fmla="*/ 306028 h 463176"/>
                      <a:gd name="connsiteX13" fmla="*/ 206941 w 413550"/>
                      <a:gd name="connsiteY13" fmla="*/ 297757 h 463176"/>
                      <a:gd name="connsiteX14" fmla="*/ 16542 w 413550"/>
                      <a:gd name="connsiteY14" fmla="*/ 297757 h 463176"/>
                      <a:gd name="connsiteX15" fmla="*/ 16542 w 413550"/>
                      <a:gd name="connsiteY15" fmla="*/ 165421 h 463176"/>
                      <a:gd name="connsiteX16" fmla="*/ 397009 w 413550"/>
                      <a:gd name="connsiteY16" fmla="*/ 165421 h 463176"/>
                      <a:gd name="connsiteX17" fmla="*/ 397009 w 413550"/>
                      <a:gd name="connsiteY17" fmla="*/ 206776 h 463176"/>
                      <a:gd name="connsiteX18" fmla="*/ 405280 w 413550"/>
                      <a:gd name="connsiteY18" fmla="*/ 215047 h 463176"/>
                      <a:gd name="connsiteX19" fmla="*/ 413551 w 413550"/>
                      <a:gd name="connsiteY19" fmla="*/ 206776 h 463176"/>
                      <a:gd name="connsiteX20" fmla="*/ 413551 w 413550"/>
                      <a:gd name="connsiteY20" fmla="*/ 47146 h 463176"/>
                      <a:gd name="connsiteX21" fmla="*/ 365579 w 413550"/>
                      <a:gd name="connsiteY21" fmla="*/ 1 h 463176"/>
                      <a:gd name="connsiteX22" fmla="*/ 16542 w 413550"/>
                      <a:gd name="connsiteY22" fmla="*/ 148879 h 463176"/>
                      <a:gd name="connsiteX23" fmla="*/ 16542 w 413550"/>
                      <a:gd name="connsiteY23" fmla="*/ 47146 h 463176"/>
                      <a:gd name="connsiteX24" fmla="*/ 47972 w 413550"/>
                      <a:gd name="connsiteY24" fmla="*/ 16543 h 463176"/>
                      <a:gd name="connsiteX25" fmla="*/ 365579 w 413550"/>
                      <a:gd name="connsiteY25" fmla="*/ 16543 h 463176"/>
                      <a:gd name="connsiteX26" fmla="*/ 397009 w 413550"/>
                      <a:gd name="connsiteY26" fmla="*/ 47146 h 463176"/>
                      <a:gd name="connsiteX27" fmla="*/ 397009 w 413550"/>
                      <a:gd name="connsiteY27" fmla="*/ 148879 h 4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3550" h="463176">
                        <a:moveTo>
                          <a:pt x="365579" y="1"/>
                        </a:moveTo>
                        <a:lnTo>
                          <a:pt x="47972" y="1"/>
                        </a:lnTo>
                        <a:cubicBezTo>
                          <a:pt x="21724" y="-183"/>
                          <a:pt x="273" y="20899"/>
                          <a:pt x="0" y="47146"/>
                        </a:cubicBezTo>
                        <a:lnTo>
                          <a:pt x="0" y="416033"/>
                        </a:lnTo>
                        <a:cubicBezTo>
                          <a:pt x="273" y="442280"/>
                          <a:pt x="21724" y="463361"/>
                          <a:pt x="47972" y="463177"/>
                        </a:cubicBezTo>
                        <a:lnTo>
                          <a:pt x="132336" y="463177"/>
                        </a:lnTo>
                        <a:cubicBezTo>
                          <a:pt x="136904" y="463177"/>
                          <a:pt x="140607" y="459473"/>
                          <a:pt x="140607" y="454906"/>
                        </a:cubicBezTo>
                        <a:cubicBezTo>
                          <a:pt x="140607" y="450339"/>
                          <a:pt x="136904" y="446635"/>
                          <a:pt x="132336" y="446635"/>
                        </a:cubicBezTo>
                        <a:lnTo>
                          <a:pt x="47972" y="446635"/>
                        </a:lnTo>
                        <a:cubicBezTo>
                          <a:pt x="30860" y="446819"/>
                          <a:pt x="16814" y="433144"/>
                          <a:pt x="16542" y="416033"/>
                        </a:cubicBezTo>
                        <a:lnTo>
                          <a:pt x="16542" y="314299"/>
                        </a:lnTo>
                        <a:lnTo>
                          <a:pt x="206941" y="314299"/>
                        </a:lnTo>
                        <a:cubicBezTo>
                          <a:pt x="211508" y="314299"/>
                          <a:pt x="215212" y="310595"/>
                          <a:pt x="215212" y="306028"/>
                        </a:cubicBezTo>
                        <a:cubicBezTo>
                          <a:pt x="215124" y="301497"/>
                          <a:pt x="211472" y="297845"/>
                          <a:pt x="206941" y="297757"/>
                        </a:cubicBezTo>
                        <a:lnTo>
                          <a:pt x="16542" y="297757"/>
                        </a:lnTo>
                        <a:lnTo>
                          <a:pt x="16542" y="165421"/>
                        </a:lnTo>
                        <a:lnTo>
                          <a:pt x="397009" y="165421"/>
                        </a:lnTo>
                        <a:lnTo>
                          <a:pt x="397009" y="206776"/>
                        </a:lnTo>
                        <a:cubicBezTo>
                          <a:pt x="397009" y="211343"/>
                          <a:pt x="400713" y="215047"/>
                          <a:pt x="405280" y="215047"/>
                        </a:cubicBezTo>
                        <a:cubicBezTo>
                          <a:pt x="409847" y="215047"/>
                          <a:pt x="413551" y="211343"/>
                          <a:pt x="413551" y="206776"/>
                        </a:cubicBezTo>
                        <a:lnTo>
                          <a:pt x="413551" y="47146"/>
                        </a:lnTo>
                        <a:cubicBezTo>
                          <a:pt x="413278" y="20899"/>
                          <a:pt x="391826" y="-183"/>
                          <a:pt x="365579" y="1"/>
                        </a:cubicBezTo>
                        <a:close/>
                        <a:moveTo>
                          <a:pt x="16542" y="148879"/>
                        </a:moveTo>
                        <a:lnTo>
                          <a:pt x="16542" y="47146"/>
                        </a:lnTo>
                        <a:cubicBezTo>
                          <a:pt x="16814" y="30035"/>
                          <a:pt x="30860" y="16359"/>
                          <a:pt x="47972" y="16543"/>
                        </a:cubicBezTo>
                        <a:lnTo>
                          <a:pt x="365579" y="16543"/>
                        </a:lnTo>
                        <a:cubicBezTo>
                          <a:pt x="382692" y="16359"/>
                          <a:pt x="396738" y="30035"/>
                          <a:pt x="397009" y="47146"/>
                        </a:cubicBezTo>
                        <a:lnTo>
                          <a:pt x="397009" y="148879"/>
                        </a:lnTo>
                        <a:close/>
                      </a:path>
                    </a:pathLst>
                  </a:custGeom>
                  <a:grpFill/>
                  <a:ln w="16422" cap="flat">
                    <a:noFill/>
                    <a:prstDash val="solid"/>
                    <a:miter/>
                  </a:ln>
                </p:spPr>
                <p:txBody>
                  <a:bodyPr rtlCol="0" anchor="ctr"/>
                  <a:lstStyle/>
                  <a:p>
                    <a:endParaRPr lang="de-DE"/>
                  </a:p>
                </p:txBody>
              </p:sp>
              <p:sp>
                <p:nvSpPr>
                  <p:cNvPr id="85" name="Freeform: Shape 84">
                    <a:extLst>
                      <a:ext uri="{FF2B5EF4-FFF2-40B4-BE49-F238E27FC236}">
                        <a16:creationId xmlns:a16="http://schemas.microsoft.com/office/drawing/2014/main" id="{F7262320-F714-60AE-F01D-08E371E76A0C}"/>
                      </a:ext>
                    </a:extLst>
                  </p:cNvPr>
                  <p:cNvSpPr/>
                  <p:nvPr/>
                </p:nvSpPr>
                <p:spPr>
                  <a:xfrm>
                    <a:off x="6029832" y="3389098"/>
                    <a:ext cx="297757" cy="215046"/>
                  </a:xfrm>
                  <a:custGeom>
                    <a:avLst/>
                    <a:gdLst>
                      <a:gd name="connsiteX0" fmla="*/ 304870 w 297756"/>
                      <a:gd name="connsiteY0" fmla="*/ 198504 h 215046"/>
                      <a:gd name="connsiteX1" fmla="*/ 289486 w 297756"/>
                      <a:gd name="connsiteY1" fmla="*/ 198504 h 215046"/>
                      <a:gd name="connsiteX2" fmla="*/ 289486 w 297756"/>
                      <a:gd name="connsiteY2" fmla="*/ 8271 h 215046"/>
                      <a:gd name="connsiteX3" fmla="*/ 281215 w 297756"/>
                      <a:gd name="connsiteY3" fmla="*/ 0 h 215046"/>
                      <a:gd name="connsiteX4" fmla="*/ 231588 w 297756"/>
                      <a:gd name="connsiteY4" fmla="*/ 0 h 215046"/>
                      <a:gd name="connsiteX5" fmla="*/ 223317 w 297756"/>
                      <a:gd name="connsiteY5" fmla="*/ 8271 h 215046"/>
                      <a:gd name="connsiteX6" fmla="*/ 223317 w 297756"/>
                      <a:gd name="connsiteY6" fmla="*/ 198504 h 215046"/>
                      <a:gd name="connsiteX7" fmla="*/ 190233 w 297756"/>
                      <a:gd name="connsiteY7" fmla="*/ 198504 h 215046"/>
                      <a:gd name="connsiteX8" fmla="*/ 190233 w 297756"/>
                      <a:gd name="connsiteY8" fmla="*/ 57897 h 215046"/>
                      <a:gd name="connsiteX9" fmla="*/ 181962 w 297756"/>
                      <a:gd name="connsiteY9" fmla="*/ 49626 h 215046"/>
                      <a:gd name="connsiteX10" fmla="*/ 132336 w 297756"/>
                      <a:gd name="connsiteY10" fmla="*/ 49626 h 215046"/>
                      <a:gd name="connsiteX11" fmla="*/ 124065 w 297756"/>
                      <a:gd name="connsiteY11" fmla="*/ 57897 h 215046"/>
                      <a:gd name="connsiteX12" fmla="*/ 124065 w 297756"/>
                      <a:gd name="connsiteY12" fmla="*/ 198504 h 215046"/>
                      <a:gd name="connsiteX13" fmla="*/ 90981 w 297756"/>
                      <a:gd name="connsiteY13" fmla="*/ 198504 h 215046"/>
                      <a:gd name="connsiteX14" fmla="*/ 90981 w 297756"/>
                      <a:gd name="connsiteY14" fmla="*/ 107523 h 215046"/>
                      <a:gd name="connsiteX15" fmla="*/ 82710 w 297756"/>
                      <a:gd name="connsiteY15" fmla="*/ 99252 h 215046"/>
                      <a:gd name="connsiteX16" fmla="*/ 33084 w 297756"/>
                      <a:gd name="connsiteY16" fmla="*/ 99252 h 215046"/>
                      <a:gd name="connsiteX17" fmla="*/ 24813 w 297756"/>
                      <a:gd name="connsiteY17" fmla="*/ 107523 h 215046"/>
                      <a:gd name="connsiteX18" fmla="*/ 24813 w 297756"/>
                      <a:gd name="connsiteY18" fmla="*/ 198504 h 215046"/>
                      <a:gd name="connsiteX19" fmla="*/ 8271 w 297756"/>
                      <a:gd name="connsiteY19" fmla="*/ 198504 h 215046"/>
                      <a:gd name="connsiteX20" fmla="*/ 0 w 297756"/>
                      <a:gd name="connsiteY20" fmla="*/ 206775 h 215046"/>
                      <a:gd name="connsiteX21" fmla="*/ 8271 w 297756"/>
                      <a:gd name="connsiteY21" fmla="*/ 215046 h 215046"/>
                      <a:gd name="connsiteX22" fmla="*/ 304373 w 297756"/>
                      <a:gd name="connsiteY22" fmla="*/ 215046 h 215046"/>
                      <a:gd name="connsiteX23" fmla="*/ 312644 w 297756"/>
                      <a:gd name="connsiteY23" fmla="*/ 206775 h 215046"/>
                      <a:gd name="connsiteX24" fmla="*/ 304373 w 297756"/>
                      <a:gd name="connsiteY24" fmla="*/ 198504 h 215046"/>
                      <a:gd name="connsiteX25" fmla="*/ 41355 w 297756"/>
                      <a:gd name="connsiteY25" fmla="*/ 198504 h 215046"/>
                      <a:gd name="connsiteX26" fmla="*/ 41355 w 297756"/>
                      <a:gd name="connsiteY26" fmla="*/ 115794 h 215046"/>
                      <a:gd name="connsiteX27" fmla="*/ 74439 w 297756"/>
                      <a:gd name="connsiteY27" fmla="*/ 115794 h 215046"/>
                      <a:gd name="connsiteX28" fmla="*/ 74439 w 297756"/>
                      <a:gd name="connsiteY28" fmla="*/ 198504 h 215046"/>
                      <a:gd name="connsiteX29" fmla="*/ 140607 w 297756"/>
                      <a:gd name="connsiteY29" fmla="*/ 198504 h 215046"/>
                      <a:gd name="connsiteX30" fmla="*/ 140607 w 297756"/>
                      <a:gd name="connsiteY30" fmla="*/ 66168 h 215046"/>
                      <a:gd name="connsiteX31" fmla="*/ 173691 w 297756"/>
                      <a:gd name="connsiteY31" fmla="*/ 66168 h 215046"/>
                      <a:gd name="connsiteX32" fmla="*/ 173691 w 297756"/>
                      <a:gd name="connsiteY32" fmla="*/ 198504 h 215046"/>
                      <a:gd name="connsiteX33" fmla="*/ 239860 w 297756"/>
                      <a:gd name="connsiteY33" fmla="*/ 198504 h 215046"/>
                      <a:gd name="connsiteX34" fmla="*/ 239860 w 297756"/>
                      <a:gd name="connsiteY34" fmla="*/ 16542 h 215046"/>
                      <a:gd name="connsiteX35" fmla="*/ 272944 w 297756"/>
                      <a:gd name="connsiteY35" fmla="*/ 16542 h 215046"/>
                      <a:gd name="connsiteX36" fmla="*/ 272944 w 297756"/>
                      <a:gd name="connsiteY36" fmla="*/ 198504 h 2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7756" h="215046">
                        <a:moveTo>
                          <a:pt x="304870" y="198504"/>
                        </a:moveTo>
                        <a:lnTo>
                          <a:pt x="289486" y="198504"/>
                        </a:lnTo>
                        <a:lnTo>
                          <a:pt x="289486" y="8271"/>
                        </a:lnTo>
                        <a:cubicBezTo>
                          <a:pt x="289486" y="3704"/>
                          <a:pt x="285782" y="0"/>
                          <a:pt x="281215" y="0"/>
                        </a:cubicBezTo>
                        <a:lnTo>
                          <a:pt x="231588" y="0"/>
                        </a:lnTo>
                        <a:cubicBezTo>
                          <a:pt x="227021" y="0"/>
                          <a:pt x="223317" y="3704"/>
                          <a:pt x="223317" y="8271"/>
                        </a:cubicBezTo>
                        <a:lnTo>
                          <a:pt x="223317" y="198504"/>
                        </a:lnTo>
                        <a:lnTo>
                          <a:pt x="190233" y="198504"/>
                        </a:lnTo>
                        <a:lnTo>
                          <a:pt x="190233" y="57897"/>
                        </a:lnTo>
                        <a:cubicBezTo>
                          <a:pt x="190233" y="53330"/>
                          <a:pt x="186530" y="49626"/>
                          <a:pt x="181962" y="49626"/>
                        </a:cubicBezTo>
                        <a:lnTo>
                          <a:pt x="132336" y="49626"/>
                        </a:lnTo>
                        <a:cubicBezTo>
                          <a:pt x="127769" y="49626"/>
                          <a:pt x="124065" y="53330"/>
                          <a:pt x="124065" y="57897"/>
                        </a:cubicBezTo>
                        <a:lnTo>
                          <a:pt x="124065" y="198504"/>
                        </a:lnTo>
                        <a:lnTo>
                          <a:pt x="90981" y="198504"/>
                        </a:lnTo>
                        <a:lnTo>
                          <a:pt x="90981" y="107523"/>
                        </a:lnTo>
                        <a:cubicBezTo>
                          <a:pt x="90981" y="102956"/>
                          <a:pt x="87277" y="99252"/>
                          <a:pt x="82710" y="99252"/>
                        </a:cubicBezTo>
                        <a:lnTo>
                          <a:pt x="33084" y="99252"/>
                        </a:lnTo>
                        <a:cubicBezTo>
                          <a:pt x="28517" y="99252"/>
                          <a:pt x="24813" y="102956"/>
                          <a:pt x="24813" y="107523"/>
                        </a:cubicBezTo>
                        <a:lnTo>
                          <a:pt x="24813" y="198504"/>
                        </a:lnTo>
                        <a:lnTo>
                          <a:pt x="8271" y="198504"/>
                        </a:lnTo>
                        <a:cubicBezTo>
                          <a:pt x="3704" y="198504"/>
                          <a:pt x="0" y="202208"/>
                          <a:pt x="0" y="206775"/>
                        </a:cubicBezTo>
                        <a:cubicBezTo>
                          <a:pt x="0" y="211342"/>
                          <a:pt x="3704" y="215046"/>
                          <a:pt x="8271" y="215046"/>
                        </a:cubicBezTo>
                        <a:lnTo>
                          <a:pt x="304373" y="215046"/>
                        </a:lnTo>
                        <a:cubicBezTo>
                          <a:pt x="308941" y="215046"/>
                          <a:pt x="312644" y="211342"/>
                          <a:pt x="312644" y="206775"/>
                        </a:cubicBezTo>
                        <a:cubicBezTo>
                          <a:pt x="312644" y="202208"/>
                          <a:pt x="308941" y="198504"/>
                          <a:pt x="304373" y="198504"/>
                        </a:cubicBezTo>
                        <a:close/>
                        <a:moveTo>
                          <a:pt x="41355" y="198504"/>
                        </a:moveTo>
                        <a:lnTo>
                          <a:pt x="41355" y="115794"/>
                        </a:lnTo>
                        <a:lnTo>
                          <a:pt x="74439" y="115794"/>
                        </a:lnTo>
                        <a:lnTo>
                          <a:pt x="74439" y="198504"/>
                        </a:lnTo>
                        <a:close/>
                        <a:moveTo>
                          <a:pt x="140607" y="198504"/>
                        </a:moveTo>
                        <a:lnTo>
                          <a:pt x="140607" y="66168"/>
                        </a:lnTo>
                        <a:lnTo>
                          <a:pt x="173691" y="66168"/>
                        </a:lnTo>
                        <a:lnTo>
                          <a:pt x="173691" y="198504"/>
                        </a:lnTo>
                        <a:close/>
                        <a:moveTo>
                          <a:pt x="239860" y="198504"/>
                        </a:moveTo>
                        <a:lnTo>
                          <a:pt x="239860" y="16542"/>
                        </a:lnTo>
                        <a:lnTo>
                          <a:pt x="272944" y="16542"/>
                        </a:lnTo>
                        <a:lnTo>
                          <a:pt x="272944" y="198504"/>
                        </a:lnTo>
                        <a:close/>
                      </a:path>
                    </a:pathLst>
                  </a:custGeom>
                  <a:grpFill/>
                  <a:ln w="16422" cap="flat">
                    <a:noFill/>
                    <a:prstDash val="solid"/>
                    <a:miter/>
                  </a:ln>
                </p:spPr>
                <p:txBody>
                  <a:bodyPr rtlCol="0" anchor="ctr"/>
                  <a:lstStyle/>
                  <a:p>
                    <a:endParaRPr lang="de-DE"/>
                  </a:p>
                </p:txBody>
              </p:sp>
            </p:grpSp>
            <p:grpSp>
              <p:nvGrpSpPr>
                <p:cNvPr id="75" name="Graphic 2">
                  <a:extLst>
                    <a:ext uri="{FF2B5EF4-FFF2-40B4-BE49-F238E27FC236}">
                      <a16:creationId xmlns:a16="http://schemas.microsoft.com/office/drawing/2014/main" id="{6C0312B9-996E-AC83-F039-763398806DDB}"/>
                    </a:ext>
                  </a:extLst>
                </p:cNvPr>
                <p:cNvGrpSpPr>
                  <a:grpSpLocks noChangeAspect="1"/>
                </p:cNvGrpSpPr>
                <p:nvPr/>
              </p:nvGrpSpPr>
              <p:grpSpPr>
                <a:xfrm>
                  <a:off x="7681358" y="5522560"/>
                  <a:ext cx="279550" cy="274653"/>
                  <a:chOff x="5856141" y="3140967"/>
                  <a:chExt cx="471448" cy="463177"/>
                </a:xfrm>
                <a:solidFill>
                  <a:schemeClr val="bg1"/>
                </a:solidFill>
              </p:grpSpPr>
              <p:sp>
                <p:nvSpPr>
                  <p:cNvPr id="76" name="Freeform: Shape 75">
                    <a:extLst>
                      <a:ext uri="{FF2B5EF4-FFF2-40B4-BE49-F238E27FC236}">
                        <a16:creationId xmlns:a16="http://schemas.microsoft.com/office/drawing/2014/main" id="{6B225D83-006D-142A-B9A2-04E1B3C54557}"/>
                      </a:ext>
                    </a:extLst>
                  </p:cNvPr>
                  <p:cNvSpPr/>
                  <p:nvPr/>
                </p:nvSpPr>
                <p:spPr>
                  <a:xfrm>
                    <a:off x="5905767" y="3190594"/>
                    <a:ext cx="66168" cy="16542"/>
                  </a:xfrm>
                  <a:custGeom>
                    <a:avLst/>
                    <a:gdLst>
                      <a:gd name="connsiteX0" fmla="*/ 57897 w 66168"/>
                      <a:gd name="connsiteY0" fmla="*/ 16542 h 16542"/>
                      <a:gd name="connsiteX1" fmla="*/ 8271 w 66168"/>
                      <a:gd name="connsiteY1" fmla="*/ 16542 h 16542"/>
                      <a:gd name="connsiteX2" fmla="*/ 0 w 66168"/>
                      <a:gd name="connsiteY2" fmla="*/ 8271 h 16542"/>
                      <a:gd name="connsiteX3" fmla="*/ 8271 w 66168"/>
                      <a:gd name="connsiteY3" fmla="*/ 0 h 16542"/>
                      <a:gd name="connsiteX4" fmla="*/ 57897 w 66168"/>
                      <a:gd name="connsiteY4" fmla="*/ 0 h 16542"/>
                      <a:gd name="connsiteX5" fmla="*/ 66168 w 66168"/>
                      <a:gd name="connsiteY5" fmla="*/ 8271 h 16542"/>
                      <a:gd name="connsiteX6" fmla="*/ 57897 w 66168"/>
                      <a:gd name="connsiteY6" fmla="*/ 16542 h 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8" h="16542">
                        <a:moveTo>
                          <a:pt x="57897" y="16542"/>
                        </a:moveTo>
                        <a:lnTo>
                          <a:pt x="8271" y="16542"/>
                        </a:lnTo>
                        <a:cubicBezTo>
                          <a:pt x="3703" y="16542"/>
                          <a:pt x="0" y="12839"/>
                          <a:pt x="0" y="8271"/>
                        </a:cubicBezTo>
                        <a:cubicBezTo>
                          <a:pt x="0" y="3703"/>
                          <a:pt x="3703" y="0"/>
                          <a:pt x="8271" y="0"/>
                        </a:cubicBezTo>
                        <a:lnTo>
                          <a:pt x="57897" y="0"/>
                        </a:lnTo>
                        <a:cubicBezTo>
                          <a:pt x="62465" y="0"/>
                          <a:pt x="66168" y="3703"/>
                          <a:pt x="66168" y="8271"/>
                        </a:cubicBezTo>
                        <a:cubicBezTo>
                          <a:pt x="66168" y="12839"/>
                          <a:pt x="62465" y="16542"/>
                          <a:pt x="57897" y="16542"/>
                        </a:cubicBezTo>
                        <a:close/>
                      </a:path>
                    </a:pathLst>
                  </a:custGeom>
                  <a:grpFill/>
                  <a:ln w="16422" cap="flat">
                    <a:noFill/>
                    <a:prstDash val="solid"/>
                    <a:miter/>
                  </a:ln>
                </p:spPr>
                <p:txBody>
                  <a:bodyPr rtlCol="0" anchor="ctr"/>
                  <a:lstStyle/>
                  <a:p>
                    <a:endParaRPr lang="de-DE"/>
                  </a:p>
                </p:txBody>
              </p:sp>
              <p:sp>
                <p:nvSpPr>
                  <p:cNvPr id="77" name="Freeform: Shape 76">
                    <a:extLst>
                      <a:ext uri="{FF2B5EF4-FFF2-40B4-BE49-F238E27FC236}">
                        <a16:creationId xmlns:a16="http://schemas.microsoft.com/office/drawing/2014/main" id="{AC6A24A3-6703-63A0-5B1C-5DD0C6741AD7}"/>
                      </a:ext>
                    </a:extLst>
                  </p:cNvPr>
                  <p:cNvSpPr/>
                  <p:nvPr/>
                </p:nvSpPr>
                <p:spPr>
                  <a:xfrm>
                    <a:off x="5905767" y="3339472"/>
                    <a:ext cx="66168" cy="16542"/>
                  </a:xfrm>
                  <a:custGeom>
                    <a:avLst/>
                    <a:gdLst>
                      <a:gd name="connsiteX0" fmla="*/ 57897 w 66168"/>
                      <a:gd name="connsiteY0" fmla="*/ 16542 h 16542"/>
                      <a:gd name="connsiteX1" fmla="*/ 8271 w 66168"/>
                      <a:gd name="connsiteY1" fmla="*/ 16542 h 16542"/>
                      <a:gd name="connsiteX2" fmla="*/ 0 w 66168"/>
                      <a:gd name="connsiteY2" fmla="*/ 8271 h 16542"/>
                      <a:gd name="connsiteX3" fmla="*/ 8271 w 66168"/>
                      <a:gd name="connsiteY3" fmla="*/ 0 h 16542"/>
                      <a:gd name="connsiteX4" fmla="*/ 57897 w 66168"/>
                      <a:gd name="connsiteY4" fmla="*/ 0 h 16542"/>
                      <a:gd name="connsiteX5" fmla="*/ 66168 w 66168"/>
                      <a:gd name="connsiteY5" fmla="*/ 8271 h 16542"/>
                      <a:gd name="connsiteX6" fmla="*/ 57897 w 66168"/>
                      <a:gd name="connsiteY6" fmla="*/ 16542 h 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8" h="16542">
                        <a:moveTo>
                          <a:pt x="57897" y="16542"/>
                        </a:moveTo>
                        <a:lnTo>
                          <a:pt x="8271" y="16542"/>
                        </a:lnTo>
                        <a:cubicBezTo>
                          <a:pt x="3703" y="16542"/>
                          <a:pt x="0" y="12838"/>
                          <a:pt x="0" y="8271"/>
                        </a:cubicBezTo>
                        <a:cubicBezTo>
                          <a:pt x="0" y="3704"/>
                          <a:pt x="3703" y="0"/>
                          <a:pt x="8271" y="0"/>
                        </a:cubicBezTo>
                        <a:lnTo>
                          <a:pt x="57897" y="0"/>
                        </a:lnTo>
                        <a:cubicBezTo>
                          <a:pt x="62465" y="0"/>
                          <a:pt x="66168" y="3704"/>
                          <a:pt x="66168" y="8271"/>
                        </a:cubicBezTo>
                        <a:cubicBezTo>
                          <a:pt x="66168" y="12838"/>
                          <a:pt x="62465" y="16542"/>
                          <a:pt x="57897" y="16542"/>
                        </a:cubicBezTo>
                        <a:close/>
                      </a:path>
                    </a:pathLst>
                  </a:custGeom>
                  <a:grpFill/>
                  <a:ln w="16422" cap="flat">
                    <a:noFill/>
                    <a:prstDash val="solid"/>
                    <a:miter/>
                  </a:ln>
                </p:spPr>
                <p:txBody>
                  <a:bodyPr rtlCol="0" anchor="ctr"/>
                  <a:lstStyle/>
                  <a:p>
                    <a:endParaRPr lang="de-DE"/>
                  </a:p>
                </p:txBody>
              </p:sp>
              <p:sp>
                <p:nvSpPr>
                  <p:cNvPr id="78" name="Freeform: Shape 77">
                    <a:extLst>
                      <a:ext uri="{FF2B5EF4-FFF2-40B4-BE49-F238E27FC236}">
                        <a16:creationId xmlns:a16="http://schemas.microsoft.com/office/drawing/2014/main" id="{FC36460D-96C2-B220-39AA-8C264CF0BB4A}"/>
                      </a:ext>
                    </a:extLst>
                  </p:cNvPr>
                  <p:cNvSpPr/>
                  <p:nvPr/>
                </p:nvSpPr>
                <p:spPr>
                  <a:xfrm>
                    <a:off x="5905767" y="3488350"/>
                    <a:ext cx="66168" cy="16542"/>
                  </a:xfrm>
                  <a:custGeom>
                    <a:avLst/>
                    <a:gdLst>
                      <a:gd name="connsiteX0" fmla="*/ 57897 w 66168"/>
                      <a:gd name="connsiteY0" fmla="*/ 16542 h 16542"/>
                      <a:gd name="connsiteX1" fmla="*/ 8271 w 66168"/>
                      <a:gd name="connsiteY1" fmla="*/ 16542 h 16542"/>
                      <a:gd name="connsiteX2" fmla="*/ 0 w 66168"/>
                      <a:gd name="connsiteY2" fmla="*/ 8271 h 16542"/>
                      <a:gd name="connsiteX3" fmla="*/ 8271 w 66168"/>
                      <a:gd name="connsiteY3" fmla="*/ 0 h 16542"/>
                      <a:gd name="connsiteX4" fmla="*/ 57897 w 66168"/>
                      <a:gd name="connsiteY4" fmla="*/ 0 h 16542"/>
                      <a:gd name="connsiteX5" fmla="*/ 66168 w 66168"/>
                      <a:gd name="connsiteY5" fmla="*/ 8271 h 16542"/>
                      <a:gd name="connsiteX6" fmla="*/ 57897 w 66168"/>
                      <a:gd name="connsiteY6" fmla="*/ 16542 h 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68" h="16542">
                        <a:moveTo>
                          <a:pt x="57897" y="16542"/>
                        </a:moveTo>
                        <a:lnTo>
                          <a:pt x="8271" y="16542"/>
                        </a:lnTo>
                        <a:cubicBezTo>
                          <a:pt x="3703" y="16542"/>
                          <a:pt x="0" y="12838"/>
                          <a:pt x="0" y="8271"/>
                        </a:cubicBezTo>
                        <a:cubicBezTo>
                          <a:pt x="0" y="3704"/>
                          <a:pt x="3703" y="0"/>
                          <a:pt x="8271" y="0"/>
                        </a:cubicBezTo>
                        <a:lnTo>
                          <a:pt x="57897" y="0"/>
                        </a:lnTo>
                        <a:cubicBezTo>
                          <a:pt x="62465" y="0"/>
                          <a:pt x="66168" y="3704"/>
                          <a:pt x="66168" y="8271"/>
                        </a:cubicBezTo>
                        <a:cubicBezTo>
                          <a:pt x="66168" y="12838"/>
                          <a:pt x="62465" y="16542"/>
                          <a:pt x="57897" y="16542"/>
                        </a:cubicBezTo>
                        <a:close/>
                      </a:path>
                    </a:pathLst>
                  </a:custGeom>
                  <a:grpFill/>
                  <a:ln w="16422" cap="flat">
                    <a:noFill/>
                    <a:prstDash val="solid"/>
                    <a:miter/>
                  </a:ln>
                </p:spPr>
                <p:txBody>
                  <a:bodyPr rtlCol="0" anchor="ctr"/>
                  <a:lstStyle/>
                  <a:p>
                    <a:endParaRPr lang="de-DE"/>
                  </a:p>
                </p:txBody>
              </p:sp>
              <p:sp>
                <p:nvSpPr>
                  <p:cNvPr id="79" name="Freeform: Shape 78">
                    <a:extLst>
                      <a:ext uri="{FF2B5EF4-FFF2-40B4-BE49-F238E27FC236}">
                        <a16:creationId xmlns:a16="http://schemas.microsoft.com/office/drawing/2014/main" id="{F1DEDF8C-B988-B562-E014-34BAF0C89A40}"/>
                      </a:ext>
                    </a:extLst>
                  </p:cNvPr>
                  <p:cNvSpPr/>
                  <p:nvPr/>
                </p:nvSpPr>
                <p:spPr>
                  <a:xfrm>
                    <a:off x="5856141" y="3140967"/>
                    <a:ext cx="413551" cy="463176"/>
                  </a:xfrm>
                  <a:custGeom>
                    <a:avLst/>
                    <a:gdLst>
                      <a:gd name="connsiteX0" fmla="*/ 365579 w 413550"/>
                      <a:gd name="connsiteY0" fmla="*/ 1 h 463176"/>
                      <a:gd name="connsiteX1" fmla="*/ 47972 w 413550"/>
                      <a:gd name="connsiteY1" fmla="*/ 1 h 463176"/>
                      <a:gd name="connsiteX2" fmla="*/ 0 w 413550"/>
                      <a:gd name="connsiteY2" fmla="*/ 47146 h 463176"/>
                      <a:gd name="connsiteX3" fmla="*/ 0 w 413550"/>
                      <a:gd name="connsiteY3" fmla="*/ 416033 h 463176"/>
                      <a:gd name="connsiteX4" fmla="*/ 47972 w 413550"/>
                      <a:gd name="connsiteY4" fmla="*/ 463177 h 463176"/>
                      <a:gd name="connsiteX5" fmla="*/ 132336 w 413550"/>
                      <a:gd name="connsiteY5" fmla="*/ 463177 h 463176"/>
                      <a:gd name="connsiteX6" fmla="*/ 140607 w 413550"/>
                      <a:gd name="connsiteY6" fmla="*/ 454906 h 463176"/>
                      <a:gd name="connsiteX7" fmla="*/ 132336 w 413550"/>
                      <a:gd name="connsiteY7" fmla="*/ 446635 h 463176"/>
                      <a:gd name="connsiteX8" fmla="*/ 47972 w 413550"/>
                      <a:gd name="connsiteY8" fmla="*/ 446635 h 463176"/>
                      <a:gd name="connsiteX9" fmla="*/ 16542 w 413550"/>
                      <a:gd name="connsiteY9" fmla="*/ 416033 h 463176"/>
                      <a:gd name="connsiteX10" fmla="*/ 16542 w 413550"/>
                      <a:gd name="connsiteY10" fmla="*/ 314299 h 463176"/>
                      <a:gd name="connsiteX11" fmla="*/ 206941 w 413550"/>
                      <a:gd name="connsiteY11" fmla="*/ 314299 h 463176"/>
                      <a:gd name="connsiteX12" fmla="*/ 215212 w 413550"/>
                      <a:gd name="connsiteY12" fmla="*/ 306028 h 463176"/>
                      <a:gd name="connsiteX13" fmla="*/ 206941 w 413550"/>
                      <a:gd name="connsiteY13" fmla="*/ 297757 h 463176"/>
                      <a:gd name="connsiteX14" fmla="*/ 16542 w 413550"/>
                      <a:gd name="connsiteY14" fmla="*/ 297757 h 463176"/>
                      <a:gd name="connsiteX15" fmla="*/ 16542 w 413550"/>
                      <a:gd name="connsiteY15" fmla="*/ 165421 h 463176"/>
                      <a:gd name="connsiteX16" fmla="*/ 397009 w 413550"/>
                      <a:gd name="connsiteY16" fmla="*/ 165421 h 463176"/>
                      <a:gd name="connsiteX17" fmla="*/ 397009 w 413550"/>
                      <a:gd name="connsiteY17" fmla="*/ 206776 h 463176"/>
                      <a:gd name="connsiteX18" fmla="*/ 405280 w 413550"/>
                      <a:gd name="connsiteY18" fmla="*/ 215047 h 463176"/>
                      <a:gd name="connsiteX19" fmla="*/ 413551 w 413550"/>
                      <a:gd name="connsiteY19" fmla="*/ 206776 h 463176"/>
                      <a:gd name="connsiteX20" fmla="*/ 413551 w 413550"/>
                      <a:gd name="connsiteY20" fmla="*/ 47146 h 463176"/>
                      <a:gd name="connsiteX21" fmla="*/ 365579 w 413550"/>
                      <a:gd name="connsiteY21" fmla="*/ 1 h 463176"/>
                      <a:gd name="connsiteX22" fmla="*/ 16542 w 413550"/>
                      <a:gd name="connsiteY22" fmla="*/ 148879 h 463176"/>
                      <a:gd name="connsiteX23" fmla="*/ 16542 w 413550"/>
                      <a:gd name="connsiteY23" fmla="*/ 47146 h 463176"/>
                      <a:gd name="connsiteX24" fmla="*/ 47972 w 413550"/>
                      <a:gd name="connsiteY24" fmla="*/ 16543 h 463176"/>
                      <a:gd name="connsiteX25" fmla="*/ 365579 w 413550"/>
                      <a:gd name="connsiteY25" fmla="*/ 16543 h 463176"/>
                      <a:gd name="connsiteX26" fmla="*/ 397009 w 413550"/>
                      <a:gd name="connsiteY26" fmla="*/ 47146 h 463176"/>
                      <a:gd name="connsiteX27" fmla="*/ 397009 w 413550"/>
                      <a:gd name="connsiteY27" fmla="*/ 148879 h 4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3550" h="463176">
                        <a:moveTo>
                          <a:pt x="365579" y="1"/>
                        </a:moveTo>
                        <a:lnTo>
                          <a:pt x="47972" y="1"/>
                        </a:lnTo>
                        <a:cubicBezTo>
                          <a:pt x="21724" y="-183"/>
                          <a:pt x="273" y="20899"/>
                          <a:pt x="0" y="47146"/>
                        </a:cubicBezTo>
                        <a:lnTo>
                          <a:pt x="0" y="416033"/>
                        </a:lnTo>
                        <a:cubicBezTo>
                          <a:pt x="273" y="442280"/>
                          <a:pt x="21724" y="463361"/>
                          <a:pt x="47972" y="463177"/>
                        </a:cubicBezTo>
                        <a:lnTo>
                          <a:pt x="132336" y="463177"/>
                        </a:lnTo>
                        <a:cubicBezTo>
                          <a:pt x="136904" y="463177"/>
                          <a:pt x="140607" y="459473"/>
                          <a:pt x="140607" y="454906"/>
                        </a:cubicBezTo>
                        <a:cubicBezTo>
                          <a:pt x="140607" y="450339"/>
                          <a:pt x="136904" y="446635"/>
                          <a:pt x="132336" y="446635"/>
                        </a:cubicBezTo>
                        <a:lnTo>
                          <a:pt x="47972" y="446635"/>
                        </a:lnTo>
                        <a:cubicBezTo>
                          <a:pt x="30860" y="446819"/>
                          <a:pt x="16814" y="433144"/>
                          <a:pt x="16542" y="416033"/>
                        </a:cubicBezTo>
                        <a:lnTo>
                          <a:pt x="16542" y="314299"/>
                        </a:lnTo>
                        <a:lnTo>
                          <a:pt x="206941" y="314299"/>
                        </a:lnTo>
                        <a:cubicBezTo>
                          <a:pt x="211508" y="314299"/>
                          <a:pt x="215212" y="310595"/>
                          <a:pt x="215212" y="306028"/>
                        </a:cubicBezTo>
                        <a:cubicBezTo>
                          <a:pt x="215124" y="301497"/>
                          <a:pt x="211472" y="297845"/>
                          <a:pt x="206941" y="297757"/>
                        </a:cubicBezTo>
                        <a:lnTo>
                          <a:pt x="16542" y="297757"/>
                        </a:lnTo>
                        <a:lnTo>
                          <a:pt x="16542" y="165421"/>
                        </a:lnTo>
                        <a:lnTo>
                          <a:pt x="397009" y="165421"/>
                        </a:lnTo>
                        <a:lnTo>
                          <a:pt x="397009" y="206776"/>
                        </a:lnTo>
                        <a:cubicBezTo>
                          <a:pt x="397009" y="211343"/>
                          <a:pt x="400713" y="215047"/>
                          <a:pt x="405280" y="215047"/>
                        </a:cubicBezTo>
                        <a:cubicBezTo>
                          <a:pt x="409847" y="215047"/>
                          <a:pt x="413551" y="211343"/>
                          <a:pt x="413551" y="206776"/>
                        </a:cubicBezTo>
                        <a:lnTo>
                          <a:pt x="413551" y="47146"/>
                        </a:lnTo>
                        <a:cubicBezTo>
                          <a:pt x="413278" y="20899"/>
                          <a:pt x="391826" y="-183"/>
                          <a:pt x="365579" y="1"/>
                        </a:cubicBezTo>
                        <a:close/>
                        <a:moveTo>
                          <a:pt x="16542" y="148879"/>
                        </a:moveTo>
                        <a:lnTo>
                          <a:pt x="16542" y="47146"/>
                        </a:lnTo>
                        <a:cubicBezTo>
                          <a:pt x="16814" y="30035"/>
                          <a:pt x="30860" y="16359"/>
                          <a:pt x="47972" y="16543"/>
                        </a:cubicBezTo>
                        <a:lnTo>
                          <a:pt x="365579" y="16543"/>
                        </a:lnTo>
                        <a:cubicBezTo>
                          <a:pt x="382692" y="16359"/>
                          <a:pt x="396738" y="30035"/>
                          <a:pt x="397009" y="47146"/>
                        </a:cubicBezTo>
                        <a:lnTo>
                          <a:pt x="397009" y="148879"/>
                        </a:lnTo>
                        <a:close/>
                      </a:path>
                    </a:pathLst>
                  </a:custGeom>
                  <a:grpFill/>
                  <a:ln w="16422" cap="flat">
                    <a:noFill/>
                    <a:prstDash val="solid"/>
                    <a:miter/>
                  </a:ln>
                </p:spPr>
                <p:txBody>
                  <a:bodyPr rtlCol="0" anchor="ctr"/>
                  <a:lstStyle/>
                  <a:p>
                    <a:endParaRPr lang="de-DE"/>
                  </a:p>
                </p:txBody>
              </p:sp>
              <p:sp>
                <p:nvSpPr>
                  <p:cNvPr id="80" name="Freeform: Shape 79">
                    <a:extLst>
                      <a:ext uri="{FF2B5EF4-FFF2-40B4-BE49-F238E27FC236}">
                        <a16:creationId xmlns:a16="http://schemas.microsoft.com/office/drawing/2014/main" id="{2ACEA97A-7B14-5D69-08EF-E0851A0DDD41}"/>
                      </a:ext>
                    </a:extLst>
                  </p:cNvPr>
                  <p:cNvSpPr/>
                  <p:nvPr/>
                </p:nvSpPr>
                <p:spPr>
                  <a:xfrm>
                    <a:off x="6029832" y="3389098"/>
                    <a:ext cx="297757" cy="215046"/>
                  </a:xfrm>
                  <a:custGeom>
                    <a:avLst/>
                    <a:gdLst>
                      <a:gd name="connsiteX0" fmla="*/ 304870 w 297756"/>
                      <a:gd name="connsiteY0" fmla="*/ 198504 h 215046"/>
                      <a:gd name="connsiteX1" fmla="*/ 289486 w 297756"/>
                      <a:gd name="connsiteY1" fmla="*/ 198504 h 215046"/>
                      <a:gd name="connsiteX2" fmla="*/ 289486 w 297756"/>
                      <a:gd name="connsiteY2" fmla="*/ 8271 h 215046"/>
                      <a:gd name="connsiteX3" fmla="*/ 281215 w 297756"/>
                      <a:gd name="connsiteY3" fmla="*/ 0 h 215046"/>
                      <a:gd name="connsiteX4" fmla="*/ 231588 w 297756"/>
                      <a:gd name="connsiteY4" fmla="*/ 0 h 215046"/>
                      <a:gd name="connsiteX5" fmla="*/ 223317 w 297756"/>
                      <a:gd name="connsiteY5" fmla="*/ 8271 h 215046"/>
                      <a:gd name="connsiteX6" fmla="*/ 223317 w 297756"/>
                      <a:gd name="connsiteY6" fmla="*/ 198504 h 215046"/>
                      <a:gd name="connsiteX7" fmla="*/ 190233 w 297756"/>
                      <a:gd name="connsiteY7" fmla="*/ 198504 h 215046"/>
                      <a:gd name="connsiteX8" fmla="*/ 190233 w 297756"/>
                      <a:gd name="connsiteY8" fmla="*/ 57897 h 215046"/>
                      <a:gd name="connsiteX9" fmla="*/ 181962 w 297756"/>
                      <a:gd name="connsiteY9" fmla="*/ 49626 h 215046"/>
                      <a:gd name="connsiteX10" fmla="*/ 132336 w 297756"/>
                      <a:gd name="connsiteY10" fmla="*/ 49626 h 215046"/>
                      <a:gd name="connsiteX11" fmla="*/ 124065 w 297756"/>
                      <a:gd name="connsiteY11" fmla="*/ 57897 h 215046"/>
                      <a:gd name="connsiteX12" fmla="*/ 124065 w 297756"/>
                      <a:gd name="connsiteY12" fmla="*/ 198504 h 215046"/>
                      <a:gd name="connsiteX13" fmla="*/ 90981 w 297756"/>
                      <a:gd name="connsiteY13" fmla="*/ 198504 h 215046"/>
                      <a:gd name="connsiteX14" fmla="*/ 90981 w 297756"/>
                      <a:gd name="connsiteY14" fmla="*/ 107523 h 215046"/>
                      <a:gd name="connsiteX15" fmla="*/ 82710 w 297756"/>
                      <a:gd name="connsiteY15" fmla="*/ 99252 h 215046"/>
                      <a:gd name="connsiteX16" fmla="*/ 33084 w 297756"/>
                      <a:gd name="connsiteY16" fmla="*/ 99252 h 215046"/>
                      <a:gd name="connsiteX17" fmla="*/ 24813 w 297756"/>
                      <a:gd name="connsiteY17" fmla="*/ 107523 h 215046"/>
                      <a:gd name="connsiteX18" fmla="*/ 24813 w 297756"/>
                      <a:gd name="connsiteY18" fmla="*/ 198504 h 215046"/>
                      <a:gd name="connsiteX19" fmla="*/ 8271 w 297756"/>
                      <a:gd name="connsiteY19" fmla="*/ 198504 h 215046"/>
                      <a:gd name="connsiteX20" fmla="*/ 0 w 297756"/>
                      <a:gd name="connsiteY20" fmla="*/ 206775 h 215046"/>
                      <a:gd name="connsiteX21" fmla="*/ 8271 w 297756"/>
                      <a:gd name="connsiteY21" fmla="*/ 215046 h 215046"/>
                      <a:gd name="connsiteX22" fmla="*/ 304373 w 297756"/>
                      <a:gd name="connsiteY22" fmla="*/ 215046 h 215046"/>
                      <a:gd name="connsiteX23" fmla="*/ 312644 w 297756"/>
                      <a:gd name="connsiteY23" fmla="*/ 206775 h 215046"/>
                      <a:gd name="connsiteX24" fmla="*/ 304373 w 297756"/>
                      <a:gd name="connsiteY24" fmla="*/ 198504 h 215046"/>
                      <a:gd name="connsiteX25" fmla="*/ 41355 w 297756"/>
                      <a:gd name="connsiteY25" fmla="*/ 198504 h 215046"/>
                      <a:gd name="connsiteX26" fmla="*/ 41355 w 297756"/>
                      <a:gd name="connsiteY26" fmla="*/ 115794 h 215046"/>
                      <a:gd name="connsiteX27" fmla="*/ 74439 w 297756"/>
                      <a:gd name="connsiteY27" fmla="*/ 115794 h 215046"/>
                      <a:gd name="connsiteX28" fmla="*/ 74439 w 297756"/>
                      <a:gd name="connsiteY28" fmla="*/ 198504 h 215046"/>
                      <a:gd name="connsiteX29" fmla="*/ 140607 w 297756"/>
                      <a:gd name="connsiteY29" fmla="*/ 198504 h 215046"/>
                      <a:gd name="connsiteX30" fmla="*/ 140607 w 297756"/>
                      <a:gd name="connsiteY30" fmla="*/ 66168 h 215046"/>
                      <a:gd name="connsiteX31" fmla="*/ 173691 w 297756"/>
                      <a:gd name="connsiteY31" fmla="*/ 66168 h 215046"/>
                      <a:gd name="connsiteX32" fmla="*/ 173691 w 297756"/>
                      <a:gd name="connsiteY32" fmla="*/ 198504 h 215046"/>
                      <a:gd name="connsiteX33" fmla="*/ 239860 w 297756"/>
                      <a:gd name="connsiteY33" fmla="*/ 198504 h 215046"/>
                      <a:gd name="connsiteX34" fmla="*/ 239860 w 297756"/>
                      <a:gd name="connsiteY34" fmla="*/ 16542 h 215046"/>
                      <a:gd name="connsiteX35" fmla="*/ 272944 w 297756"/>
                      <a:gd name="connsiteY35" fmla="*/ 16542 h 215046"/>
                      <a:gd name="connsiteX36" fmla="*/ 272944 w 297756"/>
                      <a:gd name="connsiteY36" fmla="*/ 198504 h 2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7756" h="215046">
                        <a:moveTo>
                          <a:pt x="304870" y="198504"/>
                        </a:moveTo>
                        <a:lnTo>
                          <a:pt x="289486" y="198504"/>
                        </a:lnTo>
                        <a:lnTo>
                          <a:pt x="289486" y="8271"/>
                        </a:lnTo>
                        <a:cubicBezTo>
                          <a:pt x="289486" y="3704"/>
                          <a:pt x="285782" y="0"/>
                          <a:pt x="281215" y="0"/>
                        </a:cubicBezTo>
                        <a:lnTo>
                          <a:pt x="231588" y="0"/>
                        </a:lnTo>
                        <a:cubicBezTo>
                          <a:pt x="227021" y="0"/>
                          <a:pt x="223317" y="3704"/>
                          <a:pt x="223317" y="8271"/>
                        </a:cubicBezTo>
                        <a:lnTo>
                          <a:pt x="223317" y="198504"/>
                        </a:lnTo>
                        <a:lnTo>
                          <a:pt x="190233" y="198504"/>
                        </a:lnTo>
                        <a:lnTo>
                          <a:pt x="190233" y="57897"/>
                        </a:lnTo>
                        <a:cubicBezTo>
                          <a:pt x="190233" y="53330"/>
                          <a:pt x="186530" y="49626"/>
                          <a:pt x="181962" y="49626"/>
                        </a:cubicBezTo>
                        <a:lnTo>
                          <a:pt x="132336" y="49626"/>
                        </a:lnTo>
                        <a:cubicBezTo>
                          <a:pt x="127769" y="49626"/>
                          <a:pt x="124065" y="53330"/>
                          <a:pt x="124065" y="57897"/>
                        </a:cubicBezTo>
                        <a:lnTo>
                          <a:pt x="124065" y="198504"/>
                        </a:lnTo>
                        <a:lnTo>
                          <a:pt x="90981" y="198504"/>
                        </a:lnTo>
                        <a:lnTo>
                          <a:pt x="90981" y="107523"/>
                        </a:lnTo>
                        <a:cubicBezTo>
                          <a:pt x="90981" y="102956"/>
                          <a:pt x="87277" y="99252"/>
                          <a:pt x="82710" y="99252"/>
                        </a:cubicBezTo>
                        <a:lnTo>
                          <a:pt x="33084" y="99252"/>
                        </a:lnTo>
                        <a:cubicBezTo>
                          <a:pt x="28517" y="99252"/>
                          <a:pt x="24813" y="102956"/>
                          <a:pt x="24813" y="107523"/>
                        </a:cubicBezTo>
                        <a:lnTo>
                          <a:pt x="24813" y="198504"/>
                        </a:lnTo>
                        <a:lnTo>
                          <a:pt x="8271" y="198504"/>
                        </a:lnTo>
                        <a:cubicBezTo>
                          <a:pt x="3704" y="198504"/>
                          <a:pt x="0" y="202208"/>
                          <a:pt x="0" y="206775"/>
                        </a:cubicBezTo>
                        <a:cubicBezTo>
                          <a:pt x="0" y="211342"/>
                          <a:pt x="3704" y="215046"/>
                          <a:pt x="8271" y="215046"/>
                        </a:cubicBezTo>
                        <a:lnTo>
                          <a:pt x="304373" y="215046"/>
                        </a:lnTo>
                        <a:cubicBezTo>
                          <a:pt x="308941" y="215046"/>
                          <a:pt x="312644" y="211342"/>
                          <a:pt x="312644" y="206775"/>
                        </a:cubicBezTo>
                        <a:cubicBezTo>
                          <a:pt x="312644" y="202208"/>
                          <a:pt x="308941" y="198504"/>
                          <a:pt x="304373" y="198504"/>
                        </a:cubicBezTo>
                        <a:close/>
                        <a:moveTo>
                          <a:pt x="41355" y="198504"/>
                        </a:moveTo>
                        <a:lnTo>
                          <a:pt x="41355" y="115794"/>
                        </a:lnTo>
                        <a:lnTo>
                          <a:pt x="74439" y="115794"/>
                        </a:lnTo>
                        <a:lnTo>
                          <a:pt x="74439" y="198504"/>
                        </a:lnTo>
                        <a:close/>
                        <a:moveTo>
                          <a:pt x="140607" y="198504"/>
                        </a:moveTo>
                        <a:lnTo>
                          <a:pt x="140607" y="66168"/>
                        </a:lnTo>
                        <a:lnTo>
                          <a:pt x="173691" y="66168"/>
                        </a:lnTo>
                        <a:lnTo>
                          <a:pt x="173691" y="198504"/>
                        </a:lnTo>
                        <a:close/>
                        <a:moveTo>
                          <a:pt x="239860" y="198504"/>
                        </a:moveTo>
                        <a:lnTo>
                          <a:pt x="239860" y="16542"/>
                        </a:lnTo>
                        <a:lnTo>
                          <a:pt x="272944" y="16542"/>
                        </a:lnTo>
                        <a:lnTo>
                          <a:pt x="272944" y="198504"/>
                        </a:lnTo>
                        <a:close/>
                      </a:path>
                    </a:pathLst>
                  </a:custGeom>
                  <a:grpFill/>
                  <a:ln w="16422" cap="flat">
                    <a:noFill/>
                    <a:prstDash val="solid"/>
                    <a:miter/>
                  </a:ln>
                </p:spPr>
                <p:txBody>
                  <a:bodyPr rtlCol="0" anchor="ctr"/>
                  <a:lstStyle/>
                  <a:p>
                    <a:endParaRPr lang="de-DE"/>
                  </a:p>
                </p:txBody>
              </p:sp>
            </p:grpSp>
          </p:grpSp>
          <p:cxnSp>
            <p:nvCxnSpPr>
              <p:cNvPr id="72" name="Straight Connector 71">
                <a:extLst>
                  <a:ext uri="{FF2B5EF4-FFF2-40B4-BE49-F238E27FC236}">
                    <a16:creationId xmlns:a16="http://schemas.microsoft.com/office/drawing/2014/main" id="{76CEC666-0FEC-9350-7B7C-851F91F9E953}"/>
                  </a:ext>
                </a:extLst>
              </p:cNvPr>
              <p:cNvCxnSpPr/>
              <p:nvPr/>
            </p:nvCxnSpPr>
            <p:spPr>
              <a:xfrm>
                <a:off x="7305745" y="5561378"/>
                <a:ext cx="1143000" cy="122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9CFAAA7F-E6E1-28D2-15D1-78AF94862523}"/>
                </a:ext>
              </a:extLst>
            </p:cNvPr>
            <p:cNvGrpSpPr>
              <a:grpSpLocks noChangeAspect="1"/>
            </p:cNvGrpSpPr>
            <p:nvPr/>
          </p:nvGrpSpPr>
          <p:grpSpPr>
            <a:xfrm>
              <a:off x="9998210" y="4825747"/>
              <a:ext cx="748755" cy="739379"/>
              <a:chOff x="11147850" y="5162288"/>
              <a:chExt cx="759684" cy="748449"/>
            </a:xfrm>
          </p:grpSpPr>
          <p:grpSp>
            <p:nvGrpSpPr>
              <p:cNvPr id="54" name="Group 53">
                <a:extLst>
                  <a:ext uri="{FF2B5EF4-FFF2-40B4-BE49-F238E27FC236}">
                    <a16:creationId xmlns:a16="http://schemas.microsoft.com/office/drawing/2014/main" id="{9A44E78F-6D9B-6575-A476-9F0897DF1124}"/>
                  </a:ext>
                </a:extLst>
              </p:cNvPr>
              <p:cNvGrpSpPr/>
              <p:nvPr/>
            </p:nvGrpSpPr>
            <p:grpSpPr>
              <a:xfrm>
                <a:off x="11271475" y="5431406"/>
                <a:ext cx="513431" cy="211798"/>
                <a:chOff x="9677409" y="5470001"/>
                <a:chExt cx="513431" cy="211798"/>
              </a:xfrm>
            </p:grpSpPr>
            <p:grpSp>
              <p:nvGrpSpPr>
                <p:cNvPr id="58" name="Graphic 1">
                  <a:extLst>
                    <a:ext uri="{FF2B5EF4-FFF2-40B4-BE49-F238E27FC236}">
                      <a16:creationId xmlns:a16="http://schemas.microsoft.com/office/drawing/2014/main" id="{F880812C-0299-AF52-DE7F-B3719865D242}"/>
                    </a:ext>
                  </a:extLst>
                </p:cNvPr>
                <p:cNvGrpSpPr>
                  <a:grpSpLocks noChangeAspect="1"/>
                </p:cNvGrpSpPr>
                <p:nvPr/>
              </p:nvGrpSpPr>
              <p:grpSpPr>
                <a:xfrm>
                  <a:off x="9677409" y="5470001"/>
                  <a:ext cx="265672" cy="211798"/>
                  <a:chOff x="5842001" y="3185094"/>
                  <a:chExt cx="477794" cy="380908"/>
                </a:xfrm>
                <a:solidFill>
                  <a:schemeClr val="bg1"/>
                </a:solidFill>
              </p:grpSpPr>
              <p:sp>
                <p:nvSpPr>
                  <p:cNvPr id="68" name="Freeform: Shape 67">
                    <a:extLst>
                      <a:ext uri="{FF2B5EF4-FFF2-40B4-BE49-F238E27FC236}">
                        <a16:creationId xmlns:a16="http://schemas.microsoft.com/office/drawing/2014/main" id="{C4E283E4-8319-6943-5D53-C801806F33C3}"/>
                      </a:ext>
                    </a:extLst>
                  </p:cNvPr>
                  <p:cNvSpPr/>
                  <p:nvPr/>
                </p:nvSpPr>
                <p:spPr>
                  <a:xfrm>
                    <a:off x="5881817" y="3313833"/>
                    <a:ext cx="411434" cy="252169"/>
                  </a:xfrm>
                  <a:custGeom>
                    <a:avLst/>
                    <a:gdLst>
                      <a:gd name="connsiteX0" fmla="*/ 404798 w 411433"/>
                      <a:gd name="connsiteY0" fmla="*/ 96886 h 252168"/>
                      <a:gd name="connsiteX1" fmla="*/ 398162 w 411433"/>
                      <a:gd name="connsiteY1" fmla="*/ 103522 h 252168"/>
                      <a:gd name="connsiteX2" fmla="*/ 398162 w 411433"/>
                      <a:gd name="connsiteY2" fmla="*/ 249514 h 252168"/>
                      <a:gd name="connsiteX3" fmla="*/ 291985 w 411433"/>
                      <a:gd name="connsiteY3" fmla="*/ 249514 h 252168"/>
                      <a:gd name="connsiteX4" fmla="*/ 291985 w 411433"/>
                      <a:gd name="connsiteY4" fmla="*/ 6636 h 252168"/>
                      <a:gd name="connsiteX5" fmla="*/ 285349 w 411433"/>
                      <a:gd name="connsiteY5" fmla="*/ 0 h 252168"/>
                      <a:gd name="connsiteX6" fmla="*/ 278713 w 411433"/>
                      <a:gd name="connsiteY6" fmla="*/ 6636 h 252168"/>
                      <a:gd name="connsiteX7" fmla="*/ 278713 w 411433"/>
                      <a:gd name="connsiteY7" fmla="*/ 248187 h 252168"/>
                      <a:gd name="connsiteX8" fmla="*/ 132721 w 411433"/>
                      <a:gd name="connsiteY8" fmla="*/ 248187 h 252168"/>
                      <a:gd name="connsiteX9" fmla="*/ 132721 w 411433"/>
                      <a:gd name="connsiteY9" fmla="*/ 156610 h 252168"/>
                      <a:gd name="connsiteX10" fmla="*/ 126085 w 411433"/>
                      <a:gd name="connsiteY10" fmla="*/ 149974 h 252168"/>
                      <a:gd name="connsiteX11" fmla="*/ 119448 w 411433"/>
                      <a:gd name="connsiteY11" fmla="*/ 156610 h 252168"/>
                      <a:gd name="connsiteX12" fmla="*/ 119448 w 411433"/>
                      <a:gd name="connsiteY12" fmla="*/ 248187 h 252168"/>
                      <a:gd name="connsiteX13" fmla="*/ 13272 w 411433"/>
                      <a:gd name="connsiteY13" fmla="*/ 248187 h 252168"/>
                      <a:gd name="connsiteX14" fmla="*/ 13272 w 411433"/>
                      <a:gd name="connsiteY14" fmla="*/ 39816 h 252168"/>
                      <a:gd name="connsiteX15" fmla="*/ 6636 w 411433"/>
                      <a:gd name="connsiteY15" fmla="*/ 33180 h 252168"/>
                      <a:gd name="connsiteX16" fmla="*/ 0 w 411433"/>
                      <a:gd name="connsiteY16" fmla="*/ 39816 h 252168"/>
                      <a:gd name="connsiteX17" fmla="*/ 0 w 411433"/>
                      <a:gd name="connsiteY17" fmla="*/ 256150 h 252168"/>
                      <a:gd name="connsiteX18" fmla="*/ 6636 w 411433"/>
                      <a:gd name="connsiteY18" fmla="*/ 262786 h 252168"/>
                      <a:gd name="connsiteX19" fmla="*/ 404798 w 411433"/>
                      <a:gd name="connsiteY19" fmla="*/ 262786 h 252168"/>
                      <a:gd name="connsiteX20" fmla="*/ 411434 w 411433"/>
                      <a:gd name="connsiteY20" fmla="*/ 256150 h 252168"/>
                      <a:gd name="connsiteX21" fmla="*/ 411434 w 411433"/>
                      <a:gd name="connsiteY21" fmla="*/ 103522 h 252168"/>
                      <a:gd name="connsiteX22" fmla="*/ 404798 w 411433"/>
                      <a:gd name="connsiteY22" fmla="*/ 96886 h 252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1433" h="252168">
                        <a:moveTo>
                          <a:pt x="404798" y="96886"/>
                        </a:moveTo>
                        <a:cubicBezTo>
                          <a:pt x="400816" y="96886"/>
                          <a:pt x="398162" y="99540"/>
                          <a:pt x="398162" y="103522"/>
                        </a:cubicBezTo>
                        <a:lnTo>
                          <a:pt x="398162" y="249514"/>
                        </a:lnTo>
                        <a:lnTo>
                          <a:pt x="291985" y="249514"/>
                        </a:lnTo>
                        <a:lnTo>
                          <a:pt x="291985" y="6636"/>
                        </a:lnTo>
                        <a:cubicBezTo>
                          <a:pt x="291985" y="2654"/>
                          <a:pt x="289331" y="0"/>
                          <a:pt x="285349" y="0"/>
                        </a:cubicBezTo>
                        <a:cubicBezTo>
                          <a:pt x="281368" y="0"/>
                          <a:pt x="278713" y="3982"/>
                          <a:pt x="278713" y="6636"/>
                        </a:cubicBezTo>
                        <a:lnTo>
                          <a:pt x="278713" y="248187"/>
                        </a:lnTo>
                        <a:lnTo>
                          <a:pt x="132721" y="248187"/>
                        </a:lnTo>
                        <a:lnTo>
                          <a:pt x="132721" y="156610"/>
                        </a:lnTo>
                        <a:cubicBezTo>
                          <a:pt x="132721" y="152628"/>
                          <a:pt x="130066" y="149974"/>
                          <a:pt x="126085" y="149974"/>
                        </a:cubicBezTo>
                        <a:cubicBezTo>
                          <a:pt x="122103" y="149974"/>
                          <a:pt x="119448" y="153956"/>
                          <a:pt x="119448" y="156610"/>
                        </a:cubicBezTo>
                        <a:lnTo>
                          <a:pt x="119448" y="248187"/>
                        </a:lnTo>
                        <a:lnTo>
                          <a:pt x="13272" y="248187"/>
                        </a:lnTo>
                        <a:lnTo>
                          <a:pt x="13272" y="39816"/>
                        </a:lnTo>
                        <a:cubicBezTo>
                          <a:pt x="13272" y="35834"/>
                          <a:pt x="10618" y="33180"/>
                          <a:pt x="6636" y="33180"/>
                        </a:cubicBezTo>
                        <a:cubicBezTo>
                          <a:pt x="2654" y="33180"/>
                          <a:pt x="0" y="35834"/>
                          <a:pt x="0" y="39816"/>
                        </a:cubicBezTo>
                        <a:lnTo>
                          <a:pt x="0" y="256150"/>
                        </a:lnTo>
                        <a:cubicBezTo>
                          <a:pt x="0" y="260132"/>
                          <a:pt x="2654" y="262786"/>
                          <a:pt x="6636" y="262786"/>
                        </a:cubicBezTo>
                        <a:lnTo>
                          <a:pt x="404798" y="262786"/>
                        </a:lnTo>
                        <a:cubicBezTo>
                          <a:pt x="408779" y="262786"/>
                          <a:pt x="411434" y="260132"/>
                          <a:pt x="411434" y="256150"/>
                        </a:cubicBezTo>
                        <a:lnTo>
                          <a:pt x="411434" y="103522"/>
                        </a:lnTo>
                        <a:cubicBezTo>
                          <a:pt x="411434" y="99540"/>
                          <a:pt x="408779" y="96886"/>
                          <a:pt x="404798" y="96886"/>
                        </a:cubicBezTo>
                        <a:close/>
                      </a:path>
                    </a:pathLst>
                  </a:custGeom>
                  <a:grpFill/>
                  <a:ln w="13129" cap="flat">
                    <a:noFill/>
                    <a:prstDash val="solid"/>
                    <a:miter/>
                  </a:ln>
                </p:spPr>
                <p:txBody>
                  <a:bodyPr rtlCol="0" anchor="ctr"/>
                  <a:lstStyle/>
                  <a:p>
                    <a:endParaRPr lang="de-DE"/>
                  </a:p>
                </p:txBody>
              </p:sp>
              <p:sp>
                <p:nvSpPr>
                  <p:cNvPr id="69" name="Freeform: Shape 68">
                    <a:extLst>
                      <a:ext uri="{FF2B5EF4-FFF2-40B4-BE49-F238E27FC236}">
                        <a16:creationId xmlns:a16="http://schemas.microsoft.com/office/drawing/2014/main" id="{10D3DFE1-F553-02ED-90C1-CD6B4F36D70B}"/>
                      </a:ext>
                    </a:extLst>
                  </p:cNvPr>
                  <p:cNvSpPr/>
                  <p:nvPr/>
                </p:nvSpPr>
                <p:spPr>
                  <a:xfrm>
                    <a:off x="5842001" y="3185094"/>
                    <a:ext cx="477794" cy="225625"/>
                  </a:xfrm>
                  <a:custGeom>
                    <a:avLst/>
                    <a:gdLst>
                      <a:gd name="connsiteX0" fmla="*/ 444614 w 477793"/>
                      <a:gd name="connsiteY0" fmla="*/ 99540 h 225624"/>
                      <a:gd name="connsiteX1" fmla="*/ 416743 w 477793"/>
                      <a:gd name="connsiteY1" fmla="*/ 108831 h 225624"/>
                      <a:gd name="connsiteX2" fmla="*/ 370290 w 477793"/>
                      <a:gd name="connsiteY2" fmla="*/ 61051 h 225624"/>
                      <a:gd name="connsiteX3" fmla="*/ 371618 w 477793"/>
                      <a:gd name="connsiteY3" fmla="*/ 46452 h 225624"/>
                      <a:gd name="connsiteX4" fmla="*/ 325165 w 477793"/>
                      <a:gd name="connsiteY4" fmla="*/ 0 h 225624"/>
                      <a:gd name="connsiteX5" fmla="*/ 278713 w 477793"/>
                      <a:gd name="connsiteY5" fmla="*/ 46452 h 225624"/>
                      <a:gd name="connsiteX6" fmla="*/ 281368 w 477793"/>
                      <a:gd name="connsiteY6" fmla="*/ 61051 h 225624"/>
                      <a:gd name="connsiteX7" fmla="*/ 191118 w 477793"/>
                      <a:gd name="connsiteY7" fmla="*/ 148647 h 225624"/>
                      <a:gd name="connsiteX8" fmla="*/ 165901 w 477793"/>
                      <a:gd name="connsiteY8" fmla="*/ 140684 h 225624"/>
                      <a:gd name="connsiteX9" fmla="*/ 138029 w 477793"/>
                      <a:gd name="connsiteY9" fmla="*/ 149974 h 225624"/>
                      <a:gd name="connsiteX10" fmla="*/ 83614 w 477793"/>
                      <a:gd name="connsiteY10" fmla="*/ 94231 h 225624"/>
                      <a:gd name="connsiteX11" fmla="*/ 94232 w 477793"/>
                      <a:gd name="connsiteY11" fmla="*/ 66360 h 225624"/>
                      <a:gd name="connsiteX12" fmla="*/ 47779 w 477793"/>
                      <a:gd name="connsiteY12" fmla="*/ 19908 h 225624"/>
                      <a:gd name="connsiteX13" fmla="*/ 0 w 477793"/>
                      <a:gd name="connsiteY13" fmla="*/ 66360 h 225624"/>
                      <a:gd name="connsiteX14" fmla="*/ 46452 w 477793"/>
                      <a:gd name="connsiteY14" fmla="*/ 112812 h 225624"/>
                      <a:gd name="connsiteX15" fmla="*/ 74324 w 477793"/>
                      <a:gd name="connsiteY15" fmla="*/ 103522 h 225624"/>
                      <a:gd name="connsiteX16" fmla="*/ 128739 w 477793"/>
                      <a:gd name="connsiteY16" fmla="*/ 159264 h 225624"/>
                      <a:gd name="connsiteX17" fmla="*/ 119448 w 477793"/>
                      <a:gd name="connsiteY17" fmla="*/ 185808 h 225624"/>
                      <a:gd name="connsiteX18" fmla="*/ 165901 w 477793"/>
                      <a:gd name="connsiteY18" fmla="*/ 232261 h 225624"/>
                      <a:gd name="connsiteX19" fmla="*/ 212353 w 477793"/>
                      <a:gd name="connsiteY19" fmla="*/ 185808 h 225624"/>
                      <a:gd name="connsiteX20" fmla="*/ 200408 w 477793"/>
                      <a:gd name="connsiteY20" fmla="*/ 156610 h 225624"/>
                      <a:gd name="connsiteX21" fmla="*/ 286676 w 477793"/>
                      <a:gd name="connsiteY21" fmla="*/ 72996 h 225624"/>
                      <a:gd name="connsiteX22" fmla="*/ 325165 w 477793"/>
                      <a:gd name="connsiteY22" fmla="*/ 91577 h 225624"/>
                      <a:gd name="connsiteX23" fmla="*/ 362327 w 477793"/>
                      <a:gd name="connsiteY23" fmla="*/ 72996 h 225624"/>
                      <a:gd name="connsiteX24" fmla="*/ 406125 w 477793"/>
                      <a:gd name="connsiteY24" fmla="*/ 118121 h 225624"/>
                      <a:gd name="connsiteX25" fmla="*/ 396834 w 477793"/>
                      <a:gd name="connsiteY25" fmla="*/ 144665 h 225624"/>
                      <a:gd name="connsiteX26" fmla="*/ 443287 w 477793"/>
                      <a:gd name="connsiteY26" fmla="*/ 191117 h 225624"/>
                      <a:gd name="connsiteX27" fmla="*/ 489739 w 477793"/>
                      <a:gd name="connsiteY27" fmla="*/ 144665 h 225624"/>
                      <a:gd name="connsiteX28" fmla="*/ 444614 w 477793"/>
                      <a:gd name="connsiteY28" fmla="*/ 99540 h 225624"/>
                      <a:gd name="connsiteX29" fmla="*/ 13272 w 477793"/>
                      <a:gd name="connsiteY29" fmla="*/ 66360 h 225624"/>
                      <a:gd name="connsiteX30" fmla="*/ 46452 w 477793"/>
                      <a:gd name="connsiteY30" fmla="*/ 33180 h 225624"/>
                      <a:gd name="connsiteX31" fmla="*/ 80960 w 477793"/>
                      <a:gd name="connsiteY31" fmla="*/ 66360 h 225624"/>
                      <a:gd name="connsiteX32" fmla="*/ 47779 w 477793"/>
                      <a:gd name="connsiteY32" fmla="*/ 99540 h 225624"/>
                      <a:gd name="connsiteX33" fmla="*/ 13272 w 477793"/>
                      <a:gd name="connsiteY33" fmla="*/ 66360 h 225624"/>
                      <a:gd name="connsiteX34" fmla="*/ 165901 w 477793"/>
                      <a:gd name="connsiteY34" fmla="*/ 218989 h 225624"/>
                      <a:gd name="connsiteX35" fmla="*/ 132721 w 477793"/>
                      <a:gd name="connsiteY35" fmla="*/ 185808 h 225624"/>
                      <a:gd name="connsiteX36" fmla="*/ 165901 w 477793"/>
                      <a:gd name="connsiteY36" fmla="*/ 152628 h 225624"/>
                      <a:gd name="connsiteX37" fmla="*/ 199081 w 477793"/>
                      <a:gd name="connsiteY37" fmla="*/ 185808 h 225624"/>
                      <a:gd name="connsiteX38" fmla="*/ 165901 w 477793"/>
                      <a:gd name="connsiteY38" fmla="*/ 218989 h 225624"/>
                      <a:gd name="connsiteX39" fmla="*/ 325165 w 477793"/>
                      <a:gd name="connsiteY39" fmla="*/ 78305 h 225624"/>
                      <a:gd name="connsiteX40" fmla="*/ 291985 w 477793"/>
                      <a:gd name="connsiteY40" fmla="*/ 45125 h 225624"/>
                      <a:gd name="connsiteX41" fmla="*/ 325165 w 477793"/>
                      <a:gd name="connsiteY41" fmla="*/ 13272 h 225624"/>
                      <a:gd name="connsiteX42" fmla="*/ 358345 w 477793"/>
                      <a:gd name="connsiteY42" fmla="*/ 46452 h 225624"/>
                      <a:gd name="connsiteX43" fmla="*/ 325165 w 477793"/>
                      <a:gd name="connsiteY43" fmla="*/ 78305 h 225624"/>
                      <a:gd name="connsiteX44" fmla="*/ 444614 w 477793"/>
                      <a:gd name="connsiteY44" fmla="*/ 177845 h 225624"/>
                      <a:gd name="connsiteX45" fmla="*/ 411434 w 477793"/>
                      <a:gd name="connsiteY45" fmla="*/ 144665 h 225624"/>
                      <a:gd name="connsiteX46" fmla="*/ 444614 w 477793"/>
                      <a:gd name="connsiteY46" fmla="*/ 111485 h 225624"/>
                      <a:gd name="connsiteX47" fmla="*/ 477794 w 477793"/>
                      <a:gd name="connsiteY47" fmla="*/ 144665 h 225624"/>
                      <a:gd name="connsiteX48" fmla="*/ 444614 w 477793"/>
                      <a:gd name="connsiteY48" fmla="*/ 177845 h 225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77793" h="225624">
                        <a:moveTo>
                          <a:pt x="444614" y="99540"/>
                        </a:moveTo>
                        <a:cubicBezTo>
                          <a:pt x="433996" y="99540"/>
                          <a:pt x="424706" y="103522"/>
                          <a:pt x="416743" y="108831"/>
                        </a:cubicBezTo>
                        <a:lnTo>
                          <a:pt x="370290" y="61051"/>
                        </a:lnTo>
                        <a:cubicBezTo>
                          <a:pt x="371618" y="55743"/>
                          <a:pt x="371618" y="50434"/>
                          <a:pt x="371618" y="46452"/>
                        </a:cubicBezTo>
                        <a:cubicBezTo>
                          <a:pt x="371618" y="19908"/>
                          <a:pt x="351709" y="0"/>
                          <a:pt x="325165" y="0"/>
                        </a:cubicBezTo>
                        <a:cubicBezTo>
                          <a:pt x="299948" y="0"/>
                          <a:pt x="278713" y="19908"/>
                          <a:pt x="278713" y="46452"/>
                        </a:cubicBezTo>
                        <a:cubicBezTo>
                          <a:pt x="278713" y="51761"/>
                          <a:pt x="280040" y="55743"/>
                          <a:pt x="281368" y="61051"/>
                        </a:cubicBezTo>
                        <a:lnTo>
                          <a:pt x="191118" y="148647"/>
                        </a:lnTo>
                        <a:cubicBezTo>
                          <a:pt x="183154" y="144665"/>
                          <a:pt x="175191" y="140684"/>
                          <a:pt x="165901" y="140684"/>
                        </a:cubicBezTo>
                        <a:cubicBezTo>
                          <a:pt x="155283" y="140684"/>
                          <a:pt x="145993" y="144665"/>
                          <a:pt x="138029" y="149974"/>
                        </a:cubicBezTo>
                        <a:lnTo>
                          <a:pt x="83614" y="94231"/>
                        </a:lnTo>
                        <a:cubicBezTo>
                          <a:pt x="90250" y="86268"/>
                          <a:pt x="94232" y="75651"/>
                          <a:pt x="94232" y="66360"/>
                        </a:cubicBezTo>
                        <a:cubicBezTo>
                          <a:pt x="94232" y="41143"/>
                          <a:pt x="72996" y="19908"/>
                          <a:pt x="47779" y="19908"/>
                        </a:cubicBezTo>
                        <a:cubicBezTo>
                          <a:pt x="22562" y="19908"/>
                          <a:pt x="0" y="39816"/>
                          <a:pt x="0" y="66360"/>
                        </a:cubicBezTo>
                        <a:cubicBezTo>
                          <a:pt x="0" y="92904"/>
                          <a:pt x="21235" y="112812"/>
                          <a:pt x="46452" y="112812"/>
                        </a:cubicBezTo>
                        <a:cubicBezTo>
                          <a:pt x="57070" y="112812"/>
                          <a:pt x="66360" y="108831"/>
                          <a:pt x="74324" y="103522"/>
                        </a:cubicBezTo>
                        <a:lnTo>
                          <a:pt x="128739" y="159264"/>
                        </a:lnTo>
                        <a:cubicBezTo>
                          <a:pt x="122103" y="165900"/>
                          <a:pt x="119448" y="175191"/>
                          <a:pt x="119448" y="185808"/>
                        </a:cubicBezTo>
                        <a:cubicBezTo>
                          <a:pt x="119448" y="211025"/>
                          <a:pt x="140684" y="232261"/>
                          <a:pt x="165901" y="232261"/>
                        </a:cubicBezTo>
                        <a:cubicBezTo>
                          <a:pt x="191118" y="232261"/>
                          <a:pt x="212353" y="211025"/>
                          <a:pt x="212353" y="185808"/>
                        </a:cubicBezTo>
                        <a:cubicBezTo>
                          <a:pt x="212353" y="173864"/>
                          <a:pt x="208371" y="164573"/>
                          <a:pt x="200408" y="156610"/>
                        </a:cubicBezTo>
                        <a:lnTo>
                          <a:pt x="286676" y="72996"/>
                        </a:lnTo>
                        <a:cubicBezTo>
                          <a:pt x="294640" y="84941"/>
                          <a:pt x="309239" y="91577"/>
                          <a:pt x="325165" y="91577"/>
                        </a:cubicBezTo>
                        <a:cubicBezTo>
                          <a:pt x="341092" y="91577"/>
                          <a:pt x="354364" y="83614"/>
                          <a:pt x="362327" y="72996"/>
                        </a:cubicBezTo>
                        <a:lnTo>
                          <a:pt x="406125" y="118121"/>
                        </a:lnTo>
                        <a:cubicBezTo>
                          <a:pt x="400816" y="126084"/>
                          <a:pt x="396834" y="135375"/>
                          <a:pt x="396834" y="144665"/>
                        </a:cubicBezTo>
                        <a:cubicBezTo>
                          <a:pt x="396834" y="169882"/>
                          <a:pt x="418070" y="191117"/>
                          <a:pt x="443287" y="191117"/>
                        </a:cubicBezTo>
                        <a:cubicBezTo>
                          <a:pt x="468504" y="191117"/>
                          <a:pt x="489739" y="171209"/>
                          <a:pt x="489739" y="144665"/>
                        </a:cubicBezTo>
                        <a:cubicBezTo>
                          <a:pt x="489739" y="118121"/>
                          <a:pt x="471158" y="99540"/>
                          <a:pt x="444614" y="99540"/>
                        </a:cubicBezTo>
                        <a:close/>
                        <a:moveTo>
                          <a:pt x="13272" y="66360"/>
                        </a:moveTo>
                        <a:cubicBezTo>
                          <a:pt x="13272" y="47779"/>
                          <a:pt x="27871" y="33180"/>
                          <a:pt x="46452" y="33180"/>
                        </a:cubicBezTo>
                        <a:cubicBezTo>
                          <a:pt x="65033" y="33180"/>
                          <a:pt x="80960" y="47779"/>
                          <a:pt x="80960" y="66360"/>
                        </a:cubicBezTo>
                        <a:cubicBezTo>
                          <a:pt x="80960" y="84941"/>
                          <a:pt x="66360" y="99540"/>
                          <a:pt x="47779" y="99540"/>
                        </a:cubicBezTo>
                        <a:cubicBezTo>
                          <a:pt x="29199" y="99540"/>
                          <a:pt x="13272" y="83614"/>
                          <a:pt x="13272" y="66360"/>
                        </a:cubicBezTo>
                        <a:close/>
                        <a:moveTo>
                          <a:pt x="165901" y="218989"/>
                        </a:moveTo>
                        <a:cubicBezTo>
                          <a:pt x="147320" y="218989"/>
                          <a:pt x="132721" y="204389"/>
                          <a:pt x="132721" y="185808"/>
                        </a:cubicBezTo>
                        <a:cubicBezTo>
                          <a:pt x="132721" y="167228"/>
                          <a:pt x="147320" y="152628"/>
                          <a:pt x="165901" y="152628"/>
                        </a:cubicBezTo>
                        <a:cubicBezTo>
                          <a:pt x="184482" y="152628"/>
                          <a:pt x="199081" y="167228"/>
                          <a:pt x="199081" y="185808"/>
                        </a:cubicBezTo>
                        <a:cubicBezTo>
                          <a:pt x="199081" y="204389"/>
                          <a:pt x="184482" y="218989"/>
                          <a:pt x="165901" y="218989"/>
                        </a:cubicBezTo>
                        <a:close/>
                        <a:moveTo>
                          <a:pt x="325165" y="78305"/>
                        </a:moveTo>
                        <a:cubicBezTo>
                          <a:pt x="306584" y="78305"/>
                          <a:pt x="291985" y="63706"/>
                          <a:pt x="291985" y="45125"/>
                        </a:cubicBezTo>
                        <a:cubicBezTo>
                          <a:pt x="291985" y="27871"/>
                          <a:pt x="306584" y="13272"/>
                          <a:pt x="325165" y="13272"/>
                        </a:cubicBezTo>
                        <a:cubicBezTo>
                          <a:pt x="343746" y="13272"/>
                          <a:pt x="358345" y="27871"/>
                          <a:pt x="358345" y="46452"/>
                        </a:cubicBezTo>
                        <a:cubicBezTo>
                          <a:pt x="358345" y="63706"/>
                          <a:pt x="343746" y="78305"/>
                          <a:pt x="325165" y="78305"/>
                        </a:cubicBezTo>
                        <a:close/>
                        <a:moveTo>
                          <a:pt x="444614" y="177845"/>
                        </a:moveTo>
                        <a:cubicBezTo>
                          <a:pt x="426033" y="177845"/>
                          <a:pt x="411434" y="163246"/>
                          <a:pt x="411434" y="144665"/>
                        </a:cubicBezTo>
                        <a:cubicBezTo>
                          <a:pt x="411434" y="126084"/>
                          <a:pt x="426033" y="111485"/>
                          <a:pt x="444614" y="111485"/>
                        </a:cubicBezTo>
                        <a:cubicBezTo>
                          <a:pt x="463195" y="111485"/>
                          <a:pt x="477794" y="127412"/>
                          <a:pt x="477794" y="144665"/>
                        </a:cubicBezTo>
                        <a:cubicBezTo>
                          <a:pt x="477794" y="163246"/>
                          <a:pt x="463195" y="177845"/>
                          <a:pt x="444614" y="177845"/>
                        </a:cubicBezTo>
                        <a:close/>
                      </a:path>
                    </a:pathLst>
                  </a:custGeom>
                  <a:grpFill/>
                  <a:ln w="13129" cap="flat">
                    <a:noFill/>
                    <a:prstDash val="solid"/>
                    <a:miter/>
                  </a:ln>
                </p:spPr>
                <p:txBody>
                  <a:bodyPr rtlCol="0" anchor="ctr"/>
                  <a:lstStyle/>
                  <a:p>
                    <a:endParaRPr lang="de-DE"/>
                  </a:p>
                </p:txBody>
              </p:sp>
            </p:grpSp>
            <p:grpSp>
              <p:nvGrpSpPr>
                <p:cNvPr id="59" name="Graphic 2">
                  <a:extLst>
                    <a:ext uri="{FF2B5EF4-FFF2-40B4-BE49-F238E27FC236}">
                      <a16:creationId xmlns:a16="http://schemas.microsoft.com/office/drawing/2014/main" id="{653D52B6-F38B-581E-E559-755E1EC4D5CE}"/>
                    </a:ext>
                  </a:extLst>
                </p:cNvPr>
                <p:cNvGrpSpPr>
                  <a:grpSpLocks noChangeAspect="1"/>
                </p:cNvGrpSpPr>
                <p:nvPr/>
              </p:nvGrpSpPr>
              <p:grpSpPr>
                <a:xfrm>
                  <a:off x="9994100" y="5479731"/>
                  <a:ext cx="196740" cy="201637"/>
                  <a:chOff x="5871430" y="3152586"/>
                  <a:chExt cx="451246" cy="462474"/>
                </a:xfrm>
                <a:solidFill>
                  <a:schemeClr val="bg1"/>
                </a:solidFill>
              </p:grpSpPr>
              <p:sp>
                <p:nvSpPr>
                  <p:cNvPr id="60" name="Freeform: Shape 59">
                    <a:extLst>
                      <a:ext uri="{FF2B5EF4-FFF2-40B4-BE49-F238E27FC236}">
                        <a16:creationId xmlns:a16="http://schemas.microsoft.com/office/drawing/2014/main" id="{4C8D969E-11AA-E8AB-276A-F49BDC6B883F}"/>
                      </a:ext>
                    </a:extLst>
                  </p:cNvPr>
                  <p:cNvSpPr/>
                  <p:nvPr/>
                </p:nvSpPr>
                <p:spPr>
                  <a:xfrm>
                    <a:off x="5942707" y="3264169"/>
                    <a:ext cx="308784" cy="350891"/>
                  </a:xfrm>
                  <a:custGeom>
                    <a:avLst/>
                    <a:gdLst>
                      <a:gd name="connsiteX0" fmla="*/ 282421 w 308784"/>
                      <a:gd name="connsiteY0" fmla="*/ 253343 h 350890"/>
                      <a:gd name="connsiteX1" fmla="*/ 267122 w 308784"/>
                      <a:gd name="connsiteY1" fmla="*/ 253343 h 350890"/>
                      <a:gd name="connsiteX2" fmla="*/ 267122 w 308784"/>
                      <a:gd name="connsiteY2" fmla="*/ 117198 h 350890"/>
                      <a:gd name="connsiteX3" fmla="*/ 154837 w 308784"/>
                      <a:gd name="connsiteY3" fmla="*/ 0 h 350890"/>
                      <a:gd name="connsiteX4" fmla="*/ 42552 w 308784"/>
                      <a:gd name="connsiteY4" fmla="*/ 117198 h 350890"/>
                      <a:gd name="connsiteX5" fmla="*/ 42552 w 308784"/>
                      <a:gd name="connsiteY5" fmla="*/ 253343 h 350890"/>
                      <a:gd name="connsiteX6" fmla="*/ 26972 w 308784"/>
                      <a:gd name="connsiteY6" fmla="*/ 253343 h 350890"/>
                      <a:gd name="connsiteX7" fmla="*/ 24 w 308784"/>
                      <a:gd name="connsiteY7" fmla="*/ 280292 h 350890"/>
                      <a:gd name="connsiteX8" fmla="*/ 24 w 308784"/>
                      <a:gd name="connsiteY8" fmla="*/ 323521 h 350890"/>
                      <a:gd name="connsiteX9" fmla="*/ 25826 w 308784"/>
                      <a:gd name="connsiteY9" fmla="*/ 351569 h 350890"/>
                      <a:gd name="connsiteX10" fmla="*/ 26972 w 308784"/>
                      <a:gd name="connsiteY10" fmla="*/ 351593 h 350890"/>
                      <a:gd name="connsiteX11" fmla="*/ 282421 w 308784"/>
                      <a:gd name="connsiteY11" fmla="*/ 351593 h 350890"/>
                      <a:gd name="connsiteX12" fmla="*/ 309253 w 308784"/>
                      <a:gd name="connsiteY12" fmla="*/ 324528 h 350890"/>
                      <a:gd name="connsiteX13" fmla="*/ 309229 w 308784"/>
                      <a:gd name="connsiteY13" fmla="*/ 323521 h 350890"/>
                      <a:gd name="connsiteX14" fmla="*/ 309229 w 308784"/>
                      <a:gd name="connsiteY14" fmla="*/ 279590 h 350890"/>
                      <a:gd name="connsiteX15" fmla="*/ 282421 w 308784"/>
                      <a:gd name="connsiteY15" fmla="*/ 253343 h 350890"/>
                      <a:gd name="connsiteX16" fmla="*/ 56588 w 308784"/>
                      <a:gd name="connsiteY16" fmla="*/ 117198 h 350890"/>
                      <a:gd name="connsiteX17" fmla="*/ 154837 w 308784"/>
                      <a:gd name="connsiteY17" fmla="*/ 14036 h 350890"/>
                      <a:gd name="connsiteX18" fmla="*/ 253087 w 308784"/>
                      <a:gd name="connsiteY18" fmla="*/ 117198 h 350890"/>
                      <a:gd name="connsiteX19" fmla="*/ 253087 w 308784"/>
                      <a:gd name="connsiteY19" fmla="*/ 253343 h 350890"/>
                      <a:gd name="connsiteX20" fmla="*/ 56588 w 308784"/>
                      <a:gd name="connsiteY20" fmla="*/ 253343 h 350890"/>
                      <a:gd name="connsiteX21" fmla="*/ 295194 w 308784"/>
                      <a:gd name="connsiteY21" fmla="*/ 323521 h 350890"/>
                      <a:gd name="connsiteX22" fmla="*/ 282421 w 308784"/>
                      <a:gd name="connsiteY22" fmla="*/ 336434 h 350890"/>
                      <a:gd name="connsiteX23" fmla="*/ 26972 w 308784"/>
                      <a:gd name="connsiteY23" fmla="*/ 336434 h 350890"/>
                      <a:gd name="connsiteX24" fmla="*/ 14481 w 308784"/>
                      <a:gd name="connsiteY24" fmla="*/ 323521 h 350890"/>
                      <a:gd name="connsiteX25" fmla="*/ 14481 w 308784"/>
                      <a:gd name="connsiteY25" fmla="*/ 279590 h 350890"/>
                      <a:gd name="connsiteX26" fmla="*/ 26972 w 308784"/>
                      <a:gd name="connsiteY26" fmla="*/ 267379 h 350890"/>
                      <a:gd name="connsiteX27" fmla="*/ 282421 w 308784"/>
                      <a:gd name="connsiteY27" fmla="*/ 267379 h 350890"/>
                      <a:gd name="connsiteX28" fmla="*/ 295194 w 308784"/>
                      <a:gd name="connsiteY28" fmla="*/ 280292 h 35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8784" h="350890">
                        <a:moveTo>
                          <a:pt x="282421" y="253343"/>
                        </a:moveTo>
                        <a:lnTo>
                          <a:pt x="267122" y="253343"/>
                        </a:lnTo>
                        <a:lnTo>
                          <a:pt x="267122" y="117198"/>
                        </a:lnTo>
                        <a:cubicBezTo>
                          <a:pt x="267616" y="54166"/>
                          <a:pt x="217832" y="2203"/>
                          <a:pt x="154837" y="0"/>
                        </a:cubicBezTo>
                        <a:cubicBezTo>
                          <a:pt x="91842" y="2203"/>
                          <a:pt x="42057" y="54166"/>
                          <a:pt x="42552" y="117198"/>
                        </a:cubicBezTo>
                        <a:lnTo>
                          <a:pt x="42552" y="253343"/>
                        </a:lnTo>
                        <a:lnTo>
                          <a:pt x="26972" y="253343"/>
                        </a:lnTo>
                        <a:cubicBezTo>
                          <a:pt x="12089" y="253343"/>
                          <a:pt x="24" y="265408"/>
                          <a:pt x="24" y="280292"/>
                        </a:cubicBezTo>
                        <a:lnTo>
                          <a:pt x="24" y="323521"/>
                        </a:lnTo>
                        <a:cubicBezTo>
                          <a:pt x="-596" y="338392"/>
                          <a:pt x="10956" y="350950"/>
                          <a:pt x="25826" y="351569"/>
                        </a:cubicBezTo>
                        <a:cubicBezTo>
                          <a:pt x="26208" y="351586"/>
                          <a:pt x="26590" y="351593"/>
                          <a:pt x="26972" y="351593"/>
                        </a:cubicBezTo>
                        <a:lnTo>
                          <a:pt x="282421" y="351593"/>
                        </a:lnTo>
                        <a:cubicBezTo>
                          <a:pt x="297305" y="351528"/>
                          <a:pt x="309318" y="339411"/>
                          <a:pt x="309253" y="324528"/>
                        </a:cubicBezTo>
                        <a:cubicBezTo>
                          <a:pt x="309250" y="324192"/>
                          <a:pt x="309243" y="323857"/>
                          <a:pt x="309229" y="323521"/>
                        </a:cubicBezTo>
                        <a:lnTo>
                          <a:pt x="309229" y="279590"/>
                        </a:lnTo>
                        <a:cubicBezTo>
                          <a:pt x="308850" y="265036"/>
                          <a:pt x="296980" y="253415"/>
                          <a:pt x="282421" y="253343"/>
                        </a:cubicBezTo>
                        <a:close/>
                        <a:moveTo>
                          <a:pt x="56588" y="117198"/>
                        </a:moveTo>
                        <a:cubicBezTo>
                          <a:pt x="56015" y="61885"/>
                          <a:pt x="99562" y="16160"/>
                          <a:pt x="154837" y="14036"/>
                        </a:cubicBezTo>
                        <a:cubicBezTo>
                          <a:pt x="210112" y="16160"/>
                          <a:pt x="253659" y="61885"/>
                          <a:pt x="253087" y="117198"/>
                        </a:cubicBezTo>
                        <a:lnTo>
                          <a:pt x="253087" y="253343"/>
                        </a:lnTo>
                        <a:lnTo>
                          <a:pt x="56588" y="253343"/>
                        </a:lnTo>
                        <a:close/>
                        <a:moveTo>
                          <a:pt x="295194" y="323521"/>
                        </a:moveTo>
                        <a:cubicBezTo>
                          <a:pt x="295194" y="330598"/>
                          <a:pt x="289498" y="336357"/>
                          <a:pt x="282421" y="336434"/>
                        </a:cubicBezTo>
                        <a:lnTo>
                          <a:pt x="26972" y="336434"/>
                        </a:lnTo>
                        <a:cubicBezTo>
                          <a:pt x="20006" y="336207"/>
                          <a:pt x="14477" y="330492"/>
                          <a:pt x="14481" y="323521"/>
                        </a:cubicBezTo>
                        <a:lnTo>
                          <a:pt x="14481" y="279590"/>
                        </a:lnTo>
                        <a:cubicBezTo>
                          <a:pt x="14842" y="272893"/>
                          <a:pt x="20269" y="267588"/>
                          <a:pt x="26972" y="267379"/>
                        </a:cubicBezTo>
                        <a:lnTo>
                          <a:pt x="282421" y="267379"/>
                        </a:lnTo>
                        <a:cubicBezTo>
                          <a:pt x="289498" y="267456"/>
                          <a:pt x="295194" y="273215"/>
                          <a:pt x="295194" y="280292"/>
                        </a:cubicBezTo>
                        <a:close/>
                      </a:path>
                    </a:pathLst>
                  </a:custGeom>
                  <a:grpFill/>
                  <a:ln w="13990" cap="flat">
                    <a:noFill/>
                    <a:prstDash val="solid"/>
                    <a:miter/>
                  </a:ln>
                </p:spPr>
                <p:txBody>
                  <a:bodyPr rtlCol="0" anchor="ctr"/>
                  <a:lstStyle/>
                  <a:p>
                    <a:endParaRPr lang="de-DE"/>
                  </a:p>
                </p:txBody>
              </p:sp>
              <p:sp>
                <p:nvSpPr>
                  <p:cNvPr id="61" name="Freeform: Shape 60">
                    <a:extLst>
                      <a:ext uri="{FF2B5EF4-FFF2-40B4-BE49-F238E27FC236}">
                        <a16:creationId xmlns:a16="http://schemas.microsoft.com/office/drawing/2014/main" id="{34DD215A-E9E4-30DB-3C64-4DFEC6541363}"/>
                      </a:ext>
                    </a:extLst>
                  </p:cNvPr>
                  <p:cNvSpPr/>
                  <p:nvPr/>
                </p:nvSpPr>
                <p:spPr>
                  <a:xfrm>
                    <a:off x="6090527" y="3152586"/>
                    <a:ext cx="14036" cy="70178"/>
                  </a:xfrm>
                  <a:custGeom>
                    <a:avLst/>
                    <a:gdLst>
                      <a:gd name="connsiteX0" fmla="*/ 7018 w 14035"/>
                      <a:gd name="connsiteY0" fmla="*/ 71161 h 70178"/>
                      <a:gd name="connsiteX1" fmla="*/ 14036 w 14035"/>
                      <a:gd name="connsiteY1" fmla="*/ 64143 h 70178"/>
                      <a:gd name="connsiteX2" fmla="*/ 14036 w 14035"/>
                      <a:gd name="connsiteY2" fmla="*/ 7018 h 70178"/>
                      <a:gd name="connsiteX3" fmla="*/ 7018 w 14035"/>
                      <a:gd name="connsiteY3" fmla="*/ 0 h 70178"/>
                      <a:gd name="connsiteX4" fmla="*/ 0 w 14035"/>
                      <a:gd name="connsiteY4" fmla="*/ 7018 h 70178"/>
                      <a:gd name="connsiteX5" fmla="*/ 0 w 14035"/>
                      <a:gd name="connsiteY5" fmla="*/ 64143 h 70178"/>
                      <a:gd name="connsiteX6" fmla="*/ 7018 w 14035"/>
                      <a:gd name="connsiteY6" fmla="*/ 71161 h 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35" h="70178">
                        <a:moveTo>
                          <a:pt x="7018" y="71161"/>
                        </a:moveTo>
                        <a:cubicBezTo>
                          <a:pt x="10893" y="71161"/>
                          <a:pt x="14036" y="68019"/>
                          <a:pt x="14036" y="64143"/>
                        </a:cubicBezTo>
                        <a:lnTo>
                          <a:pt x="14036" y="7018"/>
                        </a:lnTo>
                        <a:cubicBezTo>
                          <a:pt x="14036" y="3142"/>
                          <a:pt x="10893" y="0"/>
                          <a:pt x="7018" y="0"/>
                        </a:cubicBezTo>
                        <a:cubicBezTo>
                          <a:pt x="3143" y="0"/>
                          <a:pt x="0" y="3142"/>
                          <a:pt x="0" y="7018"/>
                        </a:cubicBezTo>
                        <a:lnTo>
                          <a:pt x="0" y="64143"/>
                        </a:lnTo>
                        <a:cubicBezTo>
                          <a:pt x="0" y="68019"/>
                          <a:pt x="3143" y="71161"/>
                          <a:pt x="7018" y="71161"/>
                        </a:cubicBezTo>
                        <a:close/>
                      </a:path>
                    </a:pathLst>
                  </a:custGeom>
                  <a:grpFill/>
                  <a:ln w="13990" cap="flat">
                    <a:noFill/>
                    <a:prstDash val="solid"/>
                    <a:miter/>
                  </a:ln>
                </p:spPr>
                <p:txBody>
                  <a:bodyPr rtlCol="0" anchor="ctr"/>
                  <a:lstStyle/>
                  <a:p>
                    <a:endParaRPr lang="de-DE"/>
                  </a:p>
                </p:txBody>
              </p:sp>
              <p:sp>
                <p:nvSpPr>
                  <p:cNvPr id="62" name="Freeform: Shape 61">
                    <a:extLst>
                      <a:ext uri="{FF2B5EF4-FFF2-40B4-BE49-F238E27FC236}">
                        <a16:creationId xmlns:a16="http://schemas.microsoft.com/office/drawing/2014/main" id="{3D831D83-340C-3B5A-DD4D-D589F0535706}"/>
                      </a:ext>
                    </a:extLst>
                  </p:cNvPr>
                  <p:cNvSpPr/>
                  <p:nvPr/>
                </p:nvSpPr>
                <p:spPr>
                  <a:xfrm>
                    <a:off x="6252498" y="3381788"/>
                    <a:ext cx="70178" cy="14036"/>
                  </a:xfrm>
                  <a:custGeom>
                    <a:avLst/>
                    <a:gdLst>
                      <a:gd name="connsiteX0" fmla="*/ 64283 w 70178"/>
                      <a:gd name="connsiteY0" fmla="*/ 0 h 14035"/>
                      <a:gd name="connsiteX1" fmla="*/ 7018 w 70178"/>
                      <a:gd name="connsiteY1" fmla="*/ 0 h 14035"/>
                      <a:gd name="connsiteX2" fmla="*/ 0 w 70178"/>
                      <a:gd name="connsiteY2" fmla="*/ 7018 h 14035"/>
                      <a:gd name="connsiteX3" fmla="*/ 7018 w 70178"/>
                      <a:gd name="connsiteY3" fmla="*/ 14036 h 14035"/>
                      <a:gd name="connsiteX4" fmla="*/ 64283 w 70178"/>
                      <a:gd name="connsiteY4" fmla="*/ 14036 h 14035"/>
                      <a:gd name="connsiteX5" fmla="*/ 71301 w 70178"/>
                      <a:gd name="connsiteY5" fmla="*/ 7018 h 14035"/>
                      <a:gd name="connsiteX6" fmla="*/ 64283 w 70178"/>
                      <a:gd name="connsiteY6" fmla="*/ 0 h 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178" h="14035">
                        <a:moveTo>
                          <a:pt x="64283" y="0"/>
                        </a:moveTo>
                        <a:lnTo>
                          <a:pt x="7018" y="0"/>
                        </a:lnTo>
                        <a:cubicBezTo>
                          <a:pt x="3173" y="74"/>
                          <a:pt x="74" y="3173"/>
                          <a:pt x="0" y="7018"/>
                        </a:cubicBezTo>
                        <a:cubicBezTo>
                          <a:pt x="0" y="10893"/>
                          <a:pt x="3143" y="14036"/>
                          <a:pt x="7018" y="14036"/>
                        </a:cubicBezTo>
                        <a:lnTo>
                          <a:pt x="64283" y="14036"/>
                        </a:lnTo>
                        <a:cubicBezTo>
                          <a:pt x="68159" y="14036"/>
                          <a:pt x="71301" y="10893"/>
                          <a:pt x="71301" y="7018"/>
                        </a:cubicBezTo>
                        <a:cubicBezTo>
                          <a:pt x="71227" y="3173"/>
                          <a:pt x="68128" y="74"/>
                          <a:pt x="64283" y="0"/>
                        </a:cubicBezTo>
                        <a:close/>
                      </a:path>
                    </a:pathLst>
                  </a:custGeom>
                  <a:grpFill/>
                  <a:ln w="13990" cap="flat">
                    <a:noFill/>
                    <a:prstDash val="solid"/>
                    <a:miter/>
                  </a:ln>
                </p:spPr>
                <p:txBody>
                  <a:bodyPr rtlCol="0" anchor="ctr"/>
                  <a:lstStyle/>
                  <a:p>
                    <a:endParaRPr lang="de-DE"/>
                  </a:p>
                </p:txBody>
              </p:sp>
              <p:sp>
                <p:nvSpPr>
                  <p:cNvPr id="63" name="Freeform: Shape 62">
                    <a:extLst>
                      <a:ext uri="{FF2B5EF4-FFF2-40B4-BE49-F238E27FC236}">
                        <a16:creationId xmlns:a16="http://schemas.microsoft.com/office/drawing/2014/main" id="{BA043C8E-81BB-61E9-6A82-EAF0C3C5E83C}"/>
                      </a:ext>
                    </a:extLst>
                  </p:cNvPr>
                  <p:cNvSpPr/>
                  <p:nvPr/>
                </p:nvSpPr>
                <p:spPr>
                  <a:xfrm>
                    <a:off x="6176216" y="3181780"/>
                    <a:ext cx="42107" cy="70178"/>
                  </a:xfrm>
                  <a:custGeom>
                    <a:avLst/>
                    <a:gdLst>
                      <a:gd name="connsiteX0" fmla="*/ 3998 w 42106"/>
                      <a:gd name="connsiteY0" fmla="*/ 70459 h 70178"/>
                      <a:gd name="connsiteX1" fmla="*/ 7086 w 42106"/>
                      <a:gd name="connsiteY1" fmla="*/ 71161 h 70178"/>
                      <a:gd name="connsiteX2" fmla="*/ 13402 w 42106"/>
                      <a:gd name="connsiteY2" fmla="*/ 67231 h 70178"/>
                      <a:gd name="connsiteX3" fmla="*/ 41473 w 42106"/>
                      <a:gd name="connsiteY3" fmla="*/ 10106 h 70178"/>
                      <a:gd name="connsiteX4" fmla="*/ 38268 w 42106"/>
                      <a:gd name="connsiteY4" fmla="*/ 713 h 70178"/>
                      <a:gd name="connsiteX5" fmla="*/ 38245 w 42106"/>
                      <a:gd name="connsiteY5" fmla="*/ 702 h 70178"/>
                      <a:gd name="connsiteX6" fmla="*/ 28841 w 42106"/>
                      <a:gd name="connsiteY6" fmla="*/ 3790 h 70178"/>
                      <a:gd name="connsiteX7" fmla="*/ 770 w 42106"/>
                      <a:gd name="connsiteY7" fmla="*/ 61055 h 70178"/>
                      <a:gd name="connsiteX8" fmla="*/ 3720 w 42106"/>
                      <a:gd name="connsiteY8" fmla="*/ 70323 h 70178"/>
                      <a:gd name="connsiteX9" fmla="*/ 3998 w 42106"/>
                      <a:gd name="connsiteY9" fmla="*/ 70459 h 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06" h="70178">
                        <a:moveTo>
                          <a:pt x="3998" y="70459"/>
                        </a:moveTo>
                        <a:cubicBezTo>
                          <a:pt x="4972" y="70889"/>
                          <a:pt x="6021" y="71128"/>
                          <a:pt x="7086" y="71161"/>
                        </a:cubicBezTo>
                        <a:cubicBezTo>
                          <a:pt x="9779" y="71201"/>
                          <a:pt x="12248" y="69665"/>
                          <a:pt x="13402" y="67231"/>
                        </a:cubicBezTo>
                        <a:lnTo>
                          <a:pt x="41473" y="10106"/>
                        </a:lnTo>
                        <a:cubicBezTo>
                          <a:pt x="43181" y="6627"/>
                          <a:pt x="41747" y="2422"/>
                          <a:pt x="38268" y="713"/>
                        </a:cubicBezTo>
                        <a:cubicBezTo>
                          <a:pt x="38260" y="709"/>
                          <a:pt x="38252" y="706"/>
                          <a:pt x="38245" y="702"/>
                        </a:cubicBezTo>
                        <a:cubicBezTo>
                          <a:pt x="34789" y="-951"/>
                          <a:pt x="30645" y="410"/>
                          <a:pt x="28841" y="3790"/>
                        </a:cubicBezTo>
                        <a:lnTo>
                          <a:pt x="770" y="61055"/>
                        </a:lnTo>
                        <a:cubicBezTo>
                          <a:pt x="-975" y="64429"/>
                          <a:pt x="346" y="68579"/>
                          <a:pt x="3720" y="70323"/>
                        </a:cubicBezTo>
                        <a:cubicBezTo>
                          <a:pt x="3811" y="70370"/>
                          <a:pt x="3904" y="70416"/>
                          <a:pt x="3998" y="70459"/>
                        </a:cubicBezTo>
                        <a:close/>
                      </a:path>
                    </a:pathLst>
                  </a:custGeom>
                  <a:grpFill/>
                  <a:ln w="13990" cap="flat">
                    <a:noFill/>
                    <a:prstDash val="solid"/>
                    <a:miter/>
                  </a:ln>
                </p:spPr>
                <p:txBody>
                  <a:bodyPr rtlCol="0" anchor="ctr"/>
                  <a:lstStyle/>
                  <a:p>
                    <a:endParaRPr lang="de-DE"/>
                  </a:p>
                </p:txBody>
              </p:sp>
              <p:sp>
                <p:nvSpPr>
                  <p:cNvPr id="64" name="Freeform: Shape 63">
                    <a:extLst>
                      <a:ext uri="{FF2B5EF4-FFF2-40B4-BE49-F238E27FC236}">
                        <a16:creationId xmlns:a16="http://schemas.microsoft.com/office/drawing/2014/main" id="{B7C6E7DB-4BC4-639B-A447-79254C9C534C}"/>
                      </a:ext>
                    </a:extLst>
                  </p:cNvPr>
                  <p:cNvSpPr/>
                  <p:nvPr/>
                </p:nvSpPr>
                <p:spPr>
                  <a:xfrm>
                    <a:off x="6233652" y="3268099"/>
                    <a:ext cx="70178" cy="28071"/>
                  </a:xfrm>
                  <a:custGeom>
                    <a:avLst/>
                    <a:gdLst>
                      <a:gd name="connsiteX0" fmla="*/ 6916 w 70178"/>
                      <a:gd name="connsiteY0" fmla="*/ 41967 h 28071"/>
                      <a:gd name="connsiteX1" fmla="*/ 10004 w 70178"/>
                      <a:gd name="connsiteY1" fmla="*/ 41265 h 28071"/>
                      <a:gd name="connsiteX2" fmla="*/ 67129 w 70178"/>
                      <a:gd name="connsiteY2" fmla="*/ 13194 h 28071"/>
                      <a:gd name="connsiteX3" fmla="*/ 70368 w 70178"/>
                      <a:gd name="connsiteY3" fmla="*/ 3812 h 28071"/>
                      <a:gd name="connsiteX4" fmla="*/ 70357 w 70178"/>
                      <a:gd name="connsiteY4" fmla="*/ 3790 h 28071"/>
                      <a:gd name="connsiteX5" fmla="*/ 60953 w 70178"/>
                      <a:gd name="connsiteY5" fmla="*/ 702 h 28071"/>
                      <a:gd name="connsiteX6" fmla="*/ 3688 w 70178"/>
                      <a:gd name="connsiteY6" fmla="*/ 28773 h 28071"/>
                      <a:gd name="connsiteX7" fmla="*/ 843 w 70178"/>
                      <a:gd name="connsiteY7" fmla="*/ 38281 h 28071"/>
                      <a:gd name="connsiteX8" fmla="*/ 6916 w 70178"/>
                      <a:gd name="connsiteY8" fmla="*/ 41967 h 28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78" h="28071">
                        <a:moveTo>
                          <a:pt x="6916" y="41967"/>
                        </a:moveTo>
                        <a:cubicBezTo>
                          <a:pt x="7988" y="42005"/>
                          <a:pt x="9053" y="41763"/>
                          <a:pt x="10004" y="41265"/>
                        </a:cubicBezTo>
                        <a:lnTo>
                          <a:pt x="67129" y="13194"/>
                        </a:lnTo>
                        <a:cubicBezTo>
                          <a:pt x="70614" y="11498"/>
                          <a:pt x="72064" y="7298"/>
                          <a:pt x="70368" y="3812"/>
                        </a:cubicBezTo>
                        <a:cubicBezTo>
                          <a:pt x="70364" y="3805"/>
                          <a:pt x="70361" y="3797"/>
                          <a:pt x="70357" y="3790"/>
                        </a:cubicBezTo>
                        <a:cubicBezTo>
                          <a:pt x="68553" y="410"/>
                          <a:pt x="64409" y="-951"/>
                          <a:pt x="60953" y="702"/>
                        </a:cubicBezTo>
                        <a:lnTo>
                          <a:pt x="3688" y="28773"/>
                        </a:lnTo>
                        <a:cubicBezTo>
                          <a:pt x="277" y="30613"/>
                          <a:pt x="-998" y="34870"/>
                          <a:pt x="843" y="38281"/>
                        </a:cubicBezTo>
                        <a:cubicBezTo>
                          <a:pt x="2050" y="40520"/>
                          <a:pt x="4374" y="41929"/>
                          <a:pt x="6916" y="41967"/>
                        </a:cubicBezTo>
                        <a:close/>
                      </a:path>
                    </a:pathLst>
                  </a:custGeom>
                  <a:grpFill/>
                  <a:ln w="13990" cap="flat">
                    <a:noFill/>
                    <a:prstDash val="solid"/>
                    <a:miter/>
                  </a:ln>
                </p:spPr>
                <p:txBody>
                  <a:bodyPr rtlCol="0" anchor="ctr"/>
                  <a:lstStyle/>
                  <a:p>
                    <a:endParaRPr lang="de-DE"/>
                  </a:p>
                </p:txBody>
              </p:sp>
              <p:sp>
                <p:nvSpPr>
                  <p:cNvPr id="65" name="Freeform: Shape 64">
                    <a:extLst>
                      <a:ext uri="{FF2B5EF4-FFF2-40B4-BE49-F238E27FC236}">
                        <a16:creationId xmlns:a16="http://schemas.microsoft.com/office/drawing/2014/main" id="{540D0C04-E448-5956-812F-08D579A62743}"/>
                      </a:ext>
                    </a:extLst>
                  </p:cNvPr>
                  <p:cNvSpPr/>
                  <p:nvPr/>
                </p:nvSpPr>
                <p:spPr>
                  <a:xfrm>
                    <a:off x="5871430" y="3381788"/>
                    <a:ext cx="70178" cy="14036"/>
                  </a:xfrm>
                  <a:custGeom>
                    <a:avLst/>
                    <a:gdLst>
                      <a:gd name="connsiteX0" fmla="*/ 64143 w 70178"/>
                      <a:gd name="connsiteY0" fmla="*/ 0 h 14035"/>
                      <a:gd name="connsiteX1" fmla="*/ 7018 w 70178"/>
                      <a:gd name="connsiteY1" fmla="*/ 0 h 14035"/>
                      <a:gd name="connsiteX2" fmla="*/ 0 w 70178"/>
                      <a:gd name="connsiteY2" fmla="*/ 7018 h 14035"/>
                      <a:gd name="connsiteX3" fmla="*/ 7018 w 70178"/>
                      <a:gd name="connsiteY3" fmla="*/ 14036 h 14035"/>
                      <a:gd name="connsiteX4" fmla="*/ 64143 w 70178"/>
                      <a:gd name="connsiteY4" fmla="*/ 14036 h 14035"/>
                      <a:gd name="connsiteX5" fmla="*/ 71161 w 70178"/>
                      <a:gd name="connsiteY5" fmla="*/ 7018 h 14035"/>
                      <a:gd name="connsiteX6" fmla="*/ 64143 w 70178"/>
                      <a:gd name="connsiteY6" fmla="*/ 0 h 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178" h="14035">
                        <a:moveTo>
                          <a:pt x="64143" y="0"/>
                        </a:moveTo>
                        <a:lnTo>
                          <a:pt x="7018" y="0"/>
                        </a:lnTo>
                        <a:cubicBezTo>
                          <a:pt x="3142" y="0"/>
                          <a:pt x="0" y="3143"/>
                          <a:pt x="0" y="7018"/>
                        </a:cubicBezTo>
                        <a:cubicBezTo>
                          <a:pt x="0" y="10893"/>
                          <a:pt x="3142" y="14036"/>
                          <a:pt x="7018" y="14036"/>
                        </a:cubicBezTo>
                        <a:lnTo>
                          <a:pt x="64143" y="14036"/>
                        </a:lnTo>
                        <a:cubicBezTo>
                          <a:pt x="68019" y="14036"/>
                          <a:pt x="71161" y="10893"/>
                          <a:pt x="71161" y="7018"/>
                        </a:cubicBezTo>
                        <a:cubicBezTo>
                          <a:pt x="71161" y="3143"/>
                          <a:pt x="68019" y="0"/>
                          <a:pt x="64143" y="0"/>
                        </a:cubicBezTo>
                        <a:close/>
                      </a:path>
                    </a:pathLst>
                  </a:custGeom>
                  <a:grpFill/>
                  <a:ln w="13990" cap="flat">
                    <a:noFill/>
                    <a:prstDash val="solid"/>
                    <a:miter/>
                  </a:ln>
                </p:spPr>
                <p:txBody>
                  <a:bodyPr rtlCol="0" anchor="ctr"/>
                  <a:lstStyle/>
                  <a:p>
                    <a:endParaRPr lang="de-DE"/>
                  </a:p>
                </p:txBody>
              </p:sp>
              <p:sp>
                <p:nvSpPr>
                  <p:cNvPr id="66" name="Freeform: Shape 65">
                    <a:extLst>
                      <a:ext uri="{FF2B5EF4-FFF2-40B4-BE49-F238E27FC236}">
                        <a16:creationId xmlns:a16="http://schemas.microsoft.com/office/drawing/2014/main" id="{A47ACD72-1FD1-642F-4E64-AB9E6D3AEFB2}"/>
                      </a:ext>
                    </a:extLst>
                  </p:cNvPr>
                  <p:cNvSpPr/>
                  <p:nvPr/>
                </p:nvSpPr>
                <p:spPr>
                  <a:xfrm>
                    <a:off x="5976533" y="3181248"/>
                    <a:ext cx="42107" cy="70178"/>
                  </a:xfrm>
                  <a:custGeom>
                    <a:avLst/>
                    <a:gdLst>
                      <a:gd name="connsiteX0" fmla="*/ 29078 w 42106"/>
                      <a:gd name="connsiteY0" fmla="*/ 67763 h 70178"/>
                      <a:gd name="connsiteX1" fmla="*/ 35253 w 42106"/>
                      <a:gd name="connsiteY1" fmla="*/ 71693 h 70178"/>
                      <a:gd name="connsiteX2" fmla="*/ 38482 w 42106"/>
                      <a:gd name="connsiteY2" fmla="*/ 70991 h 70178"/>
                      <a:gd name="connsiteX3" fmla="*/ 41570 w 42106"/>
                      <a:gd name="connsiteY3" fmla="*/ 61587 h 70178"/>
                      <a:gd name="connsiteX4" fmla="*/ 13498 w 42106"/>
                      <a:gd name="connsiteY4" fmla="*/ 4322 h 70178"/>
                      <a:gd name="connsiteX5" fmla="*/ 4322 w 42106"/>
                      <a:gd name="connsiteY5" fmla="*/ 541 h 70178"/>
                      <a:gd name="connsiteX6" fmla="*/ 541 w 42106"/>
                      <a:gd name="connsiteY6" fmla="*/ 9717 h 70178"/>
                      <a:gd name="connsiteX7" fmla="*/ 1006 w 42106"/>
                      <a:gd name="connsiteY7" fmla="*/ 10638 h 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06" h="70178">
                        <a:moveTo>
                          <a:pt x="29078" y="67763"/>
                        </a:moveTo>
                        <a:cubicBezTo>
                          <a:pt x="30183" y="70175"/>
                          <a:pt x="32601" y="71713"/>
                          <a:pt x="35253" y="71693"/>
                        </a:cubicBezTo>
                        <a:cubicBezTo>
                          <a:pt x="36365" y="71678"/>
                          <a:pt x="37464" y="71440"/>
                          <a:pt x="38482" y="70991"/>
                        </a:cubicBezTo>
                        <a:cubicBezTo>
                          <a:pt x="41923" y="69240"/>
                          <a:pt x="43303" y="65038"/>
                          <a:pt x="41570" y="61587"/>
                        </a:cubicBezTo>
                        <a:lnTo>
                          <a:pt x="13498" y="4322"/>
                        </a:lnTo>
                        <a:cubicBezTo>
                          <a:pt x="12008" y="744"/>
                          <a:pt x="7900" y="-949"/>
                          <a:pt x="4322" y="541"/>
                        </a:cubicBezTo>
                        <a:cubicBezTo>
                          <a:pt x="744" y="2031"/>
                          <a:pt x="-949" y="6139"/>
                          <a:pt x="541" y="9717"/>
                        </a:cubicBezTo>
                        <a:cubicBezTo>
                          <a:pt x="673" y="10035"/>
                          <a:pt x="829" y="10343"/>
                          <a:pt x="1006" y="10638"/>
                        </a:cubicBezTo>
                        <a:close/>
                      </a:path>
                    </a:pathLst>
                  </a:custGeom>
                  <a:grpFill/>
                  <a:ln w="13990" cap="flat">
                    <a:noFill/>
                    <a:prstDash val="solid"/>
                    <a:miter/>
                  </a:ln>
                </p:spPr>
                <p:txBody>
                  <a:bodyPr rtlCol="0" anchor="ctr"/>
                  <a:lstStyle/>
                  <a:p>
                    <a:endParaRPr lang="de-DE"/>
                  </a:p>
                </p:txBody>
              </p:sp>
              <p:sp>
                <p:nvSpPr>
                  <p:cNvPr id="67" name="Freeform: Shape 66">
                    <a:extLst>
                      <a:ext uri="{FF2B5EF4-FFF2-40B4-BE49-F238E27FC236}">
                        <a16:creationId xmlns:a16="http://schemas.microsoft.com/office/drawing/2014/main" id="{AD13C0D7-04AE-0E6F-DE1B-D78A59117593}"/>
                      </a:ext>
                    </a:extLst>
                  </p:cNvPr>
                  <p:cNvSpPr/>
                  <p:nvPr/>
                </p:nvSpPr>
                <p:spPr>
                  <a:xfrm>
                    <a:off x="5890908" y="3268962"/>
                    <a:ext cx="70178" cy="28071"/>
                  </a:xfrm>
                  <a:custGeom>
                    <a:avLst/>
                    <a:gdLst>
                      <a:gd name="connsiteX0" fmla="*/ 3400 w 70178"/>
                      <a:gd name="connsiteY0" fmla="*/ 11770 h 28071"/>
                      <a:gd name="connsiteX1" fmla="*/ 60666 w 70178"/>
                      <a:gd name="connsiteY1" fmla="*/ 39841 h 28071"/>
                      <a:gd name="connsiteX2" fmla="*/ 63754 w 70178"/>
                      <a:gd name="connsiteY2" fmla="*/ 40543 h 28071"/>
                      <a:gd name="connsiteX3" fmla="*/ 70070 w 70178"/>
                      <a:gd name="connsiteY3" fmla="*/ 38016 h 28071"/>
                      <a:gd name="connsiteX4" fmla="*/ 66864 w 70178"/>
                      <a:gd name="connsiteY4" fmla="*/ 28624 h 28071"/>
                      <a:gd name="connsiteX5" fmla="*/ 66842 w 70178"/>
                      <a:gd name="connsiteY5" fmla="*/ 28612 h 28071"/>
                      <a:gd name="connsiteX6" fmla="*/ 9717 w 70178"/>
                      <a:gd name="connsiteY6" fmla="*/ 541 h 28071"/>
                      <a:gd name="connsiteX7" fmla="*/ 540 w 70178"/>
                      <a:gd name="connsiteY7" fmla="*/ 4322 h 28071"/>
                      <a:gd name="connsiteX8" fmla="*/ 3400 w 70178"/>
                      <a:gd name="connsiteY8" fmla="*/ 13033 h 28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78" h="28071">
                        <a:moveTo>
                          <a:pt x="3400" y="11770"/>
                        </a:moveTo>
                        <a:lnTo>
                          <a:pt x="60666" y="39841"/>
                        </a:lnTo>
                        <a:cubicBezTo>
                          <a:pt x="61617" y="40339"/>
                          <a:pt x="62681" y="40581"/>
                          <a:pt x="63754" y="40543"/>
                        </a:cubicBezTo>
                        <a:cubicBezTo>
                          <a:pt x="66150" y="40819"/>
                          <a:pt x="68525" y="39869"/>
                          <a:pt x="70070" y="38016"/>
                        </a:cubicBezTo>
                        <a:cubicBezTo>
                          <a:pt x="71778" y="34537"/>
                          <a:pt x="70343" y="30332"/>
                          <a:pt x="66864" y="28624"/>
                        </a:cubicBezTo>
                        <a:cubicBezTo>
                          <a:pt x="66857" y="28619"/>
                          <a:pt x="66849" y="28617"/>
                          <a:pt x="66842" y="28612"/>
                        </a:cubicBezTo>
                        <a:lnTo>
                          <a:pt x="9717" y="541"/>
                        </a:lnTo>
                        <a:cubicBezTo>
                          <a:pt x="6139" y="-949"/>
                          <a:pt x="2030" y="744"/>
                          <a:pt x="540" y="4322"/>
                        </a:cubicBezTo>
                        <a:cubicBezTo>
                          <a:pt x="-797" y="7533"/>
                          <a:pt x="420" y="11239"/>
                          <a:pt x="3400" y="13033"/>
                        </a:cubicBezTo>
                        <a:close/>
                      </a:path>
                    </a:pathLst>
                  </a:custGeom>
                  <a:grpFill/>
                  <a:ln w="13990" cap="flat">
                    <a:noFill/>
                    <a:prstDash val="solid"/>
                    <a:miter/>
                  </a:ln>
                </p:spPr>
                <p:txBody>
                  <a:bodyPr rtlCol="0" anchor="ctr"/>
                  <a:lstStyle/>
                  <a:p>
                    <a:endParaRPr lang="de-DE"/>
                  </a:p>
                </p:txBody>
              </p:sp>
            </p:grpSp>
          </p:grpSp>
          <p:grpSp>
            <p:nvGrpSpPr>
              <p:cNvPr id="55" name="Graphic 2">
                <a:extLst>
                  <a:ext uri="{FF2B5EF4-FFF2-40B4-BE49-F238E27FC236}">
                    <a16:creationId xmlns:a16="http://schemas.microsoft.com/office/drawing/2014/main" id="{BFB5E835-EC1E-2EA8-205C-61EB248F8823}"/>
                  </a:ext>
                </a:extLst>
              </p:cNvPr>
              <p:cNvGrpSpPr>
                <a:grpSpLocks noChangeAspect="1"/>
              </p:cNvGrpSpPr>
              <p:nvPr/>
            </p:nvGrpSpPr>
            <p:grpSpPr>
              <a:xfrm>
                <a:off x="11147850" y="5162288"/>
                <a:ext cx="759684" cy="748449"/>
                <a:chOff x="5864357" y="3152571"/>
                <a:chExt cx="463232" cy="456381"/>
              </a:xfrm>
              <a:solidFill>
                <a:schemeClr val="bg1"/>
              </a:solidFill>
            </p:grpSpPr>
            <p:sp>
              <p:nvSpPr>
                <p:cNvPr id="56" name="Freeform: Shape 55">
                  <a:extLst>
                    <a:ext uri="{FF2B5EF4-FFF2-40B4-BE49-F238E27FC236}">
                      <a16:creationId xmlns:a16="http://schemas.microsoft.com/office/drawing/2014/main" id="{D49F8AF3-4817-7401-C367-E93A505C4FE5}"/>
                    </a:ext>
                  </a:extLst>
                </p:cNvPr>
                <p:cNvSpPr/>
                <p:nvPr/>
              </p:nvSpPr>
              <p:spPr>
                <a:xfrm>
                  <a:off x="5864357" y="3152571"/>
                  <a:ext cx="463177" cy="231589"/>
                </a:xfrm>
                <a:custGeom>
                  <a:avLst/>
                  <a:gdLst>
                    <a:gd name="connsiteX0" fmla="*/ 55 w 463177"/>
                    <a:gd name="connsiteY0" fmla="*/ 143600 h 231588"/>
                    <a:gd name="connsiteX1" fmla="*/ 55 w 463177"/>
                    <a:gd name="connsiteY1" fmla="*/ 144417 h 231588"/>
                    <a:gd name="connsiteX2" fmla="*/ 55 w 463177"/>
                    <a:gd name="connsiteY2" fmla="*/ 145098 h 231588"/>
                    <a:gd name="connsiteX3" fmla="*/ 1145 w 463177"/>
                    <a:gd name="connsiteY3" fmla="*/ 146597 h 231588"/>
                    <a:gd name="connsiteX4" fmla="*/ 1145 w 463177"/>
                    <a:gd name="connsiteY4" fmla="*/ 146597 h 231588"/>
                    <a:gd name="connsiteX5" fmla="*/ 2098 w 463177"/>
                    <a:gd name="connsiteY5" fmla="*/ 146597 h 231588"/>
                    <a:gd name="connsiteX6" fmla="*/ 3324 w 463177"/>
                    <a:gd name="connsiteY6" fmla="*/ 147414 h 231588"/>
                    <a:gd name="connsiteX7" fmla="*/ 5095 w 463177"/>
                    <a:gd name="connsiteY7" fmla="*/ 147414 h 231588"/>
                    <a:gd name="connsiteX8" fmla="*/ 96777 w 463177"/>
                    <a:gd name="connsiteY8" fmla="*/ 147414 h 231588"/>
                    <a:gd name="connsiteX9" fmla="*/ 103589 w 463177"/>
                    <a:gd name="connsiteY9" fmla="*/ 140603 h 231588"/>
                    <a:gd name="connsiteX10" fmla="*/ 96777 w 463177"/>
                    <a:gd name="connsiteY10" fmla="*/ 133791 h 231588"/>
                    <a:gd name="connsiteX11" fmla="*/ 22805 w 463177"/>
                    <a:gd name="connsiteY11" fmla="*/ 133791 h 231588"/>
                    <a:gd name="connsiteX12" fmla="*/ 75253 w 463177"/>
                    <a:gd name="connsiteY12" fmla="*/ 79708 h 231588"/>
                    <a:gd name="connsiteX13" fmla="*/ 383469 w 463177"/>
                    <a:gd name="connsiteY13" fmla="*/ 75144 h 231588"/>
                    <a:gd name="connsiteX14" fmla="*/ 449609 w 463177"/>
                    <a:gd name="connsiteY14" fmla="*/ 231603 h 231588"/>
                    <a:gd name="connsiteX15" fmla="*/ 456420 w 463177"/>
                    <a:gd name="connsiteY15" fmla="*/ 238415 h 231588"/>
                    <a:gd name="connsiteX16" fmla="*/ 463232 w 463177"/>
                    <a:gd name="connsiteY16" fmla="*/ 231603 h 231588"/>
                    <a:gd name="connsiteX17" fmla="*/ 231658 w 463177"/>
                    <a:gd name="connsiteY17" fmla="*/ 0 h 231588"/>
                    <a:gd name="connsiteX18" fmla="*/ 65445 w 463177"/>
                    <a:gd name="connsiteY18" fmla="*/ 70309 h 231588"/>
                    <a:gd name="connsiteX19" fmla="*/ 13678 w 463177"/>
                    <a:gd name="connsiteY19" fmla="*/ 124664 h 231588"/>
                    <a:gd name="connsiteX20" fmla="*/ 13678 w 463177"/>
                    <a:gd name="connsiteY20" fmla="*/ 51782 h 231588"/>
                    <a:gd name="connsiteX21" fmla="*/ 6866 w 463177"/>
                    <a:gd name="connsiteY21" fmla="*/ 44970 h 231588"/>
                    <a:gd name="connsiteX22" fmla="*/ 55 w 463177"/>
                    <a:gd name="connsiteY22" fmla="*/ 51782 h 231588"/>
                    <a:gd name="connsiteX23" fmla="*/ 55 w 463177"/>
                    <a:gd name="connsiteY23" fmla="*/ 141692 h 231588"/>
                    <a:gd name="connsiteX24" fmla="*/ 55 w 463177"/>
                    <a:gd name="connsiteY24" fmla="*/ 141692 h 231588"/>
                    <a:gd name="connsiteX25" fmla="*/ 55 w 463177"/>
                    <a:gd name="connsiteY25" fmla="*/ 143600 h 23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63177" h="231588">
                      <a:moveTo>
                        <a:pt x="55" y="143600"/>
                      </a:moveTo>
                      <a:cubicBezTo>
                        <a:pt x="-9" y="143868"/>
                        <a:pt x="-9" y="144149"/>
                        <a:pt x="55" y="144417"/>
                      </a:cubicBezTo>
                      <a:lnTo>
                        <a:pt x="55" y="145098"/>
                      </a:lnTo>
                      <a:lnTo>
                        <a:pt x="1145" y="146597"/>
                      </a:lnTo>
                      <a:lnTo>
                        <a:pt x="1145" y="146597"/>
                      </a:lnTo>
                      <a:lnTo>
                        <a:pt x="2098" y="146597"/>
                      </a:lnTo>
                      <a:lnTo>
                        <a:pt x="3324" y="147414"/>
                      </a:lnTo>
                      <a:cubicBezTo>
                        <a:pt x="3913" y="147477"/>
                        <a:pt x="4507" y="147477"/>
                        <a:pt x="5095" y="147414"/>
                      </a:cubicBezTo>
                      <a:lnTo>
                        <a:pt x="96777" y="147414"/>
                      </a:lnTo>
                      <a:cubicBezTo>
                        <a:pt x="100539" y="147414"/>
                        <a:pt x="103589" y="144364"/>
                        <a:pt x="103589" y="140603"/>
                      </a:cubicBezTo>
                      <a:cubicBezTo>
                        <a:pt x="103589" y="136841"/>
                        <a:pt x="100539" y="133791"/>
                        <a:pt x="96777" y="133791"/>
                      </a:cubicBezTo>
                      <a:lnTo>
                        <a:pt x="22805" y="133791"/>
                      </a:lnTo>
                      <a:lnTo>
                        <a:pt x="75253" y="79708"/>
                      </a:lnTo>
                      <a:cubicBezTo>
                        <a:pt x="159104" y="-6664"/>
                        <a:pt x="297097" y="-8707"/>
                        <a:pt x="383469" y="75144"/>
                      </a:cubicBezTo>
                      <a:cubicBezTo>
                        <a:pt x="425766" y="116207"/>
                        <a:pt x="449628" y="172652"/>
                        <a:pt x="449609" y="231603"/>
                      </a:cubicBezTo>
                      <a:cubicBezTo>
                        <a:pt x="449609" y="235365"/>
                        <a:pt x="452659" y="238415"/>
                        <a:pt x="456420" y="238415"/>
                      </a:cubicBezTo>
                      <a:cubicBezTo>
                        <a:pt x="460182" y="238415"/>
                        <a:pt x="463232" y="235365"/>
                        <a:pt x="463232" y="231603"/>
                      </a:cubicBezTo>
                      <a:cubicBezTo>
                        <a:pt x="463240" y="103700"/>
                        <a:pt x="359561" y="8"/>
                        <a:pt x="231658" y="0"/>
                      </a:cubicBezTo>
                      <a:cubicBezTo>
                        <a:pt x="169026" y="-4"/>
                        <a:pt x="109062" y="25361"/>
                        <a:pt x="65445" y="70309"/>
                      </a:cubicBezTo>
                      <a:lnTo>
                        <a:pt x="13678" y="124664"/>
                      </a:lnTo>
                      <a:lnTo>
                        <a:pt x="13678" y="51782"/>
                      </a:lnTo>
                      <a:cubicBezTo>
                        <a:pt x="13678" y="48020"/>
                        <a:pt x="10628" y="44970"/>
                        <a:pt x="6866" y="44970"/>
                      </a:cubicBezTo>
                      <a:cubicBezTo>
                        <a:pt x="3104" y="44970"/>
                        <a:pt x="55" y="48020"/>
                        <a:pt x="55" y="51782"/>
                      </a:cubicBezTo>
                      <a:lnTo>
                        <a:pt x="55" y="141692"/>
                      </a:lnTo>
                      <a:lnTo>
                        <a:pt x="55" y="141692"/>
                      </a:lnTo>
                      <a:cubicBezTo>
                        <a:pt x="-18" y="142326"/>
                        <a:pt x="-18" y="142966"/>
                        <a:pt x="55" y="143600"/>
                      </a:cubicBezTo>
                      <a:close/>
                    </a:path>
                  </a:pathLst>
                </a:custGeom>
                <a:grpFill/>
                <a:ln w="13447" cap="flat">
                  <a:noFill/>
                  <a:prstDash val="solid"/>
                  <a:miter/>
                </a:ln>
              </p:spPr>
              <p:txBody>
                <a:bodyPr rtlCol="0" anchor="ctr"/>
                <a:lstStyle/>
                <a:p>
                  <a:endParaRPr lang="de-DE"/>
                </a:p>
              </p:txBody>
            </p:sp>
            <p:sp>
              <p:nvSpPr>
                <p:cNvPr id="57" name="Freeform: Shape 56">
                  <a:extLst>
                    <a:ext uri="{FF2B5EF4-FFF2-40B4-BE49-F238E27FC236}">
                      <a16:creationId xmlns:a16="http://schemas.microsoft.com/office/drawing/2014/main" id="{6B412322-99BE-2BE1-F619-C6022B3E13B2}"/>
                    </a:ext>
                  </a:extLst>
                </p:cNvPr>
                <p:cNvSpPr/>
                <p:nvPr/>
              </p:nvSpPr>
              <p:spPr>
                <a:xfrm>
                  <a:off x="5864412" y="3377363"/>
                  <a:ext cx="463177" cy="231589"/>
                </a:xfrm>
                <a:custGeom>
                  <a:avLst/>
                  <a:gdLst>
                    <a:gd name="connsiteX0" fmla="*/ 463177 w 463177"/>
                    <a:gd name="connsiteY0" fmla="*/ 94815 h 231588"/>
                    <a:gd name="connsiteX1" fmla="*/ 463177 w 463177"/>
                    <a:gd name="connsiteY1" fmla="*/ 93998 h 231588"/>
                    <a:gd name="connsiteX2" fmla="*/ 463177 w 463177"/>
                    <a:gd name="connsiteY2" fmla="*/ 93998 h 231588"/>
                    <a:gd name="connsiteX3" fmla="*/ 462087 w 463177"/>
                    <a:gd name="connsiteY3" fmla="*/ 92363 h 231588"/>
                    <a:gd name="connsiteX4" fmla="*/ 462087 w 463177"/>
                    <a:gd name="connsiteY4" fmla="*/ 92363 h 231588"/>
                    <a:gd name="connsiteX5" fmla="*/ 461406 w 463177"/>
                    <a:gd name="connsiteY5" fmla="*/ 92363 h 231588"/>
                    <a:gd name="connsiteX6" fmla="*/ 459908 w 463177"/>
                    <a:gd name="connsiteY6" fmla="*/ 91546 h 231588"/>
                    <a:gd name="connsiteX7" fmla="*/ 458409 w 463177"/>
                    <a:gd name="connsiteY7" fmla="*/ 91546 h 231588"/>
                    <a:gd name="connsiteX8" fmla="*/ 366455 w 463177"/>
                    <a:gd name="connsiteY8" fmla="*/ 91546 h 231588"/>
                    <a:gd name="connsiteX9" fmla="*/ 359643 w 463177"/>
                    <a:gd name="connsiteY9" fmla="*/ 98357 h 231588"/>
                    <a:gd name="connsiteX10" fmla="*/ 366455 w 463177"/>
                    <a:gd name="connsiteY10" fmla="*/ 105168 h 231588"/>
                    <a:gd name="connsiteX11" fmla="*/ 440427 w 463177"/>
                    <a:gd name="connsiteY11" fmla="*/ 105168 h 231588"/>
                    <a:gd name="connsiteX12" fmla="*/ 387979 w 463177"/>
                    <a:gd name="connsiteY12" fmla="*/ 159660 h 231588"/>
                    <a:gd name="connsiteX13" fmla="*/ 79763 w 463177"/>
                    <a:gd name="connsiteY13" fmla="*/ 164229 h 231588"/>
                    <a:gd name="connsiteX14" fmla="*/ 13623 w 463177"/>
                    <a:gd name="connsiteY14" fmla="*/ 6811 h 231588"/>
                    <a:gd name="connsiteX15" fmla="*/ 6811 w 463177"/>
                    <a:gd name="connsiteY15" fmla="*/ 0 h 231588"/>
                    <a:gd name="connsiteX16" fmla="*/ 0 w 463177"/>
                    <a:gd name="connsiteY16" fmla="*/ 6811 h 231588"/>
                    <a:gd name="connsiteX17" fmla="*/ 231574 w 463177"/>
                    <a:gd name="connsiteY17" fmla="*/ 238415 h 231588"/>
                    <a:gd name="connsiteX18" fmla="*/ 397787 w 463177"/>
                    <a:gd name="connsiteY18" fmla="*/ 168106 h 231588"/>
                    <a:gd name="connsiteX19" fmla="*/ 449554 w 463177"/>
                    <a:gd name="connsiteY19" fmla="*/ 113615 h 231588"/>
                    <a:gd name="connsiteX20" fmla="*/ 449554 w 463177"/>
                    <a:gd name="connsiteY20" fmla="*/ 186633 h 231588"/>
                    <a:gd name="connsiteX21" fmla="*/ 456366 w 463177"/>
                    <a:gd name="connsiteY21" fmla="*/ 193445 h 231588"/>
                    <a:gd name="connsiteX22" fmla="*/ 463177 w 463177"/>
                    <a:gd name="connsiteY22" fmla="*/ 186633 h 231588"/>
                    <a:gd name="connsiteX23" fmla="*/ 463177 w 463177"/>
                    <a:gd name="connsiteY23" fmla="*/ 96722 h 231588"/>
                    <a:gd name="connsiteX24" fmla="*/ 463177 w 463177"/>
                    <a:gd name="connsiteY24" fmla="*/ 96722 h 231588"/>
                    <a:gd name="connsiteX25" fmla="*/ 463177 w 463177"/>
                    <a:gd name="connsiteY25" fmla="*/ 94815 h 23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63177" h="231588">
                      <a:moveTo>
                        <a:pt x="463177" y="94815"/>
                      </a:moveTo>
                      <a:cubicBezTo>
                        <a:pt x="463241" y="94547"/>
                        <a:pt x="463241" y="94266"/>
                        <a:pt x="463177" y="93998"/>
                      </a:cubicBezTo>
                      <a:lnTo>
                        <a:pt x="463177" y="93998"/>
                      </a:lnTo>
                      <a:cubicBezTo>
                        <a:pt x="462879" y="93412"/>
                        <a:pt x="462512" y="92864"/>
                        <a:pt x="462087" y="92363"/>
                      </a:cubicBezTo>
                      <a:lnTo>
                        <a:pt x="462087" y="92363"/>
                      </a:lnTo>
                      <a:cubicBezTo>
                        <a:pt x="461864" y="92306"/>
                        <a:pt x="461629" y="92306"/>
                        <a:pt x="461406" y="92363"/>
                      </a:cubicBezTo>
                      <a:cubicBezTo>
                        <a:pt x="460936" y="92039"/>
                        <a:pt x="460435" y="91765"/>
                        <a:pt x="459908" y="91546"/>
                      </a:cubicBezTo>
                      <a:cubicBezTo>
                        <a:pt x="459412" y="91467"/>
                        <a:pt x="458905" y="91467"/>
                        <a:pt x="458409" y="91546"/>
                      </a:cubicBezTo>
                      <a:lnTo>
                        <a:pt x="366455" y="91546"/>
                      </a:lnTo>
                      <a:cubicBezTo>
                        <a:pt x="362693" y="91546"/>
                        <a:pt x="359643" y="94596"/>
                        <a:pt x="359643" y="98357"/>
                      </a:cubicBezTo>
                      <a:cubicBezTo>
                        <a:pt x="359643" y="102118"/>
                        <a:pt x="362693" y="105168"/>
                        <a:pt x="366455" y="105168"/>
                      </a:cubicBezTo>
                      <a:lnTo>
                        <a:pt x="440427" y="105168"/>
                      </a:lnTo>
                      <a:lnTo>
                        <a:pt x="387979" y="159660"/>
                      </a:lnTo>
                      <a:cubicBezTo>
                        <a:pt x="304129" y="246033"/>
                        <a:pt x="166136" y="248079"/>
                        <a:pt x="79763" y="164229"/>
                      </a:cubicBezTo>
                      <a:cubicBezTo>
                        <a:pt x="37226" y="122935"/>
                        <a:pt x="13344" y="66095"/>
                        <a:pt x="13623" y="6811"/>
                      </a:cubicBezTo>
                      <a:cubicBezTo>
                        <a:pt x="13623" y="3050"/>
                        <a:pt x="10573" y="0"/>
                        <a:pt x="6811" y="0"/>
                      </a:cubicBezTo>
                      <a:cubicBezTo>
                        <a:pt x="3050" y="0"/>
                        <a:pt x="0" y="3050"/>
                        <a:pt x="0" y="6811"/>
                      </a:cubicBezTo>
                      <a:cubicBezTo>
                        <a:pt x="-8" y="134714"/>
                        <a:pt x="103671" y="238407"/>
                        <a:pt x="231574" y="238415"/>
                      </a:cubicBezTo>
                      <a:cubicBezTo>
                        <a:pt x="294206" y="238419"/>
                        <a:pt x="354170" y="213055"/>
                        <a:pt x="397787" y="168106"/>
                      </a:cubicBezTo>
                      <a:lnTo>
                        <a:pt x="449554" y="113615"/>
                      </a:lnTo>
                      <a:lnTo>
                        <a:pt x="449554" y="186633"/>
                      </a:lnTo>
                      <a:cubicBezTo>
                        <a:pt x="449554" y="190394"/>
                        <a:pt x="452604" y="193445"/>
                        <a:pt x="456366" y="193445"/>
                      </a:cubicBezTo>
                      <a:cubicBezTo>
                        <a:pt x="460127" y="193445"/>
                        <a:pt x="463177" y="190394"/>
                        <a:pt x="463177" y="186633"/>
                      </a:cubicBezTo>
                      <a:lnTo>
                        <a:pt x="463177" y="96722"/>
                      </a:lnTo>
                      <a:lnTo>
                        <a:pt x="463177" y="96722"/>
                      </a:lnTo>
                      <a:cubicBezTo>
                        <a:pt x="463251" y="96089"/>
                        <a:pt x="463251" y="95449"/>
                        <a:pt x="463177" y="94815"/>
                      </a:cubicBezTo>
                      <a:close/>
                    </a:path>
                  </a:pathLst>
                </a:custGeom>
                <a:grpFill/>
                <a:ln w="13447" cap="flat">
                  <a:noFill/>
                  <a:prstDash val="solid"/>
                  <a:miter/>
                </a:ln>
              </p:spPr>
              <p:txBody>
                <a:bodyPr rtlCol="0" anchor="ctr"/>
                <a:lstStyle/>
                <a:p>
                  <a:endParaRPr lang="de-DE"/>
                </a:p>
              </p:txBody>
            </p:sp>
          </p:grpSp>
        </p:grpSp>
      </p:grpSp>
      <p:grpSp>
        <p:nvGrpSpPr>
          <p:cNvPr id="110" name="Group 109">
            <a:extLst>
              <a:ext uri="{FF2B5EF4-FFF2-40B4-BE49-F238E27FC236}">
                <a16:creationId xmlns:a16="http://schemas.microsoft.com/office/drawing/2014/main" id="{66BB5810-4CFC-C766-E05D-01229F5102EB}"/>
              </a:ext>
            </a:extLst>
          </p:cNvPr>
          <p:cNvGrpSpPr/>
          <p:nvPr/>
        </p:nvGrpSpPr>
        <p:grpSpPr>
          <a:xfrm>
            <a:off x="5786257" y="2374012"/>
            <a:ext cx="380460" cy="3657600"/>
            <a:chOff x="5819551" y="2374012"/>
            <a:chExt cx="380460" cy="3657600"/>
          </a:xfrm>
        </p:grpSpPr>
        <p:cxnSp>
          <p:nvCxnSpPr>
            <p:cNvPr id="15" name="Straight Connector 181">
              <a:extLst>
                <a:ext uri="{FF2B5EF4-FFF2-40B4-BE49-F238E27FC236}">
                  <a16:creationId xmlns:a16="http://schemas.microsoft.com/office/drawing/2014/main" id="{DB3A236E-8C25-384E-07BF-643610F3EA74}"/>
                </a:ext>
              </a:extLst>
            </p:cNvPr>
            <p:cNvCxnSpPr>
              <a:cxnSpLocks/>
            </p:cNvCxnSpPr>
            <p:nvPr/>
          </p:nvCxnSpPr>
          <p:spPr>
            <a:xfrm flipV="1">
              <a:off x="6092035" y="2374012"/>
              <a:ext cx="3071" cy="365760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2A952497-F832-4E4B-6819-DE815E8AC254}"/>
                </a:ext>
              </a:extLst>
            </p:cNvPr>
            <p:cNvSpPr/>
            <p:nvPr/>
          </p:nvSpPr>
          <p:spPr>
            <a:xfrm>
              <a:off x="5984055" y="3764486"/>
              <a:ext cx="215956" cy="876651"/>
            </a:xfrm>
            <a:prstGeom prst="rect">
              <a:avLst/>
            </a:prstGeom>
            <a:solidFill>
              <a:srgbClr val="11193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107" name="Group 106">
              <a:extLst>
                <a:ext uri="{FF2B5EF4-FFF2-40B4-BE49-F238E27FC236}">
                  <a16:creationId xmlns:a16="http://schemas.microsoft.com/office/drawing/2014/main" id="{D63E2A65-C6C9-AC9A-034B-D5054686974D}"/>
                </a:ext>
              </a:extLst>
            </p:cNvPr>
            <p:cNvGrpSpPr/>
            <p:nvPr/>
          </p:nvGrpSpPr>
          <p:grpSpPr>
            <a:xfrm>
              <a:off x="5819551" y="3764486"/>
              <a:ext cx="380460" cy="876651"/>
              <a:chOff x="5819551" y="4056630"/>
              <a:chExt cx="380460" cy="876651"/>
            </a:xfrm>
          </p:grpSpPr>
          <p:sp>
            <p:nvSpPr>
              <p:cNvPr id="16" name="Rectangle 182">
                <a:extLst>
                  <a:ext uri="{FF2B5EF4-FFF2-40B4-BE49-F238E27FC236}">
                    <a16:creationId xmlns:a16="http://schemas.microsoft.com/office/drawing/2014/main" id="{84D87AB6-EF91-A464-2FB4-A3E6C5931588}"/>
                  </a:ext>
                </a:extLst>
              </p:cNvPr>
              <p:cNvSpPr/>
              <p:nvPr/>
            </p:nvSpPr>
            <p:spPr>
              <a:xfrm rot="16200000">
                <a:off x="5732437" y="4472096"/>
                <a:ext cx="730199" cy="45719"/>
              </a:xfrm>
              <a:prstGeom prst="rect">
                <a:avLst/>
              </a:prstGeom>
              <a:solidFill>
                <a:srgbClr val="11193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7" name="Rectangle 1034">
                <a:extLst>
                  <a:ext uri="{FF2B5EF4-FFF2-40B4-BE49-F238E27FC236}">
                    <a16:creationId xmlns:a16="http://schemas.microsoft.com/office/drawing/2014/main" id="{089A85D2-87DA-E824-4F0A-B4891A01C156}"/>
                  </a:ext>
                </a:extLst>
              </p:cNvPr>
              <p:cNvSpPr/>
              <p:nvPr/>
            </p:nvSpPr>
            <p:spPr>
              <a:xfrm>
                <a:off x="5819551" y="4056630"/>
                <a:ext cx="362364" cy="87665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p:txBody>
          </p:sp>
          <p:sp>
            <p:nvSpPr>
              <p:cNvPr id="18" name="Arrow: Chevron 1036">
                <a:extLst>
                  <a:ext uri="{FF2B5EF4-FFF2-40B4-BE49-F238E27FC236}">
                    <a16:creationId xmlns:a16="http://schemas.microsoft.com/office/drawing/2014/main" id="{FF8400CA-99BE-EF83-5AAF-91357EC3E899}"/>
                  </a:ext>
                </a:extLst>
              </p:cNvPr>
              <p:cNvSpPr/>
              <p:nvPr/>
            </p:nvSpPr>
            <p:spPr>
              <a:xfrm>
                <a:off x="6040849" y="4129857"/>
                <a:ext cx="159162" cy="730198"/>
              </a:xfrm>
              <a:prstGeom prst="chevron">
                <a:avLst/>
              </a:prstGeom>
              <a:solidFill>
                <a:schemeClr val="accent3">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ea typeface="+mn-ea"/>
                  <a:cs typeface="+mn-cs"/>
                </a:endParaRPr>
              </a:p>
            </p:txBody>
          </p:sp>
          <p:sp>
            <p:nvSpPr>
              <p:cNvPr id="19" name="Arrow: Chevron 1037">
                <a:extLst>
                  <a:ext uri="{FF2B5EF4-FFF2-40B4-BE49-F238E27FC236}">
                    <a16:creationId xmlns:a16="http://schemas.microsoft.com/office/drawing/2014/main" id="{90BBD2E7-2B9B-60EA-57B6-8F7CA9CC3E45}"/>
                  </a:ext>
                </a:extLst>
              </p:cNvPr>
              <p:cNvSpPr/>
              <p:nvPr/>
            </p:nvSpPr>
            <p:spPr>
              <a:xfrm>
                <a:off x="5984055" y="4246016"/>
                <a:ext cx="109415" cy="507404"/>
              </a:xfrm>
              <a:prstGeom prst="chevron">
                <a:avLst/>
              </a:prstGeom>
              <a:solidFill>
                <a:schemeClr val="accent3">
                  <a:lumMod val="25000"/>
                  <a:lumOff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ea typeface="+mn-ea"/>
                  <a:cs typeface="+mn-cs"/>
                </a:endParaRPr>
              </a:p>
            </p:txBody>
          </p:sp>
        </p:grpSp>
      </p:grpSp>
      <p:sp>
        <p:nvSpPr>
          <p:cNvPr id="124" name="Freeform: Shape 64">
            <a:extLst>
              <a:ext uri="{FF2B5EF4-FFF2-40B4-BE49-F238E27FC236}">
                <a16:creationId xmlns:a16="http://schemas.microsoft.com/office/drawing/2014/main" id="{826302E1-308D-6A5E-B870-1BB0CE43B78B}"/>
              </a:ext>
            </a:extLst>
          </p:cNvPr>
          <p:cNvSpPr/>
          <p:nvPr/>
        </p:nvSpPr>
        <p:spPr>
          <a:xfrm rot="5400000">
            <a:off x="-197922" y="1979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Organization Structures</a:t>
            </a:r>
          </a:p>
        </p:txBody>
      </p:sp>
      <p:sp>
        <p:nvSpPr>
          <p:cNvPr id="125" name="Freeform: Shape 64">
            <a:extLst>
              <a:ext uri="{FF2B5EF4-FFF2-40B4-BE49-F238E27FC236}">
                <a16:creationId xmlns:a16="http://schemas.microsoft.com/office/drawing/2014/main" id="{4C359665-15B0-0A2B-97C9-C2EAC7F2AAB9}"/>
              </a:ext>
            </a:extLst>
          </p:cNvPr>
          <p:cNvSpPr/>
          <p:nvPr/>
        </p:nvSpPr>
        <p:spPr>
          <a:xfrm rot="5400000">
            <a:off x="-197922" y="105517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Governance &amp; Decision-making</a:t>
            </a:r>
          </a:p>
        </p:txBody>
      </p:sp>
      <p:sp>
        <p:nvSpPr>
          <p:cNvPr id="126" name="Freeform: Shape 64">
            <a:extLst>
              <a:ext uri="{FF2B5EF4-FFF2-40B4-BE49-F238E27FC236}">
                <a16:creationId xmlns:a16="http://schemas.microsoft.com/office/drawing/2014/main" id="{8AA5ED97-2C20-2140-2F69-9897A31DE852}"/>
              </a:ext>
            </a:extLst>
          </p:cNvPr>
          <p:cNvSpPr/>
          <p:nvPr/>
        </p:nvSpPr>
        <p:spPr>
          <a:xfrm rot="5400000">
            <a:off x="-197922" y="19124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Leadership &amp; Culture</a:t>
            </a:r>
          </a:p>
        </p:txBody>
      </p:sp>
      <p:sp>
        <p:nvSpPr>
          <p:cNvPr id="127" name="Freeform: Shape 64">
            <a:extLst>
              <a:ext uri="{FF2B5EF4-FFF2-40B4-BE49-F238E27FC236}">
                <a16:creationId xmlns:a16="http://schemas.microsoft.com/office/drawing/2014/main" id="{BDC2AD5D-F221-1C64-27E7-7F498688FC2A}"/>
              </a:ext>
            </a:extLst>
          </p:cNvPr>
          <p:cNvSpPr/>
          <p:nvPr/>
        </p:nvSpPr>
        <p:spPr>
          <a:xfrm rot="5400000">
            <a:off x="-197922" y="27696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Business Processes</a:t>
            </a:r>
          </a:p>
        </p:txBody>
      </p:sp>
      <p:sp>
        <p:nvSpPr>
          <p:cNvPr id="128" name="Freeform: Shape 64">
            <a:extLst>
              <a:ext uri="{FF2B5EF4-FFF2-40B4-BE49-F238E27FC236}">
                <a16:creationId xmlns:a16="http://schemas.microsoft.com/office/drawing/2014/main" id="{ABB2F0C4-006F-B2BA-EDEC-7D27F6567874}"/>
              </a:ext>
            </a:extLst>
          </p:cNvPr>
          <p:cNvSpPr/>
          <p:nvPr/>
        </p:nvSpPr>
        <p:spPr>
          <a:xfrm rot="5400000">
            <a:off x="-197922" y="36269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Service Delivery Model</a:t>
            </a:r>
          </a:p>
        </p:txBody>
      </p:sp>
      <p:sp>
        <p:nvSpPr>
          <p:cNvPr id="129" name="Freeform: Shape 64">
            <a:extLst>
              <a:ext uri="{FF2B5EF4-FFF2-40B4-BE49-F238E27FC236}">
                <a16:creationId xmlns:a16="http://schemas.microsoft.com/office/drawing/2014/main" id="{2E34539F-03D7-78AF-8AE4-5AA7DD04A3C8}"/>
              </a:ext>
            </a:extLst>
          </p:cNvPr>
          <p:cNvSpPr/>
          <p:nvPr/>
        </p:nvSpPr>
        <p:spPr>
          <a:xfrm rot="5400000">
            <a:off x="-197922" y="44841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Data &amp; Information</a:t>
            </a:r>
          </a:p>
        </p:txBody>
      </p:sp>
      <p:sp>
        <p:nvSpPr>
          <p:cNvPr id="130" name="Freeform: Shape 64">
            <a:extLst>
              <a:ext uri="{FF2B5EF4-FFF2-40B4-BE49-F238E27FC236}">
                <a16:creationId xmlns:a16="http://schemas.microsoft.com/office/drawing/2014/main" id="{FFE4CC3E-0777-B05F-EBC3-57563DDEFA19}"/>
              </a:ext>
            </a:extLst>
          </p:cNvPr>
          <p:cNvSpPr/>
          <p:nvPr/>
        </p:nvSpPr>
        <p:spPr>
          <a:xfrm rot="5400000">
            <a:off x="-197922" y="53414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
        <p:nvSpPr>
          <p:cNvPr id="131" name="Freeform: Shape 64">
            <a:extLst>
              <a:ext uri="{FF2B5EF4-FFF2-40B4-BE49-F238E27FC236}">
                <a16:creationId xmlns:a16="http://schemas.microsoft.com/office/drawing/2014/main" id="{BC32A5D2-1BB2-6B9F-3505-B1592E24E332}"/>
              </a:ext>
            </a:extLst>
          </p:cNvPr>
          <p:cNvSpPr/>
          <p:nvPr/>
        </p:nvSpPr>
        <p:spPr>
          <a:xfrm rot="5400000">
            <a:off x="-197922" y="6198672"/>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Metrics</a:t>
            </a:r>
          </a:p>
        </p:txBody>
      </p:sp>
      <p:sp>
        <p:nvSpPr>
          <p:cNvPr id="132" name="Freeform: Shape 67">
            <a:extLst>
              <a:ext uri="{FF2B5EF4-FFF2-40B4-BE49-F238E27FC236}">
                <a16:creationId xmlns:a16="http://schemas.microsoft.com/office/drawing/2014/main" id="{19A545DC-83CE-882A-1C62-421A9B9D3D18}"/>
              </a:ext>
            </a:extLst>
          </p:cNvPr>
          <p:cNvSpPr/>
          <p:nvPr/>
        </p:nvSpPr>
        <p:spPr>
          <a:xfrm rot="5400000">
            <a:off x="-273161" y="1055170"/>
            <a:ext cx="1007727"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chemeClr val="accent1">
              <a:lumMod val="50000"/>
            </a:schemeClr>
          </a:solidFill>
          <a:ln w="9525">
            <a:noFill/>
            <a:prstDash val="solid"/>
          </a:ln>
          <a:effectLst>
            <a:glow rad="63500">
              <a:schemeClr val="bg2">
                <a:lumMod val="95000"/>
                <a:alpha val="40000"/>
              </a:schemeClr>
            </a:glow>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de-DE" sz="800">
                <a:solidFill>
                  <a:srgbClr val="FFFFFF"/>
                </a:solidFill>
              </a:rPr>
              <a:t>Governance &amp; Decision Making</a:t>
            </a:r>
          </a:p>
        </p:txBody>
      </p:sp>
    </p:spTree>
    <p:extLst>
      <p:ext uri="{BB962C8B-B14F-4D97-AF65-F5344CB8AC3E}">
        <p14:creationId xmlns:p14="http://schemas.microsoft.com/office/powerpoint/2010/main" val="583684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6CC31-FA2E-8891-5C8B-54B1E2A69B93}"/>
            </a:ext>
          </a:extLst>
        </p:cNvPr>
        <p:cNvGrpSpPr/>
        <p:nvPr/>
      </p:nvGrpSpPr>
      <p:grpSpPr>
        <a:xfrm>
          <a:off x="0" y="0"/>
          <a:ext cx="0" cy="0"/>
          <a:chOff x="0" y="0"/>
          <a:chExt cx="0" cy="0"/>
        </a:xfrm>
      </p:grpSpPr>
      <p:sp>
        <p:nvSpPr>
          <p:cNvPr id="108" name="Rectangle 107">
            <a:extLst>
              <a:ext uri="{FF2B5EF4-FFF2-40B4-BE49-F238E27FC236}">
                <a16:creationId xmlns:a16="http://schemas.microsoft.com/office/drawing/2014/main" id="{9F6362E7-79C7-5DF4-4AED-CD8AE3C376E3}"/>
              </a:ext>
            </a:extLst>
          </p:cNvPr>
          <p:cNvSpPr/>
          <p:nvPr/>
        </p:nvSpPr>
        <p:spPr>
          <a:xfrm>
            <a:off x="550863" y="5595937"/>
            <a:ext cx="11100785" cy="857250"/>
          </a:xfrm>
          <a:prstGeom prst="rect">
            <a:avLst/>
          </a:prstGeom>
          <a:gradFill flip="none" rotWithShape="1">
            <a:gsLst>
              <a:gs pos="100000">
                <a:schemeClr val="bg1">
                  <a:alpha val="0"/>
                </a:schemeClr>
              </a:gs>
              <a:gs pos="0">
                <a:schemeClr val="bg1">
                  <a:alpha val="0"/>
                </a:schemeClr>
              </a:gs>
              <a:gs pos="50000">
                <a:schemeClr val="tx1">
                  <a:alpha val="20000"/>
                </a:schemeClr>
              </a:gs>
            </a:gsLst>
            <a:lin ang="0" scaled="1"/>
            <a:tileRect/>
          </a:gradFill>
          <a:ln w="9525">
            <a:gradFill flip="none" rotWithShape="1">
              <a:gsLst>
                <a:gs pos="0">
                  <a:schemeClr val="bg1"/>
                </a:gs>
                <a:gs pos="70000">
                  <a:srgbClr val="FFFFFF">
                    <a:alpha val="0"/>
                  </a:srgbClr>
                </a:gs>
                <a:gs pos="30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2" name="Date Placeholder 1">
            <a:extLst>
              <a:ext uri="{FF2B5EF4-FFF2-40B4-BE49-F238E27FC236}">
                <a16:creationId xmlns:a16="http://schemas.microsoft.com/office/drawing/2014/main" id="{D75318A7-8AE4-11E1-08A1-79C65BC1E70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B96BB23-3EBF-3E65-AD2A-48E9AF76775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70378BF3-9402-CEDA-3D9E-ED1C66A2D5D1}"/>
              </a:ext>
            </a:extLst>
          </p:cNvPr>
          <p:cNvSpPr>
            <a:spLocks noGrp="1"/>
          </p:cNvSpPr>
          <p:nvPr>
            <p:ph type="sldNum" sz="quarter" idx="12"/>
          </p:nvPr>
        </p:nvSpPr>
        <p:spPr/>
        <p:txBody>
          <a:bodyPr/>
          <a:lstStyle/>
          <a:p>
            <a:pPr algn="r"/>
            <a:fld id="{5D9A5160-6218-4E5A-B9E6-B93E3DAE377C}" type="slidenum">
              <a:rPr lang="en-US" smtClean="0"/>
              <a:pPr algn="r"/>
              <a:t>8</a:t>
            </a:fld>
            <a:endParaRPr lang="en-US"/>
          </a:p>
        </p:txBody>
      </p:sp>
      <p:sp>
        <p:nvSpPr>
          <p:cNvPr id="5" name="Title 4">
            <a:extLst>
              <a:ext uri="{FF2B5EF4-FFF2-40B4-BE49-F238E27FC236}">
                <a16:creationId xmlns:a16="http://schemas.microsoft.com/office/drawing/2014/main" id="{AC7CD48E-1C60-153B-8FBE-818C52F11756}"/>
              </a:ext>
            </a:extLst>
          </p:cNvPr>
          <p:cNvSpPr>
            <a:spLocks noGrp="1"/>
          </p:cNvSpPr>
          <p:nvPr>
            <p:ph type="title"/>
          </p:nvPr>
        </p:nvSpPr>
        <p:spPr/>
        <p:txBody>
          <a:bodyPr/>
          <a:lstStyle/>
          <a:p>
            <a:r>
              <a:rPr lang="en-US"/>
              <a:t>In the age of AI, leaders of tomorrow transform from workforce supervisors to human-AI orchestrators</a:t>
            </a:r>
            <a:endParaRPr lang="de-DE"/>
          </a:p>
        </p:txBody>
      </p:sp>
      <p:sp>
        <p:nvSpPr>
          <p:cNvPr id="11" name="Google Shape;318;p47">
            <a:extLst>
              <a:ext uri="{FF2B5EF4-FFF2-40B4-BE49-F238E27FC236}">
                <a16:creationId xmlns:a16="http://schemas.microsoft.com/office/drawing/2014/main" id="{DDB9591F-EE9C-A77C-CEC0-E8235F1D2C58}"/>
              </a:ext>
            </a:extLst>
          </p:cNvPr>
          <p:cNvSpPr/>
          <p:nvPr/>
        </p:nvSpPr>
        <p:spPr>
          <a:xfrm>
            <a:off x="1502217" y="1624162"/>
            <a:ext cx="3093410" cy="504000"/>
          </a:xfrm>
          <a:prstGeom prst="roundRect">
            <a:avLst/>
          </a:prstGeom>
          <a:gradFill>
            <a:gsLst>
              <a:gs pos="4000">
                <a:srgbClr val="121A38"/>
              </a:gs>
              <a:gs pos="100000">
                <a:schemeClr val="accent1"/>
              </a:gs>
            </a:gsLst>
          </a:gradFill>
          <a:ln/>
        </p:spPr>
        <p:style>
          <a:lnRef idx="0">
            <a:schemeClr val="accent3"/>
          </a:lnRef>
          <a:fillRef idx="3">
            <a:schemeClr val="accent3"/>
          </a:fillRef>
          <a:effectRef idx="3">
            <a:schemeClr val="accent3"/>
          </a:effectRef>
          <a:fontRef idx="minor">
            <a:schemeClr val="lt1"/>
          </a:fontRef>
        </p:style>
        <p:txBody>
          <a:bodyPr spcFirstLastPara="1" wrap="square" lIns="91433" tIns="158467" rIns="91433" bIns="91433" anchor="ctr" anchorCtr="0">
            <a:noAutofit/>
          </a:bodyPr>
          <a:lstStyle/>
          <a:p>
            <a:pPr lvl="0" algn="ctr" defTabSz="1219170">
              <a:buClr>
                <a:srgbClr val="000000"/>
              </a:buClr>
              <a:defRPr/>
            </a:pPr>
            <a:r>
              <a:rPr lang="en-US" sz="1400" b="1" kern="0">
                <a:solidFill>
                  <a:srgbClr val="FFFFFF"/>
                </a:solidFill>
                <a:ea typeface="Ubuntu"/>
                <a:cs typeface="Ubuntu"/>
                <a:sym typeface="Ubuntu"/>
              </a:rPr>
              <a:t>AI Coaches &amp;</a:t>
            </a:r>
          </a:p>
          <a:p>
            <a:pPr lvl="0" algn="ctr" defTabSz="1219170">
              <a:buClr>
                <a:srgbClr val="000000"/>
              </a:buClr>
              <a:defRPr/>
            </a:pPr>
            <a:r>
              <a:rPr lang="en-US" sz="1400" b="1" kern="0">
                <a:solidFill>
                  <a:srgbClr val="FFFFFF"/>
                </a:solidFill>
                <a:ea typeface="Ubuntu"/>
                <a:cs typeface="Ubuntu"/>
                <a:sym typeface="Ubuntu"/>
              </a:rPr>
              <a:t>Accelerators</a:t>
            </a:r>
            <a:endParaRPr kumimoji="0" lang="en-US" sz="1600" b="0" i="0" u="none" strike="noStrike" kern="0" cap="none" spc="0" normalizeH="0" baseline="0" noProof="0">
              <a:ln>
                <a:noFill/>
              </a:ln>
              <a:solidFill>
                <a:srgbClr val="FFFFFF"/>
              </a:solidFill>
              <a:effectLst/>
              <a:uLnTx/>
              <a:uFillTx/>
              <a:latin typeface="Ubuntu"/>
              <a:ea typeface="Ubuntu"/>
              <a:cs typeface="Ubuntu"/>
              <a:sym typeface="Ubuntu"/>
            </a:endParaRPr>
          </a:p>
        </p:txBody>
      </p:sp>
      <p:sp>
        <p:nvSpPr>
          <p:cNvPr id="12" name="TextBox 11">
            <a:extLst>
              <a:ext uri="{FF2B5EF4-FFF2-40B4-BE49-F238E27FC236}">
                <a16:creationId xmlns:a16="http://schemas.microsoft.com/office/drawing/2014/main" id="{A6968601-A8FB-D958-354F-17B11DD8EEF2}"/>
              </a:ext>
            </a:extLst>
          </p:cNvPr>
          <p:cNvSpPr txBox="1"/>
          <p:nvPr/>
        </p:nvSpPr>
        <p:spPr>
          <a:xfrm>
            <a:off x="3915878" y="2266297"/>
            <a:ext cx="3135515" cy="519409"/>
          </a:xfrm>
          <a:prstGeom prst="rect">
            <a:avLst/>
          </a:prstGeom>
        </p:spPr>
        <p:txBody>
          <a:bodyPr vert="horz" wrap="square" lIns="0" tIns="0" rIns="0" bIns="0" rtlCol="0">
            <a:noAutofit/>
          </a:bodyPr>
          <a:lstStyle/>
          <a:p>
            <a:pPr algn="l"/>
            <a:endParaRPr lang="en-US" sz="1400">
              <a:solidFill>
                <a:schemeClr val="bg1"/>
              </a:solidFill>
            </a:endParaRPr>
          </a:p>
        </p:txBody>
      </p:sp>
      <p:grpSp>
        <p:nvGrpSpPr>
          <p:cNvPr id="19" name="Group 18">
            <a:extLst>
              <a:ext uri="{FF2B5EF4-FFF2-40B4-BE49-F238E27FC236}">
                <a16:creationId xmlns:a16="http://schemas.microsoft.com/office/drawing/2014/main" id="{DE43E5FE-4B48-D0AC-26E8-8048E51847DF}"/>
              </a:ext>
            </a:extLst>
          </p:cNvPr>
          <p:cNvGrpSpPr/>
          <p:nvPr/>
        </p:nvGrpSpPr>
        <p:grpSpPr>
          <a:xfrm>
            <a:off x="2855094" y="2172334"/>
            <a:ext cx="387656" cy="417965"/>
            <a:chOff x="2105983" y="2378102"/>
            <a:chExt cx="387656" cy="417965"/>
          </a:xfrm>
        </p:grpSpPr>
        <p:sp>
          <p:nvSpPr>
            <p:cNvPr id="20" name="Arrow: Chevron 19">
              <a:extLst>
                <a:ext uri="{FF2B5EF4-FFF2-40B4-BE49-F238E27FC236}">
                  <a16:creationId xmlns:a16="http://schemas.microsoft.com/office/drawing/2014/main" id="{88E6BC34-F18B-7FDE-5447-8075BCC83876}"/>
                </a:ext>
              </a:extLst>
            </p:cNvPr>
            <p:cNvSpPr/>
            <p:nvPr/>
          </p:nvSpPr>
          <p:spPr>
            <a:xfrm rot="5400000">
              <a:off x="2161978"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1" name="Arrow: Chevron 20">
              <a:extLst>
                <a:ext uri="{FF2B5EF4-FFF2-40B4-BE49-F238E27FC236}">
                  <a16:creationId xmlns:a16="http://schemas.microsoft.com/office/drawing/2014/main" id="{5A39E80C-5AA3-7DCE-A0C3-28DD6E87EF94}"/>
                </a:ext>
              </a:extLst>
            </p:cNvPr>
            <p:cNvSpPr/>
            <p:nvPr/>
          </p:nvSpPr>
          <p:spPr>
            <a:xfrm rot="5400000">
              <a:off x="2182832"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grpSp>
      <p:sp>
        <p:nvSpPr>
          <p:cNvPr id="28" name="Google Shape;318;p47">
            <a:extLst>
              <a:ext uri="{FF2B5EF4-FFF2-40B4-BE49-F238E27FC236}">
                <a16:creationId xmlns:a16="http://schemas.microsoft.com/office/drawing/2014/main" id="{C94370F3-CA7F-A9B8-805C-F466BF3679DA}"/>
              </a:ext>
            </a:extLst>
          </p:cNvPr>
          <p:cNvSpPr/>
          <p:nvPr/>
        </p:nvSpPr>
        <p:spPr>
          <a:xfrm>
            <a:off x="1495573" y="2644494"/>
            <a:ext cx="3106698" cy="2869044"/>
          </a:xfrm>
          <a:prstGeom prst="roundRect">
            <a:avLst>
              <a:gd name="adj" fmla="val 10632"/>
            </a:avLst>
          </a:prstGeom>
          <a:solidFill>
            <a:schemeClr val="accent1">
              <a:lumMod val="75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rtlCol="0" anchor="t"/>
          <a:lstStyle/>
          <a:p>
            <a:pPr>
              <a:spcAft>
                <a:spcPts val="600"/>
              </a:spcAft>
            </a:pPr>
            <a:endParaRPr lang="en-US" sz="900">
              <a:solidFill>
                <a:srgbClr val="FFFFFF"/>
              </a:solidFill>
              <a:latin typeface="Ubuntu"/>
              <a:sym typeface="Ubuntu"/>
            </a:endParaRPr>
          </a:p>
          <a:p>
            <a:pPr>
              <a:spcAft>
                <a:spcPts val="600"/>
              </a:spcAft>
            </a:pPr>
            <a:endParaRPr lang="en-US" sz="900">
              <a:solidFill>
                <a:srgbClr val="FFFFFF"/>
              </a:solidFill>
              <a:latin typeface="Ubuntu"/>
              <a:sym typeface="Ubuntu"/>
            </a:endParaRPr>
          </a:p>
        </p:txBody>
      </p:sp>
      <p:sp>
        <p:nvSpPr>
          <p:cNvPr id="29" name="Google Shape;318;p47">
            <a:extLst>
              <a:ext uri="{FF2B5EF4-FFF2-40B4-BE49-F238E27FC236}">
                <a16:creationId xmlns:a16="http://schemas.microsoft.com/office/drawing/2014/main" id="{BF939192-FB64-CCAE-F582-442DA673F880}"/>
              </a:ext>
            </a:extLst>
          </p:cNvPr>
          <p:cNvSpPr/>
          <p:nvPr/>
        </p:nvSpPr>
        <p:spPr>
          <a:xfrm>
            <a:off x="1829676" y="2644494"/>
            <a:ext cx="2438492" cy="470721"/>
          </a:xfrm>
          <a:prstGeom prst="roundRect">
            <a:avLst>
              <a:gd name="adj" fmla="val 10632"/>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US" sz="1200"/>
              <a:t>Leaders who guides &amp; leverages </a:t>
            </a:r>
          </a:p>
          <a:p>
            <a:pPr algn="ctr" defTabSz="1219170">
              <a:buClr>
                <a:srgbClr val="000000"/>
              </a:buClr>
            </a:pPr>
            <a:r>
              <a:rPr lang="en-US" sz="1200"/>
              <a:t>skill acceleration</a:t>
            </a:r>
            <a:endParaRPr lang="en-US" sz="1200">
              <a:sym typeface="Ubuntu"/>
            </a:endParaRPr>
          </a:p>
        </p:txBody>
      </p:sp>
      <p:sp>
        <p:nvSpPr>
          <p:cNvPr id="39" name="Rectangle: Rounded Corners 38">
            <a:extLst>
              <a:ext uri="{FF2B5EF4-FFF2-40B4-BE49-F238E27FC236}">
                <a16:creationId xmlns:a16="http://schemas.microsoft.com/office/drawing/2014/main" id="{9C5B1627-785E-7C15-3CD1-152B3A3929F7}"/>
              </a:ext>
            </a:extLst>
          </p:cNvPr>
          <p:cNvSpPr/>
          <p:nvPr/>
        </p:nvSpPr>
        <p:spPr>
          <a:xfrm>
            <a:off x="2069263" y="3322132"/>
            <a:ext cx="2471264" cy="603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AI-driven learning paths tailored to individual strengths and gaps</a:t>
            </a:r>
            <a:endParaRPr lang="en-US" sz="1200">
              <a:solidFill>
                <a:schemeClr val="tx1"/>
              </a:solidFill>
            </a:endParaRPr>
          </a:p>
        </p:txBody>
      </p:sp>
      <p:sp>
        <p:nvSpPr>
          <p:cNvPr id="40" name="Rectangle: Rounded Corners 39">
            <a:extLst>
              <a:ext uri="{FF2B5EF4-FFF2-40B4-BE49-F238E27FC236}">
                <a16:creationId xmlns:a16="http://schemas.microsoft.com/office/drawing/2014/main" id="{CF4D3C95-6612-8ED5-284D-C190F2CE3B8E}"/>
              </a:ext>
            </a:extLst>
          </p:cNvPr>
          <p:cNvSpPr/>
          <p:nvPr/>
        </p:nvSpPr>
        <p:spPr>
          <a:xfrm>
            <a:off x="2069263" y="4116210"/>
            <a:ext cx="2471264" cy="603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Continuous monitoring and predictive analytics for productivity</a:t>
            </a:r>
            <a:endParaRPr lang="en-US" sz="1200">
              <a:solidFill>
                <a:schemeClr val="tx1"/>
              </a:solidFill>
            </a:endParaRPr>
          </a:p>
        </p:txBody>
      </p:sp>
      <p:sp>
        <p:nvSpPr>
          <p:cNvPr id="41" name="Rectangle: Rounded Corners 40">
            <a:extLst>
              <a:ext uri="{FF2B5EF4-FFF2-40B4-BE49-F238E27FC236}">
                <a16:creationId xmlns:a16="http://schemas.microsoft.com/office/drawing/2014/main" id="{D26A2E63-B120-BAEA-6D27-1965EFF67D40}"/>
              </a:ext>
            </a:extLst>
          </p:cNvPr>
          <p:cNvSpPr/>
          <p:nvPr/>
        </p:nvSpPr>
        <p:spPr>
          <a:xfrm>
            <a:off x="2069263" y="4910288"/>
            <a:ext cx="2471264" cy="603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AI tools that provide instant feedback and simulate scenarios for growth</a:t>
            </a:r>
            <a:endParaRPr lang="en-US" sz="1200">
              <a:solidFill>
                <a:schemeClr val="tx1"/>
              </a:solidFill>
            </a:endParaRPr>
          </a:p>
        </p:txBody>
      </p:sp>
      <p:grpSp>
        <p:nvGrpSpPr>
          <p:cNvPr id="50" name="Group 49">
            <a:extLst>
              <a:ext uri="{FF2B5EF4-FFF2-40B4-BE49-F238E27FC236}">
                <a16:creationId xmlns:a16="http://schemas.microsoft.com/office/drawing/2014/main" id="{5C1E27A7-DF47-DA0D-28F5-D6386B24AF48}"/>
              </a:ext>
            </a:extLst>
          </p:cNvPr>
          <p:cNvGrpSpPr/>
          <p:nvPr/>
        </p:nvGrpSpPr>
        <p:grpSpPr>
          <a:xfrm>
            <a:off x="1550341" y="3309433"/>
            <a:ext cx="464154" cy="455174"/>
            <a:chOff x="-734524" y="3935970"/>
            <a:chExt cx="477859" cy="474851"/>
          </a:xfrm>
          <a:effectLst>
            <a:glow rad="63500">
              <a:schemeClr val="accent1">
                <a:satMod val="175000"/>
                <a:alpha val="40000"/>
              </a:schemeClr>
            </a:glow>
          </a:effectLst>
        </p:grpSpPr>
        <p:sp>
          <p:nvSpPr>
            <p:cNvPr id="51" name="Flowchart: Connector 50">
              <a:extLst>
                <a:ext uri="{FF2B5EF4-FFF2-40B4-BE49-F238E27FC236}">
                  <a16:creationId xmlns:a16="http://schemas.microsoft.com/office/drawing/2014/main" id="{E14FD852-66B0-DD42-C19E-C873B448905B}"/>
                </a:ext>
              </a:extLst>
            </p:cNvPr>
            <p:cNvSpPr/>
            <p:nvPr/>
          </p:nvSpPr>
          <p:spPr>
            <a:xfrm>
              <a:off x="-734524" y="3935970"/>
              <a:ext cx="477859" cy="474851"/>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52" name="Graphic 51" descr="Idea outline">
              <a:extLst>
                <a:ext uri="{FF2B5EF4-FFF2-40B4-BE49-F238E27FC236}">
                  <a16:creationId xmlns:a16="http://schemas.microsoft.com/office/drawing/2014/main" id="{D7074716-A5CE-B6B4-BC60-EB2C925E36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1160" y="3997830"/>
              <a:ext cx="351130" cy="351130"/>
            </a:xfrm>
            <a:prstGeom prst="rect">
              <a:avLst/>
            </a:prstGeom>
          </p:spPr>
        </p:pic>
      </p:grpSp>
      <p:grpSp>
        <p:nvGrpSpPr>
          <p:cNvPr id="53" name="Group 52">
            <a:extLst>
              <a:ext uri="{FF2B5EF4-FFF2-40B4-BE49-F238E27FC236}">
                <a16:creationId xmlns:a16="http://schemas.microsoft.com/office/drawing/2014/main" id="{3AAD8826-4E28-E05F-2BD8-210DCCD92808}"/>
              </a:ext>
            </a:extLst>
          </p:cNvPr>
          <p:cNvGrpSpPr/>
          <p:nvPr/>
        </p:nvGrpSpPr>
        <p:grpSpPr>
          <a:xfrm>
            <a:off x="1550341" y="4146054"/>
            <a:ext cx="464154" cy="455174"/>
            <a:chOff x="-1364061" y="4772591"/>
            <a:chExt cx="477859" cy="474851"/>
          </a:xfrm>
          <a:solidFill>
            <a:schemeClr val="accent1"/>
          </a:solidFill>
          <a:effectLst>
            <a:glow rad="63500">
              <a:schemeClr val="accent1">
                <a:satMod val="175000"/>
                <a:alpha val="40000"/>
              </a:schemeClr>
            </a:glow>
          </a:effectLst>
        </p:grpSpPr>
        <p:sp>
          <p:nvSpPr>
            <p:cNvPr id="54" name="Flowchart: Connector 53">
              <a:extLst>
                <a:ext uri="{FF2B5EF4-FFF2-40B4-BE49-F238E27FC236}">
                  <a16:creationId xmlns:a16="http://schemas.microsoft.com/office/drawing/2014/main" id="{57A86BA8-5C29-415B-BB17-A94DF8539E6B}"/>
                </a:ext>
              </a:extLst>
            </p:cNvPr>
            <p:cNvSpPr/>
            <p:nvPr/>
          </p:nvSpPr>
          <p:spPr>
            <a:xfrm>
              <a:off x="-1364061" y="4772591"/>
              <a:ext cx="477859" cy="474851"/>
            </a:xfrm>
            <a:prstGeom prst="flowChartConnec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55" name="Graphic 54" descr="Clipboard outline">
              <a:extLst>
                <a:ext uri="{FF2B5EF4-FFF2-40B4-BE49-F238E27FC236}">
                  <a16:creationId xmlns:a16="http://schemas.microsoft.com/office/drawing/2014/main" id="{5A5FD716-CF27-11E9-3CDC-71AB088ADF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0697" y="4834451"/>
              <a:ext cx="351130" cy="351130"/>
            </a:xfrm>
            <a:prstGeom prst="rect">
              <a:avLst/>
            </a:prstGeom>
          </p:spPr>
        </p:pic>
      </p:grpSp>
      <p:grpSp>
        <p:nvGrpSpPr>
          <p:cNvPr id="56" name="Group 55">
            <a:extLst>
              <a:ext uri="{FF2B5EF4-FFF2-40B4-BE49-F238E27FC236}">
                <a16:creationId xmlns:a16="http://schemas.microsoft.com/office/drawing/2014/main" id="{4E3598BE-76C8-D4C4-BD7F-0B19239FEDFC}"/>
              </a:ext>
            </a:extLst>
          </p:cNvPr>
          <p:cNvGrpSpPr/>
          <p:nvPr/>
        </p:nvGrpSpPr>
        <p:grpSpPr>
          <a:xfrm>
            <a:off x="1550341" y="4986596"/>
            <a:ext cx="464154" cy="455174"/>
            <a:chOff x="-1340814" y="5613133"/>
            <a:chExt cx="477859" cy="474851"/>
          </a:xfrm>
          <a:effectLst>
            <a:glow rad="63500">
              <a:schemeClr val="accent1">
                <a:satMod val="175000"/>
                <a:alpha val="40000"/>
              </a:schemeClr>
            </a:glow>
          </a:effectLst>
        </p:grpSpPr>
        <p:sp>
          <p:nvSpPr>
            <p:cNvPr id="57" name="Flowchart: Connector 56">
              <a:extLst>
                <a:ext uri="{FF2B5EF4-FFF2-40B4-BE49-F238E27FC236}">
                  <a16:creationId xmlns:a16="http://schemas.microsoft.com/office/drawing/2014/main" id="{F1AD4A04-0F79-860F-E38D-23DBFA232E38}"/>
                </a:ext>
              </a:extLst>
            </p:cNvPr>
            <p:cNvSpPr/>
            <p:nvPr/>
          </p:nvSpPr>
          <p:spPr>
            <a:xfrm>
              <a:off x="-1340814" y="5613133"/>
              <a:ext cx="477859" cy="474851"/>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58" name="Graphic 57" descr="Business Growth outline">
              <a:extLst>
                <a:ext uri="{FF2B5EF4-FFF2-40B4-BE49-F238E27FC236}">
                  <a16:creationId xmlns:a16="http://schemas.microsoft.com/office/drawing/2014/main" id="{51EEE307-4ADC-3F5D-924C-987B2FE0BC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7450" y="5674993"/>
              <a:ext cx="351130" cy="351130"/>
            </a:xfrm>
            <a:prstGeom prst="rect">
              <a:avLst/>
            </a:prstGeom>
          </p:spPr>
        </p:pic>
      </p:grpSp>
      <p:sp>
        <p:nvSpPr>
          <p:cNvPr id="15" name="TextBox 14">
            <a:extLst>
              <a:ext uri="{FF2B5EF4-FFF2-40B4-BE49-F238E27FC236}">
                <a16:creationId xmlns:a16="http://schemas.microsoft.com/office/drawing/2014/main" id="{71AAB155-CE27-E7E0-00B1-A5BDC797919B}"/>
              </a:ext>
            </a:extLst>
          </p:cNvPr>
          <p:cNvSpPr txBox="1"/>
          <p:nvPr/>
        </p:nvSpPr>
        <p:spPr>
          <a:xfrm>
            <a:off x="5038837" y="1624162"/>
            <a:ext cx="3096000" cy="504000"/>
          </a:xfrm>
          <a:prstGeom prst="roundRect">
            <a:avLst/>
          </a:prstGeom>
          <a:gradFill>
            <a:gsLst>
              <a:gs pos="4000">
                <a:srgbClr val="121A38"/>
              </a:gs>
              <a:gs pos="100000">
                <a:schemeClr val="accent1"/>
              </a:gs>
            </a:gsLst>
          </a:gradFill>
          <a:ln/>
        </p:spPr>
        <p:style>
          <a:lnRef idx="0">
            <a:schemeClr val="accent3"/>
          </a:lnRef>
          <a:fillRef idx="3">
            <a:schemeClr val="accent3"/>
          </a:fillRef>
          <a:effectRef idx="3">
            <a:schemeClr val="accent3"/>
          </a:effectRef>
          <a:fontRef idx="minor">
            <a:schemeClr val="lt1"/>
          </a:fontRef>
        </p:style>
        <p:txBody>
          <a:bodyPr spcFirstLastPara="1" wrap="square" lIns="91433" tIns="158467" rIns="91433" bIns="91433" anchor="ctr" anchorCtr="0">
            <a:noAutofit/>
          </a:bodyPr>
          <a:lstStyle>
            <a:defPPr>
              <a:defRPr lang="en-PL"/>
            </a:defPPr>
            <a:lvl1pPr marR="0" lvl="0" indent="0" algn="ctr" defTabSz="1219170" fontAlgn="auto">
              <a:lnSpc>
                <a:spcPct val="100000"/>
              </a:lnSpc>
              <a:spcBef>
                <a:spcPts val="0"/>
              </a:spcBef>
              <a:spcAft>
                <a:spcPts val="0"/>
              </a:spcAft>
              <a:buClr>
                <a:srgbClr val="000000"/>
              </a:buClr>
              <a:buSzTx/>
              <a:buFontTx/>
              <a:buNone/>
              <a:tabLst/>
              <a:defRPr kumimoji="0" sz="1600" b="1" i="0" u="none" strike="noStrike" kern="0" cap="none" spc="0" normalizeH="0" baseline="0">
                <a:ln>
                  <a:noFill/>
                </a:ln>
                <a:solidFill>
                  <a:srgbClr val="82E600"/>
                </a:solidFill>
                <a:effectLst/>
                <a:uLnTx/>
                <a:uFillTx/>
                <a:latin typeface="Ubuntu"/>
                <a:ea typeface="Ubuntu"/>
                <a:cs typeface="Ubuntu"/>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a:solidFill>
                  <a:schemeClr val="bg1"/>
                </a:solidFill>
                <a:sym typeface="Ubuntu"/>
              </a:rPr>
              <a:t>Human-AI</a:t>
            </a:r>
          </a:p>
          <a:p>
            <a:r>
              <a:rPr lang="en-US" sz="1400">
                <a:solidFill>
                  <a:schemeClr val="bg1"/>
                </a:solidFill>
                <a:sym typeface="Ubuntu"/>
              </a:rPr>
              <a:t>Orchestrators</a:t>
            </a:r>
            <a:endParaRPr lang="en-US" sz="1400"/>
          </a:p>
        </p:txBody>
      </p:sp>
      <p:grpSp>
        <p:nvGrpSpPr>
          <p:cNvPr id="22" name="Group 21">
            <a:extLst>
              <a:ext uri="{FF2B5EF4-FFF2-40B4-BE49-F238E27FC236}">
                <a16:creationId xmlns:a16="http://schemas.microsoft.com/office/drawing/2014/main" id="{64723FF2-A444-8DC5-5500-3B9850030672}"/>
              </a:ext>
            </a:extLst>
          </p:cNvPr>
          <p:cNvGrpSpPr/>
          <p:nvPr/>
        </p:nvGrpSpPr>
        <p:grpSpPr>
          <a:xfrm>
            <a:off x="6374267" y="2172334"/>
            <a:ext cx="387656" cy="417965"/>
            <a:chOff x="5976018" y="2378102"/>
            <a:chExt cx="387656" cy="417965"/>
          </a:xfrm>
        </p:grpSpPr>
        <p:sp>
          <p:nvSpPr>
            <p:cNvPr id="23" name="Arrow: Chevron 22">
              <a:extLst>
                <a:ext uri="{FF2B5EF4-FFF2-40B4-BE49-F238E27FC236}">
                  <a16:creationId xmlns:a16="http://schemas.microsoft.com/office/drawing/2014/main" id="{3E094AE9-A4FD-C56F-D7F9-7EA5B39B6558}"/>
                </a:ext>
              </a:extLst>
            </p:cNvPr>
            <p:cNvSpPr/>
            <p:nvPr/>
          </p:nvSpPr>
          <p:spPr>
            <a:xfrm rot="5400000">
              <a:off x="6032013"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4" name="Arrow: Chevron 23">
              <a:extLst>
                <a:ext uri="{FF2B5EF4-FFF2-40B4-BE49-F238E27FC236}">
                  <a16:creationId xmlns:a16="http://schemas.microsoft.com/office/drawing/2014/main" id="{9A31B873-41A0-45F3-01C7-C8D9C25FD5E1}"/>
                </a:ext>
              </a:extLst>
            </p:cNvPr>
            <p:cNvSpPr/>
            <p:nvPr/>
          </p:nvSpPr>
          <p:spPr>
            <a:xfrm rot="5400000">
              <a:off x="6052867"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grpSp>
      <p:sp>
        <p:nvSpPr>
          <p:cNvPr id="33" name="Google Shape;318;p47">
            <a:extLst>
              <a:ext uri="{FF2B5EF4-FFF2-40B4-BE49-F238E27FC236}">
                <a16:creationId xmlns:a16="http://schemas.microsoft.com/office/drawing/2014/main" id="{C9C72616-1C6A-B3C7-8524-131CBFAE02DC}"/>
              </a:ext>
            </a:extLst>
          </p:cNvPr>
          <p:cNvSpPr/>
          <p:nvPr/>
        </p:nvSpPr>
        <p:spPr>
          <a:xfrm>
            <a:off x="5014746" y="2644494"/>
            <a:ext cx="3106698" cy="2869044"/>
          </a:xfrm>
          <a:prstGeom prst="roundRect">
            <a:avLst>
              <a:gd name="adj" fmla="val 10632"/>
            </a:avLst>
          </a:prstGeom>
          <a:solidFill>
            <a:schemeClr val="accent1">
              <a:lumMod val="75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rtlCol="0" anchor="t"/>
          <a:lstStyle/>
          <a:p>
            <a:pPr>
              <a:spcAft>
                <a:spcPts val="600"/>
              </a:spcAft>
            </a:pPr>
            <a:endParaRPr lang="en-US" sz="900">
              <a:solidFill>
                <a:srgbClr val="FFFFFF"/>
              </a:solidFill>
              <a:latin typeface="Ubuntu"/>
              <a:sym typeface="Ubuntu"/>
            </a:endParaRPr>
          </a:p>
          <a:p>
            <a:pPr>
              <a:spcAft>
                <a:spcPts val="600"/>
              </a:spcAft>
            </a:pPr>
            <a:endParaRPr lang="en-US" sz="900">
              <a:solidFill>
                <a:srgbClr val="FFFFFF"/>
              </a:solidFill>
              <a:latin typeface="Ubuntu"/>
              <a:sym typeface="Ubuntu"/>
            </a:endParaRPr>
          </a:p>
        </p:txBody>
      </p:sp>
      <p:sp>
        <p:nvSpPr>
          <p:cNvPr id="34" name="Google Shape;318;p47">
            <a:extLst>
              <a:ext uri="{FF2B5EF4-FFF2-40B4-BE49-F238E27FC236}">
                <a16:creationId xmlns:a16="http://schemas.microsoft.com/office/drawing/2014/main" id="{39DB8D90-3F34-972C-32D2-99DEA38138A4}"/>
              </a:ext>
            </a:extLst>
          </p:cNvPr>
          <p:cNvSpPr/>
          <p:nvPr/>
        </p:nvSpPr>
        <p:spPr>
          <a:xfrm>
            <a:off x="5348849" y="2644494"/>
            <a:ext cx="2438493" cy="470721"/>
          </a:xfrm>
          <a:prstGeom prst="roundRect">
            <a:avLst>
              <a:gd name="adj" fmla="val 10632"/>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a:buClr>
                <a:srgbClr val="000000"/>
              </a:buClr>
              <a:defRPr/>
            </a:pPr>
            <a:r>
              <a:rPr lang="en-US" sz="1200" kern="0">
                <a:solidFill>
                  <a:srgbClr val="FFFFFF"/>
                </a:solidFill>
                <a:ea typeface="Ubuntu"/>
                <a:cs typeface="Ubuntu"/>
                <a:sym typeface="Ubuntu"/>
              </a:rPr>
              <a:t>Leaders who design &amp; manage Human-AI collaboration</a:t>
            </a:r>
          </a:p>
        </p:txBody>
      </p:sp>
      <p:sp>
        <p:nvSpPr>
          <p:cNvPr id="43" name="Rectangle: Rounded Corners 42">
            <a:extLst>
              <a:ext uri="{FF2B5EF4-FFF2-40B4-BE49-F238E27FC236}">
                <a16:creationId xmlns:a16="http://schemas.microsoft.com/office/drawing/2014/main" id="{0E57AD30-02BB-B0DA-BB23-C71BBF5B65AD}"/>
              </a:ext>
            </a:extLst>
          </p:cNvPr>
          <p:cNvSpPr/>
          <p:nvPr/>
        </p:nvSpPr>
        <p:spPr>
          <a:xfrm>
            <a:off x="5535602" y="3322132"/>
            <a:ext cx="2581292" cy="603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Balancing human creativity with AI efficiency</a:t>
            </a:r>
            <a:endParaRPr lang="en-US" sz="1200">
              <a:solidFill>
                <a:schemeClr val="tx1"/>
              </a:solidFill>
            </a:endParaRPr>
          </a:p>
        </p:txBody>
      </p:sp>
      <p:sp>
        <p:nvSpPr>
          <p:cNvPr id="44" name="Rectangle: Rounded Corners 43">
            <a:extLst>
              <a:ext uri="{FF2B5EF4-FFF2-40B4-BE49-F238E27FC236}">
                <a16:creationId xmlns:a16="http://schemas.microsoft.com/office/drawing/2014/main" id="{E0E2BE93-C39A-7CBF-4720-F304F172F694}"/>
              </a:ext>
            </a:extLst>
          </p:cNvPr>
          <p:cNvSpPr/>
          <p:nvPr/>
        </p:nvSpPr>
        <p:spPr>
          <a:xfrm>
            <a:off x="5535602" y="4116210"/>
            <a:ext cx="2581292" cy="603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Embedding AI into processes with human-AI chemistry</a:t>
            </a:r>
            <a:endParaRPr lang="en-US" sz="1200">
              <a:solidFill>
                <a:schemeClr val="tx1"/>
              </a:solidFill>
            </a:endParaRPr>
          </a:p>
        </p:txBody>
      </p:sp>
      <p:sp>
        <p:nvSpPr>
          <p:cNvPr id="45" name="Rectangle: Rounded Corners 44">
            <a:extLst>
              <a:ext uri="{FF2B5EF4-FFF2-40B4-BE49-F238E27FC236}">
                <a16:creationId xmlns:a16="http://schemas.microsoft.com/office/drawing/2014/main" id="{7B6F5D66-AA8C-E21F-6EE5-4D1A6E7F5098}"/>
              </a:ext>
            </a:extLst>
          </p:cNvPr>
          <p:cNvSpPr/>
          <p:nvPr/>
        </p:nvSpPr>
        <p:spPr>
          <a:xfrm>
            <a:off x="5535602" y="4910288"/>
            <a:ext cx="2581292" cy="603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Ensuring transparency, fairness, and accountability in AI decisions</a:t>
            </a:r>
            <a:endParaRPr lang="en-US" sz="1200">
              <a:solidFill>
                <a:schemeClr val="tx1"/>
              </a:solidFill>
            </a:endParaRPr>
          </a:p>
        </p:txBody>
      </p:sp>
      <p:grpSp>
        <p:nvGrpSpPr>
          <p:cNvPr id="59" name="Group 58">
            <a:extLst>
              <a:ext uri="{FF2B5EF4-FFF2-40B4-BE49-F238E27FC236}">
                <a16:creationId xmlns:a16="http://schemas.microsoft.com/office/drawing/2014/main" id="{BE6DB9C5-4AF1-1A7B-E0E9-9132C20050D6}"/>
              </a:ext>
            </a:extLst>
          </p:cNvPr>
          <p:cNvGrpSpPr/>
          <p:nvPr/>
        </p:nvGrpSpPr>
        <p:grpSpPr>
          <a:xfrm>
            <a:off x="5053710" y="3309433"/>
            <a:ext cx="464154" cy="455174"/>
            <a:chOff x="-734524" y="3935970"/>
            <a:chExt cx="477859" cy="474851"/>
          </a:xfrm>
          <a:effectLst>
            <a:glow rad="63500">
              <a:schemeClr val="accent1">
                <a:satMod val="175000"/>
                <a:alpha val="40000"/>
              </a:schemeClr>
            </a:glow>
          </a:effectLst>
        </p:grpSpPr>
        <p:sp>
          <p:nvSpPr>
            <p:cNvPr id="60" name="Flowchart: Connector 59">
              <a:extLst>
                <a:ext uri="{FF2B5EF4-FFF2-40B4-BE49-F238E27FC236}">
                  <a16:creationId xmlns:a16="http://schemas.microsoft.com/office/drawing/2014/main" id="{8BEF37A1-BF9F-74A5-FECA-6D3D974A4180}"/>
                </a:ext>
              </a:extLst>
            </p:cNvPr>
            <p:cNvSpPr/>
            <p:nvPr/>
          </p:nvSpPr>
          <p:spPr>
            <a:xfrm>
              <a:off x="-734524" y="3935970"/>
              <a:ext cx="477859" cy="474851"/>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61" name="Graphic 60" descr="Idea outline">
              <a:extLst>
                <a:ext uri="{FF2B5EF4-FFF2-40B4-BE49-F238E27FC236}">
                  <a16:creationId xmlns:a16="http://schemas.microsoft.com/office/drawing/2014/main" id="{99CB0F4C-DBCE-AF64-0BA1-5758FAB51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1160" y="3997830"/>
              <a:ext cx="351130" cy="351130"/>
            </a:xfrm>
            <a:prstGeom prst="rect">
              <a:avLst/>
            </a:prstGeom>
          </p:spPr>
        </p:pic>
      </p:grpSp>
      <p:grpSp>
        <p:nvGrpSpPr>
          <p:cNvPr id="62" name="Group 61">
            <a:extLst>
              <a:ext uri="{FF2B5EF4-FFF2-40B4-BE49-F238E27FC236}">
                <a16:creationId xmlns:a16="http://schemas.microsoft.com/office/drawing/2014/main" id="{1F016431-73FE-9DD8-6D54-7475208EAA64}"/>
              </a:ext>
            </a:extLst>
          </p:cNvPr>
          <p:cNvGrpSpPr/>
          <p:nvPr/>
        </p:nvGrpSpPr>
        <p:grpSpPr>
          <a:xfrm>
            <a:off x="5053710" y="4146054"/>
            <a:ext cx="464154" cy="455174"/>
            <a:chOff x="-1364061" y="4772591"/>
            <a:chExt cx="477859" cy="474851"/>
          </a:xfrm>
          <a:solidFill>
            <a:schemeClr val="accent1"/>
          </a:solidFill>
          <a:effectLst>
            <a:glow rad="63500">
              <a:schemeClr val="accent1">
                <a:satMod val="175000"/>
                <a:alpha val="40000"/>
              </a:schemeClr>
            </a:glow>
          </a:effectLst>
        </p:grpSpPr>
        <p:sp>
          <p:nvSpPr>
            <p:cNvPr id="63" name="Flowchart: Connector 62">
              <a:extLst>
                <a:ext uri="{FF2B5EF4-FFF2-40B4-BE49-F238E27FC236}">
                  <a16:creationId xmlns:a16="http://schemas.microsoft.com/office/drawing/2014/main" id="{D6578D9C-7BDC-EF5D-844C-ACCF9CC975AD}"/>
                </a:ext>
              </a:extLst>
            </p:cNvPr>
            <p:cNvSpPr/>
            <p:nvPr/>
          </p:nvSpPr>
          <p:spPr>
            <a:xfrm>
              <a:off x="-1364061" y="4772591"/>
              <a:ext cx="477859" cy="474851"/>
            </a:xfrm>
            <a:prstGeom prst="flowChartConnec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64" name="Graphic 63" descr="Clipboard outline">
              <a:extLst>
                <a:ext uri="{FF2B5EF4-FFF2-40B4-BE49-F238E27FC236}">
                  <a16:creationId xmlns:a16="http://schemas.microsoft.com/office/drawing/2014/main" id="{FF52C62E-650A-1A88-3E5F-59603FA0F6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0697" y="4834451"/>
              <a:ext cx="351130" cy="351130"/>
            </a:xfrm>
            <a:prstGeom prst="rect">
              <a:avLst/>
            </a:prstGeom>
          </p:spPr>
        </p:pic>
      </p:grpSp>
      <p:grpSp>
        <p:nvGrpSpPr>
          <p:cNvPr id="65" name="Group 64">
            <a:extLst>
              <a:ext uri="{FF2B5EF4-FFF2-40B4-BE49-F238E27FC236}">
                <a16:creationId xmlns:a16="http://schemas.microsoft.com/office/drawing/2014/main" id="{D31E39EC-A177-2C90-4C7F-4201A2AD94C6}"/>
              </a:ext>
            </a:extLst>
          </p:cNvPr>
          <p:cNvGrpSpPr/>
          <p:nvPr/>
        </p:nvGrpSpPr>
        <p:grpSpPr>
          <a:xfrm>
            <a:off x="5053710" y="4986596"/>
            <a:ext cx="464154" cy="455174"/>
            <a:chOff x="-1340814" y="5613133"/>
            <a:chExt cx="477859" cy="474851"/>
          </a:xfrm>
          <a:solidFill>
            <a:schemeClr val="accent1"/>
          </a:solidFill>
          <a:effectLst>
            <a:glow rad="63500">
              <a:schemeClr val="accent1">
                <a:satMod val="175000"/>
                <a:alpha val="40000"/>
              </a:schemeClr>
            </a:glow>
          </a:effectLst>
        </p:grpSpPr>
        <p:sp>
          <p:nvSpPr>
            <p:cNvPr id="66" name="Flowchart: Connector 65">
              <a:extLst>
                <a:ext uri="{FF2B5EF4-FFF2-40B4-BE49-F238E27FC236}">
                  <a16:creationId xmlns:a16="http://schemas.microsoft.com/office/drawing/2014/main" id="{544F8A8D-3466-FB60-441C-9641C154957F}"/>
                </a:ext>
              </a:extLst>
            </p:cNvPr>
            <p:cNvSpPr/>
            <p:nvPr/>
          </p:nvSpPr>
          <p:spPr>
            <a:xfrm>
              <a:off x="-1340814" y="5613133"/>
              <a:ext cx="477859" cy="474851"/>
            </a:xfrm>
            <a:prstGeom prst="flowChartConnec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67" name="Graphic 66" descr="Business Growth outline">
              <a:extLst>
                <a:ext uri="{FF2B5EF4-FFF2-40B4-BE49-F238E27FC236}">
                  <a16:creationId xmlns:a16="http://schemas.microsoft.com/office/drawing/2014/main" id="{BE8229F5-E587-D0A3-CCB3-4B9F2125C3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77450" y="5674993"/>
              <a:ext cx="351130" cy="351130"/>
            </a:xfrm>
            <a:prstGeom prst="rect">
              <a:avLst/>
            </a:prstGeom>
          </p:spPr>
        </p:pic>
      </p:grpSp>
      <p:sp>
        <p:nvSpPr>
          <p:cNvPr id="17" name="Google Shape;319;p47">
            <a:extLst>
              <a:ext uri="{FF2B5EF4-FFF2-40B4-BE49-F238E27FC236}">
                <a16:creationId xmlns:a16="http://schemas.microsoft.com/office/drawing/2014/main" id="{B1DF2232-6623-4A84-0688-C5491C6F1B3E}"/>
              </a:ext>
            </a:extLst>
          </p:cNvPr>
          <p:cNvSpPr/>
          <p:nvPr/>
        </p:nvSpPr>
        <p:spPr>
          <a:xfrm>
            <a:off x="8540562" y="1641399"/>
            <a:ext cx="3096000" cy="504000"/>
          </a:xfrm>
          <a:prstGeom prst="roundRect">
            <a:avLst>
              <a:gd name="adj" fmla="val 10632"/>
            </a:avLst>
          </a:prstGeom>
          <a:gradFill>
            <a:gsLst>
              <a:gs pos="4000">
                <a:srgbClr val="121A38"/>
              </a:gs>
              <a:gs pos="100000">
                <a:schemeClr val="accent1"/>
              </a:gs>
            </a:gsLst>
          </a:gradFill>
          <a:ln/>
        </p:spPr>
        <p:style>
          <a:lnRef idx="0">
            <a:schemeClr val="accent3"/>
          </a:lnRef>
          <a:fillRef idx="3">
            <a:schemeClr val="accent3"/>
          </a:fillRef>
          <a:effectRef idx="3">
            <a:schemeClr val="accent3"/>
          </a:effectRef>
          <a:fontRef idx="minor">
            <a:schemeClr val="lt1"/>
          </a:fontRef>
        </p:style>
        <p:txBody>
          <a:bodyPr spcFirstLastPara="1" wrap="square" lIns="91433" tIns="158467" rIns="91433" bIns="91433" anchor="ctr" anchorCtr="0">
            <a:noAutofit/>
          </a:bodyPr>
          <a:lstStyle/>
          <a:p>
            <a:pPr lvl="0" algn="ctr" defTabSz="1219170">
              <a:buClr>
                <a:srgbClr val="000000"/>
              </a:buClr>
              <a:defRPr/>
            </a:pPr>
            <a:r>
              <a:rPr lang="en-US" sz="1400" b="1" kern="0">
                <a:solidFill>
                  <a:srgbClr val="FFFFFF"/>
                </a:solidFill>
                <a:ea typeface="Ubuntu"/>
                <a:cs typeface="Ubuntu"/>
                <a:sym typeface="Ubuntu"/>
              </a:rPr>
              <a:t>AI powered culture </a:t>
            </a:r>
          </a:p>
          <a:p>
            <a:pPr lvl="0" algn="ctr" defTabSz="1219170">
              <a:buClr>
                <a:srgbClr val="000000"/>
              </a:buClr>
              <a:defRPr/>
            </a:pPr>
            <a:r>
              <a:rPr lang="en-US" sz="1400" b="1" kern="0">
                <a:solidFill>
                  <a:srgbClr val="FFFFFF"/>
                </a:solidFill>
                <a:ea typeface="Ubuntu"/>
                <a:cs typeface="Ubuntu"/>
                <a:sym typeface="Ubuntu"/>
              </a:rPr>
              <a:t>Officers</a:t>
            </a:r>
          </a:p>
        </p:txBody>
      </p:sp>
      <p:sp>
        <p:nvSpPr>
          <p:cNvPr id="18" name="TextBox 17">
            <a:extLst>
              <a:ext uri="{FF2B5EF4-FFF2-40B4-BE49-F238E27FC236}">
                <a16:creationId xmlns:a16="http://schemas.microsoft.com/office/drawing/2014/main" id="{D782EDB2-812B-C59E-2237-2B4089110CBD}"/>
              </a:ext>
            </a:extLst>
          </p:cNvPr>
          <p:cNvSpPr txBox="1"/>
          <p:nvPr/>
        </p:nvSpPr>
        <p:spPr>
          <a:xfrm>
            <a:off x="8642826" y="2041101"/>
            <a:ext cx="3135515" cy="519409"/>
          </a:xfrm>
          <a:prstGeom prst="rect">
            <a:avLst/>
          </a:prstGeom>
        </p:spPr>
        <p:txBody>
          <a:bodyPr vert="horz" wrap="square" lIns="0" tIns="0" rIns="0" bIns="0" rtlCol="0">
            <a:noAutofit/>
          </a:bodyPr>
          <a:lstStyle/>
          <a:p>
            <a:pPr lvl="0" algn="ctr" defTabSz="1219170">
              <a:buClr>
                <a:srgbClr val="000000"/>
              </a:buClr>
              <a:defRPr/>
            </a:pPr>
            <a:endParaRPr lang="en-US" sz="1400" b="1" kern="0">
              <a:solidFill>
                <a:srgbClr val="FFFFFF"/>
              </a:solidFill>
              <a:ea typeface="Ubuntu"/>
              <a:cs typeface="Ubuntu"/>
              <a:sym typeface="Ubuntu"/>
            </a:endParaRPr>
          </a:p>
        </p:txBody>
      </p:sp>
      <p:sp>
        <p:nvSpPr>
          <p:cNvPr id="36" name="Google Shape;318;p47">
            <a:extLst>
              <a:ext uri="{FF2B5EF4-FFF2-40B4-BE49-F238E27FC236}">
                <a16:creationId xmlns:a16="http://schemas.microsoft.com/office/drawing/2014/main" id="{B7A69FE7-15E6-D1BC-29B8-9C096991B5D0}"/>
              </a:ext>
            </a:extLst>
          </p:cNvPr>
          <p:cNvSpPr/>
          <p:nvPr/>
        </p:nvSpPr>
        <p:spPr>
          <a:xfrm>
            <a:off x="8533918" y="2644494"/>
            <a:ext cx="3106698" cy="2869044"/>
          </a:xfrm>
          <a:prstGeom prst="roundRect">
            <a:avLst>
              <a:gd name="adj" fmla="val 10632"/>
            </a:avLst>
          </a:prstGeom>
          <a:solidFill>
            <a:schemeClr val="accent1">
              <a:lumMod val="75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rtlCol="0" anchor="t"/>
          <a:lstStyle/>
          <a:p>
            <a:pPr>
              <a:spcAft>
                <a:spcPts val="600"/>
              </a:spcAft>
            </a:pPr>
            <a:endParaRPr lang="en-US" sz="900">
              <a:solidFill>
                <a:srgbClr val="FFFFFF"/>
              </a:solidFill>
              <a:latin typeface="Ubuntu"/>
              <a:sym typeface="Ubuntu"/>
            </a:endParaRPr>
          </a:p>
          <a:p>
            <a:pPr>
              <a:spcAft>
                <a:spcPts val="600"/>
              </a:spcAft>
            </a:pPr>
            <a:endParaRPr lang="en-US" sz="900">
              <a:solidFill>
                <a:srgbClr val="FFFFFF"/>
              </a:solidFill>
              <a:latin typeface="Ubuntu"/>
              <a:sym typeface="Ubuntu"/>
            </a:endParaRPr>
          </a:p>
        </p:txBody>
      </p:sp>
      <p:sp>
        <p:nvSpPr>
          <p:cNvPr id="37" name="Google Shape;318;p47">
            <a:extLst>
              <a:ext uri="{FF2B5EF4-FFF2-40B4-BE49-F238E27FC236}">
                <a16:creationId xmlns:a16="http://schemas.microsoft.com/office/drawing/2014/main" id="{12D40595-3A55-91D2-22D8-402E51075420}"/>
              </a:ext>
            </a:extLst>
          </p:cNvPr>
          <p:cNvSpPr/>
          <p:nvPr/>
        </p:nvSpPr>
        <p:spPr>
          <a:xfrm>
            <a:off x="8868020" y="2644494"/>
            <a:ext cx="2438493" cy="470721"/>
          </a:xfrm>
          <a:prstGeom prst="roundRect">
            <a:avLst>
              <a:gd name="adj" fmla="val 10632"/>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a:buClr>
                <a:srgbClr val="000000"/>
              </a:buClr>
              <a:defRPr/>
            </a:pPr>
            <a:r>
              <a:rPr lang="en-US" sz="1200" kern="0">
                <a:solidFill>
                  <a:srgbClr val="FFFFFF"/>
                </a:solidFill>
                <a:ea typeface="Ubuntu"/>
                <a:cs typeface="Ubuntu"/>
                <a:sym typeface="Ubuntu"/>
              </a:rPr>
              <a:t>Leaders who embrace a culture of innovation &amp; trust in AI</a:t>
            </a:r>
          </a:p>
        </p:txBody>
      </p:sp>
      <p:sp>
        <p:nvSpPr>
          <p:cNvPr id="47" name="Rectangle: Rounded Corners 46">
            <a:extLst>
              <a:ext uri="{FF2B5EF4-FFF2-40B4-BE49-F238E27FC236}">
                <a16:creationId xmlns:a16="http://schemas.microsoft.com/office/drawing/2014/main" id="{B4EBAD6A-FA4E-AA6F-BCDE-E2A5A72B7080}"/>
              </a:ext>
            </a:extLst>
          </p:cNvPr>
          <p:cNvSpPr/>
          <p:nvPr/>
        </p:nvSpPr>
        <p:spPr>
          <a:xfrm>
            <a:off x="9116259" y="3322132"/>
            <a:ext cx="2524357" cy="603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Driving cultural adoption of AI technologies</a:t>
            </a:r>
            <a:endParaRPr lang="en-US" sz="1200">
              <a:solidFill>
                <a:schemeClr val="tx1"/>
              </a:solidFill>
            </a:endParaRPr>
          </a:p>
        </p:txBody>
      </p:sp>
      <p:sp>
        <p:nvSpPr>
          <p:cNvPr id="48" name="Rectangle: Rounded Corners 47">
            <a:extLst>
              <a:ext uri="{FF2B5EF4-FFF2-40B4-BE49-F238E27FC236}">
                <a16:creationId xmlns:a16="http://schemas.microsoft.com/office/drawing/2014/main" id="{17CD83AA-2AC9-896A-4A5D-C2ED47A2466F}"/>
              </a:ext>
            </a:extLst>
          </p:cNvPr>
          <p:cNvSpPr/>
          <p:nvPr/>
        </p:nvSpPr>
        <p:spPr>
          <a:xfrm>
            <a:off x="9116259" y="4116210"/>
            <a:ext cx="2524357" cy="603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Building confidence in AI-driven decisions</a:t>
            </a:r>
            <a:endParaRPr lang="en-US" sz="1200">
              <a:solidFill>
                <a:schemeClr val="tx1"/>
              </a:solidFill>
            </a:endParaRPr>
          </a:p>
        </p:txBody>
      </p:sp>
      <p:sp>
        <p:nvSpPr>
          <p:cNvPr id="49" name="Rectangle: Rounded Corners 48">
            <a:extLst>
              <a:ext uri="{FF2B5EF4-FFF2-40B4-BE49-F238E27FC236}">
                <a16:creationId xmlns:a16="http://schemas.microsoft.com/office/drawing/2014/main" id="{90B2DC78-ABEA-FF36-51D4-B2AC5A6496ED}"/>
              </a:ext>
            </a:extLst>
          </p:cNvPr>
          <p:cNvSpPr/>
          <p:nvPr/>
        </p:nvSpPr>
        <p:spPr>
          <a:xfrm>
            <a:off x="9116259" y="4910288"/>
            <a:ext cx="2524357" cy="603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Encouraging experimentation &amp; continuous learning in an AI-first environment</a:t>
            </a:r>
            <a:endParaRPr lang="en-US" sz="1200">
              <a:solidFill>
                <a:schemeClr val="tx1"/>
              </a:solidFill>
            </a:endParaRPr>
          </a:p>
        </p:txBody>
      </p:sp>
      <p:sp>
        <p:nvSpPr>
          <p:cNvPr id="69" name="Flowchart: Connector 68">
            <a:extLst>
              <a:ext uri="{FF2B5EF4-FFF2-40B4-BE49-F238E27FC236}">
                <a16:creationId xmlns:a16="http://schemas.microsoft.com/office/drawing/2014/main" id="{23B49778-29DD-BF97-B369-6508A7D94563}"/>
              </a:ext>
            </a:extLst>
          </p:cNvPr>
          <p:cNvSpPr/>
          <p:nvPr/>
        </p:nvSpPr>
        <p:spPr>
          <a:xfrm>
            <a:off x="8593012" y="3309433"/>
            <a:ext cx="464154" cy="455174"/>
          </a:xfrm>
          <a:prstGeom prst="flowChartConnector">
            <a:avLst/>
          </a:prstGeom>
          <a:solidFill>
            <a:schemeClr val="accent1"/>
          </a:solidFill>
          <a:ln>
            <a:no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70" name="Graphic 69" descr="Idea outline">
            <a:extLst>
              <a:ext uri="{FF2B5EF4-FFF2-40B4-BE49-F238E27FC236}">
                <a16:creationId xmlns:a16="http://schemas.microsoft.com/office/drawing/2014/main" id="{7ABAA826-88C1-6CBD-C66D-E3D12DFF6EB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54559" y="3368730"/>
            <a:ext cx="341060" cy="336580"/>
          </a:xfrm>
          <a:prstGeom prst="rect">
            <a:avLst/>
          </a:prstGeom>
        </p:spPr>
      </p:pic>
      <p:sp>
        <p:nvSpPr>
          <p:cNvPr id="72" name="Flowchart: Connector 71">
            <a:extLst>
              <a:ext uri="{FF2B5EF4-FFF2-40B4-BE49-F238E27FC236}">
                <a16:creationId xmlns:a16="http://schemas.microsoft.com/office/drawing/2014/main" id="{D87B9882-82FD-E025-782D-C14DD386AF71}"/>
              </a:ext>
            </a:extLst>
          </p:cNvPr>
          <p:cNvSpPr/>
          <p:nvPr/>
        </p:nvSpPr>
        <p:spPr>
          <a:xfrm>
            <a:off x="8593012" y="4146054"/>
            <a:ext cx="464154" cy="455174"/>
          </a:xfrm>
          <a:prstGeom prst="flowChartConnector">
            <a:avLst/>
          </a:prstGeom>
          <a:solidFill>
            <a:schemeClr val="accent1"/>
          </a:solidFill>
          <a:ln>
            <a:no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73" name="Graphic 72" descr="Clipboard outline">
            <a:extLst>
              <a:ext uri="{FF2B5EF4-FFF2-40B4-BE49-F238E27FC236}">
                <a16:creationId xmlns:a16="http://schemas.microsoft.com/office/drawing/2014/main" id="{C3EE8A16-A8EF-5B07-E4C1-02A6AA8E674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54559" y="4205351"/>
            <a:ext cx="341060" cy="336580"/>
          </a:xfrm>
          <a:prstGeom prst="rect">
            <a:avLst/>
          </a:prstGeom>
        </p:spPr>
      </p:pic>
      <p:sp>
        <p:nvSpPr>
          <p:cNvPr id="75" name="Flowchart: Connector 74">
            <a:extLst>
              <a:ext uri="{FF2B5EF4-FFF2-40B4-BE49-F238E27FC236}">
                <a16:creationId xmlns:a16="http://schemas.microsoft.com/office/drawing/2014/main" id="{8D1DCE91-8DD9-1E10-E3BA-2B6F8AE98554}"/>
              </a:ext>
            </a:extLst>
          </p:cNvPr>
          <p:cNvSpPr/>
          <p:nvPr/>
        </p:nvSpPr>
        <p:spPr>
          <a:xfrm>
            <a:off x="8593012" y="4986596"/>
            <a:ext cx="464154" cy="455174"/>
          </a:xfrm>
          <a:prstGeom prst="flowChartConnector">
            <a:avLst/>
          </a:prstGeom>
          <a:solidFill>
            <a:schemeClr val="accent1"/>
          </a:solidFill>
          <a:ln>
            <a:no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76" name="Graphic 75" descr="Business Growth outline">
            <a:extLst>
              <a:ext uri="{FF2B5EF4-FFF2-40B4-BE49-F238E27FC236}">
                <a16:creationId xmlns:a16="http://schemas.microsoft.com/office/drawing/2014/main" id="{B02AE911-CA77-0D22-7E56-B0C7E4B4C9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54559" y="5045893"/>
            <a:ext cx="341060" cy="336580"/>
          </a:xfrm>
          <a:prstGeom prst="rect">
            <a:avLst/>
          </a:prstGeom>
        </p:spPr>
      </p:pic>
      <p:sp>
        <p:nvSpPr>
          <p:cNvPr id="78" name="Google Shape;318;p47">
            <a:extLst>
              <a:ext uri="{FF2B5EF4-FFF2-40B4-BE49-F238E27FC236}">
                <a16:creationId xmlns:a16="http://schemas.microsoft.com/office/drawing/2014/main" id="{F841CBDF-18A1-12B1-4954-9BA97D8586F2}"/>
              </a:ext>
            </a:extLst>
          </p:cNvPr>
          <p:cNvSpPr/>
          <p:nvPr/>
        </p:nvSpPr>
        <p:spPr>
          <a:xfrm rot="16200000">
            <a:off x="442473" y="5951033"/>
            <a:ext cx="668887" cy="205086"/>
          </a:xfrm>
          <a:prstGeom prst="roundRect">
            <a:avLst>
              <a:gd name="adj" fmla="val 10632"/>
            </a:avLst>
          </a:prstGeom>
          <a:solidFill>
            <a:schemeClr val="accent1">
              <a:lumMod val="75000"/>
              <a:alpha val="20000"/>
            </a:schemeClr>
          </a:solidFill>
          <a:ln>
            <a:no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defTabSz="1219170">
              <a:buClr>
                <a:srgbClr val="000000"/>
              </a:buClr>
            </a:pPr>
            <a:r>
              <a:rPr lang="en-US" sz="1200" b="1">
                <a:sym typeface="Ubuntu"/>
              </a:rPr>
              <a:t>Assets</a:t>
            </a:r>
          </a:p>
        </p:txBody>
      </p:sp>
      <p:grpSp>
        <p:nvGrpSpPr>
          <p:cNvPr id="102" name="Group 101">
            <a:extLst>
              <a:ext uri="{FF2B5EF4-FFF2-40B4-BE49-F238E27FC236}">
                <a16:creationId xmlns:a16="http://schemas.microsoft.com/office/drawing/2014/main" id="{947BBAFC-BE42-9277-E5DD-7A37A71A74F7}"/>
              </a:ext>
            </a:extLst>
          </p:cNvPr>
          <p:cNvGrpSpPr/>
          <p:nvPr/>
        </p:nvGrpSpPr>
        <p:grpSpPr>
          <a:xfrm>
            <a:off x="1665854" y="5780525"/>
            <a:ext cx="9811126" cy="546100"/>
            <a:chOff x="1656336" y="5780525"/>
            <a:chExt cx="9811126" cy="546100"/>
          </a:xfrm>
          <a:noFill/>
        </p:grpSpPr>
        <p:sp>
          <p:nvSpPr>
            <p:cNvPr id="79" name="Rectangle 78">
              <a:extLst>
                <a:ext uri="{FF2B5EF4-FFF2-40B4-BE49-F238E27FC236}">
                  <a16:creationId xmlns:a16="http://schemas.microsoft.com/office/drawing/2014/main" id="{855B688A-6060-2FB0-6094-46CE2414B5EA}"/>
                </a:ext>
              </a:extLst>
            </p:cNvPr>
            <p:cNvSpPr/>
            <p:nvPr/>
          </p:nvSpPr>
          <p:spPr>
            <a:xfrm>
              <a:off x="4200695" y="5780525"/>
              <a:ext cx="2178050" cy="5461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48000" rIns="36000" rtlCol="0" anchor="ctr"/>
            <a:lstStyle/>
            <a:p>
              <a:pPr algn="ctr" fontAlgn="base">
                <a:spcBef>
                  <a:spcPct val="0"/>
                </a:spcBef>
                <a:spcAft>
                  <a:spcPct val="0"/>
                </a:spcAft>
              </a:pPr>
              <a:r>
                <a:rPr lang="en-US" sz="1200" i="1">
                  <a:solidFill>
                    <a:schemeClr val="bg1"/>
                  </a:solidFill>
                  <a:latin typeface="Ubuntu"/>
                </a:rPr>
                <a:t>AI Digital Natives</a:t>
              </a:r>
            </a:p>
            <a:p>
              <a:pPr algn="ctr" fontAlgn="base">
                <a:spcBef>
                  <a:spcPct val="0"/>
                </a:spcBef>
                <a:spcAft>
                  <a:spcPct val="0"/>
                </a:spcAft>
              </a:pPr>
              <a:r>
                <a:rPr lang="en-US" sz="1200" i="1">
                  <a:solidFill>
                    <a:schemeClr val="bg1"/>
                  </a:solidFill>
                  <a:latin typeface="Ubuntu"/>
                </a:rPr>
                <a:t>for Leaders (Training)</a:t>
              </a:r>
            </a:p>
          </p:txBody>
        </p:sp>
        <p:sp>
          <p:nvSpPr>
            <p:cNvPr id="80" name="Rectangle 79">
              <a:extLst>
                <a:ext uri="{FF2B5EF4-FFF2-40B4-BE49-F238E27FC236}">
                  <a16:creationId xmlns:a16="http://schemas.microsoft.com/office/drawing/2014/main" id="{FD15DDD4-7A57-5A98-920A-E24EAB89A597}"/>
                </a:ext>
              </a:extLst>
            </p:cNvPr>
            <p:cNvSpPr/>
            <p:nvPr/>
          </p:nvSpPr>
          <p:spPr>
            <a:xfrm>
              <a:off x="1656336" y="5780525"/>
              <a:ext cx="2178050" cy="5461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48000" rIns="36000" rtlCol="0" anchor="ctr"/>
            <a:lstStyle/>
            <a:p>
              <a:pPr algn="ctr" fontAlgn="base">
                <a:spcBef>
                  <a:spcPct val="0"/>
                </a:spcBef>
                <a:spcAft>
                  <a:spcPct val="0"/>
                </a:spcAft>
              </a:pPr>
              <a:r>
                <a:rPr lang="en-US" sz="1200" i="1">
                  <a:solidFill>
                    <a:schemeClr val="bg1"/>
                  </a:solidFill>
                  <a:latin typeface="Ubuntu"/>
                </a:rPr>
                <a:t>AI Future Fit Leadership Analysis</a:t>
              </a:r>
            </a:p>
          </p:txBody>
        </p:sp>
        <p:sp>
          <p:nvSpPr>
            <p:cNvPr id="81" name="Rectangle 80">
              <a:extLst>
                <a:ext uri="{FF2B5EF4-FFF2-40B4-BE49-F238E27FC236}">
                  <a16:creationId xmlns:a16="http://schemas.microsoft.com/office/drawing/2014/main" id="{09B4A01E-3C0B-F2E8-8932-480D22AE2A9D}"/>
                </a:ext>
              </a:extLst>
            </p:cNvPr>
            <p:cNvSpPr/>
            <p:nvPr/>
          </p:nvSpPr>
          <p:spPr>
            <a:xfrm>
              <a:off x="6745054" y="5780525"/>
              <a:ext cx="2178050" cy="5461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48000" rIns="36000" rtlCol="0" anchor="ctr"/>
            <a:lstStyle/>
            <a:p>
              <a:pPr algn="ctr" fontAlgn="base">
                <a:spcBef>
                  <a:spcPct val="0"/>
                </a:spcBef>
                <a:spcAft>
                  <a:spcPct val="0"/>
                </a:spcAft>
              </a:pPr>
              <a:r>
                <a:rPr lang="en-US" sz="1200" i="1">
                  <a:solidFill>
                    <a:schemeClr val="bg1"/>
                  </a:solidFill>
                  <a:latin typeface="Ubuntu"/>
                </a:rPr>
                <a:t>Leading Digital Change </a:t>
              </a:r>
            </a:p>
            <a:p>
              <a:pPr algn="ctr" fontAlgn="base">
                <a:spcBef>
                  <a:spcPct val="0"/>
                </a:spcBef>
                <a:spcAft>
                  <a:spcPct val="0"/>
                </a:spcAft>
              </a:pPr>
              <a:r>
                <a:rPr lang="en-US" sz="1200" i="1">
                  <a:solidFill>
                    <a:schemeClr val="bg1"/>
                  </a:solidFill>
                  <a:latin typeface="Ubuntu"/>
                </a:rPr>
                <a:t>for Leaders (Training)</a:t>
              </a:r>
            </a:p>
          </p:txBody>
        </p:sp>
        <p:sp>
          <p:nvSpPr>
            <p:cNvPr id="82" name="Rectangle 81">
              <a:extLst>
                <a:ext uri="{FF2B5EF4-FFF2-40B4-BE49-F238E27FC236}">
                  <a16:creationId xmlns:a16="http://schemas.microsoft.com/office/drawing/2014/main" id="{BDFF1871-7628-7A99-703E-4DFDFE2B45C8}"/>
                </a:ext>
              </a:extLst>
            </p:cNvPr>
            <p:cNvSpPr/>
            <p:nvPr/>
          </p:nvSpPr>
          <p:spPr>
            <a:xfrm>
              <a:off x="9289412" y="5780525"/>
              <a:ext cx="2178050" cy="5461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48000" rIns="36000" rtlCol="0" anchor="ctr"/>
            <a:lstStyle/>
            <a:p>
              <a:pPr algn="ctr" fontAlgn="base">
                <a:spcBef>
                  <a:spcPct val="0"/>
                </a:spcBef>
                <a:spcAft>
                  <a:spcPct val="0"/>
                </a:spcAft>
              </a:pPr>
              <a:r>
                <a:rPr lang="en-US" sz="1200" i="1">
                  <a:solidFill>
                    <a:schemeClr val="bg1"/>
                  </a:solidFill>
                  <a:latin typeface="Ubuntu"/>
                </a:rPr>
                <a:t>Leading &amp; Coaching in the age of AI (Training)</a:t>
              </a:r>
            </a:p>
          </p:txBody>
        </p:sp>
      </p:grpSp>
      <p:sp>
        <p:nvSpPr>
          <p:cNvPr id="83" name="Google Shape;318;p47">
            <a:extLst>
              <a:ext uri="{FF2B5EF4-FFF2-40B4-BE49-F238E27FC236}">
                <a16:creationId xmlns:a16="http://schemas.microsoft.com/office/drawing/2014/main" id="{1BB9B2BF-2BE0-DE9B-3836-0F991023833E}"/>
              </a:ext>
            </a:extLst>
          </p:cNvPr>
          <p:cNvSpPr/>
          <p:nvPr/>
        </p:nvSpPr>
        <p:spPr>
          <a:xfrm rot="16200000">
            <a:off x="485017" y="1811513"/>
            <a:ext cx="585894" cy="214316"/>
          </a:xfrm>
          <a:prstGeom prst="roundRect">
            <a:avLst>
              <a:gd name="adj" fmla="val 10632"/>
            </a:avLst>
          </a:prstGeom>
          <a:solidFill>
            <a:schemeClr val="accent1">
              <a:lumMod val="75000"/>
              <a:alpha val="20000"/>
            </a:schemeClr>
          </a:solidFill>
          <a:ln>
            <a:no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defTabSz="1219170">
              <a:buClr>
                <a:srgbClr val="000000"/>
              </a:buClr>
            </a:pPr>
            <a:r>
              <a:rPr lang="en-US" sz="1200" b="1"/>
              <a:t>Role</a:t>
            </a:r>
          </a:p>
        </p:txBody>
      </p:sp>
      <p:sp>
        <p:nvSpPr>
          <p:cNvPr id="84" name="Google Shape;318;p47">
            <a:extLst>
              <a:ext uri="{FF2B5EF4-FFF2-40B4-BE49-F238E27FC236}">
                <a16:creationId xmlns:a16="http://schemas.microsoft.com/office/drawing/2014/main" id="{D04D89A1-3DD8-7B6D-5C50-F3292507D473}"/>
              </a:ext>
            </a:extLst>
          </p:cNvPr>
          <p:cNvSpPr/>
          <p:nvPr/>
        </p:nvSpPr>
        <p:spPr>
          <a:xfrm rot="16200000">
            <a:off x="-640463" y="3971858"/>
            <a:ext cx="2845837" cy="214316"/>
          </a:xfrm>
          <a:prstGeom prst="roundRect">
            <a:avLst>
              <a:gd name="adj" fmla="val 10632"/>
            </a:avLst>
          </a:prstGeom>
          <a:solidFill>
            <a:schemeClr val="accent1">
              <a:lumMod val="75000"/>
              <a:alpha val="20000"/>
            </a:schemeClr>
          </a:solidFill>
          <a:ln>
            <a:noFill/>
          </a:ln>
          <a:effectLst/>
        </p:spPr>
        <p:style>
          <a:lnRef idx="0">
            <a:scrgbClr r="0" g="0" b="0"/>
          </a:lnRef>
          <a:fillRef idx="0">
            <a:scrgbClr r="0" g="0" b="0"/>
          </a:fillRef>
          <a:effectRef idx="0">
            <a:scrgbClr r="0" g="0" b="0"/>
          </a:effectRef>
          <a:fontRef idx="minor">
            <a:schemeClr val="lt1"/>
          </a:fontRef>
        </p:style>
        <p:txBody>
          <a:bodyPr lIns="0" tIns="0" rIns="0" bIns="0" rtlCol="0" anchor="ctr"/>
          <a:lstStyle/>
          <a:p>
            <a:pPr algn="ctr" defTabSz="1219170">
              <a:buClr>
                <a:srgbClr val="000000"/>
              </a:buClr>
            </a:pPr>
            <a:r>
              <a:rPr lang="en-US" sz="1200" b="1"/>
              <a:t>Description</a:t>
            </a:r>
          </a:p>
        </p:txBody>
      </p:sp>
      <p:sp>
        <p:nvSpPr>
          <p:cNvPr id="32" name="Freeform: Shape 64">
            <a:extLst>
              <a:ext uri="{FF2B5EF4-FFF2-40B4-BE49-F238E27FC236}">
                <a16:creationId xmlns:a16="http://schemas.microsoft.com/office/drawing/2014/main" id="{226AC4E4-9646-1285-0626-2B341FA5D3D6}"/>
              </a:ext>
            </a:extLst>
          </p:cNvPr>
          <p:cNvSpPr/>
          <p:nvPr/>
        </p:nvSpPr>
        <p:spPr>
          <a:xfrm rot="5400000">
            <a:off x="-197922" y="1979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Organization Structures</a:t>
            </a:r>
          </a:p>
        </p:txBody>
      </p:sp>
      <p:sp>
        <p:nvSpPr>
          <p:cNvPr id="46" name="Freeform: Shape 64">
            <a:extLst>
              <a:ext uri="{FF2B5EF4-FFF2-40B4-BE49-F238E27FC236}">
                <a16:creationId xmlns:a16="http://schemas.microsoft.com/office/drawing/2014/main" id="{DC88C103-310F-DB70-CC2F-C609E1B51EDE}"/>
              </a:ext>
            </a:extLst>
          </p:cNvPr>
          <p:cNvSpPr/>
          <p:nvPr/>
        </p:nvSpPr>
        <p:spPr>
          <a:xfrm rot="5400000">
            <a:off x="-197922" y="105517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Governance &amp; Decision-making</a:t>
            </a:r>
          </a:p>
        </p:txBody>
      </p:sp>
      <p:sp>
        <p:nvSpPr>
          <p:cNvPr id="71" name="Freeform: Shape 64">
            <a:extLst>
              <a:ext uri="{FF2B5EF4-FFF2-40B4-BE49-F238E27FC236}">
                <a16:creationId xmlns:a16="http://schemas.microsoft.com/office/drawing/2014/main" id="{8B475494-806F-7699-1E9E-2615E76ED0E0}"/>
              </a:ext>
            </a:extLst>
          </p:cNvPr>
          <p:cNvSpPr/>
          <p:nvPr/>
        </p:nvSpPr>
        <p:spPr>
          <a:xfrm rot="5400000">
            <a:off x="-197922" y="19124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Leadership &amp; Culture</a:t>
            </a:r>
          </a:p>
        </p:txBody>
      </p:sp>
      <p:sp>
        <p:nvSpPr>
          <p:cNvPr id="90" name="Freeform: Shape 64">
            <a:extLst>
              <a:ext uri="{FF2B5EF4-FFF2-40B4-BE49-F238E27FC236}">
                <a16:creationId xmlns:a16="http://schemas.microsoft.com/office/drawing/2014/main" id="{53C8E0D9-11EA-ADC7-E37E-1366EF53044F}"/>
              </a:ext>
            </a:extLst>
          </p:cNvPr>
          <p:cNvSpPr/>
          <p:nvPr/>
        </p:nvSpPr>
        <p:spPr>
          <a:xfrm rot="5400000">
            <a:off x="-197922" y="27696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Business Processes</a:t>
            </a:r>
          </a:p>
        </p:txBody>
      </p:sp>
      <p:sp>
        <p:nvSpPr>
          <p:cNvPr id="92" name="Freeform: Shape 64">
            <a:extLst>
              <a:ext uri="{FF2B5EF4-FFF2-40B4-BE49-F238E27FC236}">
                <a16:creationId xmlns:a16="http://schemas.microsoft.com/office/drawing/2014/main" id="{23200D7A-BAFB-868E-0012-1D19E70F531B}"/>
              </a:ext>
            </a:extLst>
          </p:cNvPr>
          <p:cNvSpPr/>
          <p:nvPr/>
        </p:nvSpPr>
        <p:spPr>
          <a:xfrm rot="5400000">
            <a:off x="-197922" y="36269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Service Delivery Model</a:t>
            </a:r>
          </a:p>
        </p:txBody>
      </p:sp>
      <p:sp>
        <p:nvSpPr>
          <p:cNvPr id="94" name="Freeform: Shape 64">
            <a:extLst>
              <a:ext uri="{FF2B5EF4-FFF2-40B4-BE49-F238E27FC236}">
                <a16:creationId xmlns:a16="http://schemas.microsoft.com/office/drawing/2014/main" id="{BBC79DB9-59E8-164D-5A43-72FE3E5BF087}"/>
              </a:ext>
            </a:extLst>
          </p:cNvPr>
          <p:cNvSpPr/>
          <p:nvPr/>
        </p:nvSpPr>
        <p:spPr>
          <a:xfrm rot="5400000">
            <a:off x="-197922" y="44841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Data &amp; Information</a:t>
            </a:r>
          </a:p>
        </p:txBody>
      </p:sp>
      <p:sp>
        <p:nvSpPr>
          <p:cNvPr id="96" name="Freeform: Shape 64">
            <a:extLst>
              <a:ext uri="{FF2B5EF4-FFF2-40B4-BE49-F238E27FC236}">
                <a16:creationId xmlns:a16="http://schemas.microsoft.com/office/drawing/2014/main" id="{02425919-9FB3-B321-174A-4F717948E735}"/>
              </a:ext>
            </a:extLst>
          </p:cNvPr>
          <p:cNvSpPr/>
          <p:nvPr/>
        </p:nvSpPr>
        <p:spPr>
          <a:xfrm rot="5400000">
            <a:off x="-197922" y="53414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
        <p:nvSpPr>
          <p:cNvPr id="98" name="Freeform: Shape 64">
            <a:extLst>
              <a:ext uri="{FF2B5EF4-FFF2-40B4-BE49-F238E27FC236}">
                <a16:creationId xmlns:a16="http://schemas.microsoft.com/office/drawing/2014/main" id="{602F7819-96AF-70AD-C05D-C2AD42D53F49}"/>
              </a:ext>
            </a:extLst>
          </p:cNvPr>
          <p:cNvSpPr/>
          <p:nvPr/>
        </p:nvSpPr>
        <p:spPr>
          <a:xfrm rot="5400000">
            <a:off x="-197922" y="6198672"/>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Metrics</a:t>
            </a:r>
          </a:p>
        </p:txBody>
      </p:sp>
      <p:sp>
        <p:nvSpPr>
          <p:cNvPr id="100" name="Freeform: Shape 67">
            <a:extLst>
              <a:ext uri="{FF2B5EF4-FFF2-40B4-BE49-F238E27FC236}">
                <a16:creationId xmlns:a16="http://schemas.microsoft.com/office/drawing/2014/main" id="{D064778D-A2A3-D0F9-5F73-EA4A989B9624}"/>
              </a:ext>
            </a:extLst>
          </p:cNvPr>
          <p:cNvSpPr/>
          <p:nvPr/>
        </p:nvSpPr>
        <p:spPr>
          <a:xfrm rot="5400000">
            <a:off x="-273160" y="1912420"/>
            <a:ext cx="1007727"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chemeClr val="accent1">
              <a:lumMod val="50000"/>
            </a:schemeClr>
          </a:solidFill>
          <a:ln w="9525">
            <a:noFill/>
            <a:prstDash val="solid"/>
          </a:ln>
          <a:effectLst>
            <a:glow rad="63500">
              <a:schemeClr val="bg2">
                <a:lumMod val="95000"/>
                <a:alpha val="40000"/>
              </a:schemeClr>
            </a:glow>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de-DE" sz="800">
                <a:solidFill>
                  <a:srgbClr val="FFFFFF"/>
                </a:solidFill>
              </a:rPr>
              <a:t>Leadership &amp; Culture</a:t>
            </a:r>
          </a:p>
        </p:txBody>
      </p:sp>
      <p:grpSp>
        <p:nvGrpSpPr>
          <p:cNvPr id="104" name="Group 103">
            <a:extLst>
              <a:ext uri="{FF2B5EF4-FFF2-40B4-BE49-F238E27FC236}">
                <a16:creationId xmlns:a16="http://schemas.microsoft.com/office/drawing/2014/main" id="{7281F9D9-269C-9D48-8661-5C84AD0345AF}"/>
              </a:ext>
            </a:extLst>
          </p:cNvPr>
          <p:cNvGrpSpPr/>
          <p:nvPr/>
        </p:nvGrpSpPr>
        <p:grpSpPr>
          <a:xfrm>
            <a:off x="9893439" y="2172334"/>
            <a:ext cx="387656" cy="417965"/>
            <a:chOff x="5976018" y="2378102"/>
            <a:chExt cx="387656" cy="417965"/>
          </a:xfrm>
        </p:grpSpPr>
        <p:sp>
          <p:nvSpPr>
            <p:cNvPr id="105" name="Arrow: Chevron 104">
              <a:extLst>
                <a:ext uri="{FF2B5EF4-FFF2-40B4-BE49-F238E27FC236}">
                  <a16:creationId xmlns:a16="http://schemas.microsoft.com/office/drawing/2014/main" id="{57844D7A-2AC3-3B93-4BFD-C13D5DC984B8}"/>
                </a:ext>
              </a:extLst>
            </p:cNvPr>
            <p:cNvSpPr/>
            <p:nvPr/>
          </p:nvSpPr>
          <p:spPr>
            <a:xfrm rot="5400000">
              <a:off x="6032013"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06" name="Arrow: Chevron 105">
              <a:extLst>
                <a:ext uri="{FF2B5EF4-FFF2-40B4-BE49-F238E27FC236}">
                  <a16:creationId xmlns:a16="http://schemas.microsoft.com/office/drawing/2014/main" id="{FDEA2C6A-021A-D51A-E6AD-E241609E0E5E}"/>
                </a:ext>
              </a:extLst>
            </p:cNvPr>
            <p:cNvSpPr/>
            <p:nvPr/>
          </p:nvSpPr>
          <p:spPr>
            <a:xfrm rot="5400000">
              <a:off x="6052867"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grpSp>
    </p:spTree>
    <p:extLst>
      <p:ext uri="{BB962C8B-B14F-4D97-AF65-F5344CB8AC3E}">
        <p14:creationId xmlns:p14="http://schemas.microsoft.com/office/powerpoint/2010/main" val="213663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D7967-F86C-5C81-D1CB-B3C89419D71E}"/>
            </a:ext>
          </a:extLst>
        </p:cNvPr>
        <p:cNvGrpSpPr/>
        <p:nvPr/>
      </p:nvGrpSpPr>
      <p:grpSpPr>
        <a:xfrm>
          <a:off x="0" y="0"/>
          <a:ext cx="0" cy="0"/>
          <a:chOff x="0" y="0"/>
          <a:chExt cx="0" cy="0"/>
        </a:xfrm>
      </p:grpSpPr>
      <p:sp>
        <p:nvSpPr>
          <p:cNvPr id="263" name="Rectangle 262">
            <a:extLst>
              <a:ext uri="{FF2B5EF4-FFF2-40B4-BE49-F238E27FC236}">
                <a16:creationId xmlns:a16="http://schemas.microsoft.com/office/drawing/2014/main" id="{8441BBF4-C632-C9B8-3EEC-B8A4A8662E94}"/>
              </a:ext>
            </a:extLst>
          </p:cNvPr>
          <p:cNvSpPr/>
          <p:nvPr/>
        </p:nvSpPr>
        <p:spPr>
          <a:xfrm>
            <a:off x="545607" y="1628775"/>
            <a:ext cx="11100785" cy="4092193"/>
          </a:xfrm>
          <a:prstGeom prst="rect">
            <a:avLst/>
          </a:prstGeom>
          <a:gradFill flip="none" rotWithShape="1">
            <a:gsLst>
              <a:gs pos="100000">
                <a:schemeClr val="bg1">
                  <a:alpha val="0"/>
                </a:schemeClr>
              </a:gs>
              <a:gs pos="0">
                <a:schemeClr val="bg1">
                  <a:alpha val="0"/>
                </a:schemeClr>
              </a:gs>
              <a:gs pos="50000">
                <a:schemeClr val="tx1">
                  <a:alpha val="20000"/>
                </a:schemeClr>
              </a:gs>
            </a:gsLst>
            <a:lin ang="0" scaled="1"/>
            <a:tileRect/>
          </a:gradFill>
          <a:ln w="9525">
            <a:gradFill flip="none" rotWithShape="1">
              <a:gsLst>
                <a:gs pos="0">
                  <a:schemeClr val="bg1"/>
                </a:gs>
                <a:gs pos="70000">
                  <a:srgbClr val="FFFFFF">
                    <a:alpha val="0"/>
                  </a:srgbClr>
                </a:gs>
                <a:gs pos="30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2" name="Date Placeholder 1">
            <a:extLst>
              <a:ext uri="{FF2B5EF4-FFF2-40B4-BE49-F238E27FC236}">
                <a16:creationId xmlns:a16="http://schemas.microsoft.com/office/drawing/2014/main" id="{E97CA33B-E24F-F32A-C1A9-0050B778388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D7B79675-0DF0-8FA5-AD5B-1FD023B7718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EB886159-9710-6700-3008-3156AE0B938E}"/>
              </a:ext>
            </a:extLst>
          </p:cNvPr>
          <p:cNvSpPr>
            <a:spLocks noGrp="1"/>
          </p:cNvSpPr>
          <p:nvPr>
            <p:ph type="sldNum" sz="quarter" idx="12"/>
          </p:nvPr>
        </p:nvSpPr>
        <p:spPr/>
        <p:txBody>
          <a:bodyPr/>
          <a:lstStyle/>
          <a:p>
            <a:pPr algn="r"/>
            <a:fld id="{5D9A5160-6218-4E5A-B9E6-B93E3DAE377C}" type="slidenum">
              <a:rPr lang="en-US" smtClean="0"/>
              <a:pPr algn="r"/>
              <a:t>9</a:t>
            </a:fld>
            <a:endParaRPr lang="en-US"/>
          </a:p>
        </p:txBody>
      </p:sp>
      <p:sp>
        <p:nvSpPr>
          <p:cNvPr id="5" name="Title 4">
            <a:extLst>
              <a:ext uri="{FF2B5EF4-FFF2-40B4-BE49-F238E27FC236}">
                <a16:creationId xmlns:a16="http://schemas.microsoft.com/office/drawing/2014/main" id="{FE028B30-D031-AAB1-3FA5-083D36352C89}"/>
              </a:ext>
            </a:extLst>
          </p:cNvPr>
          <p:cNvSpPr>
            <a:spLocks noGrp="1"/>
          </p:cNvSpPr>
          <p:nvPr>
            <p:ph type="title"/>
          </p:nvPr>
        </p:nvSpPr>
        <p:spPr/>
        <p:txBody>
          <a:bodyPr/>
          <a:lstStyle/>
          <a:p>
            <a:r>
              <a:rPr lang="de-DE"/>
              <a:t>AI augments human work, enabling self-optimization and interconnected business processes</a:t>
            </a:r>
            <a:endParaRPr lang="en-US"/>
          </a:p>
        </p:txBody>
      </p:sp>
      <p:sp>
        <p:nvSpPr>
          <p:cNvPr id="32" name="TextBox 31">
            <a:extLst>
              <a:ext uri="{FF2B5EF4-FFF2-40B4-BE49-F238E27FC236}">
                <a16:creationId xmlns:a16="http://schemas.microsoft.com/office/drawing/2014/main" id="{5113F9FA-3EF1-42B1-3CC9-A1DD65C0E42F}"/>
              </a:ext>
            </a:extLst>
          </p:cNvPr>
          <p:cNvSpPr txBox="1"/>
          <p:nvPr/>
        </p:nvSpPr>
        <p:spPr>
          <a:xfrm>
            <a:off x="893804" y="1767433"/>
            <a:ext cx="3001848" cy="340735"/>
          </a:xfrm>
          <a:prstGeom prst="rect">
            <a:avLst/>
          </a:prstGeom>
          <a:noFill/>
        </p:spPr>
        <p:txBody>
          <a:bodyPr vert="horz" wrap="square" lIns="90000" tIns="46800" rIns="90000" bIns="46800" rtlCol="0" anchor="ctr">
            <a:spAutoFit/>
          </a:bodyPr>
          <a:lstStyle/>
          <a:p>
            <a:pPr algn="ctr">
              <a:spcBef>
                <a:spcPct val="0"/>
              </a:spcBef>
            </a:pPr>
            <a:r>
              <a:rPr lang="en-US" sz="1600" b="1">
                <a:solidFill>
                  <a:schemeClr val="bg1"/>
                </a:solidFill>
              </a:rPr>
              <a:t>Designed from the past</a:t>
            </a:r>
          </a:p>
        </p:txBody>
      </p:sp>
      <p:sp>
        <p:nvSpPr>
          <p:cNvPr id="33" name="TextBox 32">
            <a:extLst>
              <a:ext uri="{FF2B5EF4-FFF2-40B4-BE49-F238E27FC236}">
                <a16:creationId xmlns:a16="http://schemas.microsoft.com/office/drawing/2014/main" id="{DA62B2E7-ACAC-2656-922D-A70DF01810E9}"/>
              </a:ext>
            </a:extLst>
          </p:cNvPr>
          <p:cNvSpPr txBox="1"/>
          <p:nvPr/>
        </p:nvSpPr>
        <p:spPr>
          <a:xfrm>
            <a:off x="8163313" y="1767433"/>
            <a:ext cx="3213747" cy="340735"/>
          </a:xfrm>
          <a:prstGeom prst="rect">
            <a:avLst/>
          </a:prstGeom>
          <a:noFill/>
        </p:spPr>
        <p:txBody>
          <a:bodyPr vert="horz" wrap="square" lIns="90000" tIns="46800" rIns="90000" bIns="46800" rtlCol="0" anchor="ctr">
            <a:spAutoFit/>
          </a:bodyPr>
          <a:lstStyle/>
          <a:p>
            <a:pPr algn="ctr">
              <a:spcBef>
                <a:spcPct val="0"/>
              </a:spcBef>
            </a:pPr>
            <a:r>
              <a:rPr lang="en-US" sz="1600" b="1">
                <a:solidFill>
                  <a:schemeClr val="bg1"/>
                </a:solidFill>
              </a:rPr>
              <a:t>AI-augmented for the future</a:t>
            </a:r>
          </a:p>
        </p:txBody>
      </p:sp>
      <p:sp>
        <p:nvSpPr>
          <p:cNvPr id="49" name="TextBox 48">
            <a:extLst>
              <a:ext uri="{FF2B5EF4-FFF2-40B4-BE49-F238E27FC236}">
                <a16:creationId xmlns:a16="http://schemas.microsoft.com/office/drawing/2014/main" id="{9F158F9C-44D9-D693-AA78-E6306707D630}"/>
              </a:ext>
            </a:extLst>
          </p:cNvPr>
          <p:cNvSpPr txBox="1"/>
          <p:nvPr/>
        </p:nvSpPr>
        <p:spPr>
          <a:xfrm>
            <a:off x="582412" y="4943638"/>
            <a:ext cx="3656180" cy="648512"/>
          </a:xfrm>
          <a:prstGeom prst="rect">
            <a:avLst/>
          </a:prstGeom>
          <a:noFill/>
        </p:spPr>
        <p:txBody>
          <a:bodyPr vert="horz" wrap="square" lIns="90000" tIns="46800" rIns="90000" bIns="46800" rtlCol="0" anchor="ctr">
            <a:spAutoFit/>
          </a:bodyPr>
          <a:lstStyle/>
          <a:p>
            <a:pPr>
              <a:spcBef>
                <a:spcPct val="0"/>
              </a:spcBef>
            </a:pPr>
            <a:r>
              <a:rPr lang="en-DE" sz="1200" b="1">
                <a:solidFill>
                  <a:schemeClr val="bg1"/>
                </a:solidFill>
              </a:rPr>
              <a:t>Traditional </a:t>
            </a:r>
            <a:r>
              <a:rPr lang="de-DE" sz="1200" b="1">
                <a:solidFill>
                  <a:schemeClr val="bg1"/>
                </a:solidFill>
              </a:rPr>
              <a:t>business processes </a:t>
            </a:r>
            <a:r>
              <a:rPr lang="de-DE" sz="1200">
                <a:solidFill>
                  <a:schemeClr val="bg1"/>
                </a:solidFill>
              </a:rPr>
              <a:t>are </a:t>
            </a:r>
            <a:r>
              <a:rPr lang="en-US" sz="1200">
                <a:solidFill>
                  <a:schemeClr val="bg1"/>
                </a:solidFill>
              </a:rPr>
              <a:t>designed around </a:t>
            </a:r>
            <a:r>
              <a:rPr lang="en-US" sz="1200">
                <a:solidFill>
                  <a:schemeClr val="accent2"/>
                </a:solidFill>
              </a:rPr>
              <a:t>past success factors </a:t>
            </a:r>
            <a:r>
              <a:rPr lang="en-US" sz="1200">
                <a:solidFill>
                  <a:schemeClr val="bg1"/>
                </a:solidFill>
              </a:rPr>
              <a:t>and optimized within predefined process boundaries</a:t>
            </a:r>
            <a:endParaRPr lang="de-DE" sz="1200">
              <a:solidFill>
                <a:schemeClr val="bg1"/>
              </a:solidFill>
            </a:endParaRPr>
          </a:p>
        </p:txBody>
      </p:sp>
      <p:sp>
        <p:nvSpPr>
          <p:cNvPr id="50" name="TextBox 49">
            <a:extLst>
              <a:ext uri="{FF2B5EF4-FFF2-40B4-BE49-F238E27FC236}">
                <a16:creationId xmlns:a16="http://schemas.microsoft.com/office/drawing/2014/main" id="{3EAF1F0A-A502-4611-0595-A3CC0531E3B5}"/>
              </a:ext>
            </a:extLst>
          </p:cNvPr>
          <p:cNvSpPr txBox="1"/>
          <p:nvPr/>
        </p:nvSpPr>
        <p:spPr>
          <a:xfrm>
            <a:off x="7984717" y="4943639"/>
            <a:ext cx="3629335" cy="648512"/>
          </a:xfrm>
          <a:prstGeom prst="rect">
            <a:avLst/>
          </a:prstGeom>
          <a:noFill/>
        </p:spPr>
        <p:txBody>
          <a:bodyPr vert="horz" wrap="square" lIns="90000" tIns="46800" rIns="90000" bIns="46800" rtlCol="0" anchor="ctr">
            <a:spAutoFit/>
          </a:bodyPr>
          <a:lstStyle/>
          <a:p>
            <a:pPr algn="r">
              <a:spcBef>
                <a:spcPct val="0"/>
              </a:spcBef>
            </a:pPr>
            <a:r>
              <a:rPr lang="en-US" sz="1200" b="1">
                <a:solidFill>
                  <a:schemeClr val="bg1"/>
                </a:solidFill>
              </a:rPr>
              <a:t>AI-enabled processes </a:t>
            </a:r>
            <a:r>
              <a:rPr lang="en-US" sz="1200">
                <a:solidFill>
                  <a:schemeClr val="bg1"/>
                </a:solidFill>
              </a:rPr>
              <a:t>continuously evolve based on </a:t>
            </a:r>
            <a:r>
              <a:rPr lang="en-US" sz="1200">
                <a:solidFill>
                  <a:schemeClr val="accent2"/>
                </a:solidFill>
              </a:rPr>
              <a:t>leading success indicators</a:t>
            </a:r>
            <a:r>
              <a:rPr lang="en-US" sz="1200">
                <a:solidFill>
                  <a:schemeClr val="bg1"/>
                </a:solidFill>
              </a:rPr>
              <a:t>, optimizing the enterprise as one interconnected process system</a:t>
            </a:r>
          </a:p>
        </p:txBody>
      </p:sp>
      <p:grpSp>
        <p:nvGrpSpPr>
          <p:cNvPr id="27" name="Group 26">
            <a:extLst>
              <a:ext uri="{FF2B5EF4-FFF2-40B4-BE49-F238E27FC236}">
                <a16:creationId xmlns:a16="http://schemas.microsoft.com/office/drawing/2014/main" id="{B15ECE55-6E14-2432-0564-7205B363F4BA}"/>
              </a:ext>
            </a:extLst>
          </p:cNvPr>
          <p:cNvGrpSpPr/>
          <p:nvPr/>
        </p:nvGrpSpPr>
        <p:grpSpPr>
          <a:xfrm rot="16200000">
            <a:off x="3874406" y="3337121"/>
            <a:ext cx="399188" cy="392708"/>
            <a:chOff x="2105983" y="2378102"/>
            <a:chExt cx="387656" cy="417965"/>
          </a:xfrm>
        </p:grpSpPr>
        <p:sp>
          <p:nvSpPr>
            <p:cNvPr id="29" name="Arrow: Chevron 28">
              <a:extLst>
                <a:ext uri="{FF2B5EF4-FFF2-40B4-BE49-F238E27FC236}">
                  <a16:creationId xmlns:a16="http://schemas.microsoft.com/office/drawing/2014/main" id="{E932DE41-C703-4DF6-741C-60AA04D074E3}"/>
                </a:ext>
              </a:extLst>
            </p:cNvPr>
            <p:cNvSpPr/>
            <p:nvPr/>
          </p:nvSpPr>
          <p:spPr>
            <a:xfrm rot="5400000">
              <a:off x="2161978"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30" name="Arrow: Chevron 29">
              <a:extLst>
                <a:ext uri="{FF2B5EF4-FFF2-40B4-BE49-F238E27FC236}">
                  <a16:creationId xmlns:a16="http://schemas.microsoft.com/office/drawing/2014/main" id="{5DEBA2F3-D026-FA34-5601-FA858567D74E}"/>
                </a:ext>
              </a:extLst>
            </p:cNvPr>
            <p:cNvSpPr/>
            <p:nvPr/>
          </p:nvSpPr>
          <p:spPr>
            <a:xfrm rot="5400000">
              <a:off x="2182832"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31" name="Group 30">
            <a:extLst>
              <a:ext uri="{FF2B5EF4-FFF2-40B4-BE49-F238E27FC236}">
                <a16:creationId xmlns:a16="http://schemas.microsoft.com/office/drawing/2014/main" id="{999CB35B-FE9C-16DE-BD8B-700BF831627C}"/>
              </a:ext>
            </a:extLst>
          </p:cNvPr>
          <p:cNvGrpSpPr/>
          <p:nvPr/>
        </p:nvGrpSpPr>
        <p:grpSpPr>
          <a:xfrm rot="16200000">
            <a:off x="7873032" y="3337121"/>
            <a:ext cx="399188" cy="392708"/>
            <a:chOff x="2105983" y="2378102"/>
            <a:chExt cx="387656" cy="417965"/>
          </a:xfrm>
        </p:grpSpPr>
        <p:sp>
          <p:nvSpPr>
            <p:cNvPr id="34" name="Arrow: Chevron 33">
              <a:extLst>
                <a:ext uri="{FF2B5EF4-FFF2-40B4-BE49-F238E27FC236}">
                  <a16:creationId xmlns:a16="http://schemas.microsoft.com/office/drawing/2014/main" id="{FA9119DB-CB7F-FFBA-F824-9026FC0965FB}"/>
                </a:ext>
              </a:extLst>
            </p:cNvPr>
            <p:cNvSpPr/>
            <p:nvPr/>
          </p:nvSpPr>
          <p:spPr>
            <a:xfrm rot="5400000">
              <a:off x="2161978"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35" name="Arrow: Chevron 34">
              <a:extLst>
                <a:ext uri="{FF2B5EF4-FFF2-40B4-BE49-F238E27FC236}">
                  <a16:creationId xmlns:a16="http://schemas.microsoft.com/office/drawing/2014/main" id="{050484E4-835A-C46D-DDB6-9B644D6E15ED}"/>
                </a:ext>
              </a:extLst>
            </p:cNvPr>
            <p:cNvSpPr/>
            <p:nvPr/>
          </p:nvSpPr>
          <p:spPr>
            <a:xfrm rot="5400000">
              <a:off x="2182832"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sp>
        <p:nvSpPr>
          <p:cNvPr id="92" name="TextBox 91">
            <a:extLst>
              <a:ext uri="{FF2B5EF4-FFF2-40B4-BE49-F238E27FC236}">
                <a16:creationId xmlns:a16="http://schemas.microsoft.com/office/drawing/2014/main" id="{A188532D-DC35-8C37-7EB4-CCAE6A4BED4F}"/>
              </a:ext>
            </a:extLst>
          </p:cNvPr>
          <p:cNvSpPr txBox="1"/>
          <p:nvPr/>
        </p:nvSpPr>
        <p:spPr>
          <a:xfrm>
            <a:off x="4180199" y="4943639"/>
            <a:ext cx="3804519" cy="648512"/>
          </a:xfrm>
          <a:prstGeom prst="rect">
            <a:avLst/>
          </a:prstGeom>
          <a:noFill/>
        </p:spPr>
        <p:txBody>
          <a:bodyPr vert="horz" wrap="square" lIns="90000" tIns="46800" rIns="90000" bIns="46800" rtlCol="0" anchor="ctr">
            <a:spAutoFit/>
          </a:bodyPr>
          <a:lstStyle/>
          <a:p>
            <a:pPr algn="ctr">
              <a:spcBef>
                <a:spcPct val="0"/>
              </a:spcBef>
            </a:pPr>
            <a:r>
              <a:rPr lang="en-US" sz="1200" b="1">
                <a:solidFill>
                  <a:schemeClr val="bg1"/>
                </a:solidFill>
              </a:rPr>
              <a:t>Process intelligence </a:t>
            </a:r>
            <a:r>
              <a:rPr lang="en-US" sz="1200">
                <a:solidFill>
                  <a:schemeClr val="bg1"/>
                </a:solidFill>
              </a:rPr>
              <a:t>discovers execution patterns, prototypes process improvements and continuously adapts workflows based on proven outcomes</a:t>
            </a:r>
          </a:p>
        </p:txBody>
      </p:sp>
      <p:sp>
        <p:nvSpPr>
          <p:cNvPr id="93" name="TextBox 92">
            <a:extLst>
              <a:ext uri="{FF2B5EF4-FFF2-40B4-BE49-F238E27FC236}">
                <a16:creationId xmlns:a16="http://schemas.microsoft.com/office/drawing/2014/main" id="{B0FCD44E-0C8E-B5AB-BE92-A67B0859EEA5}"/>
              </a:ext>
            </a:extLst>
          </p:cNvPr>
          <p:cNvSpPr txBox="1"/>
          <p:nvPr/>
        </p:nvSpPr>
        <p:spPr>
          <a:xfrm>
            <a:off x="4055929" y="1767433"/>
            <a:ext cx="4053058" cy="340735"/>
          </a:xfrm>
          <a:prstGeom prst="rect">
            <a:avLst/>
          </a:prstGeom>
          <a:noFill/>
        </p:spPr>
        <p:txBody>
          <a:bodyPr vert="horz" wrap="square" lIns="90000" tIns="46800" rIns="90000" bIns="46800" rtlCol="0" anchor="ctr">
            <a:spAutoFit/>
          </a:bodyPr>
          <a:lstStyle/>
          <a:p>
            <a:pPr algn="ctr">
              <a:spcBef>
                <a:spcPct val="0"/>
              </a:spcBef>
            </a:pPr>
            <a:r>
              <a:rPr lang="en-US" sz="1600" b="1">
                <a:solidFill>
                  <a:schemeClr val="bg1"/>
                </a:solidFill>
              </a:rPr>
              <a:t>Evolving through Process Intelligence</a:t>
            </a:r>
          </a:p>
        </p:txBody>
      </p:sp>
      <p:sp>
        <p:nvSpPr>
          <p:cNvPr id="161" name="Freeform: Shape 64">
            <a:extLst>
              <a:ext uri="{FF2B5EF4-FFF2-40B4-BE49-F238E27FC236}">
                <a16:creationId xmlns:a16="http://schemas.microsoft.com/office/drawing/2014/main" id="{96725F91-CF7E-C579-50F0-821A0C960D7D}"/>
              </a:ext>
            </a:extLst>
          </p:cNvPr>
          <p:cNvSpPr/>
          <p:nvPr/>
        </p:nvSpPr>
        <p:spPr>
          <a:xfrm rot="5400000">
            <a:off x="-197922" y="1979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Organization Structures</a:t>
            </a:r>
          </a:p>
        </p:txBody>
      </p:sp>
      <p:sp>
        <p:nvSpPr>
          <p:cNvPr id="163" name="Freeform: Shape 64">
            <a:extLst>
              <a:ext uri="{FF2B5EF4-FFF2-40B4-BE49-F238E27FC236}">
                <a16:creationId xmlns:a16="http://schemas.microsoft.com/office/drawing/2014/main" id="{61E896CA-7E77-44F9-E311-B5BDA14D4183}"/>
              </a:ext>
            </a:extLst>
          </p:cNvPr>
          <p:cNvSpPr/>
          <p:nvPr/>
        </p:nvSpPr>
        <p:spPr>
          <a:xfrm rot="5400000">
            <a:off x="-197922" y="105517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Governance &amp; Decision-making</a:t>
            </a:r>
          </a:p>
        </p:txBody>
      </p:sp>
      <p:sp>
        <p:nvSpPr>
          <p:cNvPr id="165" name="Freeform: Shape 64">
            <a:extLst>
              <a:ext uri="{FF2B5EF4-FFF2-40B4-BE49-F238E27FC236}">
                <a16:creationId xmlns:a16="http://schemas.microsoft.com/office/drawing/2014/main" id="{AD2796C2-73B5-A6B9-0AE8-191056573512}"/>
              </a:ext>
            </a:extLst>
          </p:cNvPr>
          <p:cNvSpPr/>
          <p:nvPr/>
        </p:nvSpPr>
        <p:spPr>
          <a:xfrm rot="5400000">
            <a:off x="-197922" y="19124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Leadership &amp; Culture</a:t>
            </a:r>
          </a:p>
        </p:txBody>
      </p:sp>
      <p:sp>
        <p:nvSpPr>
          <p:cNvPr id="167" name="Freeform: Shape 64">
            <a:extLst>
              <a:ext uri="{FF2B5EF4-FFF2-40B4-BE49-F238E27FC236}">
                <a16:creationId xmlns:a16="http://schemas.microsoft.com/office/drawing/2014/main" id="{C10A46FB-6719-3D66-09C4-09C965B69A2F}"/>
              </a:ext>
            </a:extLst>
          </p:cNvPr>
          <p:cNvSpPr/>
          <p:nvPr/>
        </p:nvSpPr>
        <p:spPr>
          <a:xfrm rot="5400000">
            <a:off x="-197922" y="27696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Flow-based Processes</a:t>
            </a:r>
          </a:p>
        </p:txBody>
      </p:sp>
      <p:sp>
        <p:nvSpPr>
          <p:cNvPr id="169" name="Freeform: Shape 64">
            <a:extLst>
              <a:ext uri="{FF2B5EF4-FFF2-40B4-BE49-F238E27FC236}">
                <a16:creationId xmlns:a16="http://schemas.microsoft.com/office/drawing/2014/main" id="{05B02FCE-67CB-F550-CC30-87DC7B9E5131}"/>
              </a:ext>
            </a:extLst>
          </p:cNvPr>
          <p:cNvSpPr/>
          <p:nvPr/>
        </p:nvSpPr>
        <p:spPr>
          <a:xfrm rot="5400000">
            <a:off x="-197922" y="36269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Service Delivery Model</a:t>
            </a:r>
          </a:p>
        </p:txBody>
      </p:sp>
      <p:sp>
        <p:nvSpPr>
          <p:cNvPr id="171" name="Freeform: Shape 64">
            <a:extLst>
              <a:ext uri="{FF2B5EF4-FFF2-40B4-BE49-F238E27FC236}">
                <a16:creationId xmlns:a16="http://schemas.microsoft.com/office/drawing/2014/main" id="{08C4BF97-AD62-0A70-E48F-DC0F5E99ACEB}"/>
              </a:ext>
            </a:extLst>
          </p:cNvPr>
          <p:cNvSpPr/>
          <p:nvPr/>
        </p:nvSpPr>
        <p:spPr>
          <a:xfrm rot="5400000">
            <a:off x="-197922" y="44841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Data &amp; Information</a:t>
            </a:r>
          </a:p>
        </p:txBody>
      </p:sp>
      <p:sp>
        <p:nvSpPr>
          <p:cNvPr id="173" name="Freeform: Shape 64">
            <a:extLst>
              <a:ext uri="{FF2B5EF4-FFF2-40B4-BE49-F238E27FC236}">
                <a16:creationId xmlns:a16="http://schemas.microsoft.com/office/drawing/2014/main" id="{4A75DEA2-D1D7-326F-F725-88BBFD316C69}"/>
              </a:ext>
            </a:extLst>
          </p:cNvPr>
          <p:cNvSpPr/>
          <p:nvPr/>
        </p:nvSpPr>
        <p:spPr>
          <a:xfrm rot="5400000">
            <a:off x="-197922" y="53414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
        <p:nvSpPr>
          <p:cNvPr id="175" name="Freeform: Shape 64">
            <a:extLst>
              <a:ext uri="{FF2B5EF4-FFF2-40B4-BE49-F238E27FC236}">
                <a16:creationId xmlns:a16="http://schemas.microsoft.com/office/drawing/2014/main" id="{B50DCE7A-33F1-4120-3998-15C70CF2EB32}"/>
              </a:ext>
            </a:extLst>
          </p:cNvPr>
          <p:cNvSpPr/>
          <p:nvPr/>
        </p:nvSpPr>
        <p:spPr>
          <a:xfrm rot="5400000">
            <a:off x="-197922" y="6198672"/>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Metrics</a:t>
            </a:r>
          </a:p>
        </p:txBody>
      </p:sp>
      <p:sp>
        <p:nvSpPr>
          <p:cNvPr id="179" name="Freeform: Shape 67">
            <a:extLst>
              <a:ext uri="{FF2B5EF4-FFF2-40B4-BE49-F238E27FC236}">
                <a16:creationId xmlns:a16="http://schemas.microsoft.com/office/drawing/2014/main" id="{DE3B56EA-5706-3907-153A-211BEE4A4DE0}"/>
              </a:ext>
            </a:extLst>
          </p:cNvPr>
          <p:cNvSpPr/>
          <p:nvPr/>
        </p:nvSpPr>
        <p:spPr>
          <a:xfrm rot="5400000">
            <a:off x="-273161" y="2769671"/>
            <a:ext cx="1007727"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chemeClr val="accent1">
              <a:lumMod val="50000"/>
            </a:schemeClr>
          </a:solidFill>
          <a:ln w="9525">
            <a:noFill/>
            <a:prstDash val="solid"/>
          </a:ln>
          <a:effectLst>
            <a:glow rad="63500">
              <a:schemeClr val="bg2">
                <a:lumMod val="95000"/>
                <a:alpha val="40000"/>
              </a:schemeClr>
            </a:glow>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de-DE" sz="800">
                <a:solidFill>
                  <a:srgbClr val="FFFFFF"/>
                </a:solidFill>
              </a:rPr>
              <a:t>Business Processes</a:t>
            </a:r>
          </a:p>
        </p:txBody>
      </p:sp>
      <p:grpSp>
        <p:nvGrpSpPr>
          <p:cNvPr id="23" name="Group 22">
            <a:extLst>
              <a:ext uri="{FF2B5EF4-FFF2-40B4-BE49-F238E27FC236}">
                <a16:creationId xmlns:a16="http://schemas.microsoft.com/office/drawing/2014/main" id="{B7BE563A-F171-F98C-6140-952F1D169CE7}"/>
              </a:ext>
            </a:extLst>
          </p:cNvPr>
          <p:cNvGrpSpPr/>
          <p:nvPr/>
        </p:nvGrpSpPr>
        <p:grpSpPr>
          <a:xfrm>
            <a:off x="8400860" y="2496183"/>
            <a:ext cx="2832188" cy="1977467"/>
            <a:chOff x="8680717" y="2293648"/>
            <a:chExt cx="2832188" cy="1977467"/>
          </a:xfrm>
        </p:grpSpPr>
        <p:cxnSp>
          <p:nvCxnSpPr>
            <p:cNvPr id="11" name="Straight Connector 10">
              <a:extLst>
                <a:ext uri="{FF2B5EF4-FFF2-40B4-BE49-F238E27FC236}">
                  <a16:creationId xmlns:a16="http://schemas.microsoft.com/office/drawing/2014/main" id="{837DD623-F505-44A9-6B67-FC232E613AFA}"/>
                </a:ext>
              </a:extLst>
            </p:cNvPr>
            <p:cNvCxnSpPr>
              <a:cxnSpLocks/>
            </p:cNvCxnSpPr>
            <p:nvPr/>
          </p:nvCxnSpPr>
          <p:spPr>
            <a:xfrm>
              <a:off x="10685377" y="2847040"/>
              <a:ext cx="412023" cy="0"/>
            </a:xfrm>
            <a:prstGeom prst="line">
              <a:avLst/>
            </a:prstGeom>
            <a:ln w="16193">
              <a:solidFill>
                <a:schemeClr val="accent2"/>
              </a:solidFill>
            </a:ln>
            <a:effectLst>
              <a:glow rad="63500">
                <a:schemeClr val="accent2">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CC25F67D-2D0D-9F28-1797-516009FB3B56}"/>
                </a:ext>
              </a:extLst>
            </p:cNvPr>
            <p:cNvCxnSpPr>
              <a:cxnSpLocks/>
            </p:cNvCxnSpPr>
            <p:nvPr/>
          </p:nvCxnSpPr>
          <p:spPr>
            <a:xfrm>
              <a:off x="10474846" y="2494575"/>
              <a:ext cx="216304" cy="363514"/>
            </a:xfrm>
            <a:prstGeom prst="line">
              <a:avLst/>
            </a:prstGeom>
            <a:ln w="16193">
              <a:solidFill>
                <a:schemeClr val="accent2"/>
              </a:solidFill>
            </a:ln>
            <a:effectLst>
              <a:glow rad="63500">
                <a:schemeClr val="accent2">
                  <a:alpha val="40000"/>
                </a:schemeClr>
              </a:glow>
            </a:effectLst>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F825146-7476-55E5-C3FC-769BA61DB262}"/>
                </a:ext>
              </a:extLst>
            </p:cNvPr>
            <p:cNvCxnSpPr>
              <a:cxnSpLocks/>
            </p:cNvCxnSpPr>
            <p:nvPr/>
          </p:nvCxnSpPr>
          <p:spPr>
            <a:xfrm>
              <a:off x="9086240" y="2765955"/>
              <a:ext cx="412023" cy="0"/>
            </a:xfrm>
            <a:prstGeom prst="line">
              <a:avLst/>
            </a:prstGeom>
            <a:ln w="16193">
              <a:solidFill>
                <a:schemeClr val="accent2"/>
              </a:solidFill>
            </a:ln>
            <a:effectLst>
              <a:glow rad="63500">
                <a:schemeClr val="accent2">
                  <a:alpha val="40000"/>
                </a:schemeClr>
              </a:glow>
            </a:effectLst>
          </p:spPr>
          <p:style>
            <a:lnRef idx="1">
              <a:schemeClr val="accent1"/>
            </a:lnRef>
            <a:fillRef idx="0">
              <a:schemeClr val="accent1"/>
            </a:fillRef>
            <a:effectRef idx="0">
              <a:schemeClr val="accent1"/>
            </a:effectRef>
            <a:fontRef idx="minor">
              <a:schemeClr val="tx1"/>
            </a:fontRef>
          </p:style>
        </p:cxnSp>
        <p:sp>
          <p:nvSpPr>
            <p:cNvPr id="46" name="Hexagon 45">
              <a:extLst>
                <a:ext uri="{FF2B5EF4-FFF2-40B4-BE49-F238E27FC236}">
                  <a16:creationId xmlns:a16="http://schemas.microsoft.com/office/drawing/2014/main" id="{E34AC212-D4C6-278B-0070-CD996372F1CF}"/>
                </a:ext>
              </a:extLst>
            </p:cNvPr>
            <p:cNvSpPr/>
            <p:nvPr/>
          </p:nvSpPr>
          <p:spPr>
            <a:xfrm>
              <a:off x="8936593" y="2634223"/>
              <a:ext cx="305064" cy="263464"/>
            </a:xfrm>
            <a:prstGeom prst="hexagon">
              <a:avLst>
                <a:gd name="adj" fmla="val 28868"/>
                <a:gd name="vf" fmla="val 115470"/>
              </a:avLst>
            </a:prstGeom>
            <a:solidFill>
              <a:srgbClr val="77BDFF"/>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47" name="Hexagon 46">
              <a:extLst>
                <a:ext uri="{FF2B5EF4-FFF2-40B4-BE49-F238E27FC236}">
                  <a16:creationId xmlns:a16="http://schemas.microsoft.com/office/drawing/2014/main" id="{04BFA45F-3FCF-8E8D-B29C-26D3B023A649}"/>
                </a:ext>
              </a:extLst>
            </p:cNvPr>
            <p:cNvSpPr/>
            <p:nvPr/>
          </p:nvSpPr>
          <p:spPr>
            <a:xfrm>
              <a:off x="9591640" y="3409217"/>
              <a:ext cx="997988" cy="861898"/>
            </a:xfrm>
            <a:prstGeom prst="hexagon">
              <a:avLst>
                <a:gd name="adj" fmla="val 28868"/>
                <a:gd name="vf" fmla="val 115470"/>
              </a:avLst>
            </a:prstGeom>
            <a:noFill/>
            <a:ln w="16193" cmpd="sng">
              <a:solidFill>
                <a:schemeClr val="accent2"/>
              </a:solid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53" name="Hexagon 52">
              <a:extLst>
                <a:ext uri="{FF2B5EF4-FFF2-40B4-BE49-F238E27FC236}">
                  <a16:creationId xmlns:a16="http://schemas.microsoft.com/office/drawing/2014/main" id="{7192B9E3-5864-B542-9FC7-E79C7D2BF3F8}"/>
                </a:ext>
              </a:extLst>
            </p:cNvPr>
            <p:cNvSpPr/>
            <p:nvPr/>
          </p:nvSpPr>
          <p:spPr>
            <a:xfrm>
              <a:off x="9591642" y="2436622"/>
              <a:ext cx="997988" cy="861898"/>
            </a:xfrm>
            <a:prstGeom prst="hexagon">
              <a:avLst>
                <a:gd name="adj" fmla="val 28868"/>
                <a:gd name="vf" fmla="val 115470"/>
              </a:avLst>
            </a:prstGeom>
            <a:solidFill>
              <a:srgbClr val="004280"/>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000">
                <a:solidFill>
                  <a:schemeClr val="bg1"/>
                </a:solidFill>
                <a:cs typeface="Verdana" panose="020B0604030504040204" pitchFamily="34" charset="0"/>
              </a:endParaRPr>
            </a:p>
          </p:txBody>
        </p:sp>
        <p:sp>
          <p:nvSpPr>
            <p:cNvPr id="58" name="Hexagon 57">
              <a:extLst>
                <a:ext uri="{FF2B5EF4-FFF2-40B4-BE49-F238E27FC236}">
                  <a16:creationId xmlns:a16="http://schemas.microsoft.com/office/drawing/2014/main" id="{27B4148F-84A6-15F9-C189-20499CD0BF3F}"/>
                </a:ext>
              </a:extLst>
            </p:cNvPr>
            <p:cNvSpPr/>
            <p:nvPr/>
          </p:nvSpPr>
          <p:spPr>
            <a:xfrm>
              <a:off x="8756186" y="2922920"/>
              <a:ext cx="997988" cy="861898"/>
            </a:xfrm>
            <a:prstGeom prst="hexagon">
              <a:avLst>
                <a:gd name="adj" fmla="val 28868"/>
                <a:gd name="vf" fmla="val 115470"/>
              </a:avLst>
            </a:prstGeom>
            <a:solidFill>
              <a:srgbClr val="77BDFF"/>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000" b="1">
                <a:solidFill>
                  <a:schemeClr val="bg1"/>
                </a:solidFill>
                <a:cs typeface="Verdana" panose="020B0604030504040204" pitchFamily="34" charset="0"/>
              </a:endParaRPr>
            </a:p>
          </p:txBody>
        </p:sp>
        <p:sp>
          <p:nvSpPr>
            <p:cNvPr id="61" name="Hexagon 60">
              <a:extLst>
                <a:ext uri="{FF2B5EF4-FFF2-40B4-BE49-F238E27FC236}">
                  <a16:creationId xmlns:a16="http://schemas.microsoft.com/office/drawing/2014/main" id="{A4912CB8-4BAC-268F-010C-34818559D135}"/>
                </a:ext>
              </a:extLst>
            </p:cNvPr>
            <p:cNvSpPr/>
            <p:nvPr/>
          </p:nvSpPr>
          <p:spPr>
            <a:xfrm>
              <a:off x="11207841" y="3970884"/>
              <a:ext cx="305064" cy="263464"/>
            </a:xfrm>
            <a:prstGeom prst="hexagon">
              <a:avLst>
                <a:gd name="adj" fmla="val 28868"/>
                <a:gd name="vf" fmla="val 115470"/>
              </a:avLst>
            </a:prstGeom>
            <a:solidFill>
              <a:srgbClr val="0058AB"/>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64" name="Hexagon 63">
              <a:extLst>
                <a:ext uri="{FF2B5EF4-FFF2-40B4-BE49-F238E27FC236}">
                  <a16:creationId xmlns:a16="http://schemas.microsoft.com/office/drawing/2014/main" id="{5A7D7086-C7F9-4B0C-5390-B43914516843}"/>
                </a:ext>
              </a:extLst>
            </p:cNvPr>
            <p:cNvSpPr/>
            <p:nvPr/>
          </p:nvSpPr>
          <p:spPr>
            <a:xfrm>
              <a:off x="8680717" y="2781383"/>
              <a:ext cx="305064" cy="263464"/>
            </a:xfrm>
            <a:prstGeom prst="hexagon">
              <a:avLst>
                <a:gd name="adj" fmla="val 28868"/>
                <a:gd name="vf" fmla="val 115470"/>
              </a:avLst>
            </a:prstGeom>
            <a:solidFill>
              <a:srgbClr val="77BDFF"/>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cxnSp>
          <p:nvCxnSpPr>
            <p:cNvPr id="68" name="Straight Connector 67">
              <a:extLst>
                <a:ext uri="{FF2B5EF4-FFF2-40B4-BE49-F238E27FC236}">
                  <a16:creationId xmlns:a16="http://schemas.microsoft.com/office/drawing/2014/main" id="{A82CD48C-62E4-08AA-5E59-C8EF222E4FCD}"/>
                </a:ext>
              </a:extLst>
            </p:cNvPr>
            <p:cNvCxnSpPr>
              <a:cxnSpLocks/>
            </p:cNvCxnSpPr>
            <p:nvPr/>
          </p:nvCxnSpPr>
          <p:spPr>
            <a:xfrm>
              <a:off x="9486908" y="2757033"/>
              <a:ext cx="372000" cy="664946"/>
            </a:xfrm>
            <a:prstGeom prst="line">
              <a:avLst/>
            </a:prstGeom>
            <a:ln w="16193">
              <a:solidFill>
                <a:schemeClr val="accent2"/>
              </a:solidFill>
            </a:ln>
            <a:effectLst>
              <a:glow rad="63500">
                <a:schemeClr val="accent2">
                  <a:alpha val="40000"/>
                </a:schemeClr>
              </a:glow>
            </a:effectLst>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821ED37-CD69-E6FD-E98A-A1BB956A6588}"/>
                </a:ext>
              </a:extLst>
            </p:cNvPr>
            <p:cNvCxnSpPr>
              <a:cxnSpLocks/>
            </p:cNvCxnSpPr>
            <p:nvPr/>
          </p:nvCxnSpPr>
          <p:spPr>
            <a:xfrm flipV="1">
              <a:off x="9492789" y="2442277"/>
              <a:ext cx="206204" cy="326933"/>
            </a:xfrm>
            <a:prstGeom prst="line">
              <a:avLst/>
            </a:prstGeom>
            <a:ln w="16193">
              <a:solidFill>
                <a:schemeClr val="accent2"/>
              </a:solidFill>
            </a:ln>
            <a:effectLst>
              <a:glow rad="63500">
                <a:schemeClr val="accent2">
                  <a:alpha val="40000"/>
                </a:schemeClr>
              </a:glow>
            </a:effectLst>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891F65D4-17E3-4E08-5D7B-EBE36C854EAE}"/>
                </a:ext>
              </a:extLst>
            </p:cNvPr>
            <p:cNvSpPr/>
            <p:nvPr/>
          </p:nvSpPr>
          <p:spPr>
            <a:xfrm>
              <a:off x="9467314" y="2740629"/>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6" name="Hexagon 65">
              <a:extLst>
                <a:ext uri="{FF2B5EF4-FFF2-40B4-BE49-F238E27FC236}">
                  <a16:creationId xmlns:a16="http://schemas.microsoft.com/office/drawing/2014/main" id="{BD5E0EBE-66C6-ADC1-6A7E-FDD710BFFA18}"/>
                </a:ext>
              </a:extLst>
            </p:cNvPr>
            <p:cNvSpPr/>
            <p:nvPr/>
          </p:nvSpPr>
          <p:spPr>
            <a:xfrm>
              <a:off x="10377838" y="2313819"/>
              <a:ext cx="305064" cy="263464"/>
            </a:xfrm>
            <a:prstGeom prst="hexagon">
              <a:avLst>
                <a:gd name="adj" fmla="val 28868"/>
                <a:gd name="vf" fmla="val 115470"/>
              </a:avLst>
            </a:prstGeom>
            <a:solidFill>
              <a:srgbClr val="004280"/>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60" name="Hexagon 59">
              <a:extLst>
                <a:ext uri="{FF2B5EF4-FFF2-40B4-BE49-F238E27FC236}">
                  <a16:creationId xmlns:a16="http://schemas.microsoft.com/office/drawing/2014/main" id="{E6EE77BF-602C-66CD-3AA1-36F2C27494CC}"/>
                </a:ext>
              </a:extLst>
            </p:cNvPr>
            <p:cNvSpPr/>
            <p:nvPr/>
          </p:nvSpPr>
          <p:spPr>
            <a:xfrm>
              <a:off x="10952462" y="3823430"/>
              <a:ext cx="305064" cy="263464"/>
            </a:xfrm>
            <a:prstGeom prst="hexagon">
              <a:avLst>
                <a:gd name="adj" fmla="val 28868"/>
                <a:gd name="vf" fmla="val 115470"/>
              </a:avLst>
            </a:prstGeom>
            <a:solidFill>
              <a:srgbClr val="0058AB"/>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133" name="Oval 132">
              <a:extLst>
                <a:ext uri="{FF2B5EF4-FFF2-40B4-BE49-F238E27FC236}">
                  <a16:creationId xmlns:a16="http://schemas.microsoft.com/office/drawing/2014/main" id="{3F3B4F7A-60F5-63B9-19B5-9549AA8403C4}"/>
                </a:ext>
              </a:extLst>
            </p:cNvPr>
            <p:cNvSpPr/>
            <p:nvPr/>
          </p:nvSpPr>
          <p:spPr>
            <a:xfrm>
              <a:off x="9812002" y="3382309"/>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46" name="TextBox 145">
              <a:extLst>
                <a:ext uri="{FF2B5EF4-FFF2-40B4-BE49-F238E27FC236}">
                  <a16:creationId xmlns:a16="http://schemas.microsoft.com/office/drawing/2014/main" id="{E398640F-D5FF-5633-3976-6A3D2E13C320}"/>
                </a:ext>
              </a:extLst>
            </p:cNvPr>
            <p:cNvSpPr txBox="1"/>
            <p:nvPr/>
          </p:nvSpPr>
          <p:spPr>
            <a:xfrm>
              <a:off x="9673761" y="2553293"/>
              <a:ext cx="852076" cy="326558"/>
            </a:xfrm>
            <a:prstGeom prst="rect">
              <a:avLst/>
            </a:prstGeom>
            <a:noFill/>
          </p:spPr>
          <p:txBody>
            <a:bodyPr vert="horz" wrap="square" lIns="76500" tIns="39780" rIns="76500" bIns="39780" rtlCol="0" anchor="ctr">
              <a:spAutoFit/>
            </a:bodyPr>
            <a:lstStyle/>
            <a:p>
              <a:pPr algn="ctr">
                <a:spcBef>
                  <a:spcPct val="0"/>
                </a:spcBef>
              </a:pPr>
              <a:r>
                <a:rPr lang="en-US" sz="800" b="1">
                  <a:solidFill>
                    <a:schemeClr val="bg1"/>
                  </a:solidFill>
                </a:rPr>
                <a:t>Management Processes</a:t>
              </a:r>
            </a:p>
          </p:txBody>
        </p:sp>
        <p:sp>
          <p:nvSpPr>
            <p:cNvPr id="176" name="Hexagon 175">
              <a:extLst>
                <a:ext uri="{FF2B5EF4-FFF2-40B4-BE49-F238E27FC236}">
                  <a16:creationId xmlns:a16="http://schemas.microsoft.com/office/drawing/2014/main" id="{60EE5627-340B-C023-007A-C0214CB1DC9F}"/>
                </a:ext>
              </a:extLst>
            </p:cNvPr>
            <p:cNvSpPr/>
            <p:nvPr/>
          </p:nvSpPr>
          <p:spPr>
            <a:xfrm>
              <a:off x="10941956" y="2617585"/>
              <a:ext cx="305064" cy="263464"/>
            </a:xfrm>
            <a:prstGeom prst="hexagon">
              <a:avLst>
                <a:gd name="adj" fmla="val 28868"/>
                <a:gd name="vf" fmla="val 115470"/>
              </a:avLst>
            </a:prstGeom>
            <a:solidFill>
              <a:srgbClr val="0058AB"/>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181" name="Oval 180">
              <a:extLst>
                <a:ext uri="{FF2B5EF4-FFF2-40B4-BE49-F238E27FC236}">
                  <a16:creationId xmlns:a16="http://schemas.microsoft.com/office/drawing/2014/main" id="{79001EA6-886F-6AC2-4692-45C5A690240B}"/>
                </a:ext>
              </a:extLst>
            </p:cNvPr>
            <p:cNvSpPr/>
            <p:nvPr/>
          </p:nvSpPr>
          <p:spPr>
            <a:xfrm>
              <a:off x="9205137" y="2740629"/>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cxnSp>
          <p:nvCxnSpPr>
            <p:cNvPr id="194" name="Straight Connector 193">
              <a:extLst>
                <a:ext uri="{FF2B5EF4-FFF2-40B4-BE49-F238E27FC236}">
                  <a16:creationId xmlns:a16="http://schemas.microsoft.com/office/drawing/2014/main" id="{02572DB5-52EB-F8F5-8E42-08FED62F0C21}"/>
                </a:ext>
              </a:extLst>
            </p:cNvPr>
            <p:cNvCxnSpPr>
              <a:cxnSpLocks/>
            </p:cNvCxnSpPr>
            <p:nvPr/>
          </p:nvCxnSpPr>
          <p:spPr>
            <a:xfrm flipH="1">
              <a:off x="10339394" y="2848276"/>
              <a:ext cx="337940" cy="567834"/>
            </a:xfrm>
            <a:prstGeom prst="line">
              <a:avLst/>
            </a:prstGeom>
            <a:ln w="16193">
              <a:solidFill>
                <a:schemeClr val="accent2"/>
              </a:solidFill>
            </a:ln>
            <a:effectLst>
              <a:glow rad="63500">
                <a:schemeClr val="accent2">
                  <a:alpha val="40000"/>
                </a:schemeClr>
              </a:glow>
            </a:effectLst>
          </p:spPr>
          <p:style>
            <a:lnRef idx="1">
              <a:schemeClr val="accent1"/>
            </a:lnRef>
            <a:fillRef idx="0">
              <a:schemeClr val="accent1"/>
            </a:fillRef>
            <a:effectRef idx="0">
              <a:schemeClr val="accent1"/>
            </a:effectRef>
            <a:fontRef idx="minor">
              <a:schemeClr val="tx1"/>
            </a:fontRef>
          </p:style>
        </p:cxnSp>
        <p:sp>
          <p:nvSpPr>
            <p:cNvPr id="198" name="Oval 197">
              <a:extLst>
                <a:ext uri="{FF2B5EF4-FFF2-40B4-BE49-F238E27FC236}">
                  <a16:creationId xmlns:a16="http://schemas.microsoft.com/office/drawing/2014/main" id="{F22E9899-C3FE-8399-7611-287D4902F887}"/>
                </a:ext>
              </a:extLst>
            </p:cNvPr>
            <p:cNvSpPr/>
            <p:nvPr/>
          </p:nvSpPr>
          <p:spPr>
            <a:xfrm>
              <a:off x="10492354" y="2543026"/>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00" name="Oval 199">
              <a:extLst>
                <a:ext uri="{FF2B5EF4-FFF2-40B4-BE49-F238E27FC236}">
                  <a16:creationId xmlns:a16="http://schemas.microsoft.com/office/drawing/2014/main" id="{232878B9-7462-14E3-7482-16DF3DDA73B4}"/>
                </a:ext>
              </a:extLst>
            </p:cNvPr>
            <p:cNvSpPr/>
            <p:nvPr/>
          </p:nvSpPr>
          <p:spPr>
            <a:xfrm>
              <a:off x="10654353" y="2821192"/>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02" name="Oval 201">
              <a:extLst>
                <a:ext uri="{FF2B5EF4-FFF2-40B4-BE49-F238E27FC236}">
                  <a16:creationId xmlns:a16="http://schemas.microsoft.com/office/drawing/2014/main" id="{637098D9-3895-46AE-E2AD-97B7D13801E6}"/>
                </a:ext>
              </a:extLst>
            </p:cNvPr>
            <p:cNvSpPr/>
            <p:nvPr/>
          </p:nvSpPr>
          <p:spPr>
            <a:xfrm>
              <a:off x="10321410" y="3382310"/>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226" name="Group 225">
              <a:extLst>
                <a:ext uri="{FF2B5EF4-FFF2-40B4-BE49-F238E27FC236}">
                  <a16:creationId xmlns:a16="http://schemas.microsoft.com/office/drawing/2014/main" id="{5AA47568-947C-70C6-CC44-2FD487F4F699}"/>
                </a:ext>
              </a:extLst>
            </p:cNvPr>
            <p:cNvGrpSpPr/>
            <p:nvPr/>
          </p:nvGrpSpPr>
          <p:grpSpPr>
            <a:xfrm>
              <a:off x="9723635" y="3663148"/>
              <a:ext cx="752326" cy="354036"/>
              <a:chOff x="6088090" y="4248307"/>
              <a:chExt cx="686961" cy="323276"/>
            </a:xfrm>
          </p:grpSpPr>
          <p:sp>
            <p:nvSpPr>
              <p:cNvPr id="57" name="Graphic 2">
                <a:extLst>
                  <a:ext uri="{FF2B5EF4-FFF2-40B4-BE49-F238E27FC236}">
                    <a16:creationId xmlns:a16="http://schemas.microsoft.com/office/drawing/2014/main" id="{7E6F8E1A-2FCD-A673-CF16-4DB5256C7D0A}"/>
                  </a:ext>
                </a:extLst>
              </p:cNvPr>
              <p:cNvSpPr>
                <a:spLocks noChangeAspect="1"/>
              </p:cNvSpPr>
              <p:nvPr/>
            </p:nvSpPr>
            <p:spPr>
              <a:xfrm>
                <a:off x="6088090" y="4248307"/>
                <a:ext cx="686961" cy="323276"/>
              </a:xfrm>
              <a:custGeom>
                <a:avLst/>
                <a:gdLst>
                  <a:gd name="connsiteX0" fmla="*/ 474801 w 507998"/>
                  <a:gd name="connsiteY0" fmla="*/ 37359 h 239057"/>
                  <a:gd name="connsiteX1" fmla="*/ 303035 w 507998"/>
                  <a:gd name="connsiteY1" fmla="*/ 34763 h 239057"/>
                  <a:gd name="connsiteX2" fmla="*/ 300438 w 507998"/>
                  <a:gd name="connsiteY2" fmla="*/ 37359 h 239057"/>
                  <a:gd name="connsiteX3" fmla="*/ 300438 w 507998"/>
                  <a:gd name="connsiteY3" fmla="*/ 37359 h 239057"/>
                  <a:gd name="connsiteX4" fmla="*/ 251431 w 507998"/>
                  <a:gd name="connsiteY4" fmla="*/ 119535 h 239057"/>
                  <a:gd name="connsiteX5" fmla="*/ 199585 w 507998"/>
                  <a:gd name="connsiteY5" fmla="*/ 205297 h 239057"/>
                  <a:gd name="connsiteX6" fmla="*/ 123087 w 507998"/>
                  <a:gd name="connsiteY6" fmla="*/ 237570 h 239057"/>
                  <a:gd name="connsiteX7" fmla="*/ 123087 w 507998"/>
                  <a:gd name="connsiteY7" fmla="*/ 237570 h 239057"/>
                  <a:gd name="connsiteX8" fmla="*/ 46588 w 507998"/>
                  <a:gd name="connsiteY8" fmla="*/ 205148 h 239057"/>
                  <a:gd name="connsiteX9" fmla="*/ 46588 w 507998"/>
                  <a:gd name="connsiteY9" fmla="*/ 48565 h 239057"/>
                  <a:gd name="connsiteX10" fmla="*/ 127569 w 507998"/>
                  <a:gd name="connsiteY10" fmla="*/ 14948 h 239057"/>
                  <a:gd name="connsiteX11" fmla="*/ 127569 w 507998"/>
                  <a:gd name="connsiteY11" fmla="*/ 14948 h 239057"/>
                  <a:gd name="connsiteX12" fmla="*/ 206907 w 507998"/>
                  <a:gd name="connsiteY12" fmla="*/ 46922 h 239057"/>
                  <a:gd name="connsiteX13" fmla="*/ 217515 w 507998"/>
                  <a:gd name="connsiteY13" fmla="*/ 47071 h 239057"/>
                  <a:gd name="connsiteX14" fmla="*/ 217664 w 507998"/>
                  <a:gd name="connsiteY14" fmla="*/ 36463 h 239057"/>
                  <a:gd name="connsiteX15" fmla="*/ 127569 w 507998"/>
                  <a:gd name="connsiteY15" fmla="*/ 6 h 239057"/>
                  <a:gd name="connsiteX16" fmla="*/ 127569 w 507998"/>
                  <a:gd name="connsiteY16" fmla="*/ 6 h 239057"/>
                  <a:gd name="connsiteX17" fmla="*/ 35980 w 507998"/>
                  <a:gd name="connsiteY17" fmla="*/ 37359 h 239057"/>
                  <a:gd name="connsiteX18" fmla="*/ 35980 w 507998"/>
                  <a:gd name="connsiteY18" fmla="*/ 214860 h 239057"/>
                  <a:gd name="connsiteX19" fmla="*/ 123087 w 507998"/>
                  <a:gd name="connsiteY19" fmla="*/ 251764 h 239057"/>
                  <a:gd name="connsiteX20" fmla="*/ 123087 w 507998"/>
                  <a:gd name="connsiteY20" fmla="*/ 251764 h 239057"/>
                  <a:gd name="connsiteX21" fmla="*/ 210343 w 507998"/>
                  <a:gd name="connsiteY21" fmla="*/ 214860 h 239057"/>
                  <a:gd name="connsiteX22" fmla="*/ 210343 w 507998"/>
                  <a:gd name="connsiteY22" fmla="*/ 214860 h 239057"/>
                  <a:gd name="connsiteX23" fmla="*/ 264878 w 507998"/>
                  <a:gd name="connsiteY23" fmla="*/ 125213 h 239057"/>
                  <a:gd name="connsiteX24" fmla="*/ 311196 w 507998"/>
                  <a:gd name="connsiteY24" fmla="*/ 47818 h 239057"/>
                  <a:gd name="connsiteX25" fmla="*/ 461621 w 507998"/>
                  <a:gd name="connsiteY25" fmla="*/ 45396 h 239057"/>
                  <a:gd name="connsiteX26" fmla="*/ 464043 w 507998"/>
                  <a:gd name="connsiteY26" fmla="*/ 47818 h 239057"/>
                  <a:gd name="connsiteX27" fmla="*/ 464043 w 507998"/>
                  <a:gd name="connsiteY27" fmla="*/ 204401 h 239057"/>
                  <a:gd name="connsiteX28" fmla="*/ 383062 w 507998"/>
                  <a:gd name="connsiteY28" fmla="*/ 237271 h 239057"/>
                  <a:gd name="connsiteX29" fmla="*/ 383062 w 507998"/>
                  <a:gd name="connsiteY29" fmla="*/ 237271 h 239057"/>
                  <a:gd name="connsiteX30" fmla="*/ 303725 w 507998"/>
                  <a:gd name="connsiteY30" fmla="*/ 205297 h 239057"/>
                  <a:gd name="connsiteX31" fmla="*/ 293160 w 507998"/>
                  <a:gd name="connsiteY31" fmla="*/ 205254 h 239057"/>
                  <a:gd name="connsiteX32" fmla="*/ 293117 w 507998"/>
                  <a:gd name="connsiteY32" fmla="*/ 205297 h 239057"/>
                  <a:gd name="connsiteX33" fmla="*/ 293073 w 507998"/>
                  <a:gd name="connsiteY33" fmla="*/ 215862 h 239057"/>
                  <a:gd name="connsiteX34" fmla="*/ 293117 w 507998"/>
                  <a:gd name="connsiteY34" fmla="*/ 215906 h 239057"/>
                  <a:gd name="connsiteX35" fmla="*/ 382764 w 507998"/>
                  <a:gd name="connsiteY35" fmla="*/ 252362 h 239057"/>
                  <a:gd name="connsiteX36" fmla="*/ 382764 w 507998"/>
                  <a:gd name="connsiteY36" fmla="*/ 252362 h 239057"/>
                  <a:gd name="connsiteX37" fmla="*/ 474353 w 507998"/>
                  <a:gd name="connsiteY37" fmla="*/ 215009 h 239057"/>
                  <a:gd name="connsiteX38" fmla="*/ 474801 w 507998"/>
                  <a:gd name="connsiteY38" fmla="*/ 37359 h 23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07998" h="239057">
                    <a:moveTo>
                      <a:pt x="474801" y="37359"/>
                    </a:moveTo>
                    <a:cubicBezTo>
                      <a:pt x="428086" y="-10790"/>
                      <a:pt x="351182" y="-11952"/>
                      <a:pt x="303035" y="34763"/>
                    </a:cubicBezTo>
                    <a:cubicBezTo>
                      <a:pt x="302156" y="35615"/>
                      <a:pt x="301290" y="36481"/>
                      <a:pt x="300438" y="37359"/>
                    </a:cubicBezTo>
                    <a:lnTo>
                      <a:pt x="300438" y="37359"/>
                    </a:lnTo>
                    <a:cubicBezTo>
                      <a:pt x="280094" y="62153"/>
                      <a:pt x="263575" y="89852"/>
                      <a:pt x="251431" y="119535"/>
                    </a:cubicBezTo>
                    <a:cubicBezTo>
                      <a:pt x="238612" y="150594"/>
                      <a:pt x="221127" y="179514"/>
                      <a:pt x="199585" y="205297"/>
                    </a:cubicBezTo>
                    <a:cubicBezTo>
                      <a:pt x="179481" y="225930"/>
                      <a:pt x="151895" y="237567"/>
                      <a:pt x="123087" y="237570"/>
                    </a:cubicBezTo>
                    <a:lnTo>
                      <a:pt x="123087" y="237570"/>
                    </a:lnTo>
                    <a:cubicBezTo>
                      <a:pt x="94247" y="237579"/>
                      <a:pt x="66639" y="225879"/>
                      <a:pt x="46588" y="205148"/>
                    </a:cubicBezTo>
                    <a:cubicBezTo>
                      <a:pt x="4309" y="161515"/>
                      <a:pt x="4309" y="92198"/>
                      <a:pt x="46588" y="48565"/>
                    </a:cubicBezTo>
                    <a:cubicBezTo>
                      <a:pt x="67973" y="26941"/>
                      <a:pt x="97157" y="14826"/>
                      <a:pt x="127569" y="14948"/>
                    </a:cubicBezTo>
                    <a:lnTo>
                      <a:pt x="127569" y="14948"/>
                    </a:lnTo>
                    <a:cubicBezTo>
                      <a:pt x="157227" y="14563"/>
                      <a:pt x="185802" y="26080"/>
                      <a:pt x="206907" y="46922"/>
                    </a:cubicBezTo>
                    <a:cubicBezTo>
                      <a:pt x="209795" y="49892"/>
                      <a:pt x="214544" y="49959"/>
                      <a:pt x="217515" y="47071"/>
                    </a:cubicBezTo>
                    <a:cubicBezTo>
                      <a:pt x="220485" y="44183"/>
                      <a:pt x="220552" y="39433"/>
                      <a:pt x="217664" y="36463"/>
                    </a:cubicBezTo>
                    <a:cubicBezTo>
                      <a:pt x="193691" y="12789"/>
                      <a:pt x="161260" y="-334"/>
                      <a:pt x="127569" y="6"/>
                    </a:cubicBezTo>
                    <a:lnTo>
                      <a:pt x="127569" y="6"/>
                    </a:lnTo>
                    <a:cubicBezTo>
                      <a:pt x="93265" y="-330"/>
                      <a:pt x="60265" y="13129"/>
                      <a:pt x="35980" y="37359"/>
                    </a:cubicBezTo>
                    <a:cubicBezTo>
                      <a:pt x="-11993" y="86802"/>
                      <a:pt x="-11993" y="165418"/>
                      <a:pt x="35980" y="214860"/>
                    </a:cubicBezTo>
                    <a:cubicBezTo>
                      <a:pt x="58806" y="238470"/>
                      <a:pt x="90247" y="251791"/>
                      <a:pt x="123087" y="251764"/>
                    </a:cubicBezTo>
                    <a:lnTo>
                      <a:pt x="123087" y="251764"/>
                    </a:lnTo>
                    <a:cubicBezTo>
                      <a:pt x="155972" y="251797"/>
                      <a:pt x="187461" y="238479"/>
                      <a:pt x="210343" y="214860"/>
                    </a:cubicBezTo>
                    <a:lnTo>
                      <a:pt x="210343" y="214860"/>
                    </a:lnTo>
                    <a:cubicBezTo>
                      <a:pt x="232985" y="187931"/>
                      <a:pt x="251374" y="157700"/>
                      <a:pt x="264878" y="125213"/>
                    </a:cubicBezTo>
                    <a:cubicBezTo>
                      <a:pt x="276362" y="97244"/>
                      <a:pt x="291974" y="71156"/>
                      <a:pt x="311196" y="47818"/>
                    </a:cubicBezTo>
                    <a:cubicBezTo>
                      <a:pt x="352065" y="5610"/>
                      <a:pt x="419414" y="4526"/>
                      <a:pt x="461621" y="45396"/>
                    </a:cubicBezTo>
                    <a:cubicBezTo>
                      <a:pt x="462442" y="46190"/>
                      <a:pt x="463248" y="46998"/>
                      <a:pt x="464043" y="47818"/>
                    </a:cubicBezTo>
                    <a:cubicBezTo>
                      <a:pt x="506322" y="91450"/>
                      <a:pt x="506322" y="160768"/>
                      <a:pt x="464043" y="204401"/>
                    </a:cubicBezTo>
                    <a:cubicBezTo>
                      <a:pt x="442535" y="225752"/>
                      <a:pt x="413366" y="237591"/>
                      <a:pt x="383062" y="237271"/>
                    </a:cubicBezTo>
                    <a:lnTo>
                      <a:pt x="383062" y="237271"/>
                    </a:lnTo>
                    <a:cubicBezTo>
                      <a:pt x="353410" y="237623"/>
                      <a:pt x="324847" y="226110"/>
                      <a:pt x="303725" y="205297"/>
                    </a:cubicBezTo>
                    <a:cubicBezTo>
                      <a:pt x="300819" y="202367"/>
                      <a:pt x="296090" y="202348"/>
                      <a:pt x="293160" y="205254"/>
                    </a:cubicBezTo>
                    <a:cubicBezTo>
                      <a:pt x="293145" y="205269"/>
                      <a:pt x="293132" y="205282"/>
                      <a:pt x="293117" y="205297"/>
                    </a:cubicBezTo>
                    <a:cubicBezTo>
                      <a:pt x="290187" y="208203"/>
                      <a:pt x="290167" y="212932"/>
                      <a:pt x="293073" y="215862"/>
                    </a:cubicBezTo>
                    <a:cubicBezTo>
                      <a:pt x="293088" y="215877"/>
                      <a:pt x="293102" y="215891"/>
                      <a:pt x="293117" y="215906"/>
                    </a:cubicBezTo>
                    <a:cubicBezTo>
                      <a:pt x="316942" y="239525"/>
                      <a:pt x="349216" y="252649"/>
                      <a:pt x="382764" y="252362"/>
                    </a:cubicBezTo>
                    <a:lnTo>
                      <a:pt x="382764" y="252362"/>
                    </a:lnTo>
                    <a:cubicBezTo>
                      <a:pt x="417067" y="252698"/>
                      <a:pt x="450067" y="239239"/>
                      <a:pt x="474353" y="215009"/>
                    </a:cubicBezTo>
                    <a:cubicBezTo>
                      <a:pt x="522548" y="165669"/>
                      <a:pt x="522747" y="86942"/>
                      <a:pt x="474801" y="37359"/>
                    </a:cubicBezTo>
                    <a:close/>
                  </a:path>
                </a:pathLst>
              </a:custGeom>
              <a:gradFill>
                <a:gsLst>
                  <a:gs pos="0">
                    <a:schemeClr val="bg1"/>
                  </a:gs>
                  <a:gs pos="86000">
                    <a:schemeClr val="accent2"/>
                  </a:gs>
                </a:gsLst>
                <a:lin ang="2700000" scaled="0"/>
              </a:gradFill>
              <a:ln w="14848" cap="flat">
                <a:noFill/>
                <a:prstDash val="solid"/>
                <a:miter/>
              </a:ln>
            </p:spPr>
            <p:txBody>
              <a:bodyPr lIns="77724" tIns="38862" rIns="77724" bIns="38862" rtlCol="0" anchor="ctr"/>
              <a:lstStyle/>
              <a:p>
                <a:endParaRPr lang="en-US"/>
              </a:p>
            </p:txBody>
          </p:sp>
          <p:pic>
            <p:nvPicPr>
              <p:cNvPr id="204" name="Graphic 203">
                <a:extLst>
                  <a:ext uri="{FF2B5EF4-FFF2-40B4-BE49-F238E27FC236}">
                    <a16:creationId xmlns:a16="http://schemas.microsoft.com/office/drawing/2014/main" id="{E2205981-167B-994C-E837-2438A3E420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90561" y="4290820"/>
                <a:ext cx="247180" cy="247180"/>
              </a:xfrm>
              <a:prstGeom prst="rect">
                <a:avLst/>
              </a:prstGeom>
              <a:effectLst>
                <a:glow rad="63500">
                  <a:schemeClr val="accent2">
                    <a:alpha val="40000"/>
                  </a:schemeClr>
                </a:glow>
              </a:effectLst>
            </p:spPr>
          </p:pic>
          <p:grpSp>
            <p:nvGrpSpPr>
              <p:cNvPr id="205" name="Graphic 2">
                <a:extLst>
                  <a:ext uri="{FF2B5EF4-FFF2-40B4-BE49-F238E27FC236}">
                    <a16:creationId xmlns:a16="http://schemas.microsoft.com/office/drawing/2014/main" id="{AF1C953E-201B-D05B-3A09-38B1DF8059A2}"/>
                  </a:ext>
                </a:extLst>
              </p:cNvPr>
              <p:cNvGrpSpPr>
                <a:grpSpLocks noChangeAspect="1"/>
              </p:cNvGrpSpPr>
              <p:nvPr/>
            </p:nvGrpSpPr>
            <p:grpSpPr>
              <a:xfrm>
                <a:off x="6182678" y="4318909"/>
                <a:ext cx="162051" cy="188731"/>
                <a:chOff x="5899501" y="3152586"/>
                <a:chExt cx="392998" cy="457702"/>
              </a:xfrm>
              <a:solidFill>
                <a:schemeClr val="bg1"/>
              </a:solidFill>
            </p:grpSpPr>
            <p:sp>
              <p:nvSpPr>
                <p:cNvPr id="206" name="Freeform: Shape 205">
                  <a:extLst>
                    <a:ext uri="{FF2B5EF4-FFF2-40B4-BE49-F238E27FC236}">
                      <a16:creationId xmlns:a16="http://schemas.microsoft.com/office/drawing/2014/main" id="{9AF87C11-2619-A420-3C58-A13C27D9C4A5}"/>
                    </a:ext>
                  </a:extLst>
                </p:cNvPr>
                <p:cNvSpPr/>
                <p:nvPr/>
              </p:nvSpPr>
              <p:spPr>
                <a:xfrm>
                  <a:off x="5990733" y="3152586"/>
                  <a:ext cx="210535" cy="210535"/>
                </a:xfrm>
                <a:custGeom>
                  <a:avLst/>
                  <a:gdLst>
                    <a:gd name="connsiteX0" fmla="*/ 105267 w 210534"/>
                    <a:gd name="connsiteY0" fmla="*/ 210535 h 210534"/>
                    <a:gd name="connsiteX1" fmla="*/ 0 w 210534"/>
                    <a:gd name="connsiteY1" fmla="*/ 105267 h 210534"/>
                    <a:gd name="connsiteX2" fmla="*/ 105267 w 210534"/>
                    <a:gd name="connsiteY2" fmla="*/ 0 h 210534"/>
                    <a:gd name="connsiteX3" fmla="*/ 210535 w 210534"/>
                    <a:gd name="connsiteY3" fmla="*/ 105267 h 210534"/>
                    <a:gd name="connsiteX4" fmla="*/ 105267 w 210534"/>
                    <a:gd name="connsiteY4" fmla="*/ 210535 h 210534"/>
                    <a:gd name="connsiteX5" fmla="*/ 105267 w 210534"/>
                    <a:gd name="connsiteY5" fmla="*/ 14036 h 210534"/>
                    <a:gd name="connsiteX6" fmla="*/ 14036 w 210534"/>
                    <a:gd name="connsiteY6" fmla="*/ 105267 h 210534"/>
                    <a:gd name="connsiteX7" fmla="*/ 105267 w 210534"/>
                    <a:gd name="connsiteY7" fmla="*/ 196499 h 210534"/>
                    <a:gd name="connsiteX8" fmla="*/ 196499 w 210534"/>
                    <a:gd name="connsiteY8" fmla="*/ 105267 h 210534"/>
                    <a:gd name="connsiteX9" fmla="*/ 105267 w 210534"/>
                    <a:gd name="connsiteY9" fmla="*/ 14036 h 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534" h="210534">
                      <a:moveTo>
                        <a:pt x="105267" y="210535"/>
                      </a:moveTo>
                      <a:cubicBezTo>
                        <a:pt x="47130" y="210535"/>
                        <a:pt x="0" y="163404"/>
                        <a:pt x="0" y="105267"/>
                      </a:cubicBezTo>
                      <a:cubicBezTo>
                        <a:pt x="0" y="47130"/>
                        <a:pt x="47130" y="0"/>
                        <a:pt x="105267" y="0"/>
                      </a:cubicBezTo>
                      <a:cubicBezTo>
                        <a:pt x="163404" y="0"/>
                        <a:pt x="210535" y="47130"/>
                        <a:pt x="210535" y="105267"/>
                      </a:cubicBezTo>
                      <a:cubicBezTo>
                        <a:pt x="210535" y="163404"/>
                        <a:pt x="163404" y="210535"/>
                        <a:pt x="105267" y="210535"/>
                      </a:cubicBezTo>
                      <a:close/>
                      <a:moveTo>
                        <a:pt x="105267" y="14036"/>
                      </a:moveTo>
                      <a:cubicBezTo>
                        <a:pt x="54881" y="14036"/>
                        <a:pt x="14036" y="54881"/>
                        <a:pt x="14036" y="105267"/>
                      </a:cubicBezTo>
                      <a:cubicBezTo>
                        <a:pt x="14036" y="155654"/>
                        <a:pt x="54881" y="196499"/>
                        <a:pt x="105267" y="196499"/>
                      </a:cubicBezTo>
                      <a:cubicBezTo>
                        <a:pt x="155654" y="196499"/>
                        <a:pt x="196499" y="155654"/>
                        <a:pt x="196499" y="105267"/>
                      </a:cubicBezTo>
                      <a:cubicBezTo>
                        <a:pt x="196422" y="54913"/>
                        <a:pt x="155622" y="14113"/>
                        <a:pt x="105267" y="14036"/>
                      </a:cubicBezTo>
                      <a:close/>
                    </a:path>
                  </a:pathLst>
                </a:custGeom>
                <a:grpFill/>
                <a:ln w="13947" cap="flat">
                  <a:noFill/>
                  <a:prstDash val="solid"/>
                  <a:miter/>
                </a:ln>
              </p:spPr>
              <p:txBody>
                <a:bodyPr lIns="77724" tIns="38862" rIns="77724" bIns="38862" rtlCol="0" anchor="ctr"/>
                <a:lstStyle/>
                <a:p>
                  <a:endParaRPr lang="en-US"/>
                </a:p>
              </p:txBody>
            </p:sp>
            <p:sp>
              <p:nvSpPr>
                <p:cNvPr id="207" name="Freeform: Shape 206">
                  <a:extLst>
                    <a:ext uri="{FF2B5EF4-FFF2-40B4-BE49-F238E27FC236}">
                      <a16:creationId xmlns:a16="http://schemas.microsoft.com/office/drawing/2014/main" id="{28BA5738-ED95-DD78-7190-F3B9E036A24D}"/>
                    </a:ext>
                  </a:extLst>
                </p:cNvPr>
                <p:cNvSpPr/>
                <p:nvPr/>
              </p:nvSpPr>
              <p:spPr>
                <a:xfrm>
                  <a:off x="5899501" y="3385718"/>
                  <a:ext cx="392998" cy="224570"/>
                </a:xfrm>
                <a:custGeom>
                  <a:avLst/>
                  <a:gdLst>
                    <a:gd name="connsiteX0" fmla="*/ 349628 w 392998"/>
                    <a:gd name="connsiteY0" fmla="*/ 230746 h 224570"/>
                    <a:gd name="connsiteX1" fmla="*/ 43089 w 392998"/>
                    <a:gd name="connsiteY1" fmla="*/ 230746 h 224570"/>
                    <a:gd name="connsiteX2" fmla="*/ 0 w 392998"/>
                    <a:gd name="connsiteY2" fmla="*/ 187937 h 224570"/>
                    <a:gd name="connsiteX3" fmla="*/ 0 w 392998"/>
                    <a:gd name="connsiteY3" fmla="*/ 126321 h 224570"/>
                    <a:gd name="connsiteX4" fmla="*/ 126321 w 392998"/>
                    <a:gd name="connsiteY4" fmla="*/ 0 h 224570"/>
                    <a:gd name="connsiteX5" fmla="*/ 266677 w 392998"/>
                    <a:gd name="connsiteY5" fmla="*/ 0 h 224570"/>
                    <a:gd name="connsiteX6" fmla="*/ 392998 w 392998"/>
                    <a:gd name="connsiteY6" fmla="*/ 126321 h 224570"/>
                    <a:gd name="connsiteX7" fmla="*/ 392998 w 392998"/>
                    <a:gd name="connsiteY7" fmla="*/ 187937 h 224570"/>
                    <a:gd name="connsiteX8" fmla="*/ 349629 w 392998"/>
                    <a:gd name="connsiteY8" fmla="*/ 230746 h 224570"/>
                    <a:gd name="connsiteX9" fmla="*/ 349628 w 392998"/>
                    <a:gd name="connsiteY9" fmla="*/ 230746 h 224570"/>
                    <a:gd name="connsiteX10" fmla="*/ 126321 w 392998"/>
                    <a:gd name="connsiteY10" fmla="*/ 14457 h 224570"/>
                    <a:gd name="connsiteX11" fmla="*/ 14036 w 392998"/>
                    <a:gd name="connsiteY11" fmla="*/ 126742 h 224570"/>
                    <a:gd name="connsiteX12" fmla="*/ 14036 w 392998"/>
                    <a:gd name="connsiteY12" fmla="*/ 187937 h 224570"/>
                    <a:gd name="connsiteX13" fmla="*/ 43089 w 392998"/>
                    <a:gd name="connsiteY13" fmla="*/ 216991 h 224570"/>
                    <a:gd name="connsiteX14" fmla="*/ 349628 w 392998"/>
                    <a:gd name="connsiteY14" fmla="*/ 216991 h 224570"/>
                    <a:gd name="connsiteX15" fmla="*/ 378961 w 392998"/>
                    <a:gd name="connsiteY15" fmla="*/ 188219 h 224570"/>
                    <a:gd name="connsiteX16" fmla="*/ 378962 w 392998"/>
                    <a:gd name="connsiteY16" fmla="*/ 187937 h 224570"/>
                    <a:gd name="connsiteX17" fmla="*/ 378962 w 392998"/>
                    <a:gd name="connsiteY17" fmla="*/ 126321 h 224570"/>
                    <a:gd name="connsiteX18" fmla="*/ 266677 w 392998"/>
                    <a:gd name="connsiteY18" fmla="*/ 14036 h 22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2998" h="224570">
                      <a:moveTo>
                        <a:pt x="349628" y="230746"/>
                      </a:moveTo>
                      <a:lnTo>
                        <a:pt x="43089" y="230746"/>
                      </a:lnTo>
                      <a:cubicBezTo>
                        <a:pt x="19432" y="230670"/>
                        <a:pt x="230" y="211593"/>
                        <a:pt x="0" y="187937"/>
                      </a:cubicBezTo>
                      <a:lnTo>
                        <a:pt x="0" y="126321"/>
                      </a:lnTo>
                      <a:cubicBezTo>
                        <a:pt x="0" y="56555"/>
                        <a:pt x="56556" y="0"/>
                        <a:pt x="126321" y="0"/>
                      </a:cubicBezTo>
                      <a:lnTo>
                        <a:pt x="266677" y="0"/>
                      </a:lnTo>
                      <a:cubicBezTo>
                        <a:pt x="336443" y="0"/>
                        <a:pt x="392998" y="56555"/>
                        <a:pt x="392998" y="126321"/>
                      </a:cubicBezTo>
                      <a:lnTo>
                        <a:pt x="392998" y="187937"/>
                      </a:lnTo>
                      <a:cubicBezTo>
                        <a:pt x="392844" y="211735"/>
                        <a:pt x="373427" y="230900"/>
                        <a:pt x="349629" y="230746"/>
                      </a:cubicBezTo>
                      <a:cubicBezTo>
                        <a:pt x="349629" y="230746"/>
                        <a:pt x="349628" y="230746"/>
                        <a:pt x="349628" y="230746"/>
                      </a:cubicBezTo>
                      <a:close/>
                      <a:moveTo>
                        <a:pt x="126321" y="14457"/>
                      </a:moveTo>
                      <a:cubicBezTo>
                        <a:pt x="64307" y="14457"/>
                        <a:pt x="14036" y="64728"/>
                        <a:pt x="14036" y="126742"/>
                      </a:cubicBezTo>
                      <a:lnTo>
                        <a:pt x="14036" y="187937"/>
                      </a:lnTo>
                      <a:cubicBezTo>
                        <a:pt x="14036" y="203983"/>
                        <a:pt x="27043" y="216991"/>
                        <a:pt x="43089" y="216991"/>
                      </a:cubicBezTo>
                      <a:lnTo>
                        <a:pt x="349628" y="216991"/>
                      </a:lnTo>
                      <a:cubicBezTo>
                        <a:pt x="365673" y="217145"/>
                        <a:pt x="378807" y="204265"/>
                        <a:pt x="378961" y="188219"/>
                      </a:cubicBezTo>
                      <a:cubicBezTo>
                        <a:pt x="378962" y="188125"/>
                        <a:pt x="378962" y="188031"/>
                        <a:pt x="378962" y="187937"/>
                      </a:cubicBezTo>
                      <a:lnTo>
                        <a:pt x="378962" y="126321"/>
                      </a:lnTo>
                      <a:cubicBezTo>
                        <a:pt x="378962" y="64307"/>
                        <a:pt x="328691" y="14036"/>
                        <a:pt x="266677" y="14036"/>
                      </a:cubicBezTo>
                      <a:close/>
                    </a:path>
                  </a:pathLst>
                </a:custGeom>
                <a:grpFill/>
                <a:ln w="13947" cap="flat">
                  <a:noFill/>
                  <a:prstDash val="solid"/>
                  <a:miter/>
                </a:ln>
              </p:spPr>
              <p:txBody>
                <a:bodyPr lIns="77724" tIns="38862" rIns="77724" bIns="38862" rtlCol="0" anchor="ctr"/>
                <a:lstStyle/>
                <a:p>
                  <a:endParaRPr lang="en-US"/>
                </a:p>
              </p:txBody>
            </p:sp>
          </p:grpSp>
        </p:grpSp>
        <p:sp>
          <p:nvSpPr>
            <p:cNvPr id="231" name="Hexagon 230">
              <a:extLst>
                <a:ext uri="{FF2B5EF4-FFF2-40B4-BE49-F238E27FC236}">
                  <a16:creationId xmlns:a16="http://schemas.microsoft.com/office/drawing/2014/main" id="{095B91B8-F262-A47A-E318-03835A5FD865}"/>
                </a:ext>
              </a:extLst>
            </p:cNvPr>
            <p:cNvSpPr/>
            <p:nvPr/>
          </p:nvSpPr>
          <p:spPr>
            <a:xfrm>
              <a:off x="8684789" y="2485853"/>
              <a:ext cx="305064" cy="263464"/>
            </a:xfrm>
            <a:prstGeom prst="hexagon">
              <a:avLst>
                <a:gd name="adj" fmla="val 28868"/>
                <a:gd name="vf" fmla="val 115470"/>
              </a:avLst>
            </a:prstGeom>
            <a:solidFill>
              <a:srgbClr val="77BDFF"/>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183" name="Oval 182">
              <a:extLst>
                <a:ext uri="{FF2B5EF4-FFF2-40B4-BE49-F238E27FC236}">
                  <a16:creationId xmlns:a16="http://schemas.microsoft.com/office/drawing/2014/main" id="{89068C7A-218A-B3A8-EF9F-ACB3CB441298}"/>
                </a:ext>
              </a:extLst>
            </p:cNvPr>
            <p:cNvSpPr/>
            <p:nvPr/>
          </p:nvSpPr>
          <p:spPr>
            <a:xfrm>
              <a:off x="8891515" y="2740629"/>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9" name="Hexagon 58">
              <a:extLst>
                <a:ext uri="{FF2B5EF4-FFF2-40B4-BE49-F238E27FC236}">
                  <a16:creationId xmlns:a16="http://schemas.microsoft.com/office/drawing/2014/main" id="{D9E2DE1D-C401-52AF-1BC5-9FDDB1F34E49}"/>
                </a:ext>
              </a:extLst>
            </p:cNvPr>
            <p:cNvSpPr/>
            <p:nvPr/>
          </p:nvSpPr>
          <p:spPr>
            <a:xfrm>
              <a:off x="10427099" y="2922920"/>
              <a:ext cx="997988" cy="861898"/>
            </a:xfrm>
            <a:prstGeom prst="hexagon">
              <a:avLst>
                <a:gd name="adj" fmla="val 28868"/>
                <a:gd name="vf" fmla="val 115470"/>
              </a:avLst>
            </a:prstGeom>
            <a:solidFill>
              <a:srgbClr val="0058AB"/>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000" b="1">
                <a:solidFill>
                  <a:schemeClr val="bg1"/>
                </a:solidFill>
                <a:cs typeface="Verdana" panose="020B0604030504040204" pitchFamily="34" charset="0"/>
              </a:endParaRPr>
            </a:p>
          </p:txBody>
        </p:sp>
        <p:sp>
          <p:nvSpPr>
            <p:cNvPr id="70" name="Hexagon 69">
              <a:extLst>
                <a:ext uri="{FF2B5EF4-FFF2-40B4-BE49-F238E27FC236}">
                  <a16:creationId xmlns:a16="http://schemas.microsoft.com/office/drawing/2014/main" id="{EDED4B49-6C79-53C7-C9A0-4370C906268F}"/>
                </a:ext>
              </a:extLst>
            </p:cNvPr>
            <p:cNvSpPr/>
            <p:nvPr/>
          </p:nvSpPr>
          <p:spPr>
            <a:xfrm>
              <a:off x="9508445" y="2293648"/>
              <a:ext cx="305064" cy="263464"/>
            </a:xfrm>
            <a:prstGeom prst="hexagon">
              <a:avLst>
                <a:gd name="adj" fmla="val 28868"/>
                <a:gd name="vf" fmla="val 115470"/>
              </a:avLst>
            </a:prstGeom>
            <a:solidFill>
              <a:srgbClr val="004280"/>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186" name="Oval 185">
              <a:extLst>
                <a:ext uri="{FF2B5EF4-FFF2-40B4-BE49-F238E27FC236}">
                  <a16:creationId xmlns:a16="http://schemas.microsoft.com/office/drawing/2014/main" id="{F723FB6C-D8A6-094F-57E9-216448CC4BD2}"/>
                </a:ext>
              </a:extLst>
            </p:cNvPr>
            <p:cNvSpPr/>
            <p:nvPr/>
          </p:nvSpPr>
          <p:spPr>
            <a:xfrm>
              <a:off x="9594262" y="2534221"/>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48" name="Hexagon 247">
              <a:extLst>
                <a:ext uri="{FF2B5EF4-FFF2-40B4-BE49-F238E27FC236}">
                  <a16:creationId xmlns:a16="http://schemas.microsoft.com/office/drawing/2014/main" id="{BC5A453E-7A6B-DBA4-CB6A-7F4CC456003B}"/>
                </a:ext>
              </a:extLst>
            </p:cNvPr>
            <p:cNvSpPr/>
            <p:nvPr/>
          </p:nvSpPr>
          <p:spPr>
            <a:xfrm>
              <a:off x="11207841" y="3679369"/>
              <a:ext cx="305064" cy="263464"/>
            </a:xfrm>
            <a:prstGeom prst="hexagon">
              <a:avLst>
                <a:gd name="adj" fmla="val 28868"/>
                <a:gd name="vf" fmla="val 115470"/>
              </a:avLst>
            </a:prstGeom>
            <a:solidFill>
              <a:srgbClr val="0058AB"/>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246" name="Oval 245">
              <a:extLst>
                <a:ext uri="{FF2B5EF4-FFF2-40B4-BE49-F238E27FC236}">
                  <a16:creationId xmlns:a16="http://schemas.microsoft.com/office/drawing/2014/main" id="{5E8EBB94-CCDA-5856-0FE3-AED0DF4C90F3}"/>
                </a:ext>
              </a:extLst>
            </p:cNvPr>
            <p:cNvSpPr/>
            <p:nvPr/>
          </p:nvSpPr>
          <p:spPr>
            <a:xfrm>
              <a:off x="11248841" y="3928255"/>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67" name="TextBox 266">
              <a:extLst>
                <a:ext uri="{FF2B5EF4-FFF2-40B4-BE49-F238E27FC236}">
                  <a16:creationId xmlns:a16="http://schemas.microsoft.com/office/drawing/2014/main" id="{608B7B0B-7C53-9502-AB51-3E2DEFF2B11F}"/>
                </a:ext>
              </a:extLst>
            </p:cNvPr>
            <p:cNvSpPr txBox="1"/>
            <p:nvPr/>
          </p:nvSpPr>
          <p:spPr>
            <a:xfrm>
              <a:off x="8833156" y="2973190"/>
              <a:ext cx="844047" cy="326558"/>
            </a:xfrm>
            <a:prstGeom prst="rect">
              <a:avLst/>
            </a:prstGeom>
            <a:noFill/>
          </p:spPr>
          <p:txBody>
            <a:bodyPr vert="horz" wrap="square" lIns="76500" tIns="39780" rIns="76500" bIns="39780" rtlCol="0" anchor="ctr">
              <a:spAutoFit/>
            </a:bodyPr>
            <a:lstStyle/>
            <a:p>
              <a:pPr algn="ctr">
                <a:spcBef>
                  <a:spcPct val="0"/>
                </a:spcBef>
              </a:pPr>
              <a:r>
                <a:rPr lang="en-US" sz="800" b="1">
                  <a:solidFill>
                    <a:schemeClr val="bg1"/>
                  </a:solidFill>
                </a:rPr>
                <a:t>Support Processes</a:t>
              </a:r>
            </a:p>
          </p:txBody>
        </p:sp>
        <p:sp>
          <p:nvSpPr>
            <p:cNvPr id="268" name="TextBox 267">
              <a:extLst>
                <a:ext uri="{FF2B5EF4-FFF2-40B4-BE49-F238E27FC236}">
                  <a16:creationId xmlns:a16="http://schemas.microsoft.com/office/drawing/2014/main" id="{792CF52B-B949-F0A7-8DCE-D3FEE5C3DFA4}"/>
                </a:ext>
              </a:extLst>
            </p:cNvPr>
            <p:cNvSpPr txBox="1"/>
            <p:nvPr/>
          </p:nvSpPr>
          <p:spPr>
            <a:xfrm>
              <a:off x="9690297" y="2829358"/>
              <a:ext cx="844047" cy="449669"/>
            </a:xfrm>
            <a:prstGeom prst="rect">
              <a:avLst/>
            </a:prstGeom>
            <a:noFill/>
          </p:spPr>
          <p:txBody>
            <a:bodyPr vert="horz" wrap="square" lIns="76500" tIns="39780" rIns="76500" bIns="39780" rtlCol="0" anchor="ctr">
              <a:spAutoFit/>
            </a:bodyPr>
            <a:lstStyle/>
            <a:p>
              <a:pPr algn="ctr">
                <a:spcBef>
                  <a:spcPct val="0"/>
                </a:spcBef>
              </a:pPr>
              <a:r>
                <a:rPr lang="en-US" sz="800">
                  <a:solidFill>
                    <a:schemeClr val="bg1"/>
                  </a:solidFill>
                  <a:effectLst>
                    <a:glow rad="127000">
                      <a:schemeClr val="accent2">
                        <a:alpha val="40000"/>
                      </a:schemeClr>
                    </a:glow>
                  </a:effectLst>
                </a:rPr>
                <a:t>AI-driven performance steering</a:t>
              </a:r>
            </a:p>
          </p:txBody>
        </p:sp>
        <p:sp>
          <p:nvSpPr>
            <p:cNvPr id="270" name="TextBox 269">
              <a:extLst>
                <a:ext uri="{FF2B5EF4-FFF2-40B4-BE49-F238E27FC236}">
                  <a16:creationId xmlns:a16="http://schemas.microsoft.com/office/drawing/2014/main" id="{C97BB0D2-CC36-ACFC-0D41-FE914138B0D4}"/>
                </a:ext>
              </a:extLst>
            </p:cNvPr>
            <p:cNvSpPr txBox="1"/>
            <p:nvPr/>
          </p:nvSpPr>
          <p:spPr>
            <a:xfrm>
              <a:off x="10522130" y="2986578"/>
              <a:ext cx="807926" cy="326558"/>
            </a:xfrm>
            <a:prstGeom prst="rect">
              <a:avLst/>
            </a:prstGeom>
            <a:noFill/>
          </p:spPr>
          <p:txBody>
            <a:bodyPr vert="horz" wrap="square" lIns="76500" tIns="39780" rIns="76500" bIns="39780" rtlCol="0" anchor="ctr">
              <a:spAutoFit/>
            </a:bodyPr>
            <a:lstStyle/>
            <a:p>
              <a:pPr algn="ctr">
                <a:spcBef>
                  <a:spcPct val="0"/>
                </a:spcBef>
              </a:pPr>
              <a:r>
                <a:rPr lang="en-US" sz="800" b="1">
                  <a:solidFill>
                    <a:schemeClr val="bg1"/>
                  </a:solidFill>
                </a:rPr>
                <a:t>Core Processes</a:t>
              </a:r>
            </a:p>
          </p:txBody>
        </p:sp>
        <p:sp>
          <p:nvSpPr>
            <p:cNvPr id="272" name="TextBox 271">
              <a:extLst>
                <a:ext uri="{FF2B5EF4-FFF2-40B4-BE49-F238E27FC236}">
                  <a16:creationId xmlns:a16="http://schemas.microsoft.com/office/drawing/2014/main" id="{A26EBA42-ED47-346D-94D7-ADBC59AE75D6}"/>
                </a:ext>
              </a:extLst>
            </p:cNvPr>
            <p:cNvSpPr txBox="1"/>
            <p:nvPr/>
          </p:nvSpPr>
          <p:spPr>
            <a:xfrm>
              <a:off x="8833156" y="3340337"/>
              <a:ext cx="844047" cy="326558"/>
            </a:xfrm>
            <a:prstGeom prst="rect">
              <a:avLst/>
            </a:prstGeom>
            <a:noFill/>
          </p:spPr>
          <p:txBody>
            <a:bodyPr vert="horz" wrap="square" lIns="76500" tIns="39780" rIns="76500" bIns="39780" rtlCol="0" anchor="ctr">
              <a:spAutoFit/>
            </a:bodyPr>
            <a:lstStyle/>
            <a:p>
              <a:pPr algn="ctr">
                <a:spcBef>
                  <a:spcPct val="0"/>
                </a:spcBef>
              </a:pPr>
              <a:r>
                <a:rPr lang="en-US" sz="800">
                  <a:solidFill>
                    <a:schemeClr val="bg1"/>
                  </a:solidFill>
                  <a:effectLst>
                    <a:glow rad="127000">
                      <a:schemeClr val="accent2">
                        <a:alpha val="40000"/>
                      </a:schemeClr>
                    </a:glow>
                  </a:effectLst>
                </a:rPr>
                <a:t>AI-managed exceptions</a:t>
              </a:r>
            </a:p>
          </p:txBody>
        </p:sp>
        <p:sp>
          <p:nvSpPr>
            <p:cNvPr id="273" name="TextBox 272">
              <a:extLst>
                <a:ext uri="{FF2B5EF4-FFF2-40B4-BE49-F238E27FC236}">
                  <a16:creationId xmlns:a16="http://schemas.microsoft.com/office/drawing/2014/main" id="{0DECCA13-77FA-3F53-6A3A-6116AB4FCEDB}"/>
                </a:ext>
              </a:extLst>
            </p:cNvPr>
            <p:cNvSpPr txBox="1"/>
            <p:nvPr/>
          </p:nvSpPr>
          <p:spPr>
            <a:xfrm>
              <a:off x="10504068" y="3377348"/>
              <a:ext cx="844047" cy="326558"/>
            </a:xfrm>
            <a:prstGeom prst="rect">
              <a:avLst/>
            </a:prstGeom>
            <a:noFill/>
          </p:spPr>
          <p:txBody>
            <a:bodyPr vert="horz" wrap="square" lIns="76500" tIns="39780" rIns="76500" bIns="39780" rtlCol="0" anchor="ctr">
              <a:spAutoFit/>
            </a:bodyPr>
            <a:lstStyle/>
            <a:p>
              <a:pPr algn="ctr">
                <a:spcBef>
                  <a:spcPct val="0"/>
                </a:spcBef>
              </a:pPr>
              <a:r>
                <a:rPr lang="en-US" sz="800">
                  <a:solidFill>
                    <a:schemeClr val="bg1"/>
                  </a:solidFill>
                  <a:effectLst>
                    <a:glow rad="127000">
                      <a:schemeClr val="accent2">
                        <a:alpha val="40000"/>
                      </a:schemeClr>
                    </a:glow>
                  </a:effectLst>
                </a:rPr>
                <a:t>AI-optimized workflows</a:t>
              </a:r>
            </a:p>
          </p:txBody>
        </p:sp>
        <p:cxnSp>
          <p:nvCxnSpPr>
            <p:cNvPr id="12" name="Straight Connector 11">
              <a:extLst>
                <a:ext uri="{FF2B5EF4-FFF2-40B4-BE49-F238E27FC236}">
                  <a16:creationId xmlns:a16="http://schemas.microsoft.com/office/drawing/2014/main" id="{41B52B9C-521D-E62A-63EA-0B4141E2E354}"/>
                </a:ext>
              </a:extLst>
            </p:cNvPr>
            <p:cNvCxnSpPr>
              <a:cxnSpLocks/>
            </p:cNvCxnSpPr>
            <p:nvPr/>
          </p:nvCxnSpPr>
          <p:spPr>
            <a:xfrm>
              <a:off x="10592560" y="3840166"/>
              <a:ext cx="412023" cy="0"/>
            </a:xfrm>
            <a:prstGeom prst="line">
              <a:avLst/>
            </a:prstGeom>
            <a:ln w="16193">
              <a:solidFill>
                <a:schemeClr val="accent2"/>
              </a:solidFill>
            </a:ln>
            <a:effectLst>
              <a:glow rad="63500">
                <a:schemeClr val="accent2">
                  <a:alpha val="40000"/>
                </a:schemeClr>
              </a:glow>
            </a:effectLst>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386DBEC9-4A54-829B-3F0F-66AC107FFD6A}"/>
                </a:ext>
              </a:extLst>
            </p:cNvPr>
            <p:cNvSpPr/>
            <p:nvPr/>
          </p:nvSpPr>
          <p:spPr>
            <a:xfrm>
              <a:off x="10984959" y="3814603"/>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1" name="Oval 20">
              <a:extLst>
                <a:ext uri="{FF2B5EF4-FFF2-40B4-BE49-F238E27FC236}">
                  <a16:creationId xmlns:a16="http://schemas.microsoft.com/office/drawing/2014/main" id="{9E068D1B-163A-4D3B-FA5D-9E8B0933DF0D}"/>
                </a:ext>
              </a:extLst>
            </p:cNvPr>
            <p:cNvSpPr/>
            <p:nvPr/>
          </p:nvSpPr>
          <p:spPr>
            <a:xfrm>
              <a:off x="10562635" y="3814603"/>
              <a:ext cx="53814" cy="53813"/>
            </a:xfrm>
            <a:prstGeom prst="ellipse">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sp>
        <p:nvSpPr>
          <p:cNvPr id="44" name="TextBox 43">
            <a:extLst>
              <a:ext uri="{FF2B5EF4-FFF2-40B4-BE49-F238E27FC236}">
                <a16:creationId xmlns:a16="http://schemas.microsoft.com/office/drawing/2014/main" id="{0C06EC27-7C9D-22F0-1511-D744FE3ADB47}"/>
              </a:ext>
            </a:extLst>
          </p:cNvPr>
          <p:cNvSpPr txBox="1"/>
          <p:nvPr/>
        </p:nvSpPr>
        <p:spPr>
          <a:xfrm>
            <a:off x="4594816" y="5777832"/>
            <a:ext cx="3001848" cy="340735"/>
          </a:xfrm>
          <a:prstGeom prst="rect">
            <a:avLst/>
          </a:prstGeom>
          <a:noFill/>
        </p:spPr>
        <p:txBody>
          <a:bodyPr vert="horz" wrap="square" lIns="90000" tIns="46800" rIns="90000" bIns="46800" rtlCol="0" anchor="ctr">
            <a:spAutoFit/>
          </a:bodyPr>
          <a:lstStyle/>
          <a:p>
            <a:pPr algn="ctr">
              <a:spcBef>
                <a:spcPct val="0"/>
              </a:spcBef>
            </a:pPr>
            <a:r>
              <a:rPr lang="en-US" sz="1600" b="1">
                <a:solidFill>
                  <a:schemeClr val="bg1"/>
                </a:solidFill>
              </a:rPr>
              <a:t>Business Impact </a:t>
            </a:r>
          </a:p>
        </p:txBody>
      </p:sp>
      <p:sp>
        <p:nvSpPr>
          <p:cNvPr id="48" name="TextBox 47">
            <a:extLst>
              <a:ext uri="{FF2B5EF4-FFF2-40B4-BE49-F238E27FC236}">
                <a16:creationId xmlns:a16="http://schemas.microsoft.com/office/drawing/2014/main" id="{FFBBCCDD-CF02-0801-2EDE-EA78613BFAC9}"/>
              </a:ext>
            </a:extLst>
          </p:cNvPr>
          <p:cNvSpPr txBox="1"/>
          <p:nvPr/>
        </p:nvSpPr>
        <p:spPr>
          <a:xfrm>
            <a:off x="582413" y="6175431"/>
            <a:ext cx="2160788" cy="276999"/>
          </a:xfrm>
          <a:prstGeom prst="rect">
            <a:avLst/>
          </a:prstGeom>
          <a:noFill/>
        </p:spPr>
        <p:txBody>
          <a:bodyPr wrap="square">
            <a:spAutoFit/>
          </a:bodyPr>
          <a:lstStyle/>
          <a:p>
            <a:pPr marL="285750" indent="-285750" algn="ctr">
              <a:spcBef>
                <a:spcPts val="600"/>
              </a:spcBef>
              <a:spcAft>
                <a:spcPts val="600"/>
              </a:spcAft>
              <a:buFont typeface="Wingdings" panose="05000000000000000000" pitchFamily="2" charset="2"/>
              <a:buChar char="ü"/>
            </a:pPr>
            <a:r>
              <a:rPr lang="en-US" sz="1200">
                <a:solidFill>
                  <a:schemeClr val="bg1"/>
                </a:solidFill>
              </a:rPr>
              <a:t>Fast Process Adaptation</a:t>
            </a:r>
          </a:p>
        </p:txBody>
      </p:sp>
      <p:sp>
        <p:nvSpPr>
          <p:cNvPr id="62" name="TextBox 61">
            <a:extLst>
              <a:ext uri="{FF2B5EF4-FFF2-40B4-BE49-F238E27FC236}">
                <a16:creationId xmlns:a16="http://schemas.microsoft.com/office/drawing/2014/main" id="{4F5B06AE-12DB-5C35-17B0-EAFA66257A51}"/>
              </a:ext>
            </a:extLst>
          </p:cNvPr>
          <p:cNvSpPr txBox="1"/>
          <p:nvPr/>
        </p:nvSpPr>
        <p:spPr>
          <a:xfrm>
            <a:off x="3314489" y="6175431"/>
            <a:ext cx="2836169" cy="276999"/>
          </a:xfrm>
          <a:prstGeom prst="rect">
            <a:avLst/>
          </a:prstGeom>
          <a:noFill/>
        </p:spPr>
        <p:txBody>
          <a:bodyPr wrap="square">
            <a:spAutoFit/>
          </a:bodyPr>
          <a:lstStyle/>
          <a:p>
            <a:pPr marL="285750" indent="-285750" algn="ctr">
              <a:spcBef>
                <a:spcPts val="600"/>
              </a:spcBef>
              <a:spcAft>
                <a:spcPts val="600"/>
              </a:spcAft>
              <a:buFont typeface="Wingdings" panose="05000000000000000000" pitchFamily="2" charset="2"/>
              <a:buChar char="ü"/>
            </a:pPr>
            <a:r>
              <a:rPr lang="en-US" sz="1200">
                <a:solidFill>
                  <a:schemeClr val="bg1"/>
                </a:solidFill>
              </a:rPr>
              <a:t>Continuous Process Improvement</a:t>
            </a:r>
          </a:p>
        </p:txBody>
      </p:sp>
      <p:sp>
        <p:nvSpPr>
          <p:cNvPr id="65" name="TextBox 64">
            <a:extLst>
              <a:ext uri="{FF2B5EF4-FFF2-40B4-BE49-F238E27FC236}">
                <a16:creationId xmlns:a16="http://schemas.microsoft.com/office/drawing/2014/main" id="{DFE0500E-1CD9-463A-B472-D6061D9EAEA4}"/>
              </a:ext>
            </a:extLst>
          </p:cNvPr>
          <p:cNvSpPr txBox="1"/>
          <p:nvPr/>
        </p:nvSpPr>
        <p:spPr>
          <a:xfrm>
            <a:off x="6721946" y="6175431"/>
            <a:ext cx="2215144" cy="276999"/>
          </a:xfrm>
          <a:prstGeom prst="rect">
            <a:avLst/>
          </a:prstGeom>
          <a:noFill/>
        </p:spPr>
        <p:txBody>
          <a:bodyPr wrap="square">
            <a:spAutoFit/>
          </a:bodyPr>
          <a:lstStyle/>
          <a:p>
            <a:pPr marL="285750" indent="-285750" algn="ctr">
              <a:spcBef>
                <a:spcPts val="600"/>
              </a:spcBef>
              <a:spcAft>
                <a:spcPts val="600"/>
              </a:spcAft>
              <a:buFont typeface="Wingdings" panose="05000000000000000000" pitchFamily="2" charset="2"/>
              <a:buChar char="ü"/>
            </a:pPr>
            <a:r>
              <a:rPr lang="en-US" sz="1200">
                <a:solidFill>
                  <a:schemeClr val="bg1"/>
                </a:solidFill>
              </a:rPr>
              <a:t>Reduced Process Friction</a:t>
            </a:r>
          </a:p>
        </p:txBody>
      </p:sp>
      <p:sp>
        <p:nvSpPr>
          <p:cNvPr id="67" name="TextBox 66">
            <a:extLst>
              <a:ext uri="{FF2B5EF4-FFF2-40B4-BE49-F238E27FC236}">
                <a16:creationId xmlns:a16="http://schemas.microsoft.com/office/drawing/2014/main" id="{158919DE-618E-B8D2-E473-895DF8EBFDB0}"/>
              </a:ext>
            </a:extLst>
          </p:cNvPr>
          <p:cNvSpPr txBox="1"/>
          <p:nvPr/>
        </p:nvSpPr>
        <p:spPr>
          <a:xfrm>
            <a:off x="9508377" y="6175431"/>
            <a:ext cx="2142921" cy="276999"/>
          </a:xfrm>
          <a:prstGeom prst="rect">
            <a:avLst/>
          </a:prstGeom>
          <a:noFill/>
        </p:spPr>
        <p:txBody>
          <a:bodyPr wrap="square">
            <a:spAutoFit/>
          </a:bodyPr>
          <a:lstStyle/>
          <a:p>
            <a:pPr marL="285750" indent="-285750" algn="ctr">
              <a:spcBef>
                <a:spcPts val="600"/>
              </a:spcBef>
              <a:spcAft>
                <a:spcPts val="600"/>
              </a:spcAft>
              <a:buFont typeface="Wingdings" panose="05000000000000000000" pitchFamily="2" charset="2"/>
              <a:buChar char="ü"/>
            </a:pPr>
            <a:r>
              <a:rPr lang="en-US" sz="1200">
                <a:solidFill>
                  <a:schemeClr val="bg1"/>
                </a:solidFill>
              </a:rPr>
              <a:t>Greater Business Agility</a:t>
            </a:r>
          </a:p>
        </p:txBody>
      </p:sp>
      <p:sp>
        <p:nvSpPr>
          <p:cNvPr id="37" name="Hexagon 36">
            <a:extLst>
              <a:ext uri="{FF2B5EF4-FFF2-40B4-BE49-F238E27FC236}">
                <a16:creationId xmlns:a16="http://schemas.microsoft.com/office/drawing/2014/main" id="{46B8F813-18D8-8825-A6B2-F4710D9315B3}"/>
              </a:ext>
            </a:extLst>
          </p:cNvPr>
          <p:cNvSpPr/>
          <p:nvPr/>
        </p:nvSpPr>
        <p:spPr>
          <a:xfrm rot="5400000">
            <a:off x="2790817" y="2904340"/>
            <a:ext cx="969765" cy="837525"/>
          </a:xfrm>
          <a:prstGeom prst="hexagon">
            <a:avLst>
              <a:gd name="adj" fmla="val 28868"/>
              <a:gd name="vf" fmla="val 115470"/>
            </a:avLst>
          </a:prstGeom>
          <a:solidFill>
            <a:srgbClr val="0058AB"/>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000" b="1">
              <a:solidFill>
                <a:schemeClr val="bg1"/>
              </a:solidFill>
              <a:cs typeface="Verdana" panose="020B0604030504040204" pitchFamily="34" charset="0"/>
            </a:endParaRPr>
          </a:p>
        </p:txBody>
      </p:sp>
      <p:sp>
        <p:nvSpPr>
          <p:cNvPr id="16" name="Hexagon 15">
            <a:extLst>
              <a:ext uri="{FF2B5EF4-FFF2-40B4-BE49-F238E27FC236}">
                <a16:creationId xmlns:a16="http://schemas.microsoft.com/office/drawing/2014/main" id="{FA485B03-0E4B-9905-066A-EE60BB923704}"/>
              </a:ext>
            </a:extLst>
          </p:cNvPr>
          <p:cNvSpPr/>
          <p:nvPr/>
        </p:nvSpPr>
        <p:spPr>
          <a:xfrm rot="5400000">
            <a:off x="1909846" y="2904340"/>
            <a:ext cx="969765" cy="837525"/>
          </a:xfrm>
          <a:prstGeom prst="hexagon">
            <a:avLst>
              <a:gd name="adj" fmla="val 28868"/>
              <a:gd name="vf" fmla="val 115470"/>
            </a:avLst>
          </a:prstGeom>
          <a:solidFill>
            <a:srgbClr val="004280"/>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000">
              <a:solidFill>
                <a:schemeClr val="bg1"/>
              </a:solidFill>
              <a:cs typeface="Verdana" panose="020B0604030504040204" pitchFamily="34" charset="0"/>
            </a:endParaRPr>
          </a:p>
        </p:txBody>
      </p:sp>
      <p:sp>
        <p:nvSpPr>
          <p:cNvPr id="38" name="Hexagon 37">
            <a:extLst>
              <a:ext uri="{FF2B5EF4-FFF2-40B4-BE49-F238E27FC236}">
                <a16:creationId xmlns:a16="http://schemas.microsoft.com/office/drawing/2014/main" id="{DBCF2F8C-7465-1C08-7448-F181C4BB763D}"/>
              </a:ext>
            </a:extLst>
          </p:cNvPr>
          <p:cNvSpPr/>
          <p:nvPr/>
        </p:nvSpPr>
        <p:spPr>
          <a:xfrm rot="5400000">
            <a:off x="1028875" y="2904340"/>
            <a:ext cx="969765" cy="837525"/>
          </a:xfrm>
          <a:prstGeom prst="hexagon">
            <a:avLst>
              <a:gd name="adj" fmla="val 28868"/>
              <a:gd name="vf" fmla="val 115470"/>
            </a:avLst>
          </a:prstGeom>
          <a:solidFill>
            <a:srgbClr val="77BDFF"/>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000" b="1">
              <a:solidFill>
                <a:schemeClr val="bg1"/>
              </a:solidFill>
              <a:cs typeface="Verdana" panose="020B0604030504040204" pitchFamily="34" charset="0"/>
            </a:endParaRPr>
          </a:p>
        </p:txBody>
      </p:sp>
      <p:sp>
        <p:nvSpPr>
          <p:cNvPr id="77" name="Hexagon 76">
            <a:extLst>
              <a:ext uri="{FF2B5EF4-FFF2-40B4-BE49-F238E27FC236}">
                <a16:creationId xmlns:a16="http://schemas.microsoft.com/office/drawing/2014/main" id="{8AA4BE4A-EF88-AD3B-F271-9B91E389FDDE}"/>
              </a:ext>
            </a:extLst>
          </p:cNvPr>
          <p:cNvSpPr/>
          <p:nvPr/>
        </p:nvSpPr>
        <p:spPr>
          <a:xfrm rot="5400000">
            <a:off x="3272031" y="2607183"/>
            <a:ext cx="305064" cy="263464"/>
          </a:xfrm>
          <a:prstGeom prst="hexagon">
            <a:avLst>
              <a:gd name="adj" fmla="val 28868"/>
              <a:gd name="vf" fmla="val 115470"/>
            </a:avLst>
          </a:prstGeom>
          <a:solidFill>
            <a:srgbClr val="0058AB"/>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73" name="Hexagon 72">
            <a:extLst>
              <a:ext uri="{FF2B5EF4-FFF2-40B4-BE49-F238E27FC236}">
                <a16:creationId xmlns:a16="http://schemas.microsoft.com/office/drawing/2014/main" id="{1E401632-5B90-4465-0243-8F8D656E60C2}"/>
              </a:ext>
            </a:extLst>
          </p:cNvPr>
          <p:cNvSpPr/>
          <p:nvPr/>
        </p:nvSpPr>
        <p:spPr>
          <a:xfrm rot="5400000">
            <a:off x="2388728" y="3775804"/>
            <a:ext cx="305064" cy="263464"/>
          </a:xfrm>
          <a:prstGeom prst="hexagon">
            <a:avLst>
              <a:gd name="adj" fmla="val 28868"/>
              <a:gd name="vf" fmla="val 115470"/>
            </a:avLst>
          </a:prstGeom>
          <a:solidFill>
            <a:srgbClr val="004280"/>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75" name="Hexagon 74">
            <a:extLst>
              <a:ext uri="{FF2B5EF4-FFF2-40B4-BE49-F238E27FC236}">
                <a16:creationId xmlns:a16="http://schemas.microsoft.com/office/drawing/2014/main" id="{01E791C0-999F-5814-E0FD-639F56384F46}"/>
              </a:ext>
            </a:extLst>
          </p:cNvPr>
          <p:cNvSpPr/>
          <p:nvPr/>
        </p:nvSpPr>
        <p:spPr>
          <a:xfrm rot="5400000">
            <a:off x="2097634" y="3775804"/>
            <a:ext cx="305064" cy="263464"/>
          </a:xfrm>
          <a:prstGeom prst="hexagon">
            <a:avLst>
              <a:gd name="adj" fmla="val 28868"/>
              <a:gd name="vf" fmla="val 115470"/>
            </a:avLst>
          </a:prstGeom>
          <a:solidFill>
            <a:srgbClr val="004280"/>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81" name="Hexagon 80">
            <a:extLst>
              <a:ext uri="{FF2B5EF4-FFF2-40B4-BE49-F238E27FC236}">
                <a16:creationId xmlns:a16="http://schemas.microsoft.com/office/drawing/2014/main" id="{60F3F881-4808-B280-393C-E0C65B6D0EF4}"/>
              </a:ext>
            </a:extLst>
          </p:cNvPr>
          <p:cNvSpPr/>
          <p:nvPr/>
        </p:nvSpPr>
        <p:spPr>
          <a:xfrm rot="5400000">
            <a:off x="1209046" y="3775804"/>
            <a:ext cx="305064" cy="263464"/>
          </a:xfrm>
          <a:prstGeom prst="hexagon">
            <a:avLst>
              <a:gd name="adj" fmla="val 28868"/>
              <a:gd name="vf" fmla="val 115470"/>
            </a:avLst>
          </a:prstGeom>
          <a:solidFill>
            <a:srgbClr val="77BDFF"/>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83" name="Hexagon 82">
            <a:extLst>
              <a:ext uri="{FF2B5EF4-FFF2-40B4-BE49-F238E27FC236}">
                <a16:creationId xmlns:a16="http://schemas.microsoft.com/office/drawing/2014/main" id="{F5F220DA-D904-E01B-C205-2847661FDDE5}"/>
              </a:ext>
            </a:extLst>
          </p:cNvPr>
          <p:cNvSpPr/>
          <p:nvPr/>
        </p:nvSpPr>
        <p:spPr>
          <a:xfrm rot="5400000">
            <a:off x="1509151" y="2607183"/>
            <a:ext cx="305064" cy="263464"/>
          </a:xfrm>
          <a:prstGeom prst="hexagon">
            <a:avLst>
              <a:gd name="adj" fmla="val 28868"/>
              <a:gd name="vf" fmla="val 115470"/>
            </a:avLst>
          </a:prstGeom>
          <a:solidFill>
            <a:srgbClr val="77BDFF"/>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79" name="Hexagon 78">
            <a:extLst>
              <a:ext uri="{FF2B5EF4-FFF2-40B4-BE49-F238E27FC236}">
                <a16:creationId xmlns:a16="http://schemas.microsoft.com/office/drawing/2014/main" id="{D42C9615-4479-9878-197E-AA4CEE7112A8}"/>
              </a:ext>
            </a:extLst>
          </p:cNvPr>
          <p:cNvSpPr/>
          <p:nvPr/>
        </p:nvSpPr>
        <p:spPr>
          <a:xfrm rot="5400000">
            <a:off x="2983367" y="2607183"/>
            <a:ext cx="305064" cy="263464"/>
          </a:xfrm>
          <a:prstGeom prst="hexagon">
            <a:avLst>
              <a:gd name="adj" fmla="val 28868"/>
              <a:gd name="vf" fmla="val 115470"/>
            </a:avLst>
          </a:prstGeom>
          <a:solidFill>
            <a:srgbClr val="0058AB"/>
          </a:solidFill>
          <a:ln w="635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0600" tIns="30600" rIns="30600" bIns="30600" numCol="1" spcCol="0" rtlCol="0" fromWordArt="0" anchor="ctr" anchorCtr="0" forceAA="0" compatLnSpc="1">
            <a:prstTxWarp prst="textNoShape">
              <a:avLst/>
            </a:prstTxWarp>
            <a:noAutofit/>
          </a:bodyPr>
          <a:lstStyle/>
          <a:p>
            <a:pPr algn="ctr"/>
            <a:endParaRPr lang="en-US" sz="1200">
              <a:solidFill>
                <a:schemeClr val="bg1"/>
              </a:solidFill>
              <a:cs typeface="Verdana" panose="020B0604030504040204" pitchFamily="34" charset="0"/>
            </a:endParaRPr>
          </a:p>
        </p:txBody>
      </p:sp>
      <p:sp>
        <p:nvSpPr>
          <p:cNvPr id="251" name="Rectangle: Rounded Corners 250">
            <a:extLst>
              <a:ext uri="{FF2B5EF4-FFF2-40B4-BE49-F238E27FC236}">
                <a16:creationId xmlns:a16="http://schemas.microsoft.com/office/drawing/2014/main" id="{2184ED93-953E-1E20-4BAF-3EF5CEA42AB6}"/>
              </a:ext>
            </a:extLst>
          </p:cNvPr>
          <p:cNvSpPr/>
          <p:nvPr/>
        </p:nvSpPr>
        <p:spPr>
          <a:xfrm>
            <a:off x="1008169" y="2553984"/>
            <a:ext cx="2773117" cy="1733529"/>
          </a:xfrm>
          <a:prstGeom prst="roundRect">
            <a:avLst/>
          </a:prstGeom>
          <a:noFill/>
          <a:ln w="12700">
            <a:solidFill>
              <a:schemeClr val="bg1">
                <a:lumMod val="6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44" name="TextBox 143">
            <a:extLst>
              <a:ext uri="{FF2B5EF4-FFF2-40B4-BE49-F238E27FC236}">
                <a16:creationId xmlns:a16="http://schemas.microsoft.com/office/drawing/2014/main" id="{DE182EF1-ABCC-660F-6681-7B0442D5D0B1}"/>
              </a:ext>
            </a:extLst>
          </p:cNvPr>
          <p:cNvSpPr txBox="1"/>
          <p:nvPr/>
        </p:nvSpPr>
        <p:spPr>
          <a:xfrm>
            <a:off x="1972704" y="2999127"/>
            <a:ext cx="844046" cy="326558"/>
          </a:xfrm>
          <a:prstGeom prst="rect">
            <a:avLst/>
          </a:prstGeom>
          <a:noFill/>
        </p:spPr>
        <p:txBody>
          <a:bodyPr vert="horz" wrap="square" lIns="76500" tIns="39780" rIns="76500" bIns="39780" rtlCol="0" anchor="ctr">
            <a:spAutoFit/>
          </a:bodyPr>
          <a:lstStyle/>
          <a:p>
            <a:pPr algn="ctr">
              <a:spcBef>
                <a:spcPct val="0"/>
              </a:spcBef>
            </a:pPr>
            <a:r>
              <a:rPr lang="en-US" sz="800" b="1">
                <a:solidFill>
                  <a:schemeClr val="bg1"/>
                </a:solidFill>
              </a:rPr>
              <a:t>Management Processes</a:t>
            </a:r>
          </a:p>
        </p:txBody>
      </p:sp>
      <p:sp>
        <p:nvSpPr>
          <p:cNvPr id="264" name="TextBox 263">
            <a:extLst>
              <a:ext uri="{FF2B5EF4-FFF2-40B4-BE49-F238E27FC236}">
                <a16:creationId xmlns:a16="http://schemas.microsoft.com/office/drawing/2014/main" id="{BE31E0A8-EB12-48B2-DB8E-323329FDD45D}"/>
              </a:ext>
            </a:extLst>
          </p:cNvPr>
          <p:cNvSpPr txBox="1"/>
          <p:nvPr/>
        </p:nvSpPr>
        <p:spPr>
          <a:xfrm>
            <a:off x="2853676" y="2999127"/>
            <a:ext cx="844046" cy="326558"/>
          </a:xfrm>
          <a:prstGeom prst="rect">
            <a:avLst/>
          </a:prstGeom>
          <a:noFill/>
        </p:spPr>
        <p:txBody>
          <a:bodyPr vert="horz" wrap="square" lIns="76500" tIns="39780" rIns="76500" bIns="39780" rtlCol="0" anchor="ctr">
            <a:spAutoFit/>
          </a:bodyPr>
          <a:lstStyle/>
          <a:p>
            <a:pPr algn="ctr">
              <a:spcBef>
                <a:spcPct val="0"/>
              </a:spcBef>
            </a:pPr>
            <a:r>
              <a:rPr lang="en-US" sz="800" b="1">
                <a:solidFill>
                  <a:schemeClr val="bg1"/>
                </a:solidFill>
              </a:rPr>
              <a:t>Core Processes</a:t>
            </a:r>
          </a:p>
        </p:txBody>
      </p:sp>
      <p:sp>
        <p:nvSpPr>
          <p:cNvPr id="266" name="TextBox 265">
            <a:extLst>
              <a:ext uri="{FF2B5EF4-FFF2-40B4-BE49-F238E27FC236}">
                <a16:creationId xmlns:a16="http://schemas.microsoft.com/office/drawing/2014/main" id="{AD001A8B-4619-08C4-57F6-CDEA4FB3ABCD}"/>
              </a:ext>
            </a:extLst>
          </p:cNvPr>
          <p:cNvSpPr txBox="1"/>
          <p:nvPr/>
        </p:nvSpPr>
        <p:spPr>
          <a:xfrm>
            <a:off x="1972705" y="3267714"/>
            <a:ext cx="844046" cy="326558"/>
          </a:xfrm>
          <a:prstGeom prst="rect">
            <a:avLst/>
          </a:prstGeom>
          <a:noFill/>
        </p:spPr>
        <p:txBody>
          <a:bodyPr vert="horz" wrap="square" lIns="76500" tIns="39780" rIns="76500" bIns="39780" rtlCol="0" anchor="ctr">
            <a:spAutoFit/>
          </a:bodyPr>
          <a:lstStyle/>
          <a:p>
            <a:pPr algn="ctr">
              <a:spcBef>
                <a:spcPct val="0"/>
              </a:spcBef>
            </a:pPr>
            <a:r>
              <a:rPr lang="en-US" sz="800">
                <a:solidFill>
                  <a:schemeClr val="bg1"/>
                </a:solidFill>
              </a:rPr>
              <a:t>KPI monitoring</a:t>
            </a:r>
          </a:p>
        </p:txBody>
      </p:sp>
      <p:sp>
        <p:nvSpPr>
          <p:cNvPr id="271" name="TextBox 270">
            <a:extLst>
              <a:ext uri="{FF2B5EF4-FFF2-40B4-BE49-F238E27FC236}">
                <a16:creationId xmlns:a16="http://schemas.microsoft.com/office/drawing/2014/main" id="{503E4149-2217-899D-600D-9690046FE158}"/>
              </a:ext>
            </a:extLst>
          </p:cNvPr>
          <p:cNvSpPr txBox="1"/>
          <p:nvPr/>
        </p:nvSpPr>
        <p:spPr>
          <a:xfrm>
            <a:off x="2828144" y="3267714"/>
            <a:ext cx="844046" cy="326558"/>
          </a:xfrm>
          <a:prstGeom prst="rect">
            <a:avLst/>
          </a:prstGeom>
          <a:noFill/>
        </p:spPr>
        <p:txBody>
          <a:bodyPr vert="horz" wrap="square" lIns="76500" tIns="39780" rIns="76500" bIns="39780" rtlCol="0" anchor="ctr">
            <a:spAutoFit/>
          </a:bodyPr>
          <a:lstStyle/>
          <a:p>
            <a:pPr algn="ctr">
              <a:spcBef>
                <a:spcPct val="0"/>
              </a:spcBef>
            </a:pPr>
            <a:r>
              <a:rPr lang="en-US" sz="800">
                <a:solidFill>
                  <a:schemeClr val="bg1"/>
                </a:solidFill>
              </a:rPr>
              <a:t>Standardized workflows</a:t>
            </a:r>
          </a:p>
        </p:txBody>
      </p:sp>
      <p:sp>
        <p:nvSpPr>
          <p:cNvPr id="265" name="TextBox 264">
            <a:extLst>
              <a:ext uri="{FF2B5EF4-FFF2-40B4-BE49-F238E27FC236}">
                <a16:creationId xmlns:a16="http://schemas.microsoft.com/office/drawing/2014/main" id="{DB9FE95A-9080-3D13-7F38-F4161EB230F9}"/>
              </a:ext>
            </a:extLst>
          </p:cNvPr>
          <p:cNvSpPr txBox="1"/>
          <p:nvPr/>
        </p:nvSpPr>
        <p:spPr>
          <a:xfrm>
            <a:off x="1091733" y="2999127"/>
            <a:ext cx="844046" cy="326558"/>
          </a:xfrm>
          <a:prstGeom prst="rect">
            <a:avLst/>
          </a:prstGeom>
          <a:noFill/>
        </p:spPr>
        <p:txBody>
          <a:bodyPr vert="horz" wrap="square" lIns="76500" tIns="39780" rIns="76500" bIns="39780" rtlCol="0" anchor="ctr">
            <a:spAutoFit/>
          </a:bodyPr>
          <a:lstStyle/>
          <a:p>
            <a:pPr algn="ctr">
              <a:spcBef>
                <a:spcPct val="0"/>
              </a:spcBef>
            </a:pPr>
            <a:r>
              <a:rPr lang="en-US" sz="800" b="1">
                <a:solidFill>
                  <a:schemeClr val="bg1"/>
                </a:solidFill>
              </a:rPr>
              <a:t>Support Processes</a:t>
            </a:r>
          </a:p>
        </p:txBody>
      </p:sp>
      <p:sp>
        <p:nvSpPr>
          <p:cNvPr id="274" name="TextBox 273">
            <a:extLst>
              <a:ext uri="{FF2B5EF4-FFF2-40B4-BE49-F238E27FC236}">
                <a16:creationId xmlns:a16="http://schemas.microsoft.com/office/drawing/2014/main" id="{C66C2A76-07D9-6D93-AD4D-0D19B4D9605B}"/>
              </a:ext>
            </a:extLst>
          </p:cNvPr>
          <p:cNvSpPr txBox="1"/>
          <p:nvPr/>
        </p:nvSpPr>
        <p:spPr>
          <a:xfrm>
            <a:off x="1091733" y="3267714"/>
            <a:ext cx="895110" cy="449669"/>
          </a:xfrm>
          <a:prstGeom prst="rect">
            <a:avLst/>
          </a:prstGeom>
          <a:noFill/>
        </p:spPr>
        <p:txBody>
          <a:bodyPr vert="horz" wrap="square" lIns="76500" tIns="39780" rIns="76500" bIns="39780" rtlCol="0" anchor="ctr">
            <a:spAutoFit/>
          </a:bodyPr>
          <a:lstStyle/>
          <a:p>
            <a:pPr algn="ctr">
              <a:spcBef>
                <a:spcPct val="0"/>
              </a:spcBef>
            </a:pPr>
            <a:r>
              <a:rPr lang="en-US" sz="800">
                <a:solidFill>
                  <a:schemeClr val="bg1"/>
                </a:solidFill>
              </a:rPr>
              <a:t>Manual exception handling</a:t>
            </a:r>
          </a:p>
        </p:txBody>
      </p:sp>
      <p:sp>
        <p:nvSpPr>
          <p:cNvPr id="17" name="Rectangle 16">
            <a:extLst>
              <a:ext uri="{FF2B5EF4-FFF2-40B4-BE49-F238E27FC236}">
                <a16:creationId xmlns:a16="http://schemas.microsoft.com/office/drawing/2014/main" id="{0969770F-9E01-4BC6-3224-38395A0CB565}"/>
              </a:ext>
            </a:extLst>
          </p:cNvPr>
          <p:cNvSpPr/>
          <p:nvPr/>
        </p:nvSpPr>
        <p:spPr>
          <a:xfrm>
            <a:off x="1739815" y="4138266"/>
            <a:ext cx="1309826" cy="306790"/>
          </a:xfrm>
          <a:prstGeom prst="rect">
            <a:avLst/>
          </a:prstGeom>
          <a:solidFill>
            <a:srgbClr val="1E254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7724" tIns="38862" rIns="77724" bIns="38862" numCol="1" spcCol="0" rtlCol="0" fromWordArt="0" anchor="ctr" anchorCtr="0" forceAA="0" compatLnSpc="1">
            <a:prstTxWarp prst="textNoShape">
              <a:avLst/>
            </a:prstTxWarp>
            <a:noAutofit/>
          </a:bodyPr>
          <a:lstStyle/>
          <a:p>
            <a:pPr algn="ctr"/>
            <a:r>
              <a:rPr lang="en-US" sz="1000">
                <a:solidFill>
                  <a:schemeClr val="bg1"/>
                </a:solidFill>
              </a:rPr>
              <a:t>Organizational past success patterns</a:t>
            </a:r>
          </a:p>
        </p:txBody>
      </p:sp>
      <p:grpSp>
        <p:nvGrpSpPr>
          <p:cNvPr id="103" name="Group 102">
            <a:extLst>
              <a:ext uri="{FF2B5EF4-FFF2-40B4-BE49-F238E27FC236}">
                <a16:creationId xmlns:a16="http://schemas.microsoft.com/office/drawing/2014/main" id="{8E671D9B-CF23-9C56-7F3F-2D3DD65BA2C8}"/>
              </a:ext>
            </a:extLst>
          </p:cNvPr>
          <p:cNvGrpSpPr/>
          <p:nvPr/>
        </p:nvGrpSpPr>
        <p:grpSpPr>
          <a:xfrm>
            <a:off x="5108077" y="2562764"/>
            <a:ext cx="1965992" cy="1966188"/>
            <a:chOff x="5108077" y="2562764"/>
            <a:chExt cx="1965992" cy="1966188"/>
          </a:xfrm>
        </p:grpSpPr>
        <p:sp>
          <p:nvSpPr>
            <p:cNvPr id="54" name="Circle: Hollow 53">
              <a:extLst>
                <a:ext uri="{FF2B5EF4-FFF2-40B4-BE49-F238E27FC236}">
                  <a16:creationId xmlns:a16="http://schemas.microsoft.com/office/drawing/2014/main" id="{08C8E02B-BAB9-F7F6-9490-BED7A8E66D48}"/>
                </a:ext>
              </a:extLst>
            </p:cNvPr>
            <p:cNvSpPr/>
            <p:nvPr/>
          </p:nvSpPr>
          <p:spPr>
            <a:xfrm rot="20267019">
              <a:off x="5197877" y="2654591"/>
              <a:ext cx="1786395" cy="1786395"/>
            </a:xfrm>
            <a:prstGeom prst="donut">
              <a:avLst>
                <a:gd name="adj" fmla="val 1127"/>
              </a:avLst>
            </a:prstGeom>
            <a:solidFill>
              <a:schemeClr val="accent2"/>
            </a:solidFill>
            <a:ln w="9525">
              <a:noFill/>
              <a:prstDash val="solid"/>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85" name="Arrow: Chevron 84">
              <a:extLst>
                <a:ext uri="{FF2B5EF4-FFF2-40B4-BE49-F238E27FC236}">
                  <a16:creationId xmlns:a16="http://schemas.microsoft.com/office/drawing/2014/main" id="{F1DA5735-E74F-6D16-BA5A-AD303490C25F}"/>
                </a:ext>
              </a:extLst>
            </p:cNvPr>
            <p:cNvSpPr/>
            <p:nvPr/>
          </p:nvSpPr>
          <p:spPr>
            <a:xfrm>
              <a:off x="6028060" y="2562764"/>
              <a:ext cx="126026" cy="206951"/>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82" name="Arrow: Chevron 81">
              <a:extLst>
                <a:ext uri="{FF2B5EF4-FFF2-40B4-BE49-F238E27FC236}">
                  <a16:creationId xmlns:a16="http://schemas.microsoft.com/office/drawing/2014/main" id="{3AB041EA-877E-F5F9-F584-904AA1E98F51}"/>
                </a:ext>
              </a:extLst>
            </p:cNvPr>
            <p:cNvSpPr/>
            <p:nvPr/>
          </p:nvSpPr>
          <p:spPr>
            <a:xfrm rot="10800000">
              <a:off x="6028060" y="4322001"/>
              <a:ext cx="126026" cy="206951"/>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78" name="Arrow: Chevron 77">
              <a:extLst>
                <a:ext uri="{FF2B5EF4-FFF2-40B4-BE49-F238E27FC236}">
                  <a16:creationId xmlns:a16="http://schemas.microsoft.com/office/drawing/2014/main" id="{A467D28D-9DF6-81B3-2793-54C490F995E8}"/>
                </a:ext>
              </a:extLst>
            </p:cNvPr>
            <p:cNvSpPr/>
            <p:nvPr/>
          </p:nvSpPr>
          <p:spPr>
            <a:xfrm rot="5400000">
              <a:off x="6907580" y="3444314"/>
              <a:ext cx="126027" cy="206951"/>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74" name="Arrow: Chevron 73">
              <a:extLst>
                <a:ext uri="{FF2B5EF4-FFF2-40B4-BE49-F238E27FC236}">
                  <a16:creationId xmlns:a16="http://schemas.microsoft.com/office/drawing/2014/main" id="{245FF3C1-DECC-0888-EDF8-A6551FC18591}"/>
                </a:ext>
              </a:extLst>
            </p:cNvPr>
            <p:cNvSpPr/>
            <p:nvPr/>
          </p:nvSpPr>
          <p:spPr>
            <a:xfrm rot="16200000">
              <a:off x="5148540" y="3444313"/>
              <a:ext cx="126026" cy="206951"/>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102" name="Group 101">
            <a:extLst>
              <a:ext uri="{FF2B5EF4-FFF2-40B4-BE49-F238E27FC236}">
                <a16:creationId xmlns:a16="http://schemas.microsoft.com/office/drawing/2014/main" id="{137806B8-98A8-53B4-19A8-955A231A728B}"/>
              </a:ext>
            </a:extLst>
          </p:cNvPr>
          <p:cNvGrpSpPr/>
          <p:nvPr/>
        </p:nvGrpSpPr>
        <p:grpSpPr>
          <a:xfrm>
            <a:off x="4184259" y="2504235"/>
            <a:ext cx="3813626" cy="2058479"/>
            <a:chOff x="4336659" y="2656635"/>
            <a:chExt cx="3813626" cy="2058479"/>
          </a:xfrm>
          <a:gradFill flip="none" rotWithShape="1">
            <a:gsLst>
              <a:gs pos="28000">
                <a:srgbClr val="0F152D"/>
              </a:gs>
              <a:gs pos="100000">
                <a:srgbClr val="212741">
                  <a:alpha val="0"/>
                </a:srgbClr>
              </a:gs>
            </a:gsLst>
            <a:path path="circle">
              <a:fillToRect l="50000" t="50000" r="50000" b="50000"/>
            </a:path>
            <a:tileRect/>
          </a:gradFill>
        </p:grpSpPr>
        <p:sp>
          <p:nvSpPr>
            <p:cNvPr id="95" name="TextBox 94">
              <a:extLst>
                <a:ext uri="{FF2B5EF4-FFF2-40B4-BE49-F238E27FC236}">
                  <a16:creationId xmlns:a16="http://schemas.microsoft.com/office/drawing/2014/main" id="{4CD32246-D1E2-E471-DD0C-DA32D3CE1F9F}"/>
                </a:ext>
              </a:extLst>
            </p:cNvPr>
            <p:cNvSpPr txBox="1"/>
            <p:nvPr/>
          </p:nvSpPr>
          <p:spPr>
            <a:xfrm>
              <a:off x="4336659" y="2656635"/>
              <a:ext cx="1784636" cy="663901"/>
            </a:xfrm>
            <a:prstGeom prst="rect">
              <a:avLst/>
            </a:prstGeom>
            <a:grpFill/>
          </p:spPr>
          <p:txBody>
            <a:bodyPr vert="horz" wrap="square" lIns="90000" tIns="46800" rIns="90000" bIns="46800" rtlCol="0" anchor="ctr">
              <a:noAutofit/>
            </a:bodyPr>
            <a:lstStyle/>
            <a:p>
              <a:pPr algn="ctr">
                <a:spcBef>
                  <a:spcPct val="0"/>
                </a:spcBef>
              </a:pPr>
              <a:endParaRPr lang="en-US" sz="800">
                <a:solidFill>
                  <a:schemeClr val="bg1"/>
                </a:solidFill>
              </a:endParaRPr>
            </a:p>
          </p:txBody>
        </p:sp>
        <p:sp>
          <p:nvSpPr>
            <p:cNvPr id="97" name="TextBox 96">
              <a:extLst>
                <a:ext uri="{FF2B5EF4-FFF2-40B4-BE49-F238E27FC236}">
                  <a16:creationId xmlns:a16="http://schemas.microsoft.com/office/drawing/2014/main" id="{E8D50FB9-8180-9F03-F2F4-EAEEE1A49152}"/>
                </a:ext>
              </a:extLst>
            </p:cNvPr>
            <p:cNvSpPr txBox="1"/>
            <p:nvPr/>
          </p:nvSpPr>
          <p:spPr>
            <a:xfrm>
              <a:off x="6412925" y="2656635"/>
              <a:ext cx="1737360" cy="663901"/>
            </a:xfrm>
            <a:prstGeom prst="rect">
              <a:avLst/>
            </a:prstGeom>
            <a:grpFill/>
          </p:spPr>
          <p:txBody>
            <a:bodyPr vert="horz" wrap="square" lIns="90000" tIns="46800" rIns="90000" bIns="46800" rtlCol="0" anchor="ctr">
              <a:noAutofit/>
            </a:bodyPr>
            <a:lstStyle/>
            <a:p>
              <a:pPr algn="ctr">
                <a:spcBef>
                  <a:spcPct val="0"/>
                </a:spcBef>
              </a:pPr>
              <a:endParaRPr lang="en-US" sz="800">
                <a:solidFill>
                  <a:schemeClr val="bg1"/>
                </a:solidFill>
              </a:endParaRPr>
            </a:p>
          </p:txBody>
        </p:sp>
        <p:sp>
          <p:nvSpPr>
            <p:cNvPr id="99" name="TextBox 98">
              <a:extLst>
                <a:ext uri="{FF2B5EF4-FFF2-40B4-BE49-F238E27FC236}">
                  <a16:creationId xmlns:a16="http://schemas.microsoft.com/office/drawing/2014/main" id="{3EA244AD-2E77-1C89-B816-77B10193F480}"/>
                </a:ext>
              </a:extLst>
            </p:cNvPr>
            <p:cNvSpPr txBox="1"/>
            <p:nvPr/>
          </p:nvSpPr>
          <p:spPr>
            <a:xfrm>
              <a:off x="6412925" y="4051213"/>
              <a:ext cx="1737360" cy="663901"/>
            </a:xfrm>
            <a:prstGeom prst="rect">
              <a:avLst/>
            </a:prstGeom>
            <a:grpFill/>
          </p:spPr>
          <p:txBody>
            <a:bodyPr vert="horz" wrap="square" lIns="90000" tIns="46800" rIns="90000" bIns="46800" rtlCol="0" anchor="ctr">
              <a:noAutofit/>
            </a:bodyPr>
            <a:lstStyle/>
            <a:p>
              <a:pPr algn="ctr">
                <a:spcBef>
                  <a:spcPct val="0"/>
                </a:spcBef>
              </a:pPr>
              <a:endParaRPr lang="en-US" sz="800">
                <a:solidFill>
                  <a:schemeClr val="bg1"/>
                </a:solidFill>
              </a:endParaRPr>
            </a:p>
          </p:txBody>
        </p:sp>
        <p:sp>
          <p:nvSpPr>
            <p:cNvPr id="101" name="TextBox 100">
              <a:extLst>
                <a:ext uri="{FF2B5EF4-FFF2-40B4-BE49-F238E27FC236}">
                  <a16:creationId xmlns:a16="http://schemas.microsoft.com/office/drawing/2014/main" id="{0C177F6F-BACD-C9C9-05AB-9474A92B51AE}"/>
                </a:ext>
              </a:extLst>
            </p:cNvPr>
            <p:cNvSpPr txBox="1"/>
            <p:nvPr/>
          </p:nvSpPr>
          <p:spPr>
            <a:xfrm>
              <a:off x="4360298" y="4051213"/>
              <a:ext cx="1737360" cy="663901"/>
            </a:xfrm>
            <a:prstGeom prst="rect">
              <a:avLst/>
            </a:prstGeom>
            <a:grpFill/>
          </p:spPr>
          <p:txBody>
            <a:bodyPr vert="horz" wrap="square" lIns="90000" tIns="46800" rIns="90000" bIns="46800" rtlCol="0" anchor="ctr">
              <a:noAutofit/>
            </a:bodyPr>
            <a:lstStyle/>
            <a:p>
              <a:pPr algn="ctr">
                <a:spcBef>
                  <a:spcPct val="0"/>
                </a:spcBef>
              </a:pPr>
              <a:endParaRPr lang="en-US" sz="800">
                <a:solidFill>
                  <a:schemeClr val="bg1"/>
                </a:solidFill>
              </a:endParaRPr>
            </a:p>
          </p:txBody>
        </p:sp>
      </p:grpSp>
      <p:sp>
        <p:nvSpPr>
          <p:cNvPr id="86" name="TextBox 85">
            <a:extLst>
              <a:ext uri="{FF2B5EF4-FFF2-40B4-BE49-F238E27FC236}">
                <a16:creationId xmlns:a16="http://schemas.microsoft.com/office/drawing/2014/main" id="{FF97C511-67E1-C15D-DF9B-FE9399925A5B}"/>
              </a:ext>
            </a:extLst>
          </p:cNvPr>
          <p:cNvSpPr txBox="1"/>
          <p:nvPr/>
        </p:nvSpPr>
        <p:spPr>
          <a:xfrm>
            <a:off x="5486662" y="3255385"/>
            <a:ext cx="1208821" cy="556179"/>
          </a:xfrm>
          <a:prstGeom prst="rect">
            <a:avLst/>
          </a:prstGeom>
          <a:noFill/>
        </p:spPr>
        <p:txBody>
          <a:bodyPr vert="horz" wrap="square" lIns="90000" tIns="46800" rIns="90000" bIns="46800" rtlCol="0" anchor="ctr">
            <a:spAutoFit/>
          </a:bodyPr>
          <a:lstStyle/>
          <a:p>
            <a:pPr algn="ctr">
              <a:spcBef>
                <a:spcPct val="0"/>
              </a:spcBef>
            </a:pPr>
            <a:r>
              <a:rPr lang="en-US" sz="1000" b="1">
                <a:solidFill>
                  <a:schemeClr val="accent2"/>
                </a:solidFill>
              </a:rPr>
              <a:t>Continuous Process Evolution Engine</a:t>
            </a:r>
          </a:p>
        </p:txBody>
      </p:sp>
      <p:grpSp>
        <p:nvGrpSpPr>
          <p:cNvPr id="105" name="Group 104">
            <a:extLst>
              <a:ext uri="{FF2B5EF4-FFF2-40B4-BE49-F238E27FC236}">
                <a16:creationId xmlns:a16="http://schemas.microsoft.com/office/drawing/2014/main" id="{2FDD82CA-0ED7-5962-696F-8371CD8B8727}"/>
              </a:ext>
            </a:extLst>
          </p:cNvPr>
          <p:cNvGrpSpPr/>
          <p:nvPr/>
        </p:nvGrpSpPr>
        <p:grpSpPr>
          <a:xfrm>
            <a:off x="4184259" y="2504235"/>
            <a:ext cx="3813626" cy="2058479"/>
            <a:chOff x="4184259" y="2504235"/>
            <a:chExt cx="3813626" cy="2058479"/>
          </a:xfrm>
          <a:gradFill>
            <a:gsLst>
              <a:gs pos="28000">
                <a:srgbClr val="0E142C">
                  <a:alpha val="0"/>
                </a:srgbClr>
              </a:gs>
              <a:gs pos="100000">
                <a:schemeClr val="accent1">
                  <a:lumMod val="100000"/>
                  <a:alpha val="20000"/>
                </a:schemeClr>
              </a:gs>
            </a:gsLst>
            <a:path path="circle">
              <a:fillToRect l="50000" t="50000" r="50000" b="50000"/>
            </a:path>
          </a:gradFill>
        </p:grpSpPr>
        <p:sp>
          <p:nvSpPr>
            <p:cNvPr id="89" name="TextBox 88">
              <a:extLst>
                <a:ext uri="{FF2B5EF4-FFF2-40B4-BE49-F238E27FC236}">
                  <a16:creationId xmlns:a16="http://schemas.microsoft.com/office/drawing/2014/main" id="{BD068EDD-9820-6DDE-F755-46EA3D7E7938}"/>
                </a:ext>
              </a:extLst>
            </p:cNvPr>
            <p:cNvSpPr txBox="1"/>
            <p:nvPr/>
          </p:nvSpPr>
          <p:spPr>
            <a:xfrm>
              <a:off x="4184259" y="2504235"/>
              <a:ext cx="1784636" cy="663901"/>
            </a:xfrm>
            <a:prstGeom prst="rect">
              <a:avLst/>
            </a:prstGeom>
            <a:grpFill/>
          </p:spPr>
          <p:txBody>
            <a:bodyPr vert="horz" wrap="square" lIns="90000" tIns="46800" rIns="90000" bIns="46800" rtlCol="0" anchor="ctr">
              <a:spAutoFit/>
            </a:bodyPr>
            <a:lstStyle/>
            <a:p>
              <a:pPr algn="ctr">
                <a:spcBef>
                  <a:spcPct val="0"/>
                </a:spcBef>
              </a:pPr>
              <a:r>
                <a:rPr lang="en-US" sz="800" b="1">
                  <a:solidFill>
                    <a:schemeClr val="accent2"/>
                  </a:solidFill>
                </a:rPr>
                <a:t>DISCOVER</a:t>
              </a:r>
            </a:p>
            <a:p>
              <a:pPr algn="ctr">
                <a:spcBef>
                  <a:spcPct val="0"/>
                </a:spcBef>
                <a:spcAft>
                  <a:spcPts val="600"/>
                </a:spcAft>
              </a:pPr>
              <a:r>
                <a:rPr lang="en-US" sz="800" b="1">
                  <a:solidFill>
                    <a:schemeClr val="bg1"/>
                  </a:solidFill>
                </a:rPr>
                <a:t>Process Mining</a:t>
              </a:r>
            </a:p>
            <a:p>
              <a:pPr algn="ctr">
                <a:spcBef>
                  <a:spcPct val="0"/>
                </a:spcBef>
              </a:pPr>
              <a:r>
                <a:rPr lang="en-US" sz="800">
                  <a:solidFill>
                    <a:schemeClr val="bg1"/>
                  </a:solidFill>
                </a:rPr>
                <a:t>discovers actual process execution patterns and improvements</a:t>
              </a:r>
            </a:p>
          </p:txBody>
        </p:sp>
        <p:sp>
          <p:nvSpPr>
            <p:cNvPr id="90" name="TextBox 89">
              <a:extLst>
                <a:ext uri="{FF2B5EF4-FFF2-40B4-BE49-F238E27FC236}">
                  <a16:creationId xmlns:a16="http://schemas.microsoft.com/office/drawing/2014/main" id="{B9B02855-2EB1-3DCB-036F-8442AD911645}"/>
                </a:ext>
              </a:extLst>
            </p:cNvPr>
            <p:cNvSpPr txBox="1"/>
            <p:nvPr/>
          </p:nvSpPr>
          <p:spPr>
            <a:xfrm>
              <a:off x="6260525" y="2504235"/>
              <a:ext cx="1737360" cy="663901"/>
            </a:xfrm>
            <a:prstGeom prst="rect">
              <a:avLst/>
            </a:prstGeom>
            <a:grpFill/>
          </p:spPr>
          <p:txBody>
            <a:bodyPr vert="horz" wrap="square" lIns="90000" tIns="46800" rIns="90000" bIns="46800" rtlCol="0" anchor="ctr">
              <a:spAutoFit/>
            </a:bodyPr>
            <a:lstStyle/>
            <a:p>
              <a:pPr algn="ctr">
                <a:spcBef>
                  <a:spcPct val="0"/>
                </a:spcBef>
              </a:pPr>
              <a:r>
                <a:rPr lang="en-US" sz="800" b="1">
                  <a:solidFill>
                    <a:schemeClr val="accent2"/>
                  </a:solidFill>
                </a:rPr>
                <a:t>PROTOTYPE</a:t>
              </a:r>
            </a:p>
            <a:p>
              <a:pPr algn="ctr">
                <a:spcBef>
                  <a:spcPct val="0"/>
                </a:spcBef>
                <a:spcAft>
                  <a:spcPts val="600"/>
                </a:spcAft>
              </a:pPr>
              <a:r>
                <a:rPr lang="en-US" sz="800" b="1">
                  <a:solidFill>
                    <a:schemeClr val="bg1"/>
                  </a:solidFill>
                </a:rPr>
                <a:t>Intelligent Process Prototyping</a:t>
              </a:r>
            </a:p>
            <a:p>
              <a:pPr algn="ctr">
                <a:spcBef>
                  <a:spcPct val="0"/>
                </a:spcBef>
              </a:pPr>
              <a:r>
                <a:rPr lang="en-US" sz="800">
                  <a:solidFill>
                    <a:schemeClr val="bg1"/>
                  </a:solidFill>
                </a:rPr>
                <a:t>generates and simulates optimized process variants</a:t>
              </a:r>
            </a:p>
          </p:txBody>
        </p:sp>
        <p:sp>
          <p:nvSpPr>
            <p:cNvPr id="91" name="TextBox 90">
              <a:extLst>
                <a:ext uri="{FF2B5EF4-FFF2-40B4-BE49-F238E27FC236}">
                  <a16:creationId xmlns:a16="http://schemas.microsoft.com/office/drawing/2014/main" id="{23A1FABE-EABD-CB99-C51E-CE85148F9767}"/>
                </a:ext>
              </a:extLst>
            </p:cNvPr>
            <p:cNvSpPr txBox="1"/>
            <p:nvPr/>
          </p:nvSpPr>
          <p:spPr>
            <a:xfrm>
              <a:off x="6260525" y="3898813"/>
              <a:ext cx="1737360" cy="663901"/>
            </a:xfrm>
            <a:prstGeom prst="rect">
              <a:avLst/>
            </a:prstGeom>
            <a:grpFill/>
          </p:spPr>
          <p:txBody>
            <a:bodyPr vert="horz" wrap="square" lIns="90000" tIns="46800" rIns="90000" bIns="46800" rtlCol="0" anchor="ctr">
              <a:spAutoFit/>
            </a:bodyPr>
            <a:lstStyle/>
            <a:p>
              <a:pPr algn="ctr">
                <a:spcBef>
                  <a:spcPct val="0"/>
                </a:spcBef>
              </a:pPr>
              <a:r>
                <a:rPr lang="en-US" sz="800" b="1">
                  <a:solidFill>
                    <a:schemeClr val="accent2"/>
                  </a:solidFill>
                </a:rPr>
                <a:t>VALIDATE</a:t>
              </a:r>
            </a:p>
            <a:p>
              <a:pPr algn="ctr">
                <a:spcBef>
                  <a:spcPct val="0"/>
                </a:spcBef>
                <a:spcAft>
                  <a:spcPts val="600"/>
                </a:spcAft>
              </a:pPr>
              <a:r>
                <a:rPr lang="en-US" sz="800" b="1">
                  <a:solidFill>
                    <a:schemeClr val="bg1"/>
                  </a:solidFill>
                </a:rPr>
                <a:t>Hypothesis Validation</a:t>
              </a:r>
            </a:p>
            <a:p>
              <a:pPr algn="ctr">
                <a:spcBef>
                  <a:spcPct val="0"/>
                </a:spcBef>
              </a:pPr>
              <a:r>
                <a:rPr lang="en-US" sz="800">
                  <a:solidFill>
                    <a:schemeClr val="bg1"/>
                  </a:solidFill>
                </a:rPr>
                <a:t>tests process changes against predicted business outcomes</a:t>
              </a:r>
            </a:p>
          </p:txBody>
        </p:sp>
        <p:sp>
          <p:nvSpPr>
            <p:cNvPr id="9" name="TextBox 8">
              <a:extLst>
                <a:ext uri="{FF2B5EF4-FFF2-40B4-BE49-F238E27FC236}">
                  <a16:creationId xmlns:a16="http://schemas.microsoft.com/office/drawing/2014/main" id="{E45EBE95-29CF-DB81-F882-9BECF6BC428A}"/>
                </a:ext>
              </a:extLst>
            </p:cNvPr>
            <p:cNvSpPr txBox="1"/>
            <p:nvPr/>
          </p:nvSpPr>
          <p:spPr>
            <a:xfrm>
              <a:off x="4207898" y="3898813"/>
              <a:ext cx="1737360" cy="663901"/>
            </a:xfrm>
            <a:prstGeom prst="rect">
              <a:avLst/>
            </a:prstGeom>
            <a:grpFill/>
          </p:spPr>
          <p:txBody>
            <a:bodyPr vert="horz" wrap="square" lIns="90000" tIns="46800" rIns="90000" bIns="46800" rtlCol="0" anchor="ctr">
              <a:spAutoFit/>
            </a:bodyPr>
            <a:lstStyle/>
            <a:p>
              <a:pPr algn="ctr">
                <a:spcBef>
                  <a:spcPct val="0"/>
                </a:spcBef>
              </a:pPr>
              <a:r>
                <a:rPr lang="en-US" sz="800" b="1">
                  <a:solidFill>
                    <a:schemeClr val="accent2"/>
                  </a:solidFill>
                </a:rPr>
                <a:t>ADAPT</a:t>
              </a:r>
            </a:p>
            <a:p>
              <a:pPr algn="ctr">
                <a:spcBef>
                  <a:spcPct val="0"/>
                </a:spcBef>
                <a:spcAft>
                  <a:spcPts val="600"/>
                </a:spcAft>
              </a:pPr>
              <a:r>
                <a:rPr lang="en-US" sz="800" b="1">
                  <a:solidFill>
                    <a:schemeClr val="bg1"/>
                  </a:solidFill>
                </a:rPr>
                <a:t>Continuous Learning</a:t>
              </a:r>
            </a:p>
            <a:p>
              <a:pPr algn="ctr">
                <a:spcBef>
                  <a:spcPct val="0"/>
                </a:spcBef>
              </a:pPr>
              <a:r>
                <a:rPr lang="en-US" sz="800">
                  <a:solidFill>
                    <a:schemeClr val="bg1"/>
                  </a:solidFill>
                </a:rPr>
                <a:t>refines workflows based on real-world performance signals</a:t>
              </a:r>
            </a:p>
          </p:txBody>
        </p:sp>
      </p:grpSp>
    </p:spTree>
    <p:extLst>
      <p:ext uri="{BB962C8B-B14F-4D97-AF65-F5344CB8AC3E}">
        <p14:creationId xmlns:p14="http://schemas.microsoft.com/office/powerpoint/2010/main" val="2775086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EC6C6-046C-21E0-9DF5-3B2BB1B4BF0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DABA8ED-C69B-BD8C-C1FB-392FA1E39DDA}"/>
              </a:ext>
            </a:extLst>
          </p:cNvPr>
          <p:cNvSpPr>
            <a:spLocks noGrp="1"/>
          </p:cNvSpPr>
          <p:nvPr>
            <p:ph type="dt" sz="half" idx="10"/>
          </p:nvPr>
        </p:nvSpPr>
        <p:spPr/>
        <p:txBody>
          <a:bodyPr/>
          <a:lstStyle/>
          <a:p>
            <a:pPr>
              <a:spcBef>
                <a:spcPts val="1000"/>
              </a:spcBef>
              <a:buFont typeface="Arial" panose="020B0604020202020204" pitchFamily="34" charset="0"/>
              <a:buNone/>
            </a:pPr>
            <a:r>
              <a:rPr lang="en-GB" noProof="0"/>
              <a:t>Company Confidential © Capgemini 2026. All rights reserved.</a:t>
            </a:r>
          </a:p>
        </p:txBody>
      </p:sp>
      <p:sp>
        <p:nvSpPr>
          <p:cNvPr id="3" name="Footer Placeholder 2">
            <a:extLst>
              <a:ext uri="{FF2B5EF4-FFF2-40B4-BE49-F238E27FC236}">
                <a16:creationId xmlns:a16="http://schemas.microsoft.com/office/drawing/2014/main" id="{7072361E-C64E-6F6B-3617-A18FEAE61E69}"/>
              </a:ext>
            </a:extLst>
          </p:cNvPr>
          <p:cNvSpPr>
            <a:spLocks noGrp="1"/>
          </p:cNvSpPr>
          <p:nvPr>
            <p:ph type="ftr" sz="quarter" idx="11"/>
          </p:nvPr>
        </p:nvSpPr>
        <p:spPr/>
        <p:txBody>
          <a:bodyPr/>
          <a:lstStyle/>
          <a:p>
            <a:pPr>
              <a:spcBef>
                <a:spcPts val="1000"/>
              </a:spcBef>
              <a:buFont typeface="Arial" panose="020B0604020202020204" pitchFamily="34" charset="0"/>
              <a:buNone/>
            </a:pPr>
            <a:r>
              <a:rPr lang="en-GB" noProof="0"/>
              <a:t>Operating Models in the age of AI</a:t>
            </a:r>
          </a:p>
        </p:txBody>
      </p:sp>
      <p:sp>
        <p:nvSpPr>
          <p:cNvPr id="4" name="Slide Number Placeholder 3">
            <a:extLst>
              <a:ext uri="{FF2B5EF4-FFF2-40B4-BE49-F238E27FC236}">
                <a16:creationId xmlns:a16="http://schemas.microsoft.com/office/drawing/2014/main" id="{41D624F8-E4E0-4CEB-0C1D-EFAACF92FDDD}"/>
              </a:ext>
            </a:extLst>
          </p:cNvPr>
          <p:cNvSpPr>
            <a:spLocks noGrp="1"/>
          </p:cNvSpPr>
          <p:nvPr>
            <p:ph type="sldNum" sz="quarter" idx="12"/>
          </p:nvPr>
        </p:nvSpPr>
        <p:spPr/>
        <p:txBody>
          <a:bodyPr/>
          <a:lstStyle/>
          <a:p>
            <a:pPr algn="r"/>
            <a:fld id="{5D9A5160-6218-4E5A-B9E6-B93E3DAE377C}" type="slidenum">
              <a:rPr lang="en-GB" noProof="0" smtClean="0"/>
              <a:pPr algn="r"/>
              <a:t>10</a:t>
            </a:fld>
            <a:endParaRPr lang="en-GB" noProof="0"/>
          </a:p>
        </p:txBody>
      </p:sp>
      <p:sp>
        <p:nvSpPr>
          <p:cNvPr id="5" name="Title 4">
            <a:extLst>
              <a:ext uri="{FF2B5EF4-FFF2-40B4-BE49-F238E27FC236}">
                <a16:creationId xmlns:a16="http://schemas.microsoft.com/office/drawing/2014/main" id="{C46B50F4-0DAD-7905-370D-587820EC2AD1}"/>
              </a:ext>
            </a:extLst>
          </p:cNvPr>
          <p:cNvSpPr>
            <a:spLocks noGrp="1"/>
          </p:cNvSpPr>
          <p:nvPr>
            <p:ph type="title"/>
          </p:nvPr>
        </p:nvSpPr>
        <p:spPr>
          <a:xfrm>
            <a:off x="551384" y="549274"/>
            <a:ext cx="11640616" cy="930372"/>
          </a:xfrm>
        </p:spPr>
        <p:txBody>
          <a:bodyPr/>
          <a:lstStyle/>
          <a:p>
            <a:r>
              <a:rPr lang="en-GB" noProof="0"/>
              <a:t>Transforming service delivery from siloed support functions into an intelligent, customer-centric delivery ecosystem</a:t>
            </a:r>
          </a:p>
        </p:txBody>
      </p:sp>
      <p:sp>
        <p:nvSpPr>
          <p:cNvPr id="19" name="Rectangle: Rounded Corners 18">
            <a:extLst>
              <a:ext uri="{FF2B5EF4-FFF2-40B4-BE49-F238E27FC236}">
                <a16:creationId xmlns:a16="http://schemas.microsoft.com/office/drawing/2014/main" id="{CB63BDE9-FEB6-F795-6F7A-AF1C117C941C}"/>
              </a:ext>
            </a:extLst>
          </p:cNvPr>
          <p:cNvSpPr/>
          <p:nvPr/>
        </p:nvSpPr>
        <p:spPr>
          <a:xfrm>
            <a:off x="3188086" y="2228668"/>
            <a:ext cx="5815584" cy="835534"/>
          </a:xfrm>
          <a:prstGeom prst="roundRect">
            <a:avLst>
              <a:gd name="adj" fmla="val 4134"/>
            </a:avLst>
          </a:prstGeom>
          <a:noFill/>
          <a:ln w="95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25" name="Rectangle: Rounded Corners 24">
            <a:extLst>
              <a:ext uri="{FF2B5EF4-FFF2-40B4-BE49-F238E27FC236}">
                <a16:creationId xmlns:a16="http://schemas.microsoft.com/office/drawing/2014/main" id="{C313135D-3EA3-41E5-1265-12BDD3EF7D20}"/>
              </a:ext>
            </a:extLst>
          </p:cNvPr>
          <p:cNvSpPr/>
          <p:nvPr/>
        </p:nvSpPr>
        <p:spPr>
          <a:xfrm>
            <a:off x="4820597" y="2116315"/>
            <a:ext cx="2546350" cy="223132"/>
          </a:xfrm>
          <a:prstGeom prst="roundRect">
            <a:avLst>
              <a:gd name="adj" fmla="val 4134"/>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noProof="0">
                <a:solidFill>
                  <a:schemeClr val="bg1"/>
                </a:solidFill>
              </a:rPr>
              <a:t>AI Experience Layer</a:t>
            </a:r>
          </a:p>
        </p:txBody>
      </p:sp>
      <p:sp>
        <p:nvSpPr>
          <p:cNvPr id="21" name="Rectangle: Rounded Corners 20">
            <a:extLst>
              <a:ext uri="{FF2B5EF4-FFF2-40B4-BE49-F238E27FC236}">
                <a16:creationId xmlns:a16="http://schemas.microsoft.com/office/drawing/2014/main" id="{C39456EE-6091-C052-4A5C-E506E1376245}"/>
              </a:ext>
            </a:extLst>
          </p:cNvPr>
          <p:cNvSpPr/>
          <p:nvPr/>
        </p:nvSpPr>
        <p:spPr>
          <a:xfrm>
            <a:off x="3188086" y="3279374"/>
            <a:ext cx="5815584" cy="835200"/>
          </a:xfrm>
          <a:prstGeom prst="roundRect">
            <a:avLst>
              <a:gd name="adj" fmla="val 4134"/>
            </a:avLst>
          </a:prstGeom>
          <a:noFill/>
          <a:ln w="9525">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27" name="Rectangle: Rounded Corners 26">
            <a:extLst>
              <a:ext uri="{FF2B5EF4-FFF2-40B4-BE49-F238E27FC236}">
                <a16:creationId xmlns:a16="http://schemas.microsoft.com/office/drawing/2014/main" id="{84A03132-6FFC-63B4-920B-615DFF2AFD11}"/>
              </a:ext>
            </a:extLst>
          </p:cNvPr>
          <p:cNvSpPr/>
          <p:nvPr/>
        </p:nvSpPr>
        <p:spPr>
          <a:xfrm>
            <a:off x="4273936" y="3170748"/>
            <a:ext cx="3771900" cy="217253"/>
          </a:xfrm>
          <a:prstGeom prst="roundRect">
            <a:avLst>
              <a:gd name="adj" fmla="val 4134"/>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noProof="0">
                <a:solidFill>
                  <a:schemeClr val="bg1"/>
                </a:solidFill>
              </a:rPr>
              <a:t>Intelligent Service Orchestration</a:t>
            </a:r>
          </a:p>
        </p:txBody>
      </p:sp>
      <p:sp>
        <p:nvSpPr>
          <p:cNvPr id="23" name="Rectangle: Rounded Corners 22">
            <a:extLst>
              <a:ext uri="{FF2B5EF4-FFF2-40B4-BE49-F238E27FC236}">
                <a16:creationId xmlns:a16="http://schemas.microsoft.com/office/drawing/2014/main" id="{AC479E2B-54B2-560E-F444-00E1DA23C4F1}"/>
              </a:ext>
            </a:extLst>
          </p:cNvPr>
          <p:cNvSpPr/>
          <p:nvPr/>
        </p:nvSpPr>
        <p:spPr>
          <a:xfrm>
            <a:off x="3188086" y="4380761"/>
            <a:ext cx="5815584" cy="835200"/>
          </a:xfrm>
          <a:prstGeom prst="roundRect">
            <a:avLst>
              <a:gd name="adj" fmla="val 4134"/>
            </a:avLst>
          </a:prstGeom>
          <a:noFill/>
          <a:ln w="9525">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29" name="Rectangle: Rounded Corners 28">
            <a:extLst>
              <a:ext uri="{FF2B5EF4-FFF2-40B4-BE49-F238E27FC236}">
                <a16:creationId xmlns:a16="http://schemas.microsoft.com/office/drawing/2014/main" id="{11CF603E-CD41-5C97-1A97-6BA93A7D7433}"/>
              </a:ext>
            </a:extLst>
          </p:cNvPr>
          <p:cNvSpPr/>
          <p:nvPr/>
        </p:nvSpPr>
        <p:spPr>
          <a:xfrm>
            <a:off x="3502972" y="4280315"/>
            <a:ext cx="5241366" cy="200893"/>
          </a:xfrm>
          <a:prstGeom prst="roundRect">
            <a:avLst>
              <a:gd name="adj" fmla="val 4134"/>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noProof="0">
                <a:solidFill>
                  <a:schemeClr val="tx1"/>
                </a:solidFill>
              </a:rPr>
              <a:t>Delivery Ecosystem </a:t>
            </a:r>
          </a:p>
        </p:txBody>
      </p:sp>
      <p:sp>
        <p:nvSpPr>
          <p:cNvPr id="31" name="Rectangle: Rounded Corners 30">
            <a:extLst>
              <a:ext uri="{FF2B5EF4-FFF2-40B4-BE49-F238E27FC236}">
                <a16:creationId xmlns:a16="http://schemas.microsoft.com/office/drawing/2014/main" id="{DB11851A-4A0A-A046-5D4C-84936CFCB16B}"/>
              </a:ext>
            </a:extLst>
          </p:cNvPr>
          <p:cNvSpPr/>
          <p:nvPr/>
        </p:nvSpPr>
        <p:spPr>
          <a:xfrm>
            <a:off x="4660260" y="1678003"/>
            <a:ext cx="2926789" cy="246907"/>
          </a:xfrm>
          <a:prstGeom prst="roundRect">
            <a:avLst>
              <a:gd name="adj" fmla="val 4134"/>
            </a:avLst>
          </a:prstGeom>
          <a:noFill/>
          <a:ln w="9525">
            <a:solidFill>
              <a:schemeClr val="tx2">
                <a:lumMod val="10000"/>
                <a:lumOff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noProof="0">
                <a:solidFill>
                  <a:schemeClr val="bg1"/>
                </a:solidFill>
              </a:rPr>
              <a:t>Customer / Employee</a:t>
            </a:r>
          </a:p>
        </p:txBody>
      </p:sp>
      <p:sp>
        <p:nvSpPr>
          <p:cNvPr id="39" name="TextBox 38">
            <a:extLst>
              <a:ext uri="{FF2B5EF4-FFF2-40B4-BE49-F238E27FC236}">
                <a16:creationId xmlns:a16="http://schemas.microsoft.com/office/drawing/2014/main" id="{499F7010-79F3-583A-A224-53FA7DF5A871}"/>
              </a:ext>
            </a:extLst>
          </p:cNvPr>
          <p:cNvSpPr txBox="1"/>
          <p:nvPr/>
        </p:nvSpPr>
        <p:spPr>
          <a:xfrm>
            <a:off x="3702177" y="2494529"/>
            <a:ext cx="824005" cy="433068"/>
          </a:xfrm>
          <a:prstGeom prst="rect">
            <a:avLst/>
          </a:prstGeom>
          <a:noFill/>
        </p:spPr>
        <p:txBody>
          <a:bodyPr vert="horz" wrap="square" lIns="90000" tIns="46800" rIns="90000" bIns="46800" rtlCol="0" anchor="ctr">
            <a:spAutoFit/>
          </a:bodyPr>
          <a:lstStyle/>
          <a:p>
            <a:pPr algn="l">
              <a:spcBef>
                <a:spcPct val="0"/>
              </a:spcBef>
            </a:pPr>
            <a:r>
              <a:rPr lang="en-GB" sz="1050" noProof="0">
                <a:solidFill>
                  <a:schemeClr val="bg1"/>
                </a:solidFill>
              </a:rPr>
              <a:t>Virtual agents</a:t>
            </a:r>
          </a:p>
        </p:txBody>
      </p:sp>
      <p:sp>
        <p:nvSpPr>
          <p:cNvPr id="41" name="TextBox 40">
            <a:extLst>
              <a:ext uri="{FF2B5EF4-FFF2-40B4-BE49-F238E27FC236}">
                <a16:creationId xmlns:a16="http://schemas.microsoft.com/office/drawing/2014/main" id="{D58C405C-970A-E3D5-026E-C8E92DD5B1DD}"/>
              </a:ext>
            </a:extLst>
          </p:cNvPr>
          <p:cNvSpPr txBox="1"/>
          <p:nvPr/>
        </p:nvSpPr>
        <p:spPr>
          <a:xfrm>
            <a:off x="5088816" y="2568711"/>
            <a:ext cx="804662" cy="263791"/>
          </a:xfrm>
          <a:prstGeom prst="rect">
            <a:avLst/>
          </a:prstGeom>
          <a:noFill/>
        </p:spPr>
        <p:txBody>
          <a:bodyPr vert="horz" wrap="square" lIns="90000" tIns="46800" rIns="90000" bIns="46800" rtlCol="0" anchor="ctr">
            <a:spAutoFit/>
          </a:bodyPr>
          <a:lstStyle/>
          <a:p>
            <a:pPr algn="l">
              <a:spcBef>
                <a:spcPct val="0"/>
              </a:spcBef>
            </a:pPr>
            <a:r>
              <a:rPr lang="en-GB" sz="1050" noProof="0">
                <a:solidFill>
                  <a:schemeClr val="bg1"/>
                </a:solidFill>
              </a:rPr>
              <a:t>AI agents</a:t>
            </a:r>
          </a:p>
        </p:txBody>
      </p:sp>
      <p:sp>
        <p:nvSpPr>
          <p:cNvPr id="43" name="TextBox 42">
            <a:extLst>
              <a:ext uri="{FF2B5EF4-FFF2-40B4-BE49-F238E27FC236}">
                <a16:creationId xmlns:a16="http://schemas.microsoft.com/office/drawing/2014/main" id="{E96196F8-D0F7-D63F-2ADC-0F0EC30FF743}"/>
              </a:ext>
            </a:extLst>
          </p:cNvPr>
          <p:cNvSpPr txBox="1"/>
          <p:nvPr/>
        </p:nvSpPr>
        <p:spPr>
          <a:xfrm>
            <a:off x="6456112" y="2484073"/>
            <a:ext cx="1005204" cy="417679"/>
          </a:xfrm>
          <a:prstGeom prst="rect">
            <a:avLst/>
          </a:prstGeom>
          <a:noFill/>
        </p:spPr>
        <p:txBody>
          <a:bodyPr vert="horz" wrap="square" lIns="90000" tIns="46800" rIns="90000" bIns="46800" rtlCol="0" anchor="ctr">
            <a:spAutoFit/>
          </a:bodyPr>
          <a:lstStyle/>
          <a:p>
            <a:pPr algn="l">
              <a:spcBef>
                <a:spcPct val="0"/>
              </a:spcBef>
            </a:pPr>
            <a:r>
              <a:rPr lang="en-GB" sz="1050" noProof="0">
                <a:solidFill>
                  <a:schemeClr val="bg1"/>
                </a:solidFill>
              </a:rPr>
              <a:t>Intelligent self-service</a:t>
            </a:r>
          </a:p>
        </p:txBody>
      </p:sp>
      <p:sp>
        <p:nvSpPr>
          <p:cNvPr id="45" name="TextBox 44">
            <a:extLst>
              <a:ext uri="{FF2B5EF4-FFF2-40B4-BE49-F238E27FC236}">
                <a16:creationId xmlns:a16="http://schemas.microsoft.com/office/drawing/2014/main" id="{1675F44C-E61A-02B2-FD92-32F2854101D4}"/>
              </a:ext>
            </a:extLst>
          </p:cNvPr>
          <p:cNvSpPr txBox="1"/>
          <p:nvPr/>
        </p:nvSpPr>
        <p:spPr>
          <a:xfrm>
            <a:off x="8023949" y="2484073"/>
            <a:ext cx="1005204" cy="417679"/>
          </a:xfrm>
          <a:prstGeom prst="rect">
            <a:avLst/>
          </a:prstGeom>
          <a:noFill/>
        </p:spPr>
        <p:txBody>
          <a:bodyPr vert="horz" wrap="square" lIns="90000" tIns="46800" rIns="90000" bIns="46800" rtlCol="0" anchor="ctr">
            <a:spAutoFit/>
          </a:bodyPr>
          <a:lstStyle/>
          <a:p>
            <a:pPr algn="l">
              <a:spcBef>
                <a:spcPct val="0"/>
              </a:spcBef>
            </a:pPr>
            <a:r>
              <a:rPr lang="en-GB" sz="1050" noProof="0">
                <a:solidFill>
                  <a:schemeClr val="bg1"/>
                </a:solidFill>
              </a:rPr>
              <a:t>Personalised experiences</a:t>
            </a:r>
          </a:p>
        </p:txBody>
      </p:sp>
      <p:sp>
        <p:nvSpPr>
          <p:cNvPr id="47" name="TextBox 46">
            <a:extLst>
              <a:ext uri="{FF2B5EF4-FFF2-40B4-BE49-F238E27FC236}">
                <a16:creationId xmlns:a16="http://schemas.microsoft.com/office/drawing/2014/main" id="{86E91A9B-57FB-7063-2926-62C8AB0C3BEF}"/>
              </a:ext>
            </a:extLst>
          </p:cNvPr>
          <p:cNvSpPr txBox="1"/>
          <p:nvPr/>
        </p:nvSpPr>
        <p:spPr>
          <a:xfrm>
            <a:off x="3702177" y="3547858"/>
            <a:ext cx="824005" cy="417679"/>
          </a:xfrm>
          <a:prstGeom prst="rect">
            <a:avLst/>
          </a:prstGeom>
          <a:noFill/>
        </p:spPr>
        <p:txBody>
          <a:bodyPr vert="horz" wrap="square" lIns="90000" tIns="46800" rIns="90000" bIns="46800" rtlCol="0" anchor="ctr">
            <a:spAutoFit/>
          </a:bodyPr>
          <a:lstStyle/>
          <a:p>
            <a:pPr algn="l">
              <a:spcBef>
                <a:spcPct val="0"/>
              </a:spcBef>
            </a:pPr>
            <a:r>
              <a:rPr lang="en-GB" sz="1050" noProof="0">
                <a:solidFill>
                  <a:schemeClr val="bg1"/>
                </a:solidFill>
              </a:rPr>
              <a:t>Dynamic routing</a:t>
            </a:r>
          </a:p>
        </p:txBody>
      </p:sp>
      <p:sp>
        <p:nvSpPr>
          <p:cNvPr id="49" name="TextBox 48">
            <a:extLst>
              <a:ext uri="{FF2B5EF4-FFF2-40B4-BE49-F238E27FC236}">
                <a16:creationId xmlns:a16="http://schemas.microsoft.com/office/drawing/2014/main" id="{35CC70DB-E442-8392-06EE-DA30700CF301}"/>
              </a:ext>
            </a:extLst>
          </p:cNvPr>
          <p:cNvSpPr txBox="1"/>
          <p:nvPr/>
        </p:nvSpPr>
        <p:spPr>
          <a:xfrm>
            <a:off x="5076635" y="3547858"/>
            <a:ext cx="924741" cy="417679"/>
          </a:xfrm>
          <a:prstGeom prst="rect">
            <a:avLst/>
          </a:prstGeom>
          <a:noFill/>
        </p:spPr>
        <p:txBody>
          <a:bodyPr vert="horz" wrap="square" lIns="90000" tIns="46800" rIns="90000" bIns="46800" rtlCol="0" anchor="ctr">
            <a:spAutoFit/>
          </a:bodyPr>
          <a:lstStyle/>
          <a:p>
            <a:pPr algn="l">
              <a:spcBef>
                <a:spcPct val="0"/>
              </a:spcBef>
            </a:pPr>
            <a:r>
              <a:rPr lang="en-GB" sz="1050" noProof="0">
                <a:solidFill>
                  <a:schemeClr val="bg1"/>
                </a:solidFill>
              </a:rPr>
              <a:t>Workflow automation</a:t>
            </a:r>
          </a:p>
        </p:txBody>
      </p:sp>
      <p:sp>
        <p:nvSpPr>
          <p:cNvPr id="51" name="TextBox 50">
            <a:extLst>
              <a:ext uri="{FF2B5EF4-FFF2-40B4-BE49-F238E27FC236}">
                <a16:creationId xmlns:a16="http://schemas.microsoft.com/office/drawing/2014/main" id="{049F6BA0-0918-9EF0-513E-AD7AAB5F629D}"/>
              </a:ext>
            </a:extLst>
          </p:cNvPr>
          <p:cNvSpPr txBox="1"/>
          <p:nvPr/>
        </p:nvSpPr>
        <p:spPr>
          <a:xfrm>
            <a:off x="6551099" y="3554174"/>
            <a:ext cx="1005204" cy="417679"/>
          </a:xfrm>
          <a:prstGeom prst="rect">
            <a:avLst/>
          </a:prstGeom>
          <a:noFill/>
        </p:spPr>
        <p:txBody>
          <a:bodyPr vert="horz" wrap="square" lIns="90000" tIns="46800" rIns="90000" bIns="46800" rtlCol="0" anchor="ctr">
            <a:spAutoFit/>
          </a:bodyPr>
          <a:lstStyle/>
          <a:p>
            <a:pPr algn="l">
              <a:spcBef>
                <a:spcPct val="0"/>
              </a:spcBef>
            </a:pPr>
            <a:r>
              <a:rPr lang="en-GB" sz="1050" noProof="0">
                <a:solidFill>
                  <a:schemeClr val="bg1"/>
                </a:solidFill>
              </a:rPr>
              <a:t>Knowledge Management</a:t>
            </a:r>
          </a:p>
        </p:txBody>
      </p:sp>
      <p:sp>
        <p:nvSpPr>
          <p:cNvPr id="53" name="TextBox 52">
            <a:extLst>
              <a:ext uri="{FF2B5EF4-FFF2-40B4-BE49-F238E27FC236}">
                <a16:creationId xmlns:a16="http://schemas.microsoft.com/office/drawing/2014/main" id="{89887553-42E3-C0D1-1C32-1CB7F1917FA9}"/>
              </a:ext>
            </a:extLst>
          </p:cNvPr>
          <p:cNvSpPr txBox="1"/>
          <p:nvPr/>
        </p:nvSpPr>
        <p:spPr>
          <a:xfrm>
            <a:off x="8107486" y="3547858"/>
            <a:ext cx="896184" cy="417679"/>
          </a:xfrm>
          <a:prstGeom prst="rect">
            <a:avLst/>
          </a:prstGeom>
          <a:noFill/>
        </p:spPr>
        <p:txBody>
          <a:bodyPr vert="horz" wrap="square" lIns="90000" tIns="46800" rIns="90000" bIns="46800" rtlCol="0" anchor="ctr">
            <a:spAutoFit/>
          </a:bodyPr>
          <a:lstStyle/>
          <a:p>
            <a:pPr algn="l">
              <a:spcBef>
                <a:spcPct val="0"/>
              </a:spcBef>
            </a:pPr>
            <a:r>
              <a:rPr lang="en-GB" sz="1050" noProof="0">
                <a:solidFill>
                  <a:schemeClr val="bg1"/>
                </a:solidFill>
              </a:rPr>
              <a:t>Predictive analytics</a:t>
            </a:r>
          </a:p>
        </p:txBody>
      </p:sp>
      <p:sp>
        <p:nvSpPr>
          <p:cNvPr id="55" name="TextBox 54">
            <a:extLst>
              <a:ext uri="{FF2B5EF4-FFF2-40B4-BE49-F238E27FC236}">
                <a16:creationId xmlns:a16="http://schemas.microsoft.com/office/drawing/2014/main" id="{C9A8649A-9C55-1CAD-E025-796B01016ADF}"/>
              </a:ext>
            </a:extLst>
          </p:cNvPr>
          <p:cNvSpPr txBox="1"/>
          <p:nvPr/>
        </p:nvSpPr>
        <p:spPr>
          <a:xfrm>
            <a:off x="3546629" y="4609987"/>
            <a:ext cx="1025174" cy="463846"/>
          </a:xfrm>
          <a:prstGeom prst="rect">
            <a:avLst/>
          </a:prstGeom>
          <a:noFill/>
        </p:spPr>
        <p:txBody>
          <a:bodyPr vert="horz" wrap="square" lIns="90000" tIns="46800" rIns="90000" bIns="46800" rtlCol="0" anchor="ctr">
            <a:spAutoFit/>
          </a:bodyPr>
          <a:lstStyle/>
          <a:p>
            <a:pPr algn="l">
              <a:spcBef>
                <a:spcPct val="0"/>
              </a:spcBef>
            </a:pPr>
            <a:r>
              <a:rPr lang="en-GB" sz="800" noProof="0">
                <a:solidFill>
                  <a:schemeClr val="bg1"/>
                </a:solidFill>
              </a:rPr>
              <a:t>INTERNAL TEAMS</a:t>
            </a:r>
          </a:p>
          <a:p>
            <a:pPr algn="l">
              <a:spcBef>
                <a:spcPct val="0"/>
              </a:spcBef>
            </a:pPr>
            <a:r>
              <a:rPr lang="en-GB" sz="800" noProof="0">
                <a:solidFill>
                  <a:schemeClr val="bg1"/>
                </a:solidFill>
              </a:rPr>
              <a:t>Business &amp; IT Teams</a:t>
            </a:r>
          </a:p>
        </p:txBody>
      </p:sp>
      <p:sp>
        <p:nvSpPr>
          <p:cNvPr id="57" name="TextBox 56">
            <a:extLst>
              <a:ext uri="{FF2B5EF4-FFF2-40B4-BE49-F238E27FC236}">
                <a16:creationId xmlns:a16="http://schemas.microsoft.com/office/drawing/2014/main" id="{006C4951-EEF7-595A-1FB7-4E818F1C82BC}"/>
              </a:ext>
            </a:extLst>
          </p:cNvPr>
          <p:cNvSpPr txBox="1"/>
          <p:nvPr/>
        </p:nvSpPr>
        <p:spPr>
          <a:xfrm>
            <a:off x="4870753" y="4613170"/>
            <a:ext cx="1228081" cy="463846"/>
          </a:xfrm>
          <a:prstGeom prst="rect">
            <a:avLst/>
          </a:prstGeom>
          <a:noFill/>
        </p:spPr>
        <p:txBody>
          <a:bodyPr vert="horz" wrap="square" lIns="90000" tIns="46800" rIns="90000" bIns="46800" rtlCol="0" anchor="ctr">
            <a:spAutoFit/>
          </a:bodyPr>
          <a:lstStyle/>
          <a:p>
            <a:pPr algn="l">
              <a:spcBef>
                <a:spcPct val="0"/>
              </a:spcBef>
            </a:pPr>
            <a:r>
              <a:rPr lang="en-GB" sz="800" noProof="0">
                <a:solidFill>
                  <a:schemeClr val="bg1"/>
                </a:solidFill>
              </a:rPr>
              <a:t>SHARED SERVICES Centres of expertise </a:t>
            </a:r>
          </a:p>
          <a:p>
            <a:pPr algn="l">
              <a:spcBef>
                <a:spcPct val="0"/>
              </a:spcBef>
            </a:pPr>
            <a:r>
              <a:rPr lang="en-GB" sz="800" noProof="0">
                <a:solidFill>
                  <a:schemeClr val="bg1"/>
                </a:solidFill>
              </a:rPr>
              <a:t>&amp; platforms</a:t>
            </a:r>
          </a:p>
        </p:txBody>
      </p:sp>
      <p:sp>
        <p:nvSpPr>
          <p:cNvPr id="59" name="TextBox 58">
            <a:extLst>
              <a:ext uri="{FF2B5EF4-FFF2-40B4-BE49-F238E27FC236}">
                <a16:creationId xmlns:a16="http://schemas.microsoft.com/office/drawing/2014/main" id="{46907A2F-C1C6-B436-4AD4-63CEDB5EDA01}"/>
              </a:ext>
            </a:extLst>
          </p:cNvPr>
          <p:cNvSpPr txBox="1"/>
          <p:nvPr/>
        </p:nvSpPr>
        <p:spPr>
          <a:xfrm>
            <a:off x="6341496" y="4608411"/>
            <a:ext cx="1208521" cy="463846"/>
          </a:xfrm>
          <a:prstGeom prst="rect">
            <a:avLst/>
          </a:prstGeom>
          <a:noFill/>
        </p:spPr>
        <p:txBody>
          <a:bodyPr vert="horz" wrap="square" lIns="90000" tIns="46800" rIns="90000" bIns="46800" rtlCol="0" anchor="ctr">
            <a:spAutoFit/>
          </a:bodyPr>
          <a:lstStyle/>
          <a:p>
            <a:pPr algn="l">
              <a:spcBef>
                <a:spcPct val="0"/>
              </a:spcBef>
            </a:pPr>
            <a:r>
              <a:rPr lang="en-GB" sz="800" noProof="0">
                <a:solidFill>
                  <a:schemeClr val="bg1"/>
                </a:solidFill>
              </a:rPr>
              <a:t>EXTERNAL PARTNERS Vendors &amp; strategic partners</a:t>
            </a:r>
          </a:p>
        </p:txBody>
      </p:sp>
      <p:sp>
        <p:nvSpPr>
          <p:cNvPr id="61" name="TextBox 60">
            <a:extLst>
              <a:ext uri="{FF2B5EF4-FFF2-40B4-BE49-F238E27FC236}">
                <a16:creationId xmlns:a16="http://schemas.microsoft.com/office/drawing/2014/main" id="{CB944908-7639-3556-FE8D-B2D5FC92AE93}"/>
              </a:ext>
            </a:extLst>
          </p:cNvPr>
          <p:cNvSpPr txBox="1"/>
          <p:nvPr/>
        </p:nvSpPr>
        <p:spPr>
          <a:xfrm>
            <a:off x="7905255" y="4601041"/>
            <a:ext cx="1123898" cy="463846"/>
          </a:xfrm>
          <a:prstGeom prst="rect">
            <a:avLst/>
          </a:prstGeom>
          <a:noFill/>
        </p:spPr>
        <p:txBody>
          <a:bodyPr vert="horz" wrap="square" lIns="90000" tIns="46800" rIns="90000" bIns="46800" rtlCol="0" anchor="ctr">
            <a:spAutoFit/>
          </a:bodyPr>
          <a:lstStyle/>
          <a:p>
            <a:pPr algn="l">
              <a:spcBef>
                <a:spcPct val="0"/>
              </a:spcBef>
            </a:pPr>
            <a:r>
              <a:rPr lang="en-GB" sz="800" noProof="0">
                <a:solidFill>
                  <a:schemeClr val="bg1"/>
                </a:solidFill>
              </a:rPr>
              <a:t>AI AGENTS</a:t>
            </a:r>
          </a:p>
          <a:p>
            <a:pPr algn="l">
              <a:spcBef>
                <a:spcPct val="0"/>
              </a:spcBef>
            </a:pPr>
            <a:r>
              <a:rPr lang="en-GB" sz="800" noProof="0">
                <a:solidFill>
                  <a:schemeClr val="bg1"/>
                </a:solidFill>
              </a:rPr>
              <a:t>Digital workers and automation</a:t>
            </a:r>
          </a:p>
        </p:txBody>
      </p:sp>
      <p:pic>
        <p:nvPicPr>
          <p:cNvPr id="131" name="Graphic 130" descr="Artificial Intelligence outline">
            <a:extLst>
              <a:ext uri="{FF2B5EF4-FFF2-40B4-BE49-F238E27FC236}">
                <a16:creationId xmlns:a16="http://schemas.microsoft.com/office/drawing/2014/main" id="{C48EA760-862E-40AE-0723-A510E4C5AD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09558" y="4682020"/>
            <a:ext cx="360000" cy="360000"/>
          </a:xfrm>
          <a:prstGeom prst="rect">
            <a:avLst/>
          </a:prstGeom>
        </p:spPr>
      </p:pic>
      <p:pic>
        <p:nvPicPr>
          <p:cNvPr id="133" name="Graphic 132" descr="Handshake outline">
            <a:extLst>
              <a:ext uri="{FF2B5EF4-FFF2-40B4-BE49-F238E27FC236}">
                <a16:creationId xmlns:a16="http://schemas.microsoft.com/office/drawing/2014/main" id="{081F41D1-DF83-C0E5-22FE-A4C7645541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4425" y="4680452"/>
            <a:ext cx="360000" cy="360000"/>
          </a:xfrm>
          <a:prstGeom prst="rect">
            <a:avLst/>
          </a:prstGeom>
        </p:spPr>
      </p:pic>
      <p:pic>
        <p:nvPicPr>
          <p:cNvPr id="135" name="Graphic 134" descr="Building outline">
            <a:extLst>
              <a:ext uri="{FF2B5EF4-FFF2-40B4-BE49-F238E27FC236}">
                <a16:creationId xmlns:a16="http://schemas.microsoft.com/office/drawing/2014/main" id="{F248F1E7-7514-C9C4-E3CA-8B7FC91066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9422" y="4650293"/>
            <a:ext cx="360000" cy="360000"/>
          </a:xfrm>
          <a:prstGeom prst="rect">
            <a:avLst/>
          </a:prstGeom>
        </p:spPr>
      </p:pic>
      <p:pic>
        <p:nvPicPr>
          <p:cNvPr id="139" name="Graphic 138" descr="Cycle with people outline">
            <a:extLst>
              <a:ext uri="{FF2B5EF4-FFF2-40B4-BE49-F238E27FC236}">
                <a16:creationId xmlns:a16="http://schemas.microsoft.com/office/drawing/2014/main" id="{2C9093A2-8330-DE7D-8EA5-42C3D9808D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61075" y="4670412"/>
            <a:ext cx="360000" cy="360000"/>
          </a:xfrm>
          <a:prstGeom prst="rect">
            <a:avLst/>
          </a:prstGeom>
        </p:spPr>
      </p:pic>
      <p:pic>
        <p:nvPicPr>
          <p:cNvPr id="141" name="Graphic 140" descr="Users outline">
            <a:extLst>
              <a:ext uri="{FF2B5EF4-FFF2-40B4-BE49-F238E27FC236}">
                <a16:creationId xmlns:a16="http://schemas.microsoft.com/office/drawing/2014/main" id="{A93E031E-6AD4-5D4F-BBF2-ED03A9A4B32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16317" y="1632492"/>
            <a:ext cx="360000" cy="360000"/>
          </a:xfrm>
          <a:prstGeom prst="rect">
            <a:avLst/>
          </a:prstGeom>
        </p:spPr>
      </p:pic>
      <p:pic>
        <p:nvPicPr>
          <p:cNvPr id="143" name="Graphic 142" descr="Exponential Graph outline">
            <a:extLst>
              <a:ext uri="{FF2B5EF4-FFF2-40B4-BE49-F238E27FC236}">
                <a16:creationId xmlns:a16="http://schemas.microsoft.com/office/drawing/2014/main" id="{CDDC32C4-B9ED-4127-528B-820270F36F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89558" y="3584873"/>
            <a:ext cx="360000" cy="360000"/>
          </a:xfrm>
          <a:prstGeom prst="rect">
            <a:avLst/>
          </a:prstGeom>
        </p:spPr>
      </p:pic>
      <p:pic>
        <p:nvPicPr>
          <p:cNvPr id="145" name="Graphic 144" descr="Gears outline">
            <a:extLst>
              <a:ext uri="{FF2B5EF4-FFF2-40B4-BE49-F238E27FC236}">
                <a16:creationId xmlns:a16="http://schemas.microsoft.com/office/drawing/2014/main" id="{F7957F15-26D9-B4AD-7F79-1CB0437EFD7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96773" y="3590357"/>
            <a:ext cx="360000" cy="360000"/>
          </a:xfrm>
          <a:prstGeom prst="rect">
            <a:avLst/>
          </a:prstGeom>
        </p:spPr>
      </p:pic>
      <p:pic>
        <p:nvPicPr>
          <p:cNvPr id="147" name="Graphic 146" descr="Open book outline">
            <a:extLst>
              <a:ext uri="{FF2B5EF4-FFF2-40B4-BE49-F238E27FC236}">
                <a16:creationId xmlns:a16="http://schemas.microsoft.com/office/drawing/2014/main" id="{76CAC725-FF97-8664-5204-DC2BCC3DFF8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92866" y="3587319"/>
            <a:ext cx="360000" cy="360000"/>
          </a:xfrm>
          <a:prstGeom prst="rect">
            <a:avLst/>
          </a:prstGeom>
        </p:spPr>
      </p:pic>
      <p:pic>
        <p:nvPicPr>
          <p:cNvPr id="149" name="Graphic 148" descr="Shuffle outline">
            <a:extLst>
              <a:ext uri="{FF2B5EF4-FFF2-40B4-BE49-F238E27FC236}">
                <a16:creationId xmlns:a16="http://schemas.microsoft.com/office/drawing/2014/main" id="{6957FE66-C0A7-8D64-5FEE-ECABDCA5BE7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294129" y="3613885"/>
            <a:ext cx="360000" cy="360000"/>
          </a:xfrm>
          <a:prstGeom prst="rect">
            <a:avLst/>
          </a:prstGeom>
        </p:spPr>
      </p:pic>
      <p:pic>
        <p:nvPicPr>
          <p:cNvPr id="151" name="Graphic 150" descr="Ui Ux outline">
            <a:extLst>
              <a:ext uri="{FF2B5EF4-FFF2-40B4-BE49-F238E27FC236}">
                <a16:creationId xmlns:a16="http://schemas.microsoft.com/office/drawing/2014/main" id="{B187AF82-BC38-EA01-8E86-AD956FFD918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643408" y="2535097"/>
            <a:ext cx="360000" cy="360000"/>
          </a:xfrm>
          <a:prstGeom prst="rect">
            <a:avLst/>
          </a:prstGeom>
        </p:spPr>
      </p:pic>
      <p:pic>
        <p:nvPicPr>
          <p:cNvPr id="153" name="Graphic 152" descr="Server outline">
            <a:extLst>
              <a:ext uri="{FF2B5EF4-FFF2-40B4-BE49-F238E27FC236}">
                <a16:creationId xmlns:a16="http://schemas.microsoft.com/office/drawing/2014/main" id="{B3BCD4FE-9589-4785-B67C-C33C8A1DB8A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084049" y="2544621"/>
            <a:ext cx="360000" cy="360000"/>
          </a:xfrm>
          <a:prstGeom prst="rect">
            <a:avLst/>
          </a:prstGeom>
        </p:spPr>
      </p:pic>
      <p:pic>
        <p:nvPicPr>
          <p:cNvPr id="155" name="Graphic 154" descr="Robot outline">
            <a:extLst>
              <a:ext uri="{FF2B5EF4-FFF2-40B4-BE49-F238E27FC236}">
                <a16:creationId xmlns:a16="http://schemas.microsoft.com/office/drawing/2014/main" id="{DC412A99-3777-D9B3-F679-9D5733206FE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728815" y="2538294"/>
            <a:ext cx="360000" cy="360000"/>
          </a:xfrm>
          <a:prstGeom prst="rect">
            <a:avLst/>
          </a:prstGeom>
        </p:spPr>
      </p:pic>
      <p:pic>
        <p:nvPicPr>
          <p:cNvPr id="157" name="Graphic 156" descr="Chat bubble outline">
            <a:extLst>
              <a:ext uri="{FF2B5EF4-FFF2-40B4-BE49-F238E27FC236}">
                <a16:creationId xmlns:a16="http://schemas.microsoft.com/office/drawing/2014/main" id="{A389ADED-D6BD-AE20-5901-73F0F7CDD67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316694" y="2560958"/>
            <a:ext cx="360000" cy="360000"/>
          </a:xfrm>
          <a:prstGeom prst="rect">
            <a:avLst/>
          </a:prstGeom>
        </p:spPr>
      </p:pic>
      <p:sp>
        <p:nvSpPr>
          <p:cNvPr id="193" name="Arrow: Down 192">
            <a:extLst>
              <a:ext uri="{FF2B5EF4-FFF2-40B4-BE49-F238E27FC236}">
                <a16:creationId xmlns:a16="http://schemas.microsoft.com/office/drawing/2014/main" id="{FF7CD18D-96C9-038B-6C99-E36BCCD6153F}"/>
              </a:ext>
            </a:extLst>
          </p:cNvPr>
          <p:cNvSpPr/>
          <p:nvPr/>
        </p:nvSpPr>
        <p:spPr>
          <a:xfrm>
            <a:off x="6033166" y="2997413"/>
            <a:ext cx="180975" cy="158516"/>
          </a:xfrm>
          <a:prstGeom prst="down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195" name="Arrow: Down 194">
            <a:extLst>
              <a:ext uri="{FF2B5EF4-FFF2-40B4-BE49-F238E27FC236}">
                <a16:creationId xmlns:a16="http://schemas.microsoft.com/office/drawing/2014/main" id="{EF5C1D1C-AF24-05BB-5B6D-E84F3275353E}"/>
              </a:ext>
            </a:extLst>
          </p:cNvPr>
          <p:cNvSpPr/>
          <p:nvPr/>
        </p:nvSpPr>
        <p:spPr>
          <a:xfrm>
            <a:off x="6033166" y="4037031"/>
            <a:ext cx="180975" cy="158516"/>
          </a:xfrm>
          <a:prstGeom prst="down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197" name="Arrow: Down 196">
            <a:extLst>
              <a:ext uri="{FF2B5EF4-FFF2-40B4-BE49-F238E27FC236}">
                <a16:creationId xmlns:a16="http://schemas.microsoft.com/office/drawing/2014/main" id="{0D59A559-BFF5-3C80-3FFF-A4049334FBF9}"/>
              </a:ext>
            </a:extLst>
          </p:cNvPr>
          <p:cNvSpPr/>
          <p:nvPr/>
        </p:nvSpPr>
        <p:spPr>
          <a:xfrm>
            <a:off x="6033166" y="1901067"/>
            <a:ext cx="180975" cy="158516"/>
          </a:xfrm>
          <a:prstGeom prst="downArrow">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207" name="Group 206">
            <a:extLst>
              <a:ext uri="{FF2B5EF4-FFF2-40B4-BE49-F238E27FC236}">
                <a16:creationId xmlns:a16="http://schemas.microsoft.com/office/drawing/2014/main" id="{1DB3C3F2-A229-52EE-5975-EF49374FEF41}"/>
              </a:ext>
            </a:extLst>
          </p:cNvPr>
          <p:cNvGrpSpPr/>
          <p:nvPr/>
        </p:nvGrpSpPr>
        <p:grpSpPr>
          <a:xfrm>
            <a:off x="532720" y="1861920"/>
            <a:ext cx="2444792" cy="3367592"/>
            <a:chOff x="774700" y="1479647"/>
            <a:chExt cx="2444792" cy="3367592"/>
          </a:xfrm>
        </p:grpSpPr>
        <p:sp>
          <p:nvSpPr>
            <p:cNvPr id="15" name="Rectangle: Rounded Corners 14">
              <a:extLst>
                <a:ext uri="{FF2B5EF4-FFF2-40B4-BE49-F238E27FC236}">
                  <a16:creationId xmlns:a16="http://schemas.microsoft.com/office/drawing/2014/main" id="{205CD9E0-2B0A-AFC2-E41D-BB6477241FA7}"/>
                </a:ext>
              </a:extLst>
            </p:cNvPr>
            <p:cNvSpPr/>
            <p:nvPr/>
          </p:nvSpPr>
          <p:spPr>
            <a:xfrm>
              <a:off x="774700" y="1479647"/>
              <a:ext cx="2432050" cy="3367592"/>
            </a:xfrm>
            <a:prstGeom prst="roundRect">
              <a:avLst>
                <a:gd name="adj" fmla="val 4134"/>
              </a:avLst>
            </a:prstGeom>
            <a:noFill/>
            <a:ln w="9525">
              <a:solidFill>
                <a:schemeClr val="tx2">
                  <a:lumMod val="10000"/>
                  <a:lumOff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63" name="TextBox 62">
              <a:extLst>
                <a:ext uri="{FF2B5EF4-FFF2-40B4-BE49-F238E27FC236}">
                  <a16:creationId xmlns:a16="http://schemas.microsoft.com/office/drawing/2014/main" id="{6BEC709B-5C2E-4902-7F66-04D514AC2827}"/>
                </a:ext>
              </a:extLst>
            </p:cNvPr>
            <p:cNvSpPr txBox="1"/>
            <p:nvPr/>
          </p:nvSpPr>
          <p:spPr>
            <a:xfrm>
              <a:off x="1212760" y="1917973"/>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Function-based delivery teams</a:t>
              </a:r>
            </a:p>
          </p:txBody>
        </p:sp>
        <p:sp>
          <p:nvSpPr>
            <p:cNvPr id="65" name="TextBox 64">
              <a:extLst>
                <a:ext uri="{FF2B5EF4-FFF2-40B4-BE49-F238E27FC236}">
                  <a16:creationId xmlns:a16="http://schemas.microsoft.com/office/drawing/2014/main" id="{FD92278E-953E-8BE0-A058-A08172CAEBB6}"/>
                </a:ext>
              </a:extLst>
            </p:cNvPr>
            <p:cNvSpPr txBox="1"/>
            <p:nvPr/>
          </p:nvSpPr>
          <p:spPr>
            <a:xfrm>
              <a:off x="774700" y="1582604"/>
              <a:ext cx="2432050" cy="263791"/>
            </a:xfrm>
            <a:prstGeom prst="rect">
              <a:avLst/>
            </a:prstGeom>
            <a:noFill/>
          </p:spPr>
          <p:txBody>
            <a:bodyPr vert="horz" wrap="square" lIns="90000" tIns="46800" rIns="90000" bIns="46800" rtlCol="0" anchor="ctr">
              <a:spAutoFit/>
            </a:bodyPr>
            <a:lstStyle/>
            <a:p>
              <a:pPr algn="ctr">
                <a:spcBef>
                  <a:spcPct val="0"/>
                </a:spcBef>
              </a:pPr>
              <a:r>
                <a:rPr lang="en-GB" sz="1100" b="1" noProof="0">
                  <a:solidFill>
                    <a:schemeClr val="bg1"/>
                  </a:solidFill>
                </a:rPr>
                <a:t>Traditional Service Delivery</a:t>
              </a:r>
            </a:p>
          </p:txBody>
        </p:sp>
        <p:sp>
          <p:nvSpPr>
            <p:cNvPr id="69" name="TextBox 68">
              <a:extLst>
                <a:ext uri="{FF2B5EF4-FFF2-40B4-BE49-F238E27FC236}">
                  <a16:creationId xmlns:a16="http://schemas.microsoft.com/office/drawing/2014/main" id="{090B332F-360B-58C3-1B73-D5C7D64BDF32}"/>
                </a:ext>
              </a:extLst>
            </p:cNvPr>
            <p:cNvSpPr txBox="1"/>
            <p:nvPr/>
          </p:nvSpPr>
          <p:spPr>
            <a:xfrm>
              <a:off x="1212760" y="2321266"/>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Reactive support model</a:t>
              </a:r>
            </a:p>
          </p:txBody>
        </p:sp>
        <p:sp>
          <p:nvSpPr>
            <p:cNvPr id="71" name="TextBox 70">
              <a:extLst>
                <a:ext uri="{FF2B5EF4-FFF2-40B4-BE49-F238E27FC236}">
                  <a16:creationId xmlns:a16="http://schemas.microsoft.com/office/drawing/2014/main" id="{159F4B10-2F80-99E5-B2E9-148BED41D621}"/>
                </a:ext>
              </a:extLst>
            </p:cNvPr>
            <p:cNvSpPr txBox="1"/>
            <p:nvPr/>
          </p:nvSpPr>
          <p:spPr>
            <a:xfrm>
              <a:off x="1212760" y="2724559"/>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Manual service fulfilment</a:t>
              </a:r>
            </a:p>
          </p:txBody>
        </p:sp>
        <p:sp>
          <p:nvSpPr>
            <p:cNvPr id="73" name="TextBox 72">
              <a:extLst>
                <a:ext uri="{FF2B5EF4-FFF2-40B4-BE49-F238E27FC236}">
                  <a16:creationId xmlns:a16="http://schemas.microsoft.com/office/drawing/2014/main" id="{8EA2EE08-1056-ED5D-DC1C-99FF56457CD8}"/>
                </a:ext>
              </a:extLst>
            </p:cNvPr>
            <p:cNvSpPr txBox="1"/>
            <p:nvPr/>
          </p:nvSpPr>
          <p:spPr>
            <a:xfrm>
              <a:off x="1212760" y="3127852"/>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Limited self-service</a:t>
              </a:r>
            </a:p>
          </p:txBody>
        </p:sp>
        <p:sp>
          <p:nvSpPr>
            <p:cNvPr id="75" name="TextBox 74">
              <a:extLst>
                <a:ext uri="{FF2B5EF4-FFF2-40B4-BE49-F238E27FC236}">
                  <a16:creationId xmlns:a16="http://schemas.microsoft.com/office/drawing/2014/main" id="{68ECB1D9-5DEB-D7BD-1986-7B0EF981A9F7}"/>
                </a:ext>
              </a:extLst>
            </p:cNvPr>
            <p:cNvSpPr txBox="1"/>
            <p:nvPr/>
          </p:nvSpPr>
          <p:spPr>
            <a:xfrm>
              <a:off x="1212760" y="3531145"/>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Static workforce capacity</a:t>
              </a:r>
            </a:p>
          </p:txBody>
        </p:sp>
        <p:sp>
          <p:nvSpPr>
            <p:cNvPr id="77" name="TextBox 76">
              <a:extLst>
                <a:ext uri="{FF2B5EF4-FFF2-40B4-BE49-F238E27FC236}">
                  <a16:creationId xmlns:a16="http://schemas.microsoft.com/office/drawing/2014/main" id="{05E56477-708F-EBC5-D646-5AFD0610788C}"/>
                </a:ext>
              </a:extLst>
            </p:cNvPr>
            <p:cNvSpPr txBox="1"/>
            <p:nvPr/>
          </p:nvSpPr>
          <p:spPr>
            <a:xfrm>
              <a:off x="1212760" y="3934438"/>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Multiple handoffs and escalation points</a:t>
              </a:r>
            </a:p>
          </p:txBody>
        </p:sp>
        <p:sp>
          <p:nvSpPr>
            <p:cNvPr id="79" name="TextBox 78">
              <a:extLst>
                <a:ext uri="{FF2B5EF4-FFF2-40B4-BE49-F238E27FC236}">
                  <a16:creationId xmlns:a16="http://schemas.microsoft.com/office/drawing/2014/main" id="{709B93B7-5AC6-7C9A-E235-804F51FBBB74}"/>
                </a:ext>
              </a:extLst>
            </p:cNvPr>
            <p:cNvSpPr txBox="1"/>
            <p:nvPr/>
          </p:nvSpPr>
          <p:spPr>
            <a:xfrm>
              <a:off x="1212760" y="4337731"/>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Partner ecosystem managed separately</a:t>
              </a:r>
            </a:p>
          </p:txBody>
        </p:sp>
        <p:pic>
          <p:nvPicPr>
            <p:cNvPr id="171" name="Graphic 170" descr="Handshake outline">
              <a:extLst>
                <a:ext uri="{FF2B5EF4-FFF2-40B4-BE49-F238E27FC236}">
                  <a16:creationId xmlns:a16="http://schemas.microsoft.com/office/drawing/2014/main" id="{A6C3EB25-6CF5-E0EA-BBB5-34B4AE9FADC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3773" y="4422841"/>
              <a:ext cx="288000" cy="288000"/>
            </a:xfrm>
            <a:prstGeom prst="rect">
              <a:avLst/>
            </a:prstGeom>
          </p:spPr>
        </p:pic>
        <p:pic>
          <p:nvPicPr>
            <p:cNvPr id="173" name="Graphic 172" descr="Move outline">
              <a:extLst>
                <a:ext uri="{FF2B5EF4-FFF2-40B4-BE49-F238E27FC236}">
                  <a16:creationId xmlns:a16="http://schemas.microsoft.com/office/drawing/2014/main" id="{9DFA95CE-65B4-3127-AC73-34500177292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83773" y="4018612"/>
              <a:ext cx="288000" cy="288000"/>
            </a:xfrm>
            <a:prstGeom prst="rect">
              <a:avLst/>
            </a:prstGeom>
          </p:spPr>
        </p:pic>
        <p:pic>
          <p:nvPicPr>
            <p:cNvPr id="175" name="Graphic 174" descr="Building Brick Wall outline">
              <a:extLst>
                <a:ext uri="{FF2B5EF4-FFF2-40B4-BE49-F238E27FC236}">
                  <a16:creationId xmlns:a16="http://schemas.microsoft.com/office/drawing/2014/main" id="{B59F406E-62D9-040A-00CB-7C004C93ACF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83773" y="3614385"/>
              <a:ext cx="288000" cy="288000"/>
            </a:xfrm>
            <a:prstGeom prst="rect">
              <a:avLst/>
            </a:prstGeom>
          </p:spPr>
        </p:pic>
        <p:pic>
          <p:nvPicPr>
            <p:cNvPr id="177" name="Graphic 176" descr="Document outline">
              <a:extLst>
                <a:ext uri="{FF2B5EF4-FFF2-40B4-BE49-F238E27FC236}">
                  <a16:creationId xmlns:a16="http://schemas.microsoft.com/office/drawing/2014/main" id="{98EB7506-E636-41E1-38BD-CD31961289F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83773" y="2805931"/>
              <a:ext cx="288000" cy="288000"/>
            </a:xfrm>
            <a:prstGeom prst="rect">
              <a:avLst/>
            </a:prstGeom>
          </p:spPr>
        </p:pic>
        <p:pic>
          <p:nvPicPr>
            <p:cNvPr id="179" name="Graphic 178" descr="Questions outline">
              <a:extLst>
                <a:ext uri="{FF2B5EF4-FFF2-40B4-BE49-F238E27FC236}">
                  <a16:creationId xmlns:a16="http://schemas.microsoft.com/office/drawing/2014/main" id="{721A0943-6439-F84B-A684-EF342E757C5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83773" y="3210158"/>
              <a:ext cx="288000" cy="288000"/>
            </a:xfrm>
            <a:prstGeom prst="rect">
              <a:avLst/>
            </a:prstGeom>
          </p:spPr>
        </p:pic>
        <p:pic>
          <p:nvPicPr>
            <p:cNvPr id="181" name="Graphic 180" descr="Stopwatch 25% outline">
              <a:extLst>
                <a:ext uri="{FF2B5EF4-FFF2-40B4-BE49-F238E27FC236}">
                  <a16:creationId xmlns:a16="http://schemas.microsoft.com/office/drawing/2014/main" id="{D1ECE4CD-17F3-5829-0D7A-1167D88BDAE8}"/>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83773" y="2401704"/>
              <a:ext cx="288000" cy="288000"/>
            </a:xfrm>
            <a:prstGeom prst="rect">
              <a:avLst/>
            </a:prstGeom>
          </p:spPr>
        </p:pic>
        <p:pic>
          <p:nvPicPr>
            <p:cNvPr id="183" name="Graphic 182" descr="Hierarchy outline">
              <a:extLst>
                <a:ext uri="{FF2B5EF4-FFF2-40B4-BE49-F238E27FC236}">
                  <a16:creationId xmlns:a16="http://schemas.microsoft.com/office/drawing/2014/main" id="{8EAA466B-3FA3-F5B1-AE96-B96066B78D3F}"/>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883773" y="1997477"/>
              <a:ext cx="288000" cy="288000"/>
            </a:xfrm>
            <a:prstGeom prst="rect">
              <a:avLst/>
            </a:prstGeom>
          </p:spPr>
        </p:pic>
        <p:cxnSp>
          <p:nvCxnSpPr>
            <p:cNvPr id="198" name="Straight Connector 197">
              <a:extLst>
                <a:ext uri="{FF2B5EF4-FFF2-40B4-BE49-F238E27FC236}">
                  <a16:creationId xmlns:a16="http://schemas.microsoft.com/office/drawing/2014/main" id="{54E18C25-5B24-BEB3-226D-FF7387727A3A}"/>
                </a:ext>
              </a:extLst>
            </p:cNvPr>
            <p:cNvCxnSpPr>
              <a:cxnSpLocks/>
            </p:cNvCxnSpPr>
            <p:nvPr/>
          </p:nvCxnSpPr>
          <p:spPr>
            <a:xfrm>
              <a:off x="875109" y="1894537"/>
              <a:ext cx="2197999" cy="12473"/>
            </a:xfrm>
            <a:prstGeom prst="line">
              <a:avLst/>
            </a:prstGeom>
            <a:ln w="6350">
              <a:solidFill>
                <a:srgbClr val="A6A6A6">
                  <a:alpha val="50196"/>
                </a:srgbClr>
              </a:solidFill>
            </a:ln>
          </p:spPr>
          <p:style>
            <a:lnRef idx="1">
              <a:schemeClr val="accent1"/>
            </a:lnRef>
            <a:fillRef idx="0">
              <a:schemeClr val="accent1"/>
            </a:fillRef>
            <a:effectRef idx="0">
              <a:schemeClr val="accent1"/>
            </a:effectRef>
            <a:fontRef idx="minor">
              <a:schemeClr val="tx1"/>
            </a:fontRef>
          </p:style>
        </p:cxnSp>
      </p:grpSp>
      <p:grpSp>
        <p:nvGrpSpPr>
          <p:cNvPr id="206" name="Group 205">
            <a:extLst>
              <a:ext uri="{FF2B5EF4-FFF2-40B4-BE49-F238E27FC236}">
                <a16:creationId xmlns:a16="http://schemas.microsoft.com/office/drawing/2014/main" id="{ACDE311B-9A3A-7AD2-9703-C52624BFF86A}"/>
              </a:ext>
            </a:extLst>
          </p:cNvPr>
          <p:cNvGrpSpPr/>
          <p:nvPr/>
        </p:nvGrpSpPr>
        <p:grpSpPr>
          <a:xfrm>
            <a:off x="9218494" y="1861920"/>
            <a:ext cx="2471814" cy="3367592"/>
            <a:chOff x="9460474" y="1479647"/>
            <a:chExt cx="2471814" cy="3367592"/>
          </a:xfrm>
        </p:grpSpPr>
        <p:sp>
          <p:nvSpPr>
            <p:cNvPr id="17" name="Rectangle: Rounded Corners 16">
              <a:extLst>
                <a:ext uri="{FF2B5EF4-FFF2-40B4-BE49-F238E27FC236}">
                  <a16:creationId xmlns:a16="http://schemas.microsoft.com/office/drawing/2014/main" id="{59DAB95C-C315-ED9F-6E87-75926B36DF82}"/>
                </a:ext>
              </a:extLst>
            </p:cNvPr>
            <p:cNvSpPr/>
            <p:nvPr/>
          </p:nvSpPr>
          <p:spPr>
            <a:xfrm>
              <a:off x="9462623" y="1479647"/>
              <a:ext cx="2432050" cy="3367592"/>
            </a:xfrm>
            <a:prstGeom prst="roundRect">
              <a:avLst>
                <a:gd name="adj" fmla="val 4134"/>
              </a:avLst>
            </a:prstGeom>
            <a:noFill/>
            <a:ln w="9525">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67" name="TextBox 66">
              <a:extLst>
                <a:ext uri="{FF2B5EF4-FFF2-40B4-BE49-F238E27FC236}">
                  <a16:creationId xmlns:a16="http://schemas.microsoft.com/office/drawing/2014/main" id="{5FD9A970-3C9D-A812-DD29-8BB3DA8F28C2}"/>
                </a:ext>
              </a:extLst>
            </p:cNvPr>
            <p:cNvSpPr txBox="1"/>
            <p:nvPr/>
          </p:nvSpPr>
          <p:spPr>
            <a:xfrm>
              <a:off x="9460474" y="1534335"/>
              <a:ext cx="2432050" cy="263791"/>
            </a:xfrm>
            <a:prstGeom prst="rect">
              <a:avLst/>
            </a:prstGeom>
            <a:noFill/>
          </p:spPr>
          <p:txBody>
            <a:bodyPr vert="horz" wrap="square" lIns="90000" tIns="46800" rIns="90000" bIns="46800" rtlCol="0" anchor="ctr">
              <a:spAutoFit/>
            </a:bodyPr>
            <a:lstStyle/>
            <a:p>
              <a:pPr algn="ctr">
                <a:spcBef>
                  <a:spcPct val="0"/>
                </a:spcBef>
              </a:pPr>
              <a:r>
                <a:rPr lang="en-GB" sz="1100" b="1" noProof="0">
                  <a:solidFill>
                    <a:schemeClr val="accent2"/>
                  </a:solidFill>
                </a:rPr>
                <a:t>Intelligent Service Delivery</a:t>
              </a:r>
            </a:p>
          </p:txBody>
        </p:sp>
        <p:sp>
          <p:nvSpPr>
            <p:cNvPr id="81" name="TextBox 80">
              <a:extLst>
                <a:ext uri="{FF2B5EF4-FFF2-40B4-BE49-F238E27FC236}">
                  <a16:creationId xmlns:a16="http://schemas.microsoft.com/office/drawing/2014/main" id="{763C7FC1-0AB5-4CB2-A7A0-D52B1E6ED09B}"/>
                </a:ext>
              </a:extLst>
            </p:cNvPr>
            <p:cNvSpPr txBox="1"/>
            <p:nvPr/>
          </p:nvSpPr>
          <p:spPr>
            <a:xfrm>
              <a:off x="9920327" y="1941754"/>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Customer journey-based delivery</a:t>
              </a:r>
            </a:p>
          </p:txBody>
        </p:sp>
        <p:sp>
          <p:nvSpPr>
            <p:cNvPr id="83" name="TextBox 82">
              <a:extLst>
                <a:ext uri="{FF2B5EF4-FFF2-40B4-BE49-F238E27FC236}">
                  <a16:creationId xmlns:a16="http://schemas.microsoft.com/office/drawing/2014/main" id="{2460487D-205E-D7CC-C889-64D44105DB7C}"/>
                </a:ext>
              </a:extLst>
            </p:cNvPr>
            <p:cNvSpPr txBox="1"/>
            <p:nvPr/>
          </p:nvSpPr>
          <p:spPr>
            <a:xfrm>
              <a:off x="9925556" y="2345275"/>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Predictive and proactive services</a:t>
              </a:r>
            </a:p>
          </p:txBody>
        </p:sp>
        <p:sp>
          <p:nvSpPr>
            <p:cNvPr id="85" name="TextBox 84">
              <a:extLst>
                <a:ext uri="{FF2B5EF4-FFF2-40B4-BE49-F238E27FC236}">
                  <a16:creationId xmlns:a16="http://schemas.microsoft.com/office/drawing/2014/main" id="{328E99DC-E542-1F6F-CD43-2E16CE796063}"/>
                </a:ext>
              </a:extLst>
            </p:cNvPr>
            <p:cNvSpPr txBox="1"/>
            <p:nvPr/>
          </p:nvSpPr>
          <p:spPr>
            <a:xfrm>
              <a:off x="9925556" y="2826195"/>
              <a:ext cx="2006732" cy="248402"/>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Human-AI service execution</a:t>
              </a:r>
            </a:p>
          </p:txBody>
        </p:sp>
        <p:sp>
          <p:nvSpPr>
            <p:cNvPr id="87" name="TextBox 86">
              <a:extLst>
                <a:ext uri="{FF2B5EF4-FFF2-40B4-BE49-F238E27FC236}">
                  <a16:creationId xmlns:a16="http://schemas.microsoft.com/office/drawing/2014/main" id="{2311C7B7-756A-6E4E-0539-6C2BE654D339}"/>
                </a:ext>
              </a:extLst>
            </p:cNvPr>
            <p:cNvSpPr txBox="1"/>
            <p:nvPr/>
          </p:nvSpPr>
          <p:spPr>
            <a:xfrm>
              <a:off x="9925556" y="3152317"/>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Intelligent self-service</a:t>
              </a:r>
            </a:p>
          </p:txBody>
        </p:sp>
        <p:sp>
          <p:nvSpPr>
            <p:cNvPr id="89" name="TextBox 88">
              <a:extLst>
                <a:ext uri="{FF2B5EF4-FFF2-40B4-BE49-F238E27FC236}">
                  <a16:creationId xmlns:a16="http://schemas.microsoft.com/office/drawing/2014/main" id="{DD6FC534-6AF4-0E1C-B315-4B560C7E33EF}"/>
                </a:ext>
              </a:extLst>
            </p:cNvPr>
            <p:cNvSpPr txBox="1"/>
            <p:nvPr/>
          </p:nvSpPr>
          <p:spPr>
            <a:xfrm>
              <a:off x="9925556" y="3555838"/>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Elastic delivery capacity</a:t>
              </a:r>
            </a:p>
          </p:txBody>
        </p:sp>
        <p:sp>
          <p:nvSpPr>
            <p:cNvPr id="91" name="TextBox 90">
              <a:extLst>
                <a:ext uri="{FF2B5EF4-FFF2-40B4-BE49-F238E27FC236}">
                  <a16:creationId xmlns:a16="http://schemas.microsoft.com/office/drawing/2014/main" id="{028CB570-A044-4034-8F06-742625545329}"/>
                </a:ext>
              </a:extLst>
            </p:cNvPr>
            <p:cNvSpPr txBox="1"/>
            <p:nvPr/>
          </p:nvSpPr>
          <p:spPr>
            <a:xfrm>
              <a:off x="9925556" y="3959359"/>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Automated orchestration</a:t>
              </a:r>
            </a:p>
          </p:txBody>
        </p:sp>
        <p:sp>
          <p:nvSpPr>
            <p:cNvPr id="93" name="TextBox 92">
              <a:extLst>
                <a:ext uri="{FF2B5EF4-FFF2-40B4-BE49-F238E27FC236}">
                  <a16:creationId xmlns:a16="http://schemas.microsoft.com/office/drawing/2014/main" id="{D5C8B6CB-9007-4EF1-A13E-21AEFF59A004}"/>
                </a:ext>
              </a:extLst>
            </p:cNvPr>
            <p:cNvSpPr txBox="1"/>
            <p:nvPr/>
          </p:nvSpPr>
          <p:spPr>
            <a:xfrm>
              <a:off x="9925556" y="4362883"/>
              <a:ext cx="2006732" cy="403200"/>
            </a:xfrm>
            <a:prstGeom prst="rect">
              <a:avLst/>
            </a:prstGeom>
            <a:noFill/>
          </p:spPr>
          <p:txBody>
            <a:bodyPr vert="horz" wrap="square" lIns="90000" tIns="46800" rIns="90000" bIns="46800" rtlCol="0" anchor="ctr">
              <a:spAutoFit/>
            </a:bodyPr>
            <a:lstStyle/>
            <a:p>
              <a:pPr algn="l">
                <a:spcBef>
                  <a:spcPct val="0"/>
                </a:spcBef>
              </a:pPr>
              <a:r>
                <a:rPr lang="en-GB" sz="1000" noProof="0">
                  <a:solidFill>
                    <a:schemeClr val="bg1"/>
                  </a:solidFill>
                </a:rPr>
                <a:t>Integrated internal and external ecosystem</a:t>
              </a:r>
            </a:p>
          </p:txBody>
        </p:sp>
        <p:pic>
          <p:nvPicPr>
            <p:cNvPr id="137" name="Graphic 136" descr="Network outline">
              <a:extLst>
                <a:ext uri="{FF2B5EF4-FFF2-40B4-BE49-F238E27FC236}">
                  <a16:creationId xmlns:a16="http://schemas.microsoft.com/office/drawing/2014/main" id="{64CCA817-8DB3-DC90-D21F-7EA7A5A49A4D}"/>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9556992" y="4448020"/>
              <a:ext cx="288000" cy="288000"/>
            </a:xfrm>
            <a:prstGeom prst="rect">
              <a:avLst/>
            </a:prstGeom>
          </p:spPr>
        </p:pic>
        <p:pic>
          <p:nvPicPr>
            <p:cNvPr id="159" name="Graphic 158" descr="Single gear outline">
              <a:extLst>
                <a:ext uri="{FF2B5EF4-FFF2-40B4-BE49-F238E27FC236}">
                  <a16:creationId xmlns:a16="http://schemas.microsoft.com/office/drawing/2014/main" id="{632C4E10-A258-CAD9-703E-B04F6F841F22}"/>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556992" y="4044041"/>
              <a:ext cx="288000" cy="288000"/>
            </a:xfrm>
            <a:prstGeom prst="rect">
              <a:avLst/>
            </a:prstGeom>
          </p:spPr>
        </p:pic>
        <p:pic>
          <p:nvPicPr>
            <p:cNvPr id="161" name="Graphic 160" descr="Cloud outline">
              <a:extLst>
                <a:ext uri="{FF2B5EF4-FFF2-40B4-BE49-F238E27FC236}">
                  <a16:creationId xmlns:a16="http://schemas.microsoft.com/office/drawing/2014/main" id="{676C1957-1CA7-7277-C8F7-F6487700396F}"/>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9556992" y="3640063"/>
              <a:ext cx="288000" cy="288000"/>
            </a:xfrm>
            <a:prstGeom prst="rect">
              <a:avLst/>
            </a:prstGeom>
          </p:spPr>
        </p:pic>
        <p:pic>
          <p:nvPicPr>
            <p:cNvPr id="163" name="Graphic 162" descr="Server outline">
              <a:extLst>
                <a:ext uri="{FF2B5EF4-FFF2-40B4-BE49-F238E27FC236}">
                  <a16:creationId xmlns:a16="http://schemas.microsoft.com/office/drawing/2014/main" id="{59C47151-1387-584A-001D-626DBFDD7E76}"/>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9556992" y="3236085"/>
              <a:ext cx="288000" cy="288000"/>
            </a:xfrm>
            <a:prstGeom prst="rect">
              <a:avLst/>
            </a:prstGeom>
          </p:spPr>
        </p:pic>
        <p:pic>
          <p:nvPicPr>
            <p:cNvPr id="165" name="Graphic 164" descr="Artificial Intelligence outline">
              <a:extLst>
                <a:ext uri="{FF2B5EF4-FFF2-40B4-BE49-F238E27FC236}">
                  <a16:creationId xmlns:a16="http://schemas.microsoft.com/office/drawing/2014/main" id="{2B51A0A9-E79E-2A65-85E1-D847C09EC314}"/>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9556992" y="2832107"/>
              <a:ext cx="288000" cy="288000"/>
            </a:xfrm>
            <a:prstGeom prst="rect">
              <a:avLst/>
            </a:prstGeom>
          </p:spPr>
        </p:pic>
        <p:pic>
          <p:nvPicPr>
            <p:cNvPr id="167" name="Graphic 166" descr="Future outline">
              <a:extLst>
                <a:ext uri="{FF2B5EF4-FFF2-40B4-BE49-F238E27FC236}">
                  <a16:creationId xmlns:a16="http://schemas.microsoft.com/office/drawing/2014/main" id="{65FD0224-BF42-B5E1-B9FC-BBEEF492A0CD}"/>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556992" y="2428129"/>
              <a:ext cx="288000" cy="288000"/>
            </a:xfrm>
            <a:prstGeom prst="rect">
              <a:avLst/>
            </a:prstGeom>
          </p:spPr>
        </p:pic>
        <p:pic>
          <p:nvPicPr>
            <p:cNvPr id="169" name="Graphic 168" descr="Target Audience outline">
              <a:extLst>
                <a:ext uri="{FF2B5EF4-FFF2-40B4-BE49-F238E27FC236}">
                  <a16:creationId xmlns:a16="http://schemas.microsoft.com/office/drawing/2014/main" id="{11B41A68-2C76-CB01-038E-E637EFC02306}"/>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9556992" y="2024151"/>
              <a:ext cx="288000" cy="288000"/>
            </a:xfrm>
            <a:prstGeom prst="rect">
              <a:avLst/>
            </a:prstGeom>
          </p:spPr>
        </p:pic>
        <p:cxnSp>
          <p:nvCxnSpPr>
            <p:cNvPr id="205" name="Straight Connector 204">
              <a:extLst>
                <a:ext uri="{FF2B5EF4-FFF2-40B4-BE49-F238E27FC236}">
                  <a16:creationId xmlns:a16="http://schemas.microsoft.com/office/drawing/2014/main" id="{CA4EE337-6D45-7AF3-7C03-4FD5CFAB3F0C}"/>
                </a:ext>
              </a:extLst>
            </p:cNvPr>
            <p:cNvCxnSpPr>
              <a:cxnSpLocks/>
            </p:cNvCxnSpPr>
            <p:nvPr/>
          </p:nvCxnSpPr>
          <p:spPr>
            <a:xfrm>
              <a:off x="9556992" y="1865691"/>
              <a:ext cx="2197999" cy="12473"/>
            </a:xfrm>
            <a:prstGeom prst="line">
              <a:avLst/>
            </a:prstGeom>
            <a:ln w="6350">
              <a:solidFill>
                <a:schemeClr val="accent1">
                  <a:alpha val="50196"/>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527F4D11-62A0-AEF3-14AA-B099F7D4FB04}"/>
              </a:ext>
            </a:extLst>
          </p:cNvPr>
          <p:cNvGrpSpPr/>
          <p:nvPr/>
        </p:nvGrpSpPr>
        <p:grpSpPr>
          <a:xfrm>
            <a:off x="714996" y="5502306"/>
            <a:ext cx="10761487" cy="831633"/>
            <a:chOff x="917318" y="5597825"/>
            <a:chExt cx="10761487" cy="831633"/>
          </a:xfrm>
        </p:grpSpPr>
        <p:sp>
          <p:nvSpPr>
            <p:cNvPr id="113" name="TextBox 112">
              <a:extLst>
                <a:ext uri="{FF2B5EF4-FFF2-40B4-BE49-F238E27FC236}">
                  <a16:creationId xmlns:a16="http://schemas.microsoft.com/office/drawing/2014/main" id="{8334BD98-E1C2-342E-91ED-E28AC205DE20}"/>
                </a:ext>
              </a:extLst>
            </p:cNvPr>
            <p:cNvSpPr txBox="1"/>
            <p:nvPr/>
          </p:nvSpPr>
          <p:spPr>
            <a:xfrm>
              <a:off x="5195615" y="5597825"/>
              <a:ext cx="2235261" cy="262999"/>
            </a:xfrm>
            <a:prstGeom prst="rect">
              <a:avLst/>
            </a:prstGeom>
            <a:noFill/>
          </p:spPr>
          <p:txBody>
            <a:bodyPr vert="horz" wrap="square" lIns="90000" tIns="46800" rIns="90000" bIns="46800" rtlCol="0" anchor="ctr">
              <a:spAutoFit/>
            </a:bodyPr>
            <a:lstStyle/>
            <a:p>
              <a:pPr algn="ctr">
                <a:spcBef>
                  <a:spcPct val="0"/>
                </a:spcBef>
              </a:pPr>
              <a:r>
                <a:rPr lang="en-GB" sz="1100" b="1" noProof="0">
                  <a:solidFill>
                    <a:schemeClr val="accent2"/>
                  </a:solidFill>
                </a:rPr>
                <a:t>Business Impact</a:t>
              </a:r>
            </a:p>
          </p:txBody>
        </p:sp>
        <p:grpSp>
          <p:nvGrpSpPr>
            <p:cNvPr id="22" name="Group 21">
              <a:extLst>
                <a:ext uri="{FF2B5EF4-FFF2-40B4-BE49-F238E27FC236}">
                  <a16:creationId xmlns:a16="http://schemas.microsoft.com/office/drawing/2014/main" id="{8450EA55-E6B3-513F-FAED-BF1BCC794765}"/>
                </a:ext>
              </a:extLst>
            </p:cNvPr>
            <p:cNvGrpSpPr/>
            <p:nvPr/>
          </p:nvGrpSpPr>
          <p:grpSpPr>
            <a:xfrm>
              <a:off x="917318" y="5860824"/>
              <a:ext cx="10761487" cy="568634"/>
              <a:chOff x="917318" y="5860824"/>
              <a:chExt cx="10761487" cy="568634"/>
            </a:xfrm>
          </p:grpSpPr>
          <p:sp>
            <p:nvSpPr>
              <p:cNvPr id="115" name="TextBox 114">
                <a:extLst>
                  <a:ext uri="{FF2B5EF4-FFF2-40B4-BE49-F238E27FC236}">
                    <a16:creationId xmlns:a16="http://schemas.microsoft.com/office/drawing/2014/main" id="{829AC2A1-7515-F895-01A4-C5E7451CBBB2}"/>
                  </a:ext>
                </a:extLst>
              </p:cNvPr>
              <p:cNvSpPr txBox="1"/>
              <p:nvPr/>
            </p:nvSpPr>
            <p:spPr>
              <a:xfrm>
                <a:off x="1530545" y="5996390"/>
                <a:ext cx="1498013" cy="433068"/>
              </a:xfrm>
              <a:prstGeom prst="rect">
                <a:avLst/>
              </a:prstGeom>
              <a:noFill/>
            </p:spPr>
            <p:txBody>
              <a:bodyPr vert="horz" wrap="square" lIns="90000" tIns="46800" rIns="90000" bIns="46800" rtlCol="0" anchor="ctr">
                <a:spAutoFit/>
              </a:bodyPr>
              <a:lstStyle/>
              <a:p>
                <a:pPr>
                  <a:spcBef>
                    <a:spcPct val="0"/>
                  </a:spcBef>
                </a:pPr>
                <a:r>
                  <a:rPr lang="en-GB" sz="1100" noProof="0">
                    <a:solidFill>
                      <a:schemeClr val="bg1"/>
                    </a:solidFill>
                  </a:rPr>
                  <a:t>Faster response and resolution times</a:t>
                </a:r>
              </a:p>
            </p:txBody>
          </p:sp>
          <p:sp>
            <p:nvSpPr>
              <p:cNvPr id="117" name="TextBox 116">
                <a:extLst>
                  <a:ext uri="{FF2B5EF4-FFF2-40B4-BE49-F238E27FC236}">
                    <a16:creationId xmlns:a16="http://schemas.microsoft.com/office/drawing/2014/main" id="{FD193421-48EC-86F5-AB86-B77AB4D62E07}"/>
                  </a:ext>
                </a:extLst>
              </p:cNvPr>
              <p:cNvSpPr txBox="1"/>
              <p:nvPr/>
            </p:nvSpPr>
            <p:spPr>
              <a:xfrm>
                <a:off x="10430168" y="5996390"/>
                <a:ext cx="1248637" cy="433068"/>
              </a:xfrm>
              <a:prstGeom prst="rect">
                <a:avLst/>
              </a:prstGeom>
              <a:noFill/>
            </p:spPr>
            <p:txBody>
              <a:bodyPr vert="horz" wrap="square" lIns="90000" tIns="46800" rIns="90000" bIns="46800" rtlCol="0" anchor="ctr">
                <a:spAutoFit/>
              </a:bodyPr>
              <a:lstStyle/>
              <a:p>
                <a:pPr>
                  <a:spcBef>
                    <a:spcPct val="0"/>
                  </a:spcBef>
                </a:pPr>
                <a:r>
                  <a:rPr lang="en-GB" sz="1100" noProof="0">
                    <a:solidFill>
                      <a:schemeClr val="bg1"/>
                    </a:solidFill>
                  </a:rPr>
                  <a:t>Increased self-service adoption</a:t>
                </a:r>
              </a:p>
            </p:txBody>
          </p:sp>
          <p:sp>
            <p:nvSpPr>
              <p:cNvPr id="119" name="TextBox 118">
                <a:extLst>
                  <a:ext uri="{FF2B5EF4-FFF2-40B4-BE49-F238E27FC236}">
                    <a16:creationId xmlns:a16="http://schemas.microsoft.com/office/drawing/2014/main" id="{C07FAC87-41D8-D371-05E1-142C3497AD6C}"/>
                  </a:ext>
                </a:extLst>
              </p:cNvPr>
              <p:cNvSpPr txBox="1"/>
              <p:nvPr/>
            </p:nvSpPr>
            <p:spPr>
              <a:xfrm>
                <a:off x="4511258" y="5996390"/>
                <a:ext cx="1474533" cy="433068"/>
              </a:xfrm>
              <a:prstGeom prst="rect">
                <a:avLst/>
              </a:prstGeom>
              <a:noFill/>
            </p:spPr>
            <p:txBody>
              <a:bodyPr vert="horz" wrap="square" lIns="90000" tIns="46800" rIns="90000" bIns="46800" rtlCol="0" anchor="ctr">
                <a:spAutoFit/>
              </a:bodyPr>
              <a:lstStyle/>
              <a:p>
                <a:pPr>
                  <a:spcBef>
                    <a:spcPct val="0"/>
                  </a:spcBef>
                </a:pPr>
                <a:r>
                  <a:rPr lang="en-GB" sz="1100" noProof="0">
                    <a:solidFill>
                      <a:schemeClr val="bg1"/>
                    </a:solidFill>
                  </a:rPr>
                  <a:t>Reduced operational cost</a:t>
                </a:r>
              </a:p>
            </p:txBody>
          </p:sp>
          <p:sp>
            <p:nvSpPr>
              <p:cNvPr id="121" name="TextBox 120">
                <a:extLst>
                  <a:ext uri="{FF2B5EF4-FFF2-40B4-BE49-F238E27FC236}">
                    <a16:creationId xmlns:a16="http://schemas.microsoft.com/office/drawing/2014/main" id="{14DE158D-A759-E243-6966-CAD515652DD9}"/>
                  </a:ext>
                </a:extLst>
              </p:cNvPr>
              <p:cNvSpPr txBox="1"/>
              <p:nvPr/>
            </p:nvSpPr>
            <p:spPr>
              <a:xfrm>
                <a:off x="7470713" y="5996390"/>
                <a:ext cx="1474533" cy="433068"/>
              </a:xfrm>
              <a:prstGeom prst="rect">
                <a:avLst/>
              </a:prstGeom>
              <a:noFill/>
            </p:spPr>
            <p:txBody>
              <a:bodyPr vert="horz" wrap="square" lIns="90000" tIns="46800" rIns="90000" bIns="46800" rtlCol="0" anchor="ctr">
                <a:spAutoFit/>
              </a:bodyPr>
              <a:lstStyle/>
              <a:p>
                <a:pPr>
                  <a:spcBef>
                    <a:spcPct val="0"/>
                  </a:spcBef>
                </a:pPr>
                <a:r>
                  <a:rPr lang="en-GB" sz="1100" noProof="0">
                    <a:solidFill>
                      <a:schemeClr val="bg1"/>
                    </a:solidFill>
                  </a:rPr>
                  <a:t>Greater delivery scalability</a:t>
                </a:r>
              </a:p>
            </p:txBody>
          </p:sp>
          <p:cxnSp>
            <p:nvCxnSpPr>
              <p:cNvPr id="126" name="Straight Connector 125">
                <a:extLst>
                  <a:ext uri="{FF2B5EF4-FFF2-40B4-BE49-F238E27FC236}">
                    <a16:creationId xmlns:a16="http://schemas.microsoft.com/office/drawing/2014/main" id="{A2B5F577-E2B7-1D87-15B2-8DD8C64FFAE9}"/>
                  </a:ext>
                </a:extLst>
              </p:cNvPr>
              <p:cNvCxnSpPr>
                <a:cxnSpLocks/>
              </p:cNvCxnSpPr>
              <p:nvPr/>
            </p:nvCxnSpPr>
            <p:spPr>
              <a:xfrm>
                <a:off x="9247040" y="5860824"/>
                <a:ext cx="0" cy="510761"/>
              </a:xfrm>
              <a:prstGeom prst="line">
                <a:avLst/>
              </a:prstGeom>
              <a:ln w="6350">
                <a:solidFill>
                  <a:srgbClr val="A6A6A6">
                    <a:alpha val="50196"/>
                  </a:srgbClr>
                </a:solidFill>
              </a:ln>
            </p:spPr>
            <p:style>
              <a:lnRef idx="1">
                <a:schemeClr val="accent1"/>
              </a:lnRef>
              <a:fillRef idx="0">
                <a:schemeClr val="accent1"/>
              </a:fillRef>
              <a:effectRef idx="0">
                <a:schemeClr val="accent1"/>
              </a:effectRef>
              <a:fontRef idx="minor">
                <a:schemeClr val="tx1"/>
              </a:fontRef>
            </p:style>
          </p:cxnSp>
          <p:pic>
            <p:nvPicPr>
              <p:cNvPr id="185" name="Graphic 184" descr="Delivery outline">
                <a:extLst>
                  <a:ext uri="{FF2B5EF4-FFF2-40B4-BE49-F238E27FC236}">
                    <a16:creationId xmlns:a16="http://schemas.microsoft.com/office/drawing/2014/main" id="{3B28EA84-5F5E-B282-163E-B182B908A5C4}"/>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6908017" y="5995743"/>
                <a:ext cx="432000" cy="432000"/>
              </a:xfrm>
              <a:prstGeom prst="rect">
                <a:avLst/>
              </a:prstGeom>
            </p:spPr>
          </p:pic>
          <p:pic>
            <p:nvPicPr>
              <p:cNvPr id="187" name="Graphic 186" descr="Piggy Bank outline">
                <a:extLst>
                  <a:ext uri="{FF2B5EF4-FFF2-40B4-BE49-F238E27FC236}">
                    <a16:creationId xmlns:a16="http://schemas.microsoft.com/office/drawing/2014/main" id="{529ABD55-4019-3328-477E-7689EA4022AB}"/>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904645" y="5980059"/>
                <a:ext cx="432000" cy="432000"/>
              </a:xfrm>
              <a:prstGeom prst="rect">
                <a:avLst/>
              </a:prstGeom>
            </p:spPr>
          </p:pic>
          <p:pic>
            <p:nvPicPr>
              <p:cNvPr id="189" name="Graphic 188" descr="Bar graph with upward trend outline">
                <a:extLst>
                  <a:ext uri="{FF2B5EF4-FFF2-40B4-BE49-F238E27FC236}">
                    <a16:creationId xmlns:a16="http://schemas.microsoft.com/office/drawing/2014/main" id="{0FC2709C-B64D-AE5C-1335-426B07FCF204}"/>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9911390" y="5995743"/>
                <a:ext cx="432000" cy="432000"/>
              </a:xfrm>
              <a:prstGeom prst="rect">
                <a:avLst/>
              </a:prstGeom>
            </p:spPr>
          </p:pic>
          <p:pic>
            <p:nvPicPr>
              <p:cNvPr id="191" name="Graphic 190" descr="Gauge outline">
                <a:extLst>
                  <a:ext uri="{FF2B5EF4-FFF2-40B4-BE49-F238E27FC236}">
                    <a16:creationId xmlns:a16="http://schemas.microsoft.com/office/drawing/2014/main" id="{182446E8-731A-3739-4099-7D45BE218169}"/>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917318" y="5995743"/>
                <a:ext cx="432000" cy="432000"/>
              </a:xfrm>
              <a:prstGeom prst="rect">
                <a:avLst/>
              </a:prstGeom>
            </p:spPr>
          </p:pic>
          <p:cxnSp>
            <p:nvCxnSpPr>
              <p:cNvPr id="18" name="Straight Connector 17">
                <a:extLst>
                  <a:ext uri="{FF2B5EF4-FFF2-40B4-BE49-F238E27FC236}">
                    <a16:creationId xmlns:a16="http://schemas.microsoft.com/office/drawing/2014/main" id="{E38035F1-092A-FE60-3077-7D022DDC16A2}"/>
                  </a:ext>
                </a:extLst>
              </p:cNvPr>
              <p:cNvCxnSpPr>
                <a:cxnSpLocks/>
              </p:cNvCxnSpPr>
              <p:nvPr/>
            </p:nvCxnSpPr>
            <p:spPr>
              <a:xfrm>
                <a:off x="6313246" y="5860824"/>
                <a:ext cx="0" cy="510761"/>
              </a:xfrm>
              <a:prstGeom prst="line">
                <a:avLst/>
              </a:prstGeom>
              <a:ln w="6350">
                <a:solidFill>
                  <a:srgbClr val="A6A6A6">
                    <a:alpha val="50196"/>
                  </a:srgb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B5C9857-8002-5CA2-FC3E-90A81596D9AA}"/>
                  </a:ext>
                </a:extLst>
              </p:cNvPr>
              <p:cNvCxnSpPr>
                <a:cxnSpLocks/>
              </p:cNvCxnSpPr>
              <p:nvPr/>
            </p:nvCxnSpPr>
            <p:spPr>
              <a:xfrm>
                <a:off x="3265340" y="5901298"/>
                <a:ext cx="0" cy="510761"/>
              </a:xfrm>
              <a:prstGeom prst="line">
                <a:avLst/>
              </a:prstGeom>
              <a:ln w="6350">
                <a:solidFill>
                  <a:srgbClr val="A6A6A6">
                    <a:alpha val="50196"/>
                  </a:srgbClr>
                </a:solidFill>
              </a:ln>
            </p:spPr>
            <p:style>
              <a:lnRef idx="1">
                <a:schemeClr val="accent1"/>
              </a:lnRef>
              <a:fillRef idx="0">
                <a:schemeClr val="accent1"/>
              </a:fillRef>
              <a:effectRef idx="0">
                <a:schemeClr val="accent1"/>
              </a:effectRef>
              <a:fontRef idx="minor">
                <a:schemeClr val="tx1"/>
              </a:fontRef>
            </p:style>
          </p:cxnSp>
        </p:grpSp>
      </p:grpSp>
      <p:sp>
        <p:nvSpPr>
          <p:cNvPr id="44" name="Freeform: Shape 64">
            <a:extLst>
              <a:ext uri="{FF2B5EF4-FFF2-40B4-BE49-F238E27FC236}">
                <a16:creationId xmlns:a16="http://schemas.microsoft.com/office/drawing/2014/main" id="{9EE4C396-7E64-F4A1-5415-4F547A600DE3}"/>
              </a:ext>
            </a:extLst>
          </p:cNvPr>
          <p:cNvSpPr/>
          <p:nvPr/>
        </p:nvSpPr>
        <p:spPr>
          <a:xfrm rot="5400000">
            <a:off x="-197922" y="1979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Organization Structures</a:t>
            </a:r>
          </a:p>
        </p:txBody>
      </p:sp>
      <p:sp>
        <p:nvSpPr>
          <p:cNvPr id="48" name="Freeform: Shape 64">
            <a:extLst>
              <a:ext uri="{FF2B5EF4-FFF2-40B4-BE49-F238E27FC236}">
                <a16:creationId xmlns:a16="http://schemas.microsoft.com/office/drawing/2014/main" id="{FAFB08DF-1240-C5A5-F127-F0F74FACC6A7}"/>
              </a:ext>
            </a:extLst>
          </p:cNvPr>
          <p:cNvSpPr/>
          <p:nvPr/>
        </p:nvSpPr>
        <p:spPr>
          <a:xfrm rot="5400000">
            <a:off x="-197922" y="105517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Governance &amp; Decision-making</a:t>
            </a:r>
          </a:p>
        </p:txBody>
      </p:sp>
      <p:sp>
        <p:nvSpPr>
          <p:cNvPr id="52" name="Freeform: Shape 64">
            <a:extLst>
              <a:ext uri="{FF2B5EF4-FFF2-40B4-BE49-F238E27FC236}">
                <a16:creationId xmlns:a16="http://schemas.microsoft.com/office/drawing/2014/main" id="{705C4A1F-AD6D-247A-0577-881FFED0B733}"/>
              </a:ext>
            </a:extLst>
          </p:cNvPr>
          <p:cNvSpPr/>
          <p:nvPr/>
        </p:nvSpPr>
        <p:spPr>
          <a:xfrm rot="5400000">
            <a:off x="-197922" y="19124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Leadership &amp; Culture</a:t>
            </a:r>
          </a:p>
        </p:txBody>
      </p:sp>
      <p:sp>
        <p:nvSpPr>
          <p:cNvPr id="56" name="Freeform: Shape 64">
            <a:extLst>
              <a:ext uri="{FF2B5EF4-FFF2-40B4-BE49-F238E27FC236}">
                <a16:creationId xmlns:a16="http://schemas.microsoft.com/office/drawing/2014/main" id="{1B5EEA6D-CD4B-0ED9-A3BF-6E2FE484A2AF}"/>
              </a:ext>
            </a:extLst>
          </p:cNvPr>
          <p:cNvSpPr/>
          <p:nvPr/>
        </p:nvSpPr>
        <p:spPr>
          <a:xfrm rot="5400000">
            <a:off x="-197922" y="27696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Business Processes</a:t>
            </a:r>
          </a:p>
        </p:txBody>
      </p:sp>
      <p:sp>
        <p:nvSpPr>
          <p:cNvPr id="60" name="Freeform: Shape 64">
            <a:extLst>
              <a:ext uri="{FF2B5EF4-FFF2-40B4-BE49-F238E27FC236}">
                <a16:creationId xmlns:a16="http://schemas.microsoft.com/office/drawing/2014/main" id="{CE4814D1-0F96-9EDB-74C3-BED7A517E175}"/>
              </a:ext>
            </a:extLst>
          </p:cNvPr>
          <p:cNvSpPr/>
          <p:nvPr/>
        </p:nvSpPr>
        <p:spPr>
          <a:xfrm rot="5400000">
            <a:off x="-197922" y="36269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Service Delivery Model</a:t>
            </a:r>
          </a:p>
        </p:txBody>
      </p:sp>
      <p:sp>
        <p:nvSpPr>
          <p:cNvPr id="64" name="Freeform: Shape 64">
            <a:extLst>
              <a:ext uri="{FF2B5EF4-FFF2-40B4-BE49-F238E27FC236}">
                <a16:creationId xmlns:a16="http://schemas.microsoft.com/office/drawing/2014/main" id="{BB6489DC-3C03-1E54-A552-5A49C80DCE0B}"/>
              </a:ext>
            </a:extLst>
          </p:cNvPr>
          <p:cNvSpPr/>
          <p:nvPr/>
        </p:nvSpPr>
        <p:spPr>
          <a:xfrm rot="5400000">
            <a:off x="-197922" y="44841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Data &amp; Information</a:t>
            </a:r>
          </a:p>
        </p:txBody>
      </p:sp>
      <p:sp>
        <p:nvSpPr>
          <p:cNvPr id="68" name="Freeform: Shape 64">
            <a:extLst>
              <a:ext uri="{FF2B5EF4-FFF2-40B4-BE49-F238E27FC236}">
                <a16:creationId xmlns:a16="http://schemas.microsoft.com/office/drawing/2014/main" id="{FF9A75A8-B782-7FBD-281B-1B1A6C435D6D}"/>
              </a:ext>
            </a:extLst>
          </p:cNvPr>
          <p:cNvSpPr/>
          <p:nvPr/>
        </p:nvSpPr>
        <p:spPr>
          <a:xfrm rot="5400000">
            <a:off x="-197922" y="53414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
        <p:nvSpPr>
          <p:cNvPr id="72" name="Freeform: Shape 64">
            <a:extLst>
              <a:ext uri="{FF2B5EF4-FFF2-40B4-BE49-F238E27FC236}">
                <a16:creationId xmlns:a16="http://schemas.microsoft.com/office/drawing/2014/main" id="{C597EA71-7D70-28A3-D2E7-7558373B3857}"/>
              </a:ext>
            </a:extLst>
          </p:cNvPr>
          <p:cNvSpPr/>
          <p:nvPr/>
        </p:nvSpPr>
        <p:spPr>
          <a:xfrm rot="5400000">
            <a:off x="-197922" y="6198672"/>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Metrics</a:t>
            </a:r>
          </a:p>
        </p:txBody>
      </p:sp>
      <p:sp>
        <p:nvSpPr>
          <p:cNvPr id="76" name="Freeform: Shape 67">
            <a:extLst>
              <a:ext uri="{FF2B5EF4-FFF2-40B4-BE49-F238E27FC236}">
                <a16:creationId xmlns:a16="http://schemas.microsoft.com/office/drawing/2014/main" id="{B7C25A1A-952A-929D-1C45-102C8D6CD6EE}"/>
              </a:ext>
            </a:extLst>
          </p:cNvPr>
          <p:cNvSpPr/>
          <p:nvPr/>
        </p:nvSpPr>
        <p:spPr>
          <a:xfrm rot="5400000">
            <a:off x="-273161" y="3626921"/>
            <a:ext cx="1007727"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chemeClr val="accent1">
              <a:lumMod val="50000"/>
            </a:schemeClr>
          </a:solidFill>
          <a:ln w="9525">
            <a:noFill/>
            <a:prstDash val="solid"/>
          </a:ln>
          <a:effectLst>
            <a:glow rad="63500">
              <a:schemeClr val="bg2">
                <a:lumMod val="95000"/>
                <a:alpha val="40000"/>
              </a:schemeClr>
            </a:glow>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de-DE" sz="800">
                <a:solidFill>
                  <a:srgbClr val="FFFFFF"/>
                </a:solidFill>
              </a:rPr>
              <a:t>Service Delivery Model</a:t>
            </a:r>
          </a:p>
        </p:txBody>
      </p:sp>
    </p:spTree>
    <p:extLst>
      <p:ext uri="{BB962C8B-B14F-4D97-AF65-F5344CB8AC3E}">
        <p14:creationId xmlns:p14="http://schemas.microsoft.com/office/powerpoint/2010/main" val="2652029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4CB85-5FEB-91DD-E9F4-649DCDE85A12}"/>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8D1671C9-DFBA-FDF3-D6E1-C5CD316B457C}"/>
              </a:ext>
            </a:extLst>
          </p:cNvPr>
          <p:cNvSpPr/>
          <p:nvPr/>
        </p:nvSpPr>
        <p:spPr>
          <a:xfrm>
            <a:off x="0" y="1714498"/>
            <a:ext cx="12191995" cy="3172822"/>
          </a:xfrm>
          <a:prstGeom prst="rect">
            <a:avLst/>
          </a:prstGeom>
          <a:gradFill>
            <a:gsLst>
              <a:gs pos="0">
                <a:srgbClr val="004280">
                  <a:alpha val="20000"/>
                </a:srgbClr>
              </a:gs>
              <a:gs pos="70000">
                <a:schemeClr val="accent2">
                  <a:alpha val="20000"/>
                </a:schemeClr>
              </a:gs>
              <a:gs pos="30000">
                <a:srgbClr val="0058AB">
                  <a:alpha val="20000"/>
                </a:srgbClr>
              </a:gs>
              <a:gs pos="100000">
                <a:schemeClr val="accent1">
                  <a:lumMod val="20000"/>
                  <a:lumOff val="80000"/>
                  <a:alpha val="20000"/>
                </a:schemeClr>
              </a:gs>
            </a:gsLst>
            <a:lin ang="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 name="Date Placeholder 1">
            <a:extLst>
              <a:ext uri="{FF2B5EF4-FFF2-40B4-BE49-F238E27FC236}">
                <a16:creationId xmlns:a16="http://schemas.microsoft.com/office/drawing/2014/main" id="{C6A1EC7E-22A1-8219-124C-4C79D06CB7D6}"/>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37122817-A1AC-9DEA-DAC2-300ABBCBD74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C5784296-28B6-5274-F20D-888368D99473}"/>
              </a:ext>
            </a:extLst>
          </p:cNvPr>
          <p:cNvSpPr>
            <a:spLocks noGrp="1"/>
          </p:cNvSpPr>
          <p:nvPr>
            <p:ph type="sldNum" sz="quarter" idx="12"/>
          </p:nvPr>
        </p:nvSpPr>
        <p:spPr/>
        <p:txBody>
          <a:bodyPr/>
          <a:lstStyle/>
          <a:p>
            <a:pPr algn="r"/>
            <a:fld id="{5D9A5160-6218-4E5A-B9E6-B93E3DAE377C}" type="slidenum">
              <a:rPr lang="en-US" smtClean="0"/>
              <a:pPr algn="r"/>
              <a:t>11</a:t>
            </a:fld>
            <a:endParaRPr lang="en-US"/>
          </a:p>
        </p:txBody>
      </p:sp>
      <p:sp>
        <p:nvSpPr>
          <p:cNvPr id="5" name="Title 4">
            <a:extLst>
              <a:ext uri="{FF2B5EF4-FFF2-40B4-BE49-F238E27FC236}">
                <a16:creationId xmlns:a16="http://schemas.microsoft.com/office/drawing/2014/main" id="{AED41458-5C68-31FF-8414-24C3A0E6F5B9}"/>
              </a:ext>
            </a:extLst>
          </p:cNvPr>
          <p:cNvSpPr>
            <a:spLocks noGrp="1"/>
          </p:cNvSpPr>
          <p:nvPr>
            <p:ph type="title"/>
          </p:nvPr>
        </p:nvSpPr>
        <p:spPr>
          <a:xfrm>
            <a:off x="551383" y="549274"/>
            <a:ext cx="11089233" cy="930372"/>
          </a:xfrm>
        </p:spPr>
        <p:txBody>
          <a:bodyPr/>
          <a:lstStyle/>
          <a:p>
            <a:r>
              <a:rPr lang="en-US"/>
              <a:t>AI transforms data &amp; information from enterprise records into an intelligent decision engine</a:t>
            </a:r>
          </a:p>
        </p:txBody>
      </p:sp>
      <p:sp>
        <p:nvSpPr>
          <p:cNvPr id="15" name="Rectangle 14">
            <a:extLst>
              <a:ext uri="{FF2B5EF4-FFF2-40B4-BE49-F238E27FC236}">
                <a16:creationId xmlns:a16="http://schemas.microsoft.com/office/drawing/2014/main" id="{CA923661-13D4-45DF-3930-718E67E2C8FC}"/>
              </a:ext>
            </a:extLst>
          </p:cNvPr>
          <p:cNvSpPr/>
          <p:nvPr/>
        </p:nvSpPr>
        <p:spPr>
          <a:xfrm>
            <a:off x="551832" y="1810193"/>
            <a:ext cx="2770632"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Unify &amp; Govern</a:t>
            </a:r>
          </a:p>
        </p:txBody>
      </p:sp>
      <p:sp>
        <p:nvSpPr>
          <p:cNvPr id="17" name="Rectangle 16">
            <a:extLst>
              <a:ext uri="{FF2B5EF4-FFF2-40B4-BE49-F238E27FC236}">
                <a16:creationId xmlns:a16="http://schemas.microsoft.com/office/drawing/2014/main" id="{B4ED5526-CAC3-9B66-4970-DB65C86050C8}"/>
              </a:ext>
            </a:extLst>
          </p:cNvPr>
          <p:cNvSpPr/>
          <p:nvPr/>
        </p:nvSpPr>
        <p:spPr>
          <a:xfrm>
            <a:off x="836171" y="5146207"/>
            <a:ext cx="2619982" cy="7099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R="0" indent="0" fontAlgn="auto">
              <a:lnSpc>
                <a:spcPts val="1700"/>
              </a:lnSpc>
              <a:spcBef>
                <a:spcPts val="0"/>
              </a:spcBef>
              <a:spcAft>
                <a:spcPts val="600"/>
              </a:spcAft>
              <a:buClrTx/>
              <a:buSzTx/>
              <a:buFontTx/>
              <a:buNone/>
              <a:tabLst/>
              <a:defRPr/>
            </a:pPr>
            <a:r>
              <a:rPr lang="en-US" sz="1200" b="1">
                <a:solidFill>
                  <a:srgbClr val="FFFFFF"/>
                </a:solidFill>
              </a:rPr>
              <a:t>Trusted enterprise data foundations </a:t>
            </a:r>
            <a:r>
              <a:rPr lang="en-US" sz="1200">
                <a:solidFill>
                  <a:srgbClr val="FFFFFF"/>
                </a:solidFill>
              </a:rPr>
              <a:t>connect fragmented information sources, ensuring consistent, </a:t>
            </a:r>
            <a:r>
              <a:rPr lang="en-US" sz="1200">
                <a:solidFill>
                  <a:schemeClr val="accent2"/>
                </a:solidFill>
              </a:rPr>
              <a:t>high-quality and real-time access</a:t>
            </a:r>
            <a:r>
              <a:rPr lang="en-US" sz="1200">
                <a:solidFill>
                  <a:srgbClr val="FFFFFF"/>
                </a:solidFill>
              </a:rPr>
              <a:t> across the organization.</a:t>
            </a:r>
          </a:p>
        </p:txBody>
      </p:sp>
      <p:grpSp>
        <p:nvGrpSpPr>
          <p:cNvPr id="83" name="Group 82">
            <a:extLst>
              <a:ext uri="{FF2B5EF4-FFF2-40B4-BE49-F238E27FC236}">
                <a16:creationId xmlns:a16="http://schemas.microsoft.com/office/drawing/2014/main" id="{9D14398F-9828-6569-E0D8-86648706C548}"/>
              </a:ext>
            </a:extLst>
          </p:cNvPr>
          <p:cNvGrpSpPr/>
          <p:nvPr/>
        </p:nvGrpSpPr>
        <p:grpSpPr>
          <a:xfrm rot="16200000">
            <a:off x="3123838" y="3048625"/>
            <a:ext cx="399188" cy="392708"/>
            <a:chOff x="2105983" y="2378102"/>
            <a:chExt cx="387656" cy="417965"/>
          </a:xfrm>
        </p:grpSpPr>
        <p:sp>
          <p:nvSpPr>
            <p:cNvPr id="97" name="Arrow: Chevron 96">
              <a:extLst>
                <a:ext uri="{FF2B5EF4-FFF2-40B4-BE49-F238E27FC236}">
                  <a16:creationId xmlns:a16="http://schemas.microsoft.com/office/drawing/2014/main" id="{E2DD0077-DAC6-0D15-FA88-F9B1D56A4182}"/>
                </a:ext>
              </a:extLst>
            </p:cNvPr>
            <p:cNvSpPr/>
            <p:nvPr/>
          </p:nvSpPr>
          <p:spPr>
            <a:xfrm rot="5400000">
              <a:off x="2161978"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99" name="Arrow: Chevron 98">
              <a:extLst>
                <a:ext uri="{FF2B5EF4-FFF2-40B4-BE49-F238E27FC236}">
                  <a16:creationId xmlns:a16="http://schemas.microsoft.com/office/drawing/2014/main" id="{9FC465F1-1FA8-E1AB-E4D3-9E9782CB5EBE}"/>
                </a:ext>
              </a:extLst>
            </p:cNvPr>
            <p:cNvSpPr/>
            <p:nvPr/>
          </p:nvSpPr>
          <p:spPr>
            <a:xfrm rot="5400000">
              <a:off x="2182832"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sp>
        <p:nvSpPr>
          <p:cNvPr id="100" name="Rectangle 99">
            <a:extLst>
              <a:ext uri="{FF2B5EF4-FFF2-40B4-BE49-F238E27FC236}">
                <a16:creationId xmlns:a16="http://schemas.microsoft.com/office/drawing/2014/main" id="{46ABA03D-1BAD-B39F-FDC7-088BD151025B}"/>
              </a:ext>
            </a:extLst>
          </p:cNvPr>
          <p:cNvSpPr/>
          <p:nvPr/>
        </p:nvSpPr>
        <p:spPr>
          <a:xfrm>
            <a:off x="3324400" y="1810193"/>
            <a:ext cx="2770632"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Enrich &amp; Orchestrate</a:t>
            </a:r>
          </a:p>
        </p:txBody>
      </p:sp>
      <p:sp>
        <p:nvSpPr>
          <p:cNvPr id="102" name="Rectangle 101">
            <a:extLst>
              <a:ext uri="{FF2B5EF4-FFF2-40B4-BE49-F238E27FC236}">
                <a16:creationId xmlns:a16="http://schemas.microsoft.com/office/drawing/2014/main" id="{C6B2C1EA-1638-C701-9933-1E72E52FDCCC}"/>
              </a:ext>
            </a:extLst>
          </p:cNvPr>
          <p:cNvSpPr/>
          <p:nvPr/>
        </p:nvSpPr>
        <p:spPr>
          <a:xfrm>
            <a:off x="3604307" y="5146207"/>
            <a:ext cx="2619982" cy="7099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nSpc>
                <a:spcPts val="1700"/>
              </a:lnSpc>
              <a:spcAft>
                <a:spcPts val="600"/>
              </a:spcAft>
              <a:defRPr/>
            </a:pPr>
            <a:r>
              <a:rPr lang="en-US" sz="1200" b="1">
                <a:solidFill>
                  <a:srgbClr val="FFFFFF"/>
                </a:solidFill>
              </a:rPr>
              <a:t>Human-AI collaboration </a:t>
            </a:r>
            <a:r>
              <a:rPr lang="en-US" sz="1200">
                <a:solidFill>
                  <a:srgbClr val="FFFFFF"/>
                </a:solidFill>
              </a:rPr>
              <a:t>enriches enterprise data with context and intelligence, creating </a:t>
            </a:r>
            <a:r>
              <a:rPr lang="en-US" sz="1200">
                <a:solidFill>
                  <a:schemeClr val="accent2"/>
                </a:solidFill>
              </a:rPr>
              <a:t>trusted information assets at scale</a:t>
            </a:r>
            <a:r>
              <a:rPr lang="en-US" sz="1200">
                <a:solidFill>
                  <a:srgbClr val="FFFFFF"/>
                </a:solidFill>
              </a:rPr>
              <a:t>.</a:t>
            </a:r>
          </a:p>
        </p:txBody>
      </p:sp>
      <p:sp>
        <p:nvSpPr>
          <p:cNvPr id="103" name="Rectangle 102">
            <a:extLst>
              <a:ext uri="{FF2B5EF4-FFF2-40B4-BE49-F238E27FC236}">
                <a16:creationId xmlns:a16="http://schemas.microsoft.com/office/drawing/2014/main" id="{A6590249-4030-1487-AA9A-960DAB578682}"/>
              </a:ext>
            </a:extLst>
          </p:cNvPr>
          <p:cNvSpPr/>
          <p:nvPr/>
        </p:nvSpPr>
        <p:spPr>
          <a:xfrm>
            <a:off x="6372443" y="5146207"/>
            <a:ext cx="2619982" cy="7099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R="0" indent="0" fontAlgn="auto">
              <a:lnSpc>
                <a:spcPts val="1700"/>
              </a:lnSpc>
              <a:spcBef>
                <a:spcPts val="0"/>
              </a:spcBef>
              <a:spcAft>
                <a:spcPts val="600"/>
              </a:spcAft>
              <a:buClrTx/>
              <a:buSzTx/>
              <a:buFontTx/>
              <a:buNone/>
              <a:tabLst/>
              <a:defRPr/>
            </a:pPr>
            <a:r>
              <a:rPr lang="en-US" sz="1200" b="1">
                <a:solidFill>
                  <a:srgbClr val="FFFFFF"/>
                </a:solidFill>
              </a:rPr>
              <a:t>Purpose-built data use cases </a:t>
            </a:r>
            <a:r>
              <a:rPr lang="en-US" sz="1200">
                <a:solidFill>
                  <a:srgbClr val="FFFFFF"/>
                </a:solidFill>
              </a:rPr>
              <a:t>provide intuitive and context-aware access to enterprise intelligence directly within </a:t>
            </a:r>
            <a:r>
              <a:rPr lang="en-US" sz="1200">
                <a:solidFill>
                  <a:schemeClr val="accent2"/>
                </a:solidFill>
              </a:rPr>
              <a:t>business processes and workflows</a:t>
            </a:r>
            <a:r>
              <a:rPr lang="en-US" sz="1200">
                <a:solidFill>
                  <a:srgbClr val="FFFFFF"/>
                </a:solidFill>
              </a:rPr>
              <a:t>.</a:t>
            </a:r>
          </a:p>
        </p:txBody>
      </p:sp>
      <p:sp>
        <p:nvSpPr>
          <p:cNvPr id="104" name="Rectangle 103">
            <a:extLst>
              <a:ext uri="{FF2B5EF4-FFF2-40B4-BE49-F238E27FC236}">
                <a16:creationId xmlns:a16="http://schemas.microsoft.com/office/drawing/2014/main" id="{4690C103-6182-830A-B16D-2F4624F9E540}"/>
              </a:ext>
            </a:extLst>
          </p:cNvPr>
          <p:cNvSpPr/>
          <p:nvPr/>
        </p:nvSpPr>
        <p:spPr>
          <a:xfrm>
            <a:off x="9140579" y="5146207"/>
            <a:ext cx="2619982" cy="7099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nSpc>
                <a:spcPts val="1700"/>
              </a:lnSpc>
              <a:spcAft>
                <a:spcPts val="600"/>
              </a:spcAft>
              <a:defRPr/>
            </a:pPr>
            <a:r>
              <a:rPr lang="en-US" sz="1200" b="1">
                <a:solidFill>
                  <a:srgbClr val="FFFFFF"/>
                </a:solidFill>
              </a:rPr>
              <a:t>Data-driven decisions </a:t>
            </a:r>
            <a:r>
              <a:rPr lang="en-US" sz="1200">
                <a:solidFill>
                  <a:srgbClr val="FFFFFF"/>
                </a:solidFill>
              </a:rPr>
              <a:t>convert enterprise intelligence into </a:t>
            </a:r>
            <a:r>
              <a:rPr lang="en-US" sz="1200">
                <a:solidFill>
                  <a:schemeClr val="accent2"/>
                </a:solidFill>
              </a:rPr>
              <a:t>measurable business outcomes </a:t>
            </a:r>
            <a:r>
              <a:rPr lang="en-US" sz="1200">
                <a:solidFill>
                  <a:srgbClr val="FFFFFF"/>
                </a:solidFill>
              </a:rPr>
              <a:t>improving speed, quality and organizational performance.</a:t>
            </a:r>
          </a:p>
        </p:txBody>
      </p:sp>
      <p:sp>
        <p:nvSpPr>
          <p:cNvPr id="105" name="Rectangle 104">
            <a:extLst>
              <a:ext uri="{FF2B5EF4-FFF2-40B4-BE49-F238E27FC236}">
                <a16:creationId xmlns:a16="http://schemas.microsoft.com/office/drawing/2014/main" id="{B2A4672B-514A-086F-34A3-DF5D701C7739}"/>
              </a:ext>
            </a:extLst>
          </p:cNvPr>
          <p:cNvSpPr/>
          <p:nvPr/>
        </p:nvSpPr>
        <p:spPr>
          <a:xfrm>
            <a:off x="6141553" y="1810193"/>
            <a:ext cx="268146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Enable Access &amp; Usability</a:t>
            </a:r>
          </a:p>
        </p:txBody>
      </p:sp>
      <p:sp>
        <p:nvSpPr>
          <p:cNvPr id="106" name="Rectangle 105">
            <a:extLst>
              <a:ext uri="{FF2B5EF4-FFF2-40B4-BE49-F238E27FC236}">
                <a16:creationId xmlns:a16="http://schemas.microsoft.com/office/drawing/2014/main" id="{D33FEAA6-1171-09CC-F1C5-54A617D54B6F}"/>
              </a:ext>
            </a:extLst>
          </p:cNvPr>
          <p:cNvSpPr/>
          <p:nvPr/>
        </p:nvSpPr>
        <p:spPr>
          <a:xfrm>
            <a:off x="8869536" y="1810193"/>
            <a:ext cx="2770632"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Drive Business Value</a:t>
            </a:r>
          </a:p>
        </p:txBody>
      </p:sp>
      <p:grpSp>
        <p:nvGrpSpPr>
          <p:cNvPr id="108" name="Group 107">
            <a:extLst>
              <a:ext uri="{FF2B5EF4-FFF2-40B4-BE49-F238E27FC236}">
                <a16:creationId xmlns:a16="http://schemas.microsoft.com/office/drawing/2014/main" id="{B3205FDC-AD88-927C-1D96-0C7BE005EC65}"/>
              </a:ext>
            </a:extLst>
          </p:cNvPr>
          <p:cNvGrpSpPr/>
          <p:nvPr/>
        </p:nvGrpSpPr>
        <p:grpSpPr>
          <a:xfrm rot="16200000">
            <a:off x="5896406" y="3048625"/>
            <a:ext cx="399188" cy="392708"/>
            <a:chOff x="2105983" y="2378102"/>
            <a:chExt cx="387656" cy="417965"/>
          </a:xfrm>
        </p:grpSpPr>
        <p:sp>
          <p:nvSpPr>
            <p:cNvPr id="109" name="Arrow: Chevron 108">
              <a:extLst>
                <a:ext uri="{FF2B5EF4-FFF2-40B4-BE49-F238E27FC236}">
                  <a16:creationId xmlns:a16="http://schemas.microsoft.com/office/drawing/2014/main" id="{7CD945B5-B72B-F395-3BC0-CC4762FBCF32}"/>
                </a:ext>
              </a:extLst>
            </p:cNvPr>
            <p:cNvSpPr/>
            <p:nvPr/>
          </p:nvSpPr>
          <p:spPr>
            <a:xfrm rot="5400000">
              <a:off x="2161978"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110" name="Arrow: Chevron 109">
              <a:extLst>
                <a:ext uri="{FF2B5EF4-FFF2-40B4-BE49-F238E27FC236}">
                  <a16:creationId xmlns:a16="http://schemas.microsoft.com/office/drawing/2014/main" id="{BA548D52-AADE-82F4-80AE-9BE1532F7A3A}"/>
                </a:ext>
              </a:extLst>
            </p:cNvPr>
            <p:cNvSpPr/>
            <p:nvPr/>
          </p:nvSpPr>
          <p:spPr>
            <a:xfrm rot="5400000">
              <a:off x="2182832"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115" name="Group 114">
            <a:extLst>
              <a:ext uri="{FF2B5EF4-FFF2-40B4-BE49-F238E27FC236}">
                <a16:creationId xmlns:a16="http://schemas.microsoft.com/office/drawing/2014/main" id="{44709986-0C5F-211F-3490-737361748A9E}"/>
              </a:ext>
            </a:extLst>
          </p:cNvPr>
          <p:cNvGrpSpPr/>
          <p:nvPr/>
        </p:nvGrpSpPr>
        <p:grpSpPr>
          <a:xfrm rot="16200000">
            <a:off x="8668975" y="3048625"/>
            <a:ext cx="399188" cy="392708"/>
            <a:chOff x="2105983" y="2378102"/>
            <a:chExt cx="387656" cy="417965"/>
          </a:xfrm>
        </p:grpSpPr>
        <p:sp>
          <p:nvSpPr>
            <p:cNvPr id="116" name="Arrow: Chevron 115">
              <a:extLst>
                <a:ext uri="{FF2B5EF4-FFF2-40B4-BE49-F238E27FC236}">
                  <a16:creationId xmlns:a16="http://schemas.microsoft.com/office/drawing/2014/main" id="{EEF4AC79-7747-7850-9B50-E7B00DA1A69A}"/>
                </a:ext>
              </a:extLst>
            </p:cNvPr>
            <p:cNvSpPr/>
            <p:nvPr/>
          </p:nvSpPr>
          <p:spPr>
            <a:xfrm rot="5400000">
              <a:off x="2161978"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117" name="Arrow: Chevron 116">
              <a:extLst>
                <a:ext uri="{FF2B5EF4-FFF2-40B4-BE49-F238E27FC236}">
                  <a16:creationId xmlns:a16="http://schemas.microsoft.com/office/drawing/2014/main" id="{F7016E26-76C3-5FD6-7F27-F79A41654F91}"/>
                </a:ext>
              </a:extLst>
            </p:cNvPr>
            <p:cNvSpPr/>
            <p:nvPr/>
          </p:nvSpPr>
          <p:spPr>
            <a:xfrm rot="5400000">
              <a:off x="2182832"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sp>
        <p:nvSpPr>
          <p:cNvPr id="150" name="Oval 149">
            <a:extLst>
              <a:ext uri="{FF2B5EF4-FFF2-40B4-BE49-F238E27FC236}">
                <a16:creationId xmlns:a16="http://schemas.microsoft.com/office/drawing/2014/main" id="{4F1AABF4-16C1-8205-B6B4-43538F4B1137}"/>
              </a:ext>
            </a:extLst>
          </p:cNvPr>
          <p:cNvSpPr>
            <a:spLocks noChangeAspect="1"/>
          </p:cNvSpPr>
          <p:nvPr/>
        </p:nvSpPr>
        <p:spPr>
          <a:xfrm rot="5400000">
            <a:off x="9629330" y="2747972"/>
            <a:ext cx="1251051" cy="1251051"/>
          </a:xfrm>
          <a:prstGeom prst="ellipse">
            <a:avLst/>
          </a:prstGeom>
          <a:noFill/>
          <a:ln w="14977">
            <a:solidFill>
              <a:schemeClr val="accent2"/>
            </a:solidFill>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63686" tIns="0" rIns="0" bIns="0" rtlCol="0" anchor="t"/>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Ubuntu"/>
              <a:ea typeface="+mn-ea"/>
              <a:cs typeface="+mn-cs"/>
            </a:endParaRPr>
          </a:p>
        </p:txBody>
      </p:sp>
      <p:cxnSp>
        <p:nvCxnSpPr>
          <p:cNvPr id="156" name="Straight Arrow Connector 155">
            <a:extLst>
              <a:ext uri="{FF2B5EF4-FFF2-40B4-BE49-F238E27FC236}">
                <a16:creationId xmlns:a16="http://schemas.microsoft.com/office/drawing/2014/main" id="{0F783A35-5CC6-A087-1351-58BF16FAB38E}"/>
              </a:ext>
            </a:extLst>
          </p:cNvPr>
          <p:cNvCxnSpPr>
            <a:cxnSpLocks/>
          </p:cNvCxnSpPr>
          <p:nvPr/>
        </p:nvCxnSpPr>
        <p:spPr>
          <a:xfrm flipV="1">
            <a:off x="1937148" y="4137155"/>
            <a:ext cx="0" cy="508767"/>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FA96DBE2-7EC9-D08D-1C78-30D7D9FB53EE}"/>
              </a:ext>
            </a:extLst>
          </p:cNvPr>
          <p:cNvCxnSpPr>
            <a:cxnSpLocks/>
          </p:cNvCxnSpPr>
          <p:nvPr/>
        </p:nvCxnSpPr>
        <p:spPr>
          <a:xfrm>
            <a:off x="10254851" y="4137155"/>
            <a:ext cx="0" cy="50876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6B7275B-57EA-28E2-EA57-FA083DF52736}"/>
              </a:ext>
            </a:extLst>
          </p:cNvPr>
          <p:cNvCxnSpPr>
            <a:cxnSpLocks/>
          </p:cNvCxnSpPr>
          <p:nvPr/>
        </p:nvCxnSpPr>
        <p:spPr>
          <a:xfrm flipH="1">
            <a:off x="1937146" y="4645922"/>
            <a:ext cx="831770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0CC57DA-73BA-6364-DF0F-A3100686FE2D}"/>
              </a:ext>
            </a:extLst>
          </p:cNvPr>
          <p:cNvSpPr>
            <a:spLocks noChangeAspect="1"/>
          </p:cNvSpPr>
          <p:nvPr/>
        </p:nvSpPr>
        <p:spPr>
          <a:xfrm rot="5400000">
            <a:off x="1311623" y="2747971"/>
            <a:ext cx="1251051" cy="1251051"/>
          </a:xfrm>
          <a:prstGeom prst="ellipse">
            <a:avLst/>
          </a:prstGeom>
          <a:noFill/>
          <a:ln w="14977">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63686" tIns="0" rIns="0" bIns="0" rtlCol="0" anchor="t"/>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Ubuntu"/>
              <a:ea typeface="+mn-ea"/>
              <a:cs typeface="+mn-cs"/>
            </a:endParaRPr>
          </a:p>
        </p:txBody>
      </p:sp>
      <p:sp>
        <p:nvSpPr>
          <p:cNvPr id="154" name="Rectangle 153">
            <a:extLst>
              <a:ext uri="{FF2B5EF4-FFF2-40B4-BE49-F238E27FC236}">
                <a16:creationId xmlns:a16="http://schemas.microsoft.com/office/drawing/2014/main" id="{6C0EC1FB-6616-1A14-87CE-0071AC1687C2}"/>
              </a:ext>
            </a:extLst>
          </p:cNvPr>
          <p:cNvSpPr/>
          <p:nvPr/>
        </p:nvSpPr>
        <p:spPr>
          <a:xfrm>
            <a:off x="1224649" y="2427922"/>
            <a:ext cx="142499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a:ea typeface="+mn-ea"/>
                <a:cs typeface="+mn-cs"/>
              </a:rPr>
              <a:t>Enterprise Data Lake | Governance | Stewardship</a:t>
            </a:r>
            <a:endParaRPr kumimoji="0" lang="en-US" sz="800" b="0" i="0" u="none" strike="noStrike" kern="1200" cap="none" spc="0" normalizeH="0" baseline="0" noProof="0">
              <a:ln>
                <a:noFill/>
              </a:ln>
              <a:solidFill>
                <a:srgbClr val="FFFFFF"/>
              </a:solidFill>
              <a:effectLst/>
              <a:uLnTx/>
              <a:uFillTx/>
              <a:latin typeface="Ubuntu (Body)"/>
              <a:ea typeface="+mn-ea"/>
              <a:cs typeface="+mn-cs"/>
            </a:endParaRPr>
          </a:p>
        </p:txBody>
      </p:sp>
      <p:grpSp>
        <p:nvGrpSpPr>
          <p:cNvPr id="183" name="Group 182">
            <a:extLst>
              <a:ext uri="{FF2B5EF4-FFF2-40B4-BE49-F238E27FC236}">
                <a16:creationId xmlns:a16="http://schemas.microsoft.com/office/drawing/2014/main" id="{5FC7C86B-A03A-DD76-8F0B-EB1630C7DD84}"/>
              </a:ext>
            </a:extLst>
          </p:cNvPr>
          <p:cNvGrpSpPr/>
          <p:nvPr/>
        </p:nvGrpSpPr>
        <p:grpSpPr>
          <a:xfrm>
            <a:off x="1525118" y="2983285"/>
            <a:ext cx="824058" cy="780422"/>
            <a:chOff x="1525119" y="2915308"/>
            <a:chExt cx="824058" cy="780422"/>
          </a:xfrm>
        </p:grpSpPr>
        <p:grpSp>
          <p:nvGrpSpPr>
            <p:cNvPr id="42" name="Group 41">
              <a:extLst>
                <a:ext uri="{FF2B5EF4-FFF2-40B4-BE49-F238E27FC236}">
                  <a16:creationId xmlns:a16="http://schemas.microsoft.com/office/drawing/2014/main" id="{D6B6B69C-0E17-CB54-8372-75FB52D01036}"/>
                </a:ext>
              </a:extLst>
            </p:cNvPr>
            <p:cNvGrpSpPr>
              <a:grpSpLocks noChangeAspect="1"/>
            </p:cNvGrpSpPr>
            <p:nvPr/>
          </p:nvGrpSpPr>
          <p:grpSpPr>
            <a:xfrm>
              <a:off x="2122465" y="2915308"/>
              <a:ext cx="226712" cy="657885"/>
              <a:chOff x="1656114" y="2890946"/>
              <a:chExt cx="280545" cy="814099"/>
            </a:xfrm>
          </p:grpSpPr>
          <p:pic>
            <p:nvPicPr>
              <p:cNvPr id="63" name="Graphic 109" descr="Database outline">
                <a:extLst>
                  <a:ext uri="{FF2B5EF4-FFF2-40B4-BE49-F238E27FC236}">
                    <a16:creationId xmlns:a16="http://schemas.microsoft.com/office/drawing/2014/main" id="{43ADD0C2-9EBE-01AD-B883-547D8B220C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6114" y="2890946"/>
                <a:ext cx="280545" cy="280545"/>
              </a:xfrm>
              <a:prstGeom prst="rect">
                <a:avLst/>
              </a:prstGeom>
            </p:spPr>
          </p:pic>
          <p:pic>
            <p:nvPicPr>
              <p:cNvPr id="64" name="Graphic 110" descr="Database outline">
                <a:extLst>
                  <a:ext uri="{FF2B5EF4-FFF2-40B4-BE49-F238E27FC236}">
                    <a16:creationId xmlns:a16="http://schemas.microsoft.com/office/drawing/2014/main" id="{0F05C2AA-D265-890F-C20D-04B618990D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6114" y="3157723"/>
                <a:ext cx="280545" cy="280545"/>
              </a:xfrm>
              <a:prstGeom prst="rect">
                <a:avLst/>
              </a:prstGeom>
            </p:spPr>
          </p:pic>
          <p:pic>
            <p:nvPicPr>
              <p:cNvPr id="65" name="Graphic 111" descr="Database outline">
                <a:extLst>
                  <a:ext uri="{FF2B5EF4-FFF2-40B4-BE49-F238E27FC236}">
                    <a16:creationId xmlns:a16="http://schemas.microsoft.com/office/drawing/2014/main" id="{EADCF69E-AD47-F380-919D-7443B91930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6114" y="3424500"/>
                <a:ext cx="280545" cy="280545"/>
              </a:xfrm>
              <a:prstGeom prst="rect">
                <a:avLst/>
              </a:prstGeom>
            </p:spPr>
          </p:pic>
        </p:grpSp>
        <p:grpSp>
          <p:nvGrpSpPr>
            <p:cNvPr id="47" name="Group 46">
              <a:extLst>
                <a:ext uri="{FF2B5EF4-FFF2-40B4-BE49-F238E27FC236}">
                  <a16:creationId xmlns:a16="http://schemas.microsoft.com/office/drawing/2014/main" id="{D6085DBD-F136-8C4C-C4FE-7F4B9FBAA605}"/>
                </a:ext>
              </a:extLst>
            </p:cNvPr>
            <p:cNvGrpSpPr>
              <a:grpSpLocks noChangeAspect="1"/>
            </p:cNvGrpSpPr>
            <p:nvPr/>
          </p:nvGrpSpPr>
          <p:grpSpPr>
            <a:xfrm>
              <a:off x="1525119" y="2916763"/>
              <a:ext cx="226712" cy="657885"/>
              <a:chOff x="1269443" y="2891221"/>
              <a:chExt cx="280545" cy="814099"/>
            </a:xfrm>
          </p:grpSpPr>
          <p:pic>
            <p:nvPicPr>
              <p:cNvPr id="60" name="Graphic 106" descr="Database outline">
                <a:extLst>
                  <a:ext uri="{FF2B5EF4-FFF2-40B4-BE49-F238E27FC236}">
                    <a16:creationId xmlns:a16="http://schemas.microsoft.com/office/drawing/2014/main" id="{5F8E9F79-DFAB-05A0-59B0-F2A5F327F7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9443" y="2891221"/>
                <a:ext cx="280545" cy="280545"/>
              </a:xfrm>
              <a:prstGeom prst="rect">
                <a:avLst/>
              </a:prstGeom>
            </p:spPr>
          </p:pic>
          <p:pic>
            <p:nvPicPr>
              <p:cNvPr id="61" name="Graphic 107" descr="Database outline">
                <a:extLst>
                  <a:ext uri="{FF2B5EF4-FFF2-40B4-BE49-F238E27FC236}">
                    <a16:creationId xmlns:a16="http://schemas.microsoft.com/office/drawing/2014/main" id="{8473779D-03B4-BF1B-1E71-7FD1979EB1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9443" y="3157998"/>
                <a:ext cx="280545" cy="280545"/>
              </a:xfrm>
              <a:prstGeom prst="rect">
                <a:avLst/>
              </a:prstGeom>
            </p:spPr>
          </p:pic>
          <p:pic>
            <p:nvPicPr>
              <p:cNvPr id="62" name="Graphic 108" descr="Database outline">
                <a:extLst>
                  <a:ext uri="{FF2B5EF4-FFF2-40B4-BE49-F238E27FC236}">
                    <a16:creationId xmlns:a16="http://schemas.microsoft.com/office/drawing/2014/main" id="{501902F2-5128-3870-A15D-3DF81A9CE4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9443" y="3424775"/>
                <a:ext cx="280545" cy="280545"/>
              </a:xfrm>
              <a:prstGeom prst="rect">
                <a:avLst/>
              </a:prstGeom>
            </p:spPr>
          </p:pic>
        </p:grpSp>
        <p:pic>
          <p:nvPicPr>
            <p:cNvPr id="48" name="Graphic 94" descr="Database outline">
              <a:extLst>
                <a:ext uri="{FF2B5EF4-FFF2-40B4-BE49-F238E27FC236}">
                  <a16:creationId xmlns:a16="http://schemas.microsoft.com/office/drawing/2014/main" id="{19D65A93-0FCD-E158-21AD-D187AB0EF5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32937" y="3040040"/>
              <a:ext cx="408421" cy="408421"/>
            </a:xfrm>
            <a:prstGeom prst="rect">
              <a:avLst/>
            </a:prstGeom>
          </p:spPr>
        </p:pic>
        <p:cxnSp>
          <p:nvCxnSpPr>
            <p:cNvPr id="49" name="Straight Connector 48">
              <a:extLst>
                <a:ext uri="{FF2B5EF4-FFF2-40B4-BE49-F238E27FC236}">
                  <a16:creationId xmlns:a16="http://schemas.microsoft.com/office/drawing/2014/main" id="{052E5075-C65A-D5BE-85A7-6780085FFDD6}"/>
                </a:ext>
              </a:extLst>
            </p:cNvPr>
            <p:cNvCxnSpPr>
              <a:cxnSpLocks/>
            </p:cNvCxnSpPr>
            <p:nvPr/>
          </p:nvCxnSpPr>
          <p:spPr>
            <a:xfrm flipH="1">
              <a:off x="2054540" y="3244978"/>
              <a:ext cx="11186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E3ED312-57EB-93AE-23C6-5873915BACFF}"/>
                </a:ext>
              </a:extLst>
            </p:cNvPr>
            <p:cNvCxnSpPr>
              <a:cxnSpLocks/>
            </p:cNvCxnSpPr>
            <p:nvPr/>
          </p:nvCxnSpPr>
          <p:spPr>
            <a:xfrm flipH="1">
              <a:off x="2054540" y="3030006"/>
              <a:ext cx="11186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61E914-4DCF-BDC8-8ED8-5C86CA17466F}"/>
                </a:ext>
              </a:extLst>
            </p:cNvPr>
            <p:cNvCxnSpPr>
              <a:cxnSpLocks/>
            </p:cNvCxnSpPr>
            <p:nvPr/>
          </p:nvCxnSpPr>
          <p:spPr>
            <a:xfrm flipH="1">
              <a:off x="1702641" y="3244978"/>
              <a:ext cx="11186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69F73F0-6B60-E105-9EDF-349A8A993D5D}"/>
                </a:ext>
              </a:extLst>
            </p:cNvPr>
            <p:cNvCxnSpPr>
              <a:cxnSpLocks/>
            </p:cNvCxnSpPr>
            <p:nvPr/>
          </p:nvCxnSpPr>
          <p:spPr>
            <a:xfrm flipH="1">
              <a:off x="1702641" y="3030006"/>
              <a:ext cx="11186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2165FA-7537-2CF0-8603-5FB2FB6D34BB}"/>
                </a:ext>
              </a:extLst>
            </p:cNvPr>
            <p:cNvCxnSpPr>
              <a:cxnSpLocks/>
            </p:cNvCxnSpPr>
            <p:nvPr/>
          </p:nvCxnSpPr>
          <p:spPr>
            <a:xfrm flipH="1">
              <a:off x="1702641" y="3459949"/>
              <a:ext cx="11186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00B3CF0-DC5A-9513-C5E2-2641B1904152}"/>
                </a:ext>
              </a:extLst>
            </p:cNvPr>
            <p:cNvCxnSpPr>
              <a:cxnSpLocks/>
            </p:cNvCxnSpPr>
            <p:nvPr/>
          </p:nvCxnSpPr>
          <p:spPr>
            <a:xfrm flipH="1">
              <a:off x="2054540" y="3459948"/>
              <a:ext cx="11186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E286571-3C8A-FD77-192F-781C89D3E59E}"/>
                </a:ext>
              </a:extLst>
            </p:cNvPr>
            <p:cNvCxnSpPr>
              <a:cxnSpLocks/>
            </p:cNvCxnSpPr>
            <p:nvPr/>
          </p:nvCxnSpPr>
          <p:spPr>
            <a:xfrm flipH="1">
              <a:off x="1812173" y="3404018"/>
              <a:ext cx="67117" cy="5593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D20CB7B-73DD-14D9-F5B7-A5CDB176858C}"/>
                </a:ext>
              </a:extLst>
            </p:cNvPr>
            <p:cNvCxnSpPr>
              <a:cxnSpLocks/>
            </p:cNvCxnSpPr>
            <p:nvPr/>
          </p:nvCxnSpPr>
          <p:spPr>
            <a:xfrm>
              <a:off x="1989753" y="3404017"/>
              <a:ext cx="67117" cy="5593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6B2FAF47-29A6-82DE-FE6A-755551055809}"/>
                </a:ext>
              </a:extLst>
            </p:cNvPr>
            <p:cNvGrpSpPr/>
            <p:nvPr/>
          </p:nvGrpSpPr>
          <p:grpSpPr>
            <a:xfrm>
              <a:off x="1812173" y="3030006"/>
              <a:ext cx="244698" cy="55931"/>
              <a:chOff x="1686968" y="2986109"/>
              <a:chExt cx="200025" cy="45720"/>
            </a:xfrm>
          </p:grpSpPr>
          <p:cxnSp>
            <p:nvCxnSpPr>
              <p:cNvPr id="58" name="Straight Connector 57">
                <a:extLst>
                  <a:ext uri="{FF2B5EF4-FFF2-40B4-BE49-F238E27FC236}">
                    <a16:creationId xmlns:a16="http://schemas.microsoft.com/office/drawing/2014/main" id="{B09CC56A-3F51-1D53-CF67-09B398149745}"/>
                  </a:ext>
                </a:extLst>
              </p:cNvPr>
              <p:cNvCxnSpPr>
                <a:cxnSpLocks/>
              </p:cNvCxnSpPr>
              <p:nvPr/>
            </p:nvCxnSpPr>
            <p:spPr>
              <a:xfrm flipH="1" flipV="1">
                <a:off x="1686968" y="2986109"/>
                <a:ext cx="54864" cy="457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D3B310F-9D2A-96B2-3E8F-1700475A5238}"/>
                  </a:ext>
                </a:extLst>
              </p:cNvPr>
              <p:cNvCxnSpPr>
                <a:cxnSpLocks/>
              </p:cNvCxnSpPr>
              <p:nvPr/>
            </p:nvCxnSpPr>
            <p:spPr>
              <a:xfrm flipV="1">
                <a:off x="1832129" y="2986109"/>
                <a:ext cx="54864" cy="457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70" name="Graphic 2">
              <a:extLst>
                <a:ext uri="{FF2B5EF4-FFF2-40B4-BE49-F238E27FC236}">
                  <a16:creationId xmlns:a16="http://schemas.microsoft.com/office/drawing/2014/main" id="{7DCF2E08-6419-5BEA-3EB4-9770D605D6F8}"/>
                </a:ext>
              </a:extLst>
            </p:cNvPr>
            <p:cNvGrpSpPr>
              <a:grpSpLocks noChangeAspect="1"/>
            </p:cNvGrpSpPr>
            <p:nvPr/>
          </p:nvGrpSpPr>
          <p:grpSpPr>
            <a:xfrm>
              <a:off x="1834220" y="3489874"/>
              <a:ext cx="205856" cy="205856"/>
              <a:chOff x="5864412" y="3152586"/>
              <a:chExt cx="463177" cy="463177"/>
            </a:xfrm>
            <a:solidFill>
              <a:schemeClr val="bg1"/>
            </a:solidFill>
          </p:grpSpPr>
          <p:sp>
            <p:nvSpPr>
              <p:cNvPr id="171" name="Freeform: Shape 170">
                <a:extLst>
                  <a:ext uri="{FF2B5EF4-FFF2-40B4-BE49-F238E27FC236}">
                    <a16:creationId xmlns:a16="http://schemas.microsoft.com/office/drawing/2014/main" id="{4E426799-518A-B854-0347-7A05C896071D}"/>
                  </a:ext>
                </a:extLst>
              </p:cNvPr>
              <p:cNvSpPr/>
              <p:nvPr/>
            </p:nvSpPr>
            <p:spPr>
              <a:xfrm>
                <a:off x="5943016" y="3213480"/>
                <a:ext cx="177097" cy="177097"/>
              </a:xfrm>
              <a:custGeom>
                <a:avLst/>
                <a:gdLst>
                  <a:gd name="connsiteX0" fmla="*/ 91682 w 177097"/>
                  <a:gd name="connsiteY0" fmla="*/ 183364 h 177097"/>
                  <a:gd name="connsiteX1" fmla="*/ 0 w 177097"/>
                  <a:gd name="connsiteY1" fmla="*/ 91682 h 177097"/>
                  <a:gd name="connsiteX2" fmla="*/ 91682 w 177097"/>
                  <a:gd name="connsiteY2" fmla="*/ 0 h 177097"/>
                  <a:gd name="connsiteX3" fmla="*/ 183364 w 177097"/>
                  <a:gd name="connsiteY3" fmla="*/ 91682 h 177097"/>
                  <a:gd name="connsiteX4" fmla="*/ 91682 w 177097"/>
                  <a:gd name="connsiteY4" fmla="*/ 183364 h 177097"/>
                  <a:gd name="connsiteX5" fmla="*/ 91682 w 177097"/>
                  <a:gd name="connsiteY5" fmla="*/ 13623 h 177097"/>
                  <a:gd name="connsiteX6" fmla="*/ 13623 w 177097"/>
                  <a:gd name="connsiteY6" fmla="*/ 91682 h 177097"/>
                  <a:gd name="connsiteX7" fmla="*/ 91682 w 177097"/>
                  <a:gd name="connsiteY7" fmla="*/ 169741 h 177097"/>
                  <a:gd name="connsiteX8" fmla="*/ 169741 w 177097"/>
                  <a:gd name="connsiteY8" fmla="*/ 91682 h 177097"/>
                  <a:gd name="connsiteX9" fmla="*/ 91682 w 177097"/>
                  <a:gd name="connsiteY9" fmla="*/ 13623 h 17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097" h="177097">
                    <a:moveTo>
                      <a:pt x="91682" y="183364"/>
                    </a:moveTo>
                    <a:cubicBezTo>
                      <a:pt x="41047" y="183364"/>
                      <a:pt x="0" y="142317"/>
                      <a:pt x="0" y="91682"/>
                    </a:cubicBezTo>
                    <a:cubicBezTo>
                      <a:pt x="0" y="41047"/>
                      <a:pt x="41047" y="0"/>
                      <a:pt x="91682" y="0"/>
                    </a:cubicBezTo>
                    <a:cubicBezTo>
                      <a:pt x="142317" y="0"/>
                      <a:pt x="183364" y="41047"/>
                      <a:pt x="183364" y="91682"/>
                    </a:cubicBezTo>
                    <a:cubicBezTo>
                      <a:pt x="183289" y="142285"/>
                      <a:pt x="142285" y="183289"/>
                      <a:pt x="91682" y="183364"/>
                    </a:cubicBezTo>
                    <a:close/>
                    <a:moveTo>
                      <a:pt x="91682" y="13623"/>
                    </a:moveTo>
                    <a:cubicBezTo>
                      <a:pt x="48571" y="13623"/>
                      <a:pt x="13623" y="48571"/>
                      <a:pt x="13623" y="91682"/>
                    </a:cubicBezTo>
                    <a:cubicBezTo>
                      <a:pt x="13623" y="134793"/>
                      <a:pt x="48571" y="169741"/>
                      <a:pt x="91682" y="169741"/>
                    </a:cubicBezTo>
                    <a:cubicBezTo>
                      <a:pt x="134793" y="169741"/>
                      <a:pt x="169741" y="134793"/>
                      <a:pt x="169741" y="91682"/>
                    </a:cubicBezTo>
                    <a:cubicBezTo>
                      <a:pt x="169666" y="48602"/>
                      <a:pt x="134761" y="13698"/>
                      <a:pt x="91682" y="13623"/>
                    </a:cubicBezTo>
                    <a:close/>
                  </a:path>
                </a:pathLst>
              </a:custGeom>
              <a:grpFill/>
              <a:ln w="13447"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0949D3F-D85D-748F-7001-6BCE5DFB0C33}"/>
                  </a:ext>
                </a:extLst>
              </p:cNvPr>
              <p:cNvSpPr/>
              <p:nvPr/>
            </p:nvSpPr>
            <p:spPr>
              <a:xfrm>
                <a:off x="5864412" y="3415643"/>
                <a:ext cx="340571" cy="190720"/>
              </a:xfrm>
              <a:custGeom>
                <a:avLst/>
                <a:gdLst>
                  <a:gd name="connsiteX0" fmla="*/ 302700 w 340571"/>
                  <a:gd name="connsiteY0" fmla="*/ 200120 h 190719"/>
                  <a:gd name="connsiteX1" fmla="*/ 38008 w 340571"/>
                  <a:gd name="connsiteY1" fmla="*/ 200120 h 190719"/>
                  <a:gd name="connsiteX2" fmla="*/ 0 w 340571"/>
                  <a:gd name="connsiteY2" fmla="*/ 162112 h 190719"/>
                  <a:gd name="connsiteX3" fmla="*/ 0 w 340571"/>
                  <a:gd name="connsiteY3" fmla="*/ 108983 h 190719"/>
                  <a:gd name="connsiteX4" fmla="*/ 108983 w 340571"/>
                  <a:gd name="connsiteY4" fmla="*/ 0 h 190719"/>
                  <a:gd name="connsiteX5" fmla="*/ 231589 w 340571"/>
                  <a:gd name="connsiteY5" fmla="*/ 0 h 190719"/>
                  <a:gd name="connsiteX6" fmla="*/ 340571 w 340571"/>
                  <a:gd name="connsiteY6" fmla="*/ 108983 h 190719"/>
                  <a:gd name="connsiteX7" fmla="*/ 340571 w 340571"/>
                  <a:gd name="connsiteY7" fmla="*/ 162112 h 190719"/>
                  <a:gd name="connsiteX8" fmla="*/ 302700 w 340571"/>
                  <a:gd name="connsiteY8" fmla="*/ 200120 h 190719"/>
                  <a:gd name="connsiteX9" fmla="*/ 108983 w 340571"/>
                  <a:gd name="connsiteY9" fmla="*/ 13078 h 190719"/>
                  <a:gd name="connsiteX10" fmla="*/ 13623 w 340571"/>
                  <a:gd name="connsiteY10" fmla="*/ 108438 h 190719"/>
                  <a:gd name="connsiteX11" fmla="*/ 13623 w 340571"/>
                  <a:gd name="connsiteY11" fmla="*/ 161567 h 190719"/>
                  <a:gd name="connsiteX12" fmla="*/ 37457 w 340571"/>
                  <a:gd name="connsiteY12" fmla="*/ 186491 h 190719"/>
                  <a:gd name="connsiteX13" fmla="*/ 38008 w 340571"/>
                  <a:gd name="connsiteY13" fmla="*/ 186497 h 190719"/>
                  <a:gd name="connsiteX14" fmla="*/ 302700 w 340571"/>
                  <a:gd name="connsiteY14" fmla="*/ 186497 h 190719"/>
                  <a:gd name="connsiteX15" fmla="*/ 326948 w 340571"/>
                  <a:gd name="connsiteY15" fmla="*/ 162112 h 190719"/>
                  <a:gd name="connsiteX16" fmla="*/ 326948 w 340571"/>
                  <a:gd name="connsiteY16" fmla="*/ 108983 h 190719"/>
                  <a:gd name="connsiteX17" fmla="*/ 231589 w 340571"/>
                  <a:gd name="connsiteY17" fmla="*/ 13623 h 190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0571" h="190719">
                    <a:moveTo>
                      <a:pt x="302700" y="200120"/>
                    </a:moveTo>
                    <a:lnTo>
                      <a:pt x="38008" y="200120"/>
                    </a:lnTo>
                    <a:cubicBezTo>
                      <a:pt x="17017" y="200120"/>
                      <a:pt x="0" y="183103"/>
                      <a:pt x="0" y="162112"/>
                    </a:cubicBezTo>
                    <a:lnTo>
                      <a:pt x="0" y="108983"/>
                    </a:lnTo>
                    <a:cubicBezTo>
                      <a:pt x="372" y="48948"/>
                      <a:pt x="48948" y="372"/>
                      <a:pt x="108983" y="0"/>
                    </a:cubicBezTo>
                    <a:lnTo>
                      <a:pt x="231589" y="0"/>
                    </a:lnTo>
                    <a:cubicBezTo>
                      <a:pt x="291623" y="372"/>
                      <a:pt x="340199" y="48948"/>
                      <a:pt x="340571" y="108983"/>
                    </a:cubicBezTo>
                    <a:lnTo>
                      <a:pt x="340571" y="162112"/>
                    </a:lnTo>
                    <a:cubicBezTo>
                      <a:pt x="340571" y="183050"/>
                      <a:pt x="323638" y="200045"/>
                      <a:pt x="302700" y="200120"/>
                    </a:cubicBezTo>
                    <a:close/>
                    <a:moveTo>
                      <a:pt x="108983" y="13078"/>
                    </a:moveTo>
                    <a:cubicBezTo>
                      <a:pt x="56471" y="13448"/>
                      <a:pt x="13994" y="55926"/>
                      <a:pt x="13623" y="108438"/>
                    </a:cubicBezTo>
                    <a:lnTo>
                      <a:pt x="13623" y="161567"/>
                    </a:lnTo>
                    <a:cubicBezTo>
                      <a:pt x="13322" y="175030"/>
                      <a:pt x="23993" y="186190"/>
                      <a:pt x="37457" y="186491"/>
                    </a:cubicBezTo>
                    <a:cubicBezTo>
                      <a:pt x="37640" y="186496"/>
                      <a:pt x="37824" y="186497"/>
                      <a:pt x="38008" y="186497"/>
                    </a:cubicBezTo>
                    <a:lnTo>
                      <a:pt x="302700" y="186497"/>
                    </a:lnTo>
                    <a:cubicBezTo>
                      <a:pt x="316114" y="186422"/>
                      <a:pt x="326948" y="175526"/>
                      <a:pt x="326948" y="162112"/>
                    </a:cubicBezTo>
                    <a:lnTo>
                      <a:pt x="326948" y="108983"/>
                    </a:lnTo>
                    <a:cubicBezTo>
                      <a:pt x="326578" y="56471"/>
                      <a:pt x="284101" y="13993"/>
                      <a:pt x="231589" y="13623"/>
                    </a:cubicBezTo>
                    <a:close/>
                  </a:path>
                </a:pathLst>
              </a:custGeom>
              <a:grpFill/>
              <a:ln w="13447"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5E4CC43-21FF-5FB6-154A-232FA3B552A8}"/>
                  </a:ext>
                </a:extLst>
              </p:cNvPr>
              <p:cNvSpPr/>
              <p:nvPr/>
            </p:nvSpPr>
            <p:spPr>
              <a:xfrm>
                <a:off x="6131011" y="3152450"/>
                <a:ext cx="136229" cy="136229"/>
              </a:xfrm>
              <a:custGeom>
                <a:avLst/>
                <a:gdLst>
                  <a:gd name="connsiteX0" fmla="*/ 69477 w 136228"/>
                  <a:gd name="connsiteY0" fmla="*/ 138681 h 136228"/>
                  <a:gd name="connsiteX1" fmla="*/ 0 w 136228"/>
                  <a:gd name="connsiteY1" fmla="*/ 69476 h 136228"/>
                  <a:gd name="connsiteX2" fmla="*/ 69204 w 136228"/>
                  <a:gd name="connsiteY2" fmla="*/ 0 h 136228"/>
                  <a:gd name="connsiteX3" fmla="*/ 138681 w 136228"/>
                  <a:gd name="connsiteY3" fmla="*/ 69204 h 136228"/>
                  <a:gd name="connsiteX4" fmla="*/ 138681 w 136228"/>
                  <a:gd name="connsiteY4" fmla="*/ 69476 h 136228"/>
                  <a:gd name="connsiteX5" fmla="*/ 69477 w 136228"/>
                  <a:gd name="connsiteY5" fmla="*/ 138681 h 136228"/>
                  <a:gd name="connsiteX6" fmla="*/ 69477 w 136228"/>
                  <a:gd name="connsiteY6" fmla="*/ 13759 h 136228"/>
                  <a:gd name="connsiteX7" fmla="*/ 13623 w 136228"/>
                  <a:gd name="connsiteY7" fmla="*/ 69340 h 136228"/>
                  <a:gd name="connsiteX8" fmla="*/ 69204 w 136228"/>
                  <a:gd name="connsiteY8" fmla="*/ 125194 h 136228"/>
                  <a:gd name="connsiteX9" fmla="*/ 125058 w 136228"/>
                  <a:gd name="connsiteY9" fmla="*/ 69613 h 136228"/>
                  <a:gd name="connsiteX10" fmla="*/ 125058 w 136228"/>
                  <a:gd name="connsiteY10" fmla="*/ 69476 h 136228"/>
                  <a:gd name="connsiteX11" fmla="*/ 69477 w 136228"/>
                  <a:gd name="connsiteY11" fmla="*/ 13759 h 136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228" h="136228">
                    <a:moveTo>
                      <a:pt x="69477" y="138681"/>
                    </a:moveTo>
                    <a:cubicBezTo>
                      <a:pt x="31181" y="138755"/>
                      <a:pt x="75" y="107772"/>
                      <a:pt x="0" y="69476"/>
                    </a:cubicBezTo>
                    <a:cubicBezTo>
                      <a:pt x="-75" y="31181"/>
                      <a:pt x="30909" y="75"/>
                      <a:pt x="69204" y="0"/>
                    </a:cubicBezTo>
                    <a:cubicBezTo>
                      <a:pt x="107499" y="-75"/>
                      <a:pt x="138606" y="30909"/>
                      <a:pt x="138681" y="69204"/>
                    </a:cubicBezTo>
                    <a:cubicBezTo>
                      <a:pt x="138681" y="69295"/>
                      <a:pt x="138681" y="69386"/>
                      <a:pt x="138681" y="69476"/>
                    </a:cubicBezTo>
                    <a:cubicBezTo>
                      <a:pt x="138606" y="107666"/>
                      <a:pt x="107666" y="138606"/>
                      <a:pt x="69477" y="138681"/>
                    </a:cubicBezTo>
                    <a:close/>
                    <a:moveTo>
                      <a:pt x="69477" y="13759"/>
                    </a:moveTo>
                    <a:cubicBezTo>
                      <a:pt x="38705" y="13684"/>
                      <a:pt x="13698" y="38568"/>
                      <a:pt x="13623" y="69340"/>
                    </a:cubicBezTo>
                    <a:cubicBezTo>
                      <a:pt x="13548" y="100112"/>
                      <a:pt x="38433" y="125118"/>
                      <a:pt x="69204" y="125194"/>
                    </a:cubicBezTo>
                    <a:cubicBezTo>
                      <a:pt x="99976" y="125269"/>
                      <a:pt x="124983" y="100384"/>
                      <a:pt x="125058" y="69613"/>
                    </a:cubicBezTo>
                    <a:cubicBezTo>
                      <a:pt x="125058" y="69567"/>
                      <a:pt x="125058" y="69522"/>
                      <a:pt x="125058" y="69476"/>
                    </a:cubicBezTo>
                    <a:cubicBezTo>
                      <a:pt x="125058" y="38758"/>
                      <a:pt x="100195" y="13834"/>
                      <a:pt x="69477" y="13759"/>
                    </a:cubicBezTo>
                    <a:close/>
                  </a:path>
                </a:pathLst>
              </a:custGeom>
              <a:grpFill/>
              <a:ln w="13447"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575C90A1-64A2-14B0-F937-9498A5F66E1C}"/>
                  </a:ext>
                </a:extLst>
              </p:cNvPr>
              <p:cNvSpPr/>
              <p:nvPr/>
            </p:nvSpPr>
            <p:spPr>
              <a:xfrm>
                <a:off x="6137405" y="3300800"/>
                <a:ext cx="190720" cy="149851"/>
              </a:xfrm>
              <a:custGeom>
                <a:avLst/>
                <a:gdLst>
                  <a:gd name="connsiteX0" fmla="*/ 60903 w 190719"/>
                  <a:gd name="connsiteY0" fmla="*/ 151489 h 149851"/>
                  <a:gd name="connsiteX1" fmla="*/ 54092 w 190719"/>
                  <a:gd name="connsiteY1" fmla="*/ 144678 h 149851"/>
                  <a:gd name="connsiteX2" fmla="*/ 60903 w 190719"/>
                  <a:gd name="connsiteY2" fmla="*/ 137866 h 149851"/>
                  <a:gd name="connsiteX3" fmla="*/ 160486 w 190719"/>
                  <a:gd name="connsiteY3" fmla="*/ 137866 h 149851"/>
                  <a:gd name="connsiteX4" fmla="*/ 176561 w 190719"/>
                  <a:gd name="connsiteY4" fmla="*/ 121791 h 149851"/>
                  <a:gd name="connsiteX5" fmla="*/ 176561 w 190719"/>
                  <a:gd name="connsiteY5" fmla="*/ 121655 h 149851"/>
                  <a:gd name="connsiteX6" fmla="*/ 176561 w 190719"/>
                  <a:gd name="connsiteY6" fmla="*/ 82557 h 149851"/>
                  <a:gd name="connsiteX7" fmla="*/ 108450 w 190719"/>
                  <a:gd name="connsiteY7" fmla="*/ 14440 h 149851"/>
                  <a:gd name="connsiteX8" fmla="*/ 107766 w 190719"/>
                  <a:gd name="connsiteY8" fmla="*/ 14443 h 149851"/>
                  <a:gd name="connsiteX9" fmla="*/ 18264 w 190719"/>
                  <a:gd name="connsiteY9" fmla="*/ 14443 h 149851"/>
                  <a:gd name="connsiteX10" fmla="*/ 7910 w 190719"/>
                  <a:gd name="connsiteY10" fmla="*/ 14443 h 149851"/>
                  <a:gd name="connsiteX11" fmla="*/ 77 w 190719"/>
                  <a:gd name="connsiteY11" fmla="*/ 8653 h 149851"/>
                  <a:gd name="connsiteX12" fmla="*/ 5867 w 190719"/>
                  <a:gd name="connsiteY12" fmla="*/ 820 h 149851"/>
                  <a:gd name="connsiteX13" fmla="*/ 18264 w 190719"/>
                  <a:gd name="connsiteY13" fmla="*/ 3 h 149851"/>
                  <a:gd name="connsiteX14" fmla="*/ 108447 w 190719"/>
                  <a:gd name="connsiteY14" fmla="*/ 3 h 149851"/>
                  <a:gd name="connsiteX15" fmla="*/ 190862 w 190719"/>
                  <a:gd name="connsiteY15" fmla="*/ 81056 h 149851"/>
                  <a:gd name="connsiteX16" fmla="*/ 190865 w 190719"/>
                  <a:gd name="connsiteY16" fmla="*/ 81740 h 149851"/>
                  <a:gd name="connsiteX17" fmla="*/ 190865 w 190719"/>
                  <a:gd name="connsiteY17" fmla="*/ 120838 h 149851"/>
                  <a:gd name="connsiteX18" fmla="*/ 161865 w 190719"/>
                  <a:gd name="connsiteY18" fmla="*/ 151482 h 149851"/>
                  <a:gd name="connsiteX19" fmla="*/ 160486 w 190719"/>
                  <a:gd name="connsiteY19" fmla="*/ 151489 h 14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719" h="149851">
                    <a:moveTo>
                      <a:pt x="60903" y="151489"/>
                    </a:moveTo>
                    <a:cubicBezTo>
                      <a:pt x="57142" y="151489"/>
                      <a:pt x="54092" y="148439"/>
                      <a:pt x="54092" y="144678"/>
                    </a:cubicBezTo>
                    <a:cubicBezTo>
                      <a:pt x="54092" y="140916"/>
                      <a:pt x="57142" y="137866"/>
                      <a:pt x="60903" y="137866"/>
                    </a:cubicBezTo>
                    <a:lnTo>
                      <a:pt x="160486" y="137866"/>
                    </a:lnTo>
                    <a:cubicBezTo>
                      <a:pt x="169364" y="137866"/>
                      <a:pt x="176561" y="130669"/>
                      <a:pt x="176561" y="121791"/>
                    </a:cubicBezTo>
                    <a:cubicBezTo>
                      <a:pt x="176561" y="121746"/>
                      <a:pt x="176561" y="121700"/>
                      <a:pt x="176561" y="121655"/>
                    </a:cubicBezTo>
                    <a:lnTo>
                      <a:pt x="176561" y="82557"/>
                    </a:lnTo>
                    <a:cubicBezTo>
                      <a:pt x="176562" y="44939"/>
                      <a:pt x="146069" y="14442"/>
                      <a:pt x="108450" y="14440"/>
                    </a:cubicBezTo>
                    <a:cubicBezTo>
                      <a:pt x="108222" y="14439"/>
                      <a:pt x="107993" y="14440"/>
                      <a:pt x="107766" y="14443"/>
                    </a:cubicBezTo>
                    <a:lnTo>
                      <a:pt x="18264" y="14443"/>
                    </a:lnTo>
                    <a:cubicBezTo>
                      <a:pt x="14818" y="14168"/>
                      <a:pt x="11355" y="14168"/>
                      <a:pt x="7910" y="14443"/>
                    </a:cubicBezTo>
                    <a:cubicBezTo>
                      <a:pt x="4149" y="15007"/>
                      <a:pt x="641" y="12415"/>
                      <a:pt x="77" y="8653"/>
                    </a:cubicBezTo>
                    <a:cubicBezTo>
                      <a:pt x="-487" y="4892"/>
                      <a:pt x="2105" y="1384"/>
                      <a:pt x="5867" y="820"/>
                    </a:cubicBezTo>
                    <a:cubicBezTo>
                      <a:pt x="9977" y="278"/>
                      <a:pt x="14118" y="6"/>
                      <a:pt x="18264" y="3"/>
                    </a:cubicBezTo>
                    <a:lnTo>
                      <a:pt x="108447" y="3"/>
                    </a:lnTo>
                    <a:cubicBezTo>
                      <a:pt x="153588" y="-373"/>
                      <a:pt x="190486" y="35915"/>
                      <a:pt x="190862" y="81056"/>
                    </a:cubicBezTo>
                    <a:cubicBezTo>
                      <a:pt x="190864" y="81284"/>
                      <a:pt x="190865" y="81513"/>
                      <a:pt x="190865" y="81740"/>
                    </a:cubicBezTo>
                    <a:lnTo>
                      <a:pt x="190865" y="120838"/>
                    </a:lnTo>
                    <a:cubicBezTo>
                      <a:pt x="191319" y="137308"/>
                      <a:pt x="178336" y="151029"/>
                      <a:pt x="161865" y="151482"/>
                    </a:cubicBezTo>
                    <a:cubicBezTo>
                      <a:pt x="161406" y="151496"/>
                      <a:pt x="160945" y="151497"/>
                      <a:pt x="160486" y="151489"/>
                    </a:cubicBezTo>
                    <a:close/>
                  </a:path>
                </a:pathLst>
              </a:custGeom>
              <a:grpFill/>
              <a:ln w="13447" cap="flat">
                <a:noFill/>
                <a:prstDash val="solid"/>
                <a:miter/>
              </a:ln>
            </p:spPr>
            <p:txBody>
              <a:bodyPr rtlCol="0" anchor="ctr"/>
              <a:lstStyle/>
              <a:p>
                <a:endParaRPr lang="en-US"/>
              </a:p>
            </p:txBody>
          </p:sp>
        </p:grpSp>
      </p:grpSp>
      <p:sp>
        <p:nvSpPr>
          <p:cNvPr id="195" name="Freeform: Shape 64">
            <a:extLst>
              <a:ext uri="{FF2B5EF4-FFF2-40B4-BE49-F238E27FC236}">
                <a16:creationId xmlns:a16="http://schemas.microsoft.com/office/drawing/2014/main" id="{57D6FC6F-10EE-CC02-27E9-22BCC9562372}"/>
              </a:ext>
            </a:extLst>
          </p:cNvPr>
          <p:cNvSpPr/>
          <p:nvPr/>
        </p:nvSpPr>
        <p:spPr>
          <a:xfrm rot="5400000">
            <a:off x="-197922" y="1979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Organization Structures</a:t>
            </a:r>
          </a:p>
        </p:txBody>
      </p:sp>
      <p:sp>
        <p:nvSpPr>
          <p:cNvPr id="197" name="Freeform: Shape 64">
            <a:extLst>
              <a:ext uri="{FF2B5EF4-FFF2-40B4-BE49-F238E27FC236}">
                <a16:creationId xmlns:a16="http://schemas.microsoft.com/office/drawing/2014/main" id="{4E17303B-1CE4-82A5-53F5-817EADF64826}"/>
              </a:ext>
            </a:extLst>
          </p:cNvPr>
          <p:cNvSpPr/>
          <p:nvPr/>
        </p:nvSpPr>
        <p:spPr>
          <a:xfrm rot="5400000">
            <a:off x="-197922" y="105517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Governance &amp; Decision-making</a:t>
            </a:r>
          </a:p>
        </p:txBody>
      </p:sp>
      <p:sp>
        <p:nvSpPr>
          <p:cNvPr id="199" name="Freeform: Shape 64">
            <a:extLst>
              <a:ext uri="{FF2B5EF4-FFF2-40B4-BE49-F238E27FC236}">
                <a16:creationId xmlns:a16="http://schemas.microsoft.com/office/drawing/2014/main" id="{35559308-E149-28CF-B8B3-297C3216A20A}"/>
              </a:ext>
            </a:extLst>
          </p:cNvPr>
          <p:cNvSpPr/>
          <p:nvPr/>
        </p:nvSpPr>
        <p:spPr>
          <a:xfrm rot="5400000">
            <a:off x="-197922" y="19124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Leadership &amp; Culture</a:t>
            </a:r>
          </a:p>
        </p:txBody>
      </p:sp>
      <p:sp>
        <p:nvSpPr>
          <p:cNvPr id="201" name="Freeform: Shape 64">
            <a:extLst>
              <a:ext uri="{FF2B5EF4-FFF2-40B4-BE49-F238E27FC236}">
                <a16:creationId xmlns:a16="http://schemas.microsoft.com/office/drawing/2014/main" id="{9088203F-C43A-E70F-9070-0A50BD195E39}"/>
              </a:ext>
            </a:extLst>
          </p:cNvPr>
          <p:cNvSpPr/>
          <p:nvPr/>
        </p:nvSpPr>
        <p:spPr>
          <a:xfrm rot="5400000">
            <a:off x="-197922" y="27696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Business Processes</a:t>
            </a:r>
          </a:p>
        </p:txBody>
      </p:sp>
      <p:sp>
        <p:nvSpPr>
          <p:cNvPr id="203" name="Freeform: Shape 64">
            <a:extLst>
              <a:ext uri="{FF2B5EF4-FFF2-40B4-BE49-F238E27FC236}">
                <a16:creationId xmlns:a16="http://schemas.microsoft.com/office/drawing/2014/main" id="{30A1E735-8826-D9F1-FFD7-F70DE0BB9D88}"/>
              </a:ext>
            </a:extLst>
          </p:cNvPr>
          <p:cNvSpPr/>
          <p:nvPr/>
        </p:nvSpPr>
        <p:spPr>
          <a:xfrm rot="5400000">
            <a:off x="-197922" y="36269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Service Delivery Model</a:t>
            </a:r>
          </a:p>
        </p:txBody>
      </p:sp>
      <p:sp>
        <p:nvSpPr>
          <p:cNvPr id="205" name="Freeform: Shape 64">
            <a:extLst>
              <a:ext uri="{FF2B5EF4-FFF2-40B4-BE49-F238E27FC236}">
                <a16:creationId xmlns:a16="http://schemas.microsoft.com/office/drawing/2014/main" id="{A4699E7B-74E0-A6BB-9EC9-C96F074E6823}"/>
              </a:ext>
            </a:extLst>
          </p:cNvPr>
          <p:cNvSpPr/>
          <p:nvPr/>
        </p:nvSpPr>
        <p:spPr>
          <a:xfrm rot="5400000">
            <a:off x="-197922" y="44841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Data &amp; Information</a:t>
            </a:r>
          </a:p>
        </p:txBody>
      </p:sp>
      <p:sp>
        <p:nvSpPr>
          <p:cNvPr id="207" name="Freeform: Shape 64">
            <a:extLst>
              <a:ext uri="{FF2B5EF4-FFF2-40B4-BE49-F238E27FC236}">
                <a16:creationId xmlns:a16="http://schemas.microsoft.com/office/drawing/2014/main" id="{6F8A03D9-659A-8403-0648-EDCA396B1B6E}"/>
              </a:ext>
            </a:extLst>
          </p:cNvPr>
          <p:cNvSpPr/>
          <p:nvPr/>
        </p:nvSpPr>
        <p:spPr>
          <a:xfrm rot="5400000">
            <a:off x="-197922" y="53414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
        <p:nvSpPr>
          <p:cNvPr id="209" name="Freeform: Shape 64">
            <a:extLst>
              <a:ext uri="{FF2B5EF4-FFF2-40B4-BE49-F238E27FC236}">
                <a16:creationId xmlns:a16="http://schemas.microsoft.com/office/drawing/2014/main" id="{BC55B1EB-A427-7DA9-5425-B763758454FC}"/>
              </a:ext>
            </a:extLst>
          </p:cNvPr>
          <p:cNvSpPr/>
          <p:nvPr/>
        </p:nvSpPr>
        <p:spPr>
          <a:xfrm rot="5400000">
            <a:off x="-197922" y="6198672"/>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Metrics</a:t>
            </a:r>
          </a:p>
        </p:txBody>
      </p:sp>
      <p:sp>
        <p:nvSpPr>
          <p:cNvPr id="211" name="Freeform: Shape 67">
            <a:extLst>
              <a:ext uri="{FF2B5EF4-FFF2-40B4-BE49-F238E27FC236}">
                <a16:creationId xmlns:a16="http://schemas.microsoft.com/office/drawing/2014/main" id="{9EB95133-A416-59A5-7F04-2318F2197910}"/>
              </a:ext>
            </a:extLst>
          </p:cNvPr>
          <p:cNvSpPr/>
          <p:nvPr/>
        </p:nvSpPr>
        <p:spPr>
          <a:xfrm rot="5400000">
            <a:off x="-273160" y="4484171"/>
            <a:ext cx="1007727"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chemeClr val="accent1">
              <a:lumMod val="50000"/>
            </a:schemeClr>
          </a:solidFill>
          <a:ln w="9525">
            <a:noFill/>
            <a:prstDash val="solid"/>
          </a:ln>
          <a:effectLst>
            <a:glow rad="63500">
              <a:schemeClr val="bg2">
                <a:lumMod val="95000"/>
                <a:alpha val="40000"/>
              </a:schemeClr>
            </a:glow>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de-DE" sz="800">
                <a:solidFill>
                  <a:srgbClr val="FFFFFF"/>
                </a:solidFill>
              </a:rPr>
              <a:t>Data &amp; Information</a:t>
            </a:r>
          </a:p>
        </p:txBody>
      </p:sp>
      <p:grpSp>
        <p:nvGrpSpPr>
          <p:cNvPr id="118" name="Group 117">
            <a:extLst>
              <a:ext uri="{FF2B5EF4-FFF2-40B4-BE49-F238E27FC236}">
                <a16:creationId xmlns:a16="http://schemas.microsoft.com/office/drawing/2014/main" id="{F01E6262-E080-2E47-7846-A89994DB9728}"/>
              </a:ext>
            </a:extLst>
          </p:cNvPr>
          <p:cNvGrpSpPr/>
          <p:nvPr/>
        </p:nvGrpSpPr>
        <p:grpSpPr>
          <a:xfrm>
            <a:off x="4291427" y="3066890"/>
            <a:ext cx="885089" cy="416513"/>
            <a:chOff x="6088090" y="4248307"/>
            <a:chExt cx="686961" cy="323276"/>
          </a:xfrm>
        </p:grpSpPr>
        <p:sp>
          <p:nvSpPr>
            <p:cNvPr id="119" name="Graphic 2">
              <a:extLst>
                <a:ext uri="{FF2B5EF4-FFF2-40B4-BE49-F238E27FC236}">
                  <a16:creationId xmlns:a16="http://schemas.microsoft.com/office/drawing/2014/main" id="{7B21AAAF-D6B7-A65B-6D67-87895F1FB3B4}"/>
                </a:ext>
              </a:extLst>
            </p:cNvPr>
            <p:cNvSpPr>
              <a:spLocks noChangeAspect="1"/>
            </p:cNvSpPr>
            <p:nvPr/>
          </p:nvSpPr>
          <p:spPr>
            <a:xfrm>
              <a:off x="6088090" y="4248307"/>
              <a:ext cx="686961" cy="323276"/>
            </a:xfrm>
            <a:custGeom>
              <a:avLst/>
              <a:gdLst>
                <a:gd name="connsiteX0" fmla="*/ 474801 w 507998"/>
                <a:gd name="connsiteY0" fmla="*/ 37359 h 239057"/>
                <a:gd name="connsiteX1" fmla="*/ 303035 w 507998"/>
                <a:gd name="connsiteY1" fmla="*/ 34763 h 239057"/>
                <a:gd name="connsiteX2" fmla="*/ 300438 w 507998"/>
                <a:gd name="connsiteY2" fmla="*/ 37359 h 239057"/>
                <a:gd name="connsiteX3" fmla="*/ 300438 w 507998"/>
                <a:gd name="connsiteY3" fmla="*/ 37359 h 239057"/>
                <a:gd name="connsiteX4" fmla="*/ 251431 w 507998"/>
                <a:gd name="connsiteY4" fmla="*/ 119535 h 239057"/>
                <a:gd name="connsiteX5" fmla="*/ 199585 w 507998"/>
                <a:gd name="connsiteY5" fmla="*/ 205297 h 239057"/>
                <a:gd name="connsiteX6" fmla="*/ 123087 w 507998"/>
                <a:gd name="connsiteY6" fmla="*/ 237570 h 239057"/>
                <a:gd name="connsiteX7" fmla="*/ 123087 w 507998"/>
                <a:gd name="connsiteY7" fmla="*/ 237570 h 239057"/>
                <a:gd name="connsiteX8" fmla="*/ 46588 w 507998"/>
                <a:gd name="connsiteY8" fmla="*/ 205148 h 239057"/>
                <a:gd name="connsiteX9" fmla="*/ 46588 w 507998"/>
                <a:gd name="connsiteY9" fmla="*/ 48565 h 239057"/>
                <a:gd name="connsiteX10" fmla="*/ 127569 w 507998"/>
                <a:gd name="connsiteY10" fmla="*/ 14948 h 239057"/>
                <a:gd name="connsiteX11" fmla="*/ 127569 w 507998"/>
                <a:gd name="connsiteY11" fmla="*/ 14948 h 239057"/>
                <a:gd name="connsiteX12" fmla="*/ 206907 w 507998"/>
                <a:gd name="connsiteY12" fmla="*/ 46922 h 239057"/>
                <a:gd name="connsiteX13" fmla="*/ 217515 w 507998"/>
                <a:gd name="connsiteY13" fmla="*/ 47071 h 239057"/>
                <a:gd name="connsiteX14" fmla="*/ 217664 w 507998"/>
                <a:gd name="connsiteY14" fmla="*/ 36463 h 239057"/>
                <a:gd name="connsiteX15" fmla="*/ 127569 w 507998"/>
                <a:gd name="connsiteY15" fmla="*/ 6 h 239057"/>
                <a:gd name="connsiteX16" fmla="*/ 127569 w 507998"/>
                <a:gd name="connsiteY16" fmla="*/ 6 h 239057"/>
                <a:gd name="connsiteX17" fmla="*/ 35980 w 507998"/>
                <a:gd name="connsiteY17" fmla="*/ 37359 h 239057"/>
                <a:gd name="connsiteX18" fmla="*/ 35980 w 507998"/>
                <a:gd name="connsiteY18" fmla="*/ 214860 h 239057"/>
                <a:gd name="connsiteX19" fmla="*/ 123087 w 507998"/>
                <a:gd name="connsiteY19" fmla="*/ 251764 h 239057"/>
                <a:gd name="connsiteX20" fmla="*/ 123087 w 507998"/>
                <a:gd name="connsiteY20" fmla="*/ 251764 h 239057"/>
                <a:gd name="connsiteX21" fmla="*/ 210343 w 507998"/>
                <a:gd name="connsiteY21" fmla="*/ 214860 h 239057"/>
                <a:gd name="connsiteX22" fmla="*/ 210343 w 507998"/>
                <a:gd name="connsiteY22" fmla="*/ 214860 h 239057"/>
                <a:gd name="connsiteX23" fmla="*/ 264878 w 507998"/>
                <a:gd name="connsiteY23" fmla="*/ 125213 h 239057"/>
                <a:gd name="connsiteX24" fmla="*/ 311196 w 507998"/>
                <a:gd name="connsiteY24" fmla="*/ 47818 h 239057"/>
                <a:gd name="connsiteX25" fmla="*/ 461621 w 507998"/>
                <a:gd name="connsiteY25" fmla="*/ 45396 h 239057"/>
                <a:gd name="connsiteX26" fmla="*/ 464043 w 507998"/>
                <a:gd name="connsiteY26" fmla="*/ 47818 h 239057"/>
                <a:gd name="connsiteX27" fmla="*/ 464043 w 507998"/>
                <a:gd name="connsiteY27" fmla="*/ 204401 h 239057"/>
                <a:gd name="connsiteX28" fmla="*/ 383062 w 507998"/>
                <a:gd name="connsiteY28" fmla="*/ 237271 h 239057"/>
                <a:gd name="connsiteX29" fmla="*/ 383062 w 507998"/>
                <a:gd name="connsiteY29" fmla="*/ 237271 h 239057"/>
                <a:gd name="connsiteX30" fmla="*/ 303725 w 507998"/>
                <a:gd name="connsiteY30" fmla="*/ 205297 h 239057"/>
                <a:gd name="connsiteX31" fmla="*/ 293160 w 507998"/>
                <a:gd name="connsiteY31" fmla="*/ 205254 h 239057"/>
                <a:gd name="connsiteX32" fmla="*/ 293117 w 507998"/>
                <a:gd name="connsiteY32" fmla="*/ 205297 h 239057"/>
                <a:gd name="connsiteX33" fmla="*/ 293073 w 507998"/>
                <a:gd name="connsiteY33" fmla="*/ 215862 h 239057"/>
                <a:gd name="connsiteX34" fmla="*/ 293117 w 507998"/>
                <a:gd name="connsiteY34" fmla="*/ 215906 h 239057"/>
                <a:gd name="connsiteX35" fmla="*/ 382764 w 507998"/>
                <a:gd name="connsiteY35" fmla="*/ 252362 h 239057"/>
                <a:gd name="connsiteX36" fmla="*/ 382764 w 507998"/>
                <a:gd name="connsiteY36" fmla="*/ 252362 h 239057"/>
                <a:gd name="connsiteX37" fmla="*/ 474353 w 507998"/>
                <a:gd name="connsiteY37" fmla="*/ 215009 h 239057"/>
                <a:gd name="connsiteX38" fmla="*/ 474801 w 507998"/>
                <a:gd name="connsiteY38" fmla="*/ 37359 h 23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07998" h="239057">
                  <a:moveTo>
                    <a:pt x="474801" y="37359"/>
                  </a:moveTo>
                  <a:cubicBezTo>
                    <a:pt x="428086" y="-10790"/>
                    <a:pt x="351182" y="-11952"/>
                    <a:pt x="303035" y="34763"/>
                  </a:cubicBezTo>
                  <a:cubicBezTo>
                    <a:pt x="302156" y="35615"/>
                    <a:pt x="301290" y="36481"/>
                    <a:pt x="300438" y="37359"/>
                  </a:cubicBezTo>
                  <a:lnTo>
                    <a:pt x="300438" y="37359"/>
                  </a:lnTo>
                  <a:cubicBezTo>
                    <a:pt x="280094" y="62153"/>
                    <a:pt x="263575" y="89852"/>
                    <a:pt x="251431" y="119535"/>
                  </a:cubicBezTo>
                  <a:cubicBezTo>
                    <a:pt x="238612" y="150594"/>
                    <a:pt x="221127" y="179514"/>
                    <a:pt x="199585" y="205297"/>
                  </a:cubicBezTo>
                  <a:cubicBezTo>
                    <a:pt x="179481" y="225930"/>
                    <a:pt x="151895" y="237567"/>
                    <a:pt x="123087" y="237570"/>
                  </a:cubicBezTo>
                  <a:lnTo>
                    <a:pt x="123087" y="237570"/>
                  </a:lnTo>
                  <a:cubicBezTo>
                    <a:pt x="94247" y="237579"/>
                    <a:pt x="66639" y="225879"/>
                    <a:pt x="46588" y="205148"/>
                  </a:cubicBezTo>
                  <a:cubicBezTo>
                    <a:pt x="4309" y="161515"/>
                    <a:pt x="4309" y="92198"/>
                    <a:pt x="46588" y="48565"/>
                  </a:cubicBezTo>
                  <a:cubicBezTo>
                    <a:pt x="67973" y="26941"/>
                    <a:pt x="97157" y="14826"/>
                    <a:pt x="127569" y="14948"/>
                  </a:cubicBezTo>
                  <a:lnTo>
                    <a:pt x="127569" y="14948"/>
                  </a:lnTo>
                  <a:cubicBezTo>
                    <a:pt x="157227" y="14563"/>
                    <a:pt x="185802" y="26080"/>
                    <a:pt x="206907" y="46922"/>
                  </a:cubicBezTo>
                  <a:cubicBezTo>
                    <a:pt x="209795" y="49892"/>
                    <a:pt x="214544" y="49959"/>
                    <a:pt x="217515" y="47071"/>
                  </a:cubicBezTo>
                  <a:cubicBezTo>
                    <a:pt x="220485" y="44183"/>
                    <a:pt x="220552" y="39433"/>
                    <a:pt x="217664" y="36463"/>
                  </a:cubicBezTo>
                  <a:cubicBezTo>
                    <a:pt x="193691" y="12789"/>
                    <a:pt x="161260" y="-334"/>
                    <a:pt x="127569" y="6"/>
                  </a:cubicBezTo>
                  <a:lnTo>
                    <a:pt x="127569" y="6"/>
                  </a:lnTo>
                  <a:cubicBezTo>
                    <a:pt x="93265" y="-330"/>
                    <a:pt x="60265" y="13129"/>
                    <a:pt x="35980" y="37359"/>
                  </a:cubicBezTo>
                  <a:cubicBezTo>
                    <a:pt x="-11993" y="86802"/>
                    <a:pt x="-11993" y="165418"/>
                    <a:pt x="35980" y="214860"/>
                  </a:cubicBezTo>
                  <a:cubicBezTo>
                    <a:pt x="58806" y="238470"/>
                    <a:pt x="90247" y="251791"/>
                    <a:pt x="123087" y="251764"/>
                  </a:cubicBezTo>
                  <a:lnTo>
                    <a:pt x="123087" y="251764"/>
                  </a:lnTo>
                  <a:cubicBezTo>
                    <a:pt x="155972" y="251797"/>
                    <a:pt x="187461" y="238479"/>
                    <a:pt x="210343" y="214860"/>
                  </a:cubicBezTo>
                  <a:lnTo>
                    <a:pt x="210343" y="214860"/>
                  </a:lnTo>
                  <a:cubicBezTo>
                    <a:pt x="232985" y="187931"/>
                    <a:pt x="251374" y="157700"/>
                    <a:pt x="264878" y="125213"/>
                  </a:cubicBezTo>
                  <a:cubicBezTo>
                    <a:pt x="276362" y="97244"/>
                    <a:pt x="291974" y="71156"/>
                    <a:pt x="311196" y="47818"/>
                  </a:cubicBezTo>
                  <a:cubicBezTo>
                    <a:pt x="352065" y="5610"/>
                    <a:pt x="419414" y="4526"/>
                    <a:pt x="461621" y="45396"/>
                  </a:cubicBezTo>
                  <a:cubicBezTo>
                    <a:pt x="462442" y="46190"/>
                    <a:pt x="463248" y="46998"/>
                    <a:pt x="464043" y="47818"/>
                  </a:cubicBezTo>
                  <a:cubicBezTo>
                    <a:pt x="506322" y="91450"/>
                    <a:pt x="506322" y="160768"/>
                    <a:pt x="464043" y="204401"/>
                  </a:cubicBezTo>
                  <a:cubicBezTo>
                    <a:pt x="442535" y="225752"/>
                    <a:pt x="413366" y="237591"/>
                    <a:pt x="383062" y="237271"/>
                  </a:cubicBezTo>
                  <a:lnTo>
                    <a:pt x="383062" y="237271"/>
                  </a:lnTo>
                  <a:cubicBezTo>
                    <a:pt x="353410" y="237623"/>
                    <a:pt x="324847" y="226110"/>
                    <a:pt x="303725" y="205297"/>
                  </a:cubicBezTo>
                  <a:cubicBezTo>
                    <a:pt x="300819" y="202367"/>
                    <a:pt x="296090" y="202348"/>
                    <a:pt x="293160" y="205254"/>
                  </a:cubicBezTo>
                  <a:cubicBezTo>
                    <a:pt x="293145" y="205269"/>
                    <a:pt x="293132" y="205282"/>
                    <a:pt x="293117" y="205297"/>
                  </a:cubicBezTo>
                  <a:cubicBezTo>
                    <a:pt x="290187" y="208203"/>
                    <a:pt x="290167" y="212932"/>
                    <a:pt x="293073" y="215862"/>
                  </a:cubicBezTo>
                  <a:cubicBezTo>
                    <a:pt x="293088" y="215877"/>
                    <a:pt x="293102" y="215891"/>
                    <a:pt x="293117" y="215906"/>
                  </a:cubicBezTo>
                  <a:cubicBezTo>
                    <a:pt x="316942" y="239525"/>
                    <a:pt x="349216" y="252649"/>
                    <a:pt x="382764" y="252362"/>
                  </a:cubicBezTo>
                  <a:lnTo>
                    <a:pt x="382764" y="252362"/>
                  </a:lnTo>
                  <a:cubicBezTo>
                    <a:pt x="417067" y="252698"/>
                    <a:pt x="450067" y="239239"/>
                    <a:pt x="474353" y="215009"/>
                  </a:cubicBezTo>
                  <a:cubicBezTo>
                    <a:pt x="522548" y="165669"/>
                    <a:pt x="522747" y="86942"/>
                    <a:pt x="474801" y="37359"/>
                  </a:cubicBezTo>
                  <a:close/>
                </a:path>
              </a:pathLst>
            </a:custGeom>
            <a:gradFill>
              <a:gsLst>
                <a:gs pos="0">
                  <a:schemeClr val="bg1"/>
                </a:gs>
                <a:gs pos="86000">
                  <a:schemeClr val="accent2"/>
                </a:gs>
              </a:gsLst>
              <a:lin ang="2700000" scaled="0"/>
            </a:gradFill>
            <a:ln w="14848" cap="flat">
              <a:noFill/>
              <a:prstDash val="solid"/>
              <a:miter/>
            </a:ln>
          </p:spPr>
          <p:txBody>
            <a:bodyPr rtlCol="0" anchor="ctr"/>
            <a:lstStyle/>
            <a:p>
              <a:endParaRPr lang="en-US"/>
            </a:p>
          </p:txBody>
        </p:sp>
        <p:pic>
          <p:nvPicPr>
            <p:cNvPr id="120" name="Graphic 119">
              <a:extLst>
                <a:ext uri="{FF2B5EF4-FFF2-40B4-BE49-F238E27FC236}">
                  <a16:creationId xmlns:a16="http://schemas.microsoft.com/office/drawing/2014/main" id="{7879BB1C-DC48-D4A3-24C0-2CBFBE6A60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90561" y="4290820"/>
              <a:ext cx="247180" cy="247180"/>
            </a:xfrm>
            <a:prstGeom prst="rect">
              <a:avLst/>
            </a:prstGeom>
            <a:effectLst>
              <a:glow rad="63500">
                <a:schemeClr val="accent2">
                  <a:alpha val="40000"/>
                </a:schemeClr>
              </a:glow>
            </a:effectLst>
          </p:spPr>
        </p:pic>
        <p:grpSp>
          <p:nvGrpSpPr>
            <p:cNvPr id="121" name="Graphic 2">
              <a:extLst>
                <a:ext uri="{FF2B5EF4-FFF2-40B4-BE49-F238E27FC236}">
                  <a16:creationId xmlns:a16="http://schemas.microsoft.com/office/drawing/2014/main" id="{5D132A22-2310-A008-818B-5351C7BD1D10}"/>
                </a:ext>
              </a:extLst>
            </p:cNvPr>
            <p:cNvGrpSpPr>
              <a:grpSpLocks noChangeAspect="1"/>
            </p:cNvGrpSpPr>
            <p:nvPr/>
          </p:nvGrpSpPr>
          <p:grpSpPr>
            <a:xfrm>
              <a:off x="6182678" y="4318909"/>
              <a:ext cx="162051" cy="188731"/>
              <a:chOff x="5899501" y="3152586"/>
              <a:chExt cx="392998" cy="457702"/>
            </a:xfrm>
            <a:solidFill>
              <a:schemeClr val="bg1"/>
            </a:solidFill>
          </p:grpSpPr>
          <p:sp>
            <p:nvSpPr>
              <p:cNvPr id="122" name="Freeform: Shape 121">
                <a:extLst>
                  <a:ext uri="{FF2B5EF4-FFF2-40B4-BE49-F238E27FC236}">
                    <a16:creationId xmlns:a16="http://schemas.microsoft.com/office/drawing/2014/main" id="{6B0DB6E7-86B7-1D6E-3632-C1AC72AA978E}"/>
                  </a:ext>
                </a:extLst>
              </p:cNvPr>
              <p:cNvSpPr/>
              <p:nvPr/>
            </p:nvSpPr>
            <p:spPr>
              <a:xfrm>
                <a:off x="5990733" y="3152586"/>
                <a:ext cx="210535" cy="210535"/>
              </a:xfrm>
              <a:custGeom>
                <a:avLst/>
                <a:gdLst>
                  <a:gd name="connsiteX0" fmla="*/ 105267 w 210534"/>
                  <a:gd name="connsiteY0" fmla="*/ 210535 h 210534"/>
                  <a:gd name="connsiteX1" fmla="*/ 0 w 210534"/>
                  <a:gd name="connsiteY1" fmla="*/ 105267 h 210534"/>
                  <a:gd name="connsiteX2" fmla="*/ 105267 w 210534"/>
                  <a:gd name="connsiteY2" fmla="*/ 0 h 210534"/>
                  <a:gd name="connsiteX3" fmla="*/ 210535 w 210534"/>
                  <a:gd name="connsiteY3" fmla="*/ 105267 h 210534"/>
                  <a:gd name="connsiteX4" fmla="*/ 105267 w 210534"/>
                  <a:gd name="connsiteY4" fmla="*/ 210535 h 210534"/>
                  <a:gd name="connsiteX5" fmla="*/ 105267 w 210534"/>
                  <a:gd name="connsiteY5" fmla="*/ 14036 h 210534"/>
                  <a:gd name="connsiteX6" fmla="*/ 14036 w 210534"/>
                  <a:gd name="connsiteY6" fmla="*/ 105267 h 210534"/>
                  <a:gd name="connsiteX7" fmla="*/ 105267 w 210534"/>
                  <a:gd name="connsiteY7" fmla="*/ 196499 h 210534"/>
                  <a:gd name="connsiteX8" fmla="*/ 196499 w 210534"/>
                  <a:gd name="connsiteY8" fmla="*/ 105267 h 210534"/>
                  <a:gd name="connsiteX9" fmla="*/ 105267 w 210534"/>
                  <a:gd name="connsiteY9" fmla="*/ 14036 h 2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534" h="210534">
                    <a:moveTo>
                      <a:pt x="105267" y="210535"/>
                    </a:moveTo>
                    <a:cubicBezTo>
                      <a:pt x="47130" y="210535"/>
                      <a:pt x="0" y="163404"/>
                      <a:pt x="0" y="105267"/>
                    </a:cubicBezTo>
                    <a:cubicBezTo>
                      <a:pt x="0" y="47130"/>
                      <a:pt x="47130" y="0"/>
                      <a:pt x="105267" y="0"/>
                    </a:cubicBezTo>
                    <a:cubicBezTo>
                      <a:pt x="163404" y="0"/>
                      <a:pt x="210535" y="47130"/>
                      <a:pt x="210535" y="105267"/>
                    </a:cubicBezTo>
                    <a:cubicBezTo>
                      <a:pt x="210535" y="163404"/>
                      <a:pt x="163404" y="210535"/>
                      <a:pt x="105267" y="210535"/>
                    </a:cubicBezTo>
                    <a:close/>
                    <a:moveTo>
                      <a:pt x="105267" y="14036"/>
                    </a:moveTo>
                    <a:cubicBezTo>
                      <a:pt x="54881" y="14036"/>
                      <a:pt x="14036" y="54881"/>
                      <a:pt x="14036" y="105267"/>
                    </a:cubicBezTo>
                    <a:cubicBezTo>
                      <a:pt x="14036" y="155654"/>
                      <a:pt x="54881" y="196499"/>
                      <a:pt x="105267" y="196499"/>
                    </a:cubicBezTo>
                    <a:cubicBezTo>
                      <a:pt x="155654" y="196499"/>
                      <a:pt x="196499" y="155654"/>
                      <a:pt x="196499" y="105267"/>
                    </a:cubicBezTo>
                    <a:cubicBezTo>
                      <a:pt x="196422" y="54913"/>
                      <a:pt x="155622" y="14113"/>
                      <a:pt x="105267" y="14036"/>
                    </a:cubicBezTo>
                    <a:close/>
                  </a:path>
                </a:pathLst>
              </a:custGeom>
              <a:grpFill/>
              <a:ln w="13947"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A3675F19-911C-60DA-C0F1-23F132A7CBB6}"/>
                  </a:ext>
                </a:extLst>
              </p:cNvPr>
              <p:cNvSpPr/>
              <p:nvPr/>
            </p:nvSpPr>
            <p:spPr>
              <a:xfrm>
                <a:off x="5899501" y="3385718"/>
                <a:ext cx="392998" cy="224570"/>
              </a:xfrm>
              <a:custGeom>
                <a:avLst/>
                <a:gdLst>
                  <a:gd name="connsiteX0" fmla="*/ 349628 w 392998"/>
                  <a:gd name="connsiteY0" fmla="*/ 230746 h 224570"/>
                  <a:gd name="connsiteX1" fmla="*/ 43089 w 392998"/>
                  <a:gd name="connsiteY1" fmla="*/ 230746 h 224570"/>
                  <a:gd name="connsiteX2" fmla="*/ 0 w 392998"/>
                  <a:gd name="connsiteY2" fmla="*/ 187937 h 224570"/>
                  <a:gd name="connsiteX3" fmla="*/ 0 w 392998"/>
                  <a:gd name="connsiteY3" fmla="*/ 126321 h 224570"/>
                  <a:gd name="connsiteX4" fmla="*/ 126321 w 392998"/>
                  <a:gd name="connsiteY4" fmla="*/ 0 h 224570"/>
                  <a:gd name="connsiteX5" fmla="*/ 266677 w 392998"/>
                  <a:gd name="connsiteY5" fmla="*/ 0 h 224570"/>
                  <a:gd name="connsiteX6" fmla="*/ 392998 w 392998"/>
                  <a:gd name="connsiteY6" fmla="*/ 126321 h 224570"/>
                  <a:gd name="connsiteX7" fmla="*/ 392998 w 392998"/>
                  <a:gd name="connsiteY7" fmla="*/ 187937 h 224570"/>
                  <a:gd name="connsiteX8" fmla="*/ 349629 w 392998"/>
                  <a:gd name="connsiteY8" fmla="*/ 230746 h 224570"/>
                  <a:gd name="connsiteX9" fmla="*/ 349628 w 392998"/>
                  <a:gd name="connsiteY9" fmla="*/ 230746 h 224570"/>
                  <a:gd name="connsiteX10" fmla="*/ 126321 w 392998"/>
                  <a:gd name="connsiteY10" fmla="*/ 14457 h 224570"/>
                  <a:gd name="connsiteX11" fmla="*/ 14036 w 392998"/>
                  <a:gd name="connsiteY11" fmla="*/ 126742 h 224570"/>
                  <a:gd name="connsiteX12" fmla="*/ 14036 w 392998"/>
                  <a:gd name="connsiteY12" fmla="*/ 187937 h 224570"/>
                  <a:gd name="connsiteX13" fmla="*/ 43089 w 392998"/>
                  <a:gd name="connsiteY13" fmla="*/ 216991 h 224570"/>
                  <a:gd name="connsiteX14" fmla="*/ 349628 w 392998"/>
                  <a:gd name="connsiteY14" fmla="*/ 216991 h 224570"/>
                  <a:gd name="connsiteX15" fmla="*/ 378961 w 392998"/>
                  <a:gd name="connsiteY15" fmla="*/ 188219 h 224570"/>
                  <a:gd name="connsiteX16" fmla="*/ 378962 w 392998"/>
                  <a:gd name="connsiteY16" fmla="*/ 187937 h 224570"/>
                  <a:gd name="connsiteX17" fmla="*/ 378962 w 392998"/>
                  <a:gd name="connsiteY17" fmla="*/ 126321 h 224570"/>
                  <a:gd name="connsiteX18" fmla="*/ 266677 w 392998"/>
                  <a:gd name="connsiteY18" fmla="*/ 14036 h 22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2998" h="224570">
                    <a:moveTo>
                      <a:pt x="349628" y="230746"/>
                    </a:moveTo>
                    <a:lnTo>
                      <a:pt x="43089" y="230746"/>
                    </a:lnTo>
                    <a:cubicBezTo>
                      <a:pt x="19432" y="230670"/>
                      <a:pt x="230" y="211593"/>
                      <a:pt x="0" y="187937"/>
                    </a:cubicBezTo>
                    <a:lnTo>
                      <a:pt x="0" y="126321"/>
                    </a:lnTo>
                    <a:cubicBezTo>
                      <a:pt x="0" y="56555"/>
                      <a:pt x="56556" y="0"/>
                      <a:pt x="126321" y="0"/>
                    </a:cubicBezTo>
                    <a:lnTo>
                      <a:pt x="266677" y="0"/>
                    </a:lnTo>
                    <a:cubicBezTo>
                      <a:pt x="336443" y="0"/>
                      <a:pt x="392998" y="56555"/>
                      <a:pt x="392998" y="126321"/>
                    </a:cubicBezTo>
                    <a:lnTo>
                      <a:pt x="392998" y="187937"/>
                    </a:lnTo>
                    <a:cubicBezTo>
                      <a:pt x="392844" y="211735"/>
                      <a:pt x="373427" y="230900"/>
                      <a:pt x="349629" y="230746"/>
                    </a:cubicBezTo>
                    <a:cubicBezTo>
                      <a:pt x="349629" y="230746"/>
                      <a:pt x="349628" y="230746"/>
                      <a:pt x="349628" y="230746"/>
                    </a:cubicBezTo>
                    <a:close/>
                    <a:moveTo>
                      <a:pt x="126321" y="14457"/>
                    </a:moveTo>
                    <a:cubicBezTo>
                      <a:pt x="64307" y="14457"/>
                      <a:pt x="14036" y="64728"/>
                      <a:pt x="14036" y="126742"/>
                    </a:cubicBezTo>
                    <a:lnTo>
                      <a:pt x="14036" y="187937"/>
                    </a:lnTo>
                    <a:cubicBezTo>
                      <a:pt x="14036" y="203983"/>
                      <a:pt x="27043" y="216991"/>
                      <a:pt x="43089" y="216991"/>
                    </a:cubicBezTo>
                    <a:lnTo>
                      <a:pt x="349628" y="216991"/>
                    </a:lnTo>
                    <a:cubicBezTo>
                      <a:pt x="365673" y="217145"/>
                      <a:pt x="378807" y="204265"/>
                      <a:pt x="378961" y="188219"/>
                    </a:cubicBezTo>
                    <a:cubicBezTo>
                      <a:pt x="378962" y="188125"/>
                      <a:pt x="378962" y="188031"/>
                      <a:pt x="378962" y="187937"/>
                    </a:cubicBezTo>
                    <a:lnTo>
                      <a:pt x="378962" y="126321"/>
                    </a:lnTo>
                    <a:cubicBezTo>
                      <a:pt x="378962" y="64307"/>
                      <a:pt x="328691" y="14036"/>
                      <a:pt x="266677" y="14036"/>
                    </a:cubicBezTo>
                    <a:close/>
                  </a:path>
                </a:pathLst>
              </a:custGeom>
              <a:grpFill/>
              <a:ln w="13947" cap="flat">
                <a:noFill/>
                <a:prstDash val="solid"/>
                <a:miter/>
              </a:ln>
            </p:spPr>
            <p:txBody>
              <a:bodyPr rtlCol="0" anchor="ctr"/>
              <a:lstStyle/>
              <a:p>
                <a:endParaRPr lang="en-US"/>
              </a:p>
            </p:txBody>
          </p:sp>
        </p:grpSp>
      </p:grpSp>
      <p:pic>
        <p:nvPicPr>
          <p:cNvPr id="125" name="Graphic 94" descr="Database outline">
            <a:extLst>
              <a:ext uri="{FF2B5EF4-FFF2-40B4-BE49-F238E27FC236}">
                <a16:creationId xmlns:a16="http://schemas.microsoft.com/office/drawing/2014/main" id="{DEB507CC-279B-CF66-9D8F-99B28FAEA6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29762" y="2395060"/>
            <a:ext cx="408421" cy="408421"/>
          </a:xfrm>
          <a:prstGeom prst="rect">
            <a:avLst/>
          </a:prstGeom>
        </p:spPr>
      </p:pic>
      <p:grpSp>
        <p:nvGrpSpPr>
          <p:cNvPr id="126" name="Graphic 3">
            <a:extLst>
              <a:ext uri="{FF2B5EF4-FFF2-40B4-BE49-F238E27FC236}">
                <a16:creationId xmlns:a16="http://schemas.microsoft.com/office/drawing/2014/main" id="{BC23BE29-670E-53F8-53FC-599822EB55F4}"/>
              </a:ext>
            </a:extLst>
          </p:cNvPr>
          <p:cNvGrpSpPr>
            <a:grpSpLocks noChangeAspect="1"/>
          </p:cNvGrpSpPr>
          <p:nvPr/>
        </p:nvGrpSpPr>
        <p:grpSpPr>
          <a:xfrm>
            <a:off x="4593548" y="3783957"/>
            <a:ext cx="280847" cy="310938"/>
            <a:chOff x="5962650" y="3281362"/>
            <a:chExt cx="266700" cy="295275"/>
          </a:xfrm>
          <a:solidFill>
            <a:schemeClr val="bg1"/>
          </a:solidFill>
        </p:grpSpPr>
        <p:sp>
          <p:nvSpPr>
            <p:cNvPr id="127" name="Freeform: Shape 126">
              <a:extLst>
                <a:ext uri="{FF2B5EF4-FFF2-40B4-BE49-F238E27FC236}">
                  <a16:creationId xmlns:a16="http://schemas.microsoft.com/office/drawing/2014/main" id="{F201182F-E034-F9F0-36D2-80778EC18536}"/>
                </a:ext>
              </a:extLst>
            </p:cNvPr>
            <p:cNvSpPr/>
            <p:nvPr/>
          </p:nvSpPr>
          <p:spPr>
            <a:xfrm>
              <a:off x="5962650" y="3281362"/>
              <a:ext cx="266700" cy="295275"/>
            </a:xfrm>
            <a:custGeom>
              <a:avLst/>
              <a:gdLst>
                <a:gd name="connsiteX0" fmla="*/ 252413 w 266700"/>
                <a:gd name="connsiteY0" fmla="*/ 57150 h 295275"/>
                <a:gd name="connsiteX1" fmla="*/ 238125 w 266700"/>
                <a:gd name="connsiteY1" fmla="*/ 57150 h 295275"/>
                <a:gd name="connsiteX2" fmla="*/ 238125 w 266700"/>
                <a:gd name="connsiteY2" fmla="*/ 42863 h 295275"/>
                <a:gd name="connsiteX3" fmla="*/ 223838 w 266700"/>
                <a:gd name="connsiteY3" fmla="*/ 28575 h 295275"/>
                <a:gd name="connsiteX4" fmla="*/ 209550 w 266700"/>
                <a:gd name="connsiteY4" fmla="*/ 28575 h 295275"/>
                <a:gd name="connsiteX5" fmla="*/ 209550 w 266700"/>
                <a:gd name="connsiteY5" fmla="*/ 14288 h 295275"/>
                <a:gd name="connsiteX6" fmla="*/ 195263 w 266700"/>
                <a:gd name="connsiteY6" fmla="*/ 0 h 295275"/>
                <a:gd name="connsiteX7" fmla="*/ 14288 w 266700"/>
                <a:gd name="connsiteY7" fmla="*/ 0 h 295275"/>
                <a:gd name="connsiteX8" fmla="*/ 0 w 266700"/>
                <a:gd name="connsiteY8" fmla="*/ 14288 h 295275"/>
                <a:gd name="connsiteX9" fmla="*/ 0 w 266700"/>
                <a:gd name="connsiteY9" fmla="*/ 223838 h 295275"/>
                <a:gd name="connsiteX10" fmla="*/ 14288 w 266700"/>
                <a:gd name="connsiteY10" fmla="*/ 238125 h 295275"/>
                <a:gd name="connsiteX11" fmla="*/ 28575 w 266700"/>
                <a:gd name="connsiteY11" fmla="*/ 238125 h 295275"/>
                <a:gd name="connsiteX12" fmla="*/ 28575 w 266700"/>
                <a:gd name="connsiteY12" fmla="*/ 252413 h 295275"/>
                <a:gd name="connsiteX13" fmla="*/ 42863 w 266700"/>
                <a:gd name="connsiteY13" fmla="*/ 266700 h 295275"/>
                <a:gd name="connsiteX14" fmla="*/ 57150 w 266700"/>
                <a:gd name="connsiteY14" fmla="*/ 266700 h 295275"/>
                <a:gd name="connsiteX15" fmla="*/ 57150 w 266700"/>
                <a:gd name="connsiteY15" fmla="*/ 280988 h 295275"/>
                <a:gd name="connsiteX16" fmla="*/ 71438 w 266700"/>
                <a:gd name="connsiteY16" fmla="*/ 295275 h 295275"/>
                <a:gd name="connsiteX17" fmla="*/ 252413 w 266700"/>
                <a:gd name="connsiteY17" fmla="*/ 295275 h 295275"/>
                <a:gd name="connsiteX18" fmla="*/ 266700 w 266700"/>
                <a:gd name="connsiteY18" fmla="*/ 280988 h 295275"/>
                <a:gd name="connsiteX19" fmla="*/ 266700 w 266700"/>
                <a:gd name="connsiteY19" fmla="*/ 71438 h 295275"/>
                <a:gd name="connsiteX20" fmla="*/ 252413 w 266700"/>
                <a:gd name="connsiteY20" fmla="*/ 57150 h 295275"/>
                <a:gd name="connsiteX21" fmla="*/ 9525 w 266700"/>
                <a:gd name="connsiteY21" fmla="*/ 223838 h 295275"/>
                <a:gd name="connsiteX22" fmla="*/ 9525 w 266700"/>
                <a:gd name="connsiteY22" fmla="*/ 14288 h 295275"/>
                <a:gd name="connsiteX23" fmla="*/ 14288 w 266700"/>
                <a:gd name="connsiteY23" fmla="*/ 9525 h 295275"/>
                <a:gd name="connsiteX24" fmla="*/ 195263 w 266700"/>
                <a:gd name="connsiteY24" fmla="*/ 9525 h 295275"/>
                <a:gd name="connsiteX25" fmla="*/ 200025 w 266700"/>
                <a:gd name="connsiteY25" fmla="*/ 14288 h 295275"/>
                <a:gd name="connsiteX26" fmla="*/ 200025 w 266700"/>
                <a:gd name="connsiteY26" fmla="*/ 223838 h 295275"/>
                <a:gd name="connsiteX27" fmla="*/ 195263 w 266700"/>
                <a:gd name="connsiteY27" fmla="*/ 228600 h 295275"/>
                <a:gd name="connsiteX28" fmla="*/ 14288 w 266700"/>
                <a:gd name="connsiteY28" fmla="*/ 228600 h 295275"/>
                <a:gd name="connsiteX29" fmla="*/ 9525 w 266700"/>
                <a:gd name="connsiteY29" fmla="*/ 223838 h 295275"/>
                <a:gd name="connsiteX30" fmla="*/ 38100 w 266700"/>
                <a:gd name="connsiteY30" fmla="*/ 252413 h 295275"/>
                <a:gd name="connsiteX31" fmla="*/ 38100 w 266700"/>
                <a:gd name="connsiteY31" fmla="*/ 238125 h 295275"/>
                <a:gd name="connsiteX32" fmla="*/ 195263 w 266700"/>
                <a:gd name="connsiteY32" fmla="*/ 238125 h 295275"/>
                <a:gd name="connsiteX33" fmla="*/ 209550 w 266700"/>
                <a:gd name="connsiteY33" fmla="*/ 223838 h 295275"/>
                <a:gd name="connsiteX34" fmla="*/ 209550 w 266700"/>
                <a:gd name="connsiteY34" fmla="*/ 38100 h 295275"/>
                <a:gd name="connsiteX35" fmla="*/ 223838 w 266700"/>
                <a:gd name="connsiteY35" fmla="*/ 38100 h 295275"/>
                <a:gd name="connsiteX36" fmla="*/ 228600 w 266700"/>
                <a:gd name="connsiteY36" fmla="*/ 42863 h 295275"/>
                <a:gd name="connsiteX37" fmla="*/ 228600 w 266700"/>
                <a:gd name="connsiteY37" fmla="*/ 252413 h 295275"/>
                <a:gd name="connsiteX38" fmla="*/ 223838 w 266700"/>
                <a:gd name="connsiteY38" fmla="*/ 257175 h 295275"/>
                <a:gd name="connsiteX39" fmla="*/ 42863 w 266700"/>
                <a:gd name="connsiteY39" fmla="*/ 257175 h 295275"/>
                <a:gd name="connsiteX40" fmla="*/ 38100 w 266700"/>
                <a:gd name="connsiteY40" fmla="*/ 252413 h 295275"/>
                <a:gd name="connsiteX41" fmla="*/ 257175 w 266700"/>
                <a:gd name="connsiteY41" fmla="*/ 280988 h 295275"/>
                <a:gd name="connsiteX42" fmla="*/ 252413 w 266700"/>
                <a:gd name="connsiteY42" fmla="*/ 285750 h 295275"/>
                <a:gd name="connsiteX43" fmla="*/ 71438 w 266700"/>
                <a:gd name="connsiteY43" fmla="*/ 285750 h 295275"/>
                <a:gd name="connsiteX44" fmla="*/ 66675 w 266700"/>
                <a:gd name="connsiteY44" fmla="*/ 280988 h 295275"/>
                <a:gd name="connsiteX45" fmla="*/ 66675 w 266700"/>
                <a:gd name="connsiteY45" fmla="*/ 266700 h 295275"/>
                <a:gd name="connsiteX46" fmla="*/ 223838 w 266700"/>
                <a:gd name="connsiteY46" fmla="*/ 266700 h 295275"/>
                <a:gd name="connsiteX47" fmla="*/ 238125 w 266700"/>
                <a:gd name="connsiteY47" fmla="*/ 252413 h 295275"/>
                <a:gd name="connsiteX48" fmla="*/ 238125 w 266700"/>
                <a:gd name="connsiteY48" fmla="*/ 66675 h 295275"/>
                <a:gd name="connsiteX49" fmla="*/ 252413 w 266700"/>
                <a:gd name="connsiteY49" fmla="*/ 66675 h 295275"/>
                <a:gd name="connsiteX50" fmla="*/ 257175 w 266700"/>
                <a:gd name="connsiteY50" fmla="*/ 71438 h 295275"/>
                <a:gd name="connsiteX51" fmla="*/ 257175 w 266700"/>
                <a:gd name="connsiteY51" fmla="*/ 28098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6700" h="295275">
                  <a:moveTo>
                    <a:pt x="252413" y="57150"/>
                  </a:moveTo>
                  <a:lnTo>
                    <a:pt x="238125" y="57150"/>
                  </a:lnTo>
                  <a:lnTo>
                    <a:pt x="238125" y="42863"/>
                  </a:lnTo>
                  <a:cubicBezTo>
                    <a:pt x="238125" y="35243"/>
                    <a:pt x="231458" y="28575"/>
                    <a:pt x="223838" y="28575"/>
                  </a:cubicBezTo>
                  <a:lnTo>
                    <a:pt x="209550" y="28575"/>
                  </a:lnTo>
                  <a:lnTo>
                    <a:pt x="209550" y="14288"/>
                  </a:lnTo>
                  <a:cubicBezTo>
                    <a:pt x="209550" y="6668"/>
                    <a:pt x="202883" y="0"/>
                    <a:pt x="195263" y="0"/>
                  </a:cubicBezTo>
                  <a:lnTo>
                    <a:pt x="14288" y="0"/>
                  </a:lnTo>
                  <a:cubicBezTo>
                    <a:pt x="6668" y="0"/>
                    <a:pt x="0" y="6668"/>
                    <a:pt x="0" y="14288"/>
                  </a:cubicBezTo>
                  <a:lnTo>
                    <a:pt x="0" y="223838"/>
                  </a:lnTo>
                  <a:cubicBezTo>
                    <a:pt x="0" y="231458"/>
                    <a:pt x="6668" y="238125"/>
                    <a:pt x="14288" y="238125"/>
                  </a:cubicBezTo>
                  <a:lnTo>
                    <a:pt x="28575" y="238125"/>
                  </a:lnTo>
                  <a:lnTo>
                    <a:pt x="28575" y="252413"/>
                  </a:lnTo>
                  <a:cubicBezTo>
                    <a:pt x="28575" y="260033"/>
                    <a:pt x="35243" y="266700"/>
                    <a:pt x="42863" y="266700"/>
                  </a:cubicBezTo>
                  <a:lnTo>
                    <a:pt x="57150" y="266700"/>
                  </a:lnTo>
                  <a:lnTo>
                    <a:pt x="57150" y="280988"/>
                  </a:lnTo>
                  <a:cubicBezTo>
                    <a:pt x="57150" y="288608"/>
                    <a:pt x="63818" y="295275"/>
                    <a:pt x="71438" y="295275"/>
                  </a:cubicBezTo>
                  <a:lnTo>
                    <a:pt x="252413" y="295275"/>
                  </a:lnTo>
                  <a:cubicBezTo>
                    <a:pt x="260033" y="295275"/>
                    <a:pt x="266700" y="288608"/>
                    <a:pt x="266700" y="280988"/>
                  </a:cubicBezTo>
                  <a:lnTo>
                    <a:pt x="266700" y="71438"/>
                  </a:lnTo>
                  <a:cubicBezTo>
                    <a:pt x="266700" y="63818"/>
                    <a:pt x="260033" y="57150"/>
                    <a:pt x="252413" y="57150"/>
                  </a:cubicBezTo>
                  <a:close/>
                  <a:moveTo>
                    <a:pt x="9525" y="223838"/>
                  </a:moveTo>
                  <a:lnTo>
                    <a:pt x="9525" y="14288"/>
                  </a:lnTo>
                  <a:cubicBezTo>
                    <a:pt x="9525" y="11430"/>
                    <a:pt x="11430" y="9525"/>
                    <a:pt x="14288" y="9525"/>
                  </a:cubicBezTo>
                  <a:lnTo>
                    <a:pt x="195263" y="9525"/>
                  </a:lnTo>
                  <a:cubicBezTo>
                    <a:pt x="198120" y="9525"/>
                    <a:pt x="200025" y="11430"/>
                    <a:pt x="200025" y="14288"/>
                  </a:cubicBezTo>
                  <a:lnTo>
                    <a:pt x="200025" y="223838"/>
                  </a:lnTo>
                  <a:cubicBezTo>
                    <a:pt x="200025" y="226695"/>
                    <a:pt x="198120" y="228600"/>
                    <a:pt x="195263" y="228600"/>
                  </a:cubicBezTo>
                  <a:lnTo>
                    <a:pt x="14288" y="228600"/>
                  </a:lnTo>
                  <a:cubicBezTo>
                    <a:pt x="11430" y="228600"/>
                    <a:pt x="9525" y="226695"/>
                    <a:pt x="9525" y="223838"/>
                  </a:cubicBezTo>
                  <a:close/>
                  <a:moveTo>
                    <a:pt x="38100" y="252413"/>
                  </a:moveTo>
                  <a:lnTo>
                    <a:pt x="38100" y="238125"/>
                  </a:lnTo>
                  <a:lnTo>
                    <a:pt x="195263" y="238125"/>
                  </a:lnTo>
                  <a:cubicBezTo>
                    <a:pt x="202883" y="238125"/>
                    <a:pt x="209550" y="231458"/>
                    <a:pt x="209550" y="223838"/>
                  </a:cubicBezTo>
                  <a:lnTo>
                    <a:pt x="209550" y="38100"/>
                  </a:lnTo>
                  <a:lnTo>
                    <a:pt x="223838" y="38100"/>
                  </a:lnTo>
                  <a:cubicBezTo>
                    <a:pt x="226695" y="38100"/>
                    <a:pt x="228600" y="40005"/>
                    <a:pt x="228600" y="42863"/>
                  </a:cubicBezTo>
                  <a:lnTo>
                    <a:pt x="228600" y="252413"/>
                  </a:lnTo>
                  <a:cubicBezTo>
                    <a:pt x="228600" y="255270"/>
                    <a:pt x="226695" y="257175"/>
                    <a:pt x="223838" y="257175"/>
                  </a:cubicBezTo>
                  <a:lnTo>
                    <a:pt x="42863" y="257175"/>
                  </a:lnTo>
                  <a:cubicBezTo>
                    <a:pt x="40005" y="257175"/>
                    <a:pt x="38100" y="255270"/>
                    <a:pt x="38100" y="252413"/>
                  </a:cubicBezTo>
                  <a:close/>
                  <a:moveTo>
                    <a:pt x="257175" y="280988"/>
                  </a:moveTo>
                  <a:cubicBezTo>
                    <a:pt x="257175" y="283845"/>
                    <a:pt x="255270" y="285750"/>
                    <a:pt x="252413" y="285750"/>
                  </a:cubicBezTo>
                  <a:lnTo>
                    <a:pt x="71438" y="285750"/>
                  </a:lnTo>
                  <a:cubicBezTo>
                    <a:pt x="68580" y="285750"/>
                    <a:pt x="66675" y="283845"/>
                    <a:pt x="66675" y="280988"/>
                  </a:cubicBezTo>
                  <a:lnTo>
                    <a:pt x="66675" y="266700"/>
                  </a:lnTo>
                  <a:lnTo>
                    <a:pt x="223838" y="266700"/>
                  </a:lnTo>
                  <a:cubicBezTo>
                    <a:pt x="231458" y="266700"/>
                    <a:pt x="238125" y="260033"/>
                    <a:pt x="238125" y="252413"/>
                  </a:cubicBezTo>
                  <a:lnTo>
                    <a:pt x="238125" y="66675"/>
                  </a:lnTo>
                  <a:lnTo>
                    <a:pt x="252413" y="66675"/>
                  </a:lnTo>
                  <a:cubicBezTo>
                    <a:pt x="255270" y="66675"/>
                    <a:pt x="257175" y="68580"/>
                    <a:pt x="257175" y="71438"/>
                  </a:cubicBezTo>
                  <a:lnTo>
                    <a:pt x="257175" y="280988"/>
                  </a:ln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BCDA419-4A1D-53DA-3669-DE9781529A56}"/>
                </a:ext>
              </a:extLst>
            </p:cNvPr>
            <p:cNvSpPr/>
            <p:nvPr/>
          </p:nvSpPr>
          <p:spPr>
            <a:xfrm>
              <a:off x="5992177" y="3327082"/>
              <a:ext cx="142875" cy="9525"/>
            </a:xfrm>
            <a:custGeom>
              <a:avLst/>
              <a:gdLst>
                <a:gd name="connsiteX0" fmla="*/ 146685 w 142875"/>
                <a:gd name="connsiteY0" fmla="*/ 0 h 9525"/>
                <a:gd name="connsiteX1" fmla="*/ 4763 w 142875"/>
                <a:gd name="connsiteY1" fmla="*/ 0 h 9525"/>
                <a:gd name="connsiteX2" fmla="*/ 0 w 142875"/>
                <a:gd name="connsiteY2" fmla="*/ 4763 h 9525"/>
                <a:gd name="connsiteX3" fmla="*/ 4763 w 142875"/>
                <a:gd name="connsiteY3" fmla="*/ 9525 h 9525"/>
                <a:gd name="connsiteX4" fmla="*/ 146685 w 142875"/>
                <a:gd name="connsiteY4" fmla="*/ 9525 h 9525"/>
                <a:gd name="connsiteX5" fmla="*/ 151448 w 142875"/>
                <a:gd name="connsiteY5" fmla="*/ 4763 h 9525"/>
                <a:gd name="connsiteX6" fmla="*/ 146685 w 142875"/>
                <a:gd name="connsiteY6" fmla="*/ 0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9525">
                  <a:moveTo>
                    <a:pt x="146685" y="0"/>
                  </a:moveTo>
                  <a:lnTo>
                    <a:pt x="4763" y="0"/>
                  </a:lnTo>
                  <a:cubicBezTo>
                    <a:pt x="1905" y="0"/>
                    <a:pt x="0" y="1905"/>
                    <a:pt x="0" y="4763"/>
                  </a:cubicBezTo>
                  <a:cubicBezTo>
                    <a:pt x="0" y="7620"/>
                    <a:pt x="1905" y="9525"/>
                    <a:pt x="4763" y="9525"/>
                  </a:cubicBezTo>
                  <a:lnTo>
                    <a:pt x="146685" y="9525"/>
                  </a:lnTo>
                  <a:cubicBezTo>
                    <a:pt x="149543" y="9525"/>
                    <a:pt x="151448" y="7620"/>
                    <a:pt x="151448" y="4763"/>
                  </a:cubicBezTo>
                  <a:cubicBezTo>
                    <a:pt x="151448" y="1905"/>
                    <a:pt x="149543" y="0"/>
                    <a:pt x="146685" y="0"/>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E9A4F0B-0476-49B1-FF4F-73C4F6E1C6B4}"/>
                </a:ext>
              </a:extLst>
            </p:cNvPr>
            <p:cNvSpPr/>
            <p:nvPr/>
          </p:nvSpPr>
          <p:spPr>
            <a:xfrm>
              <a:off x="5992177" y="3418522"/>
              <a:ext cx="142875" cy="9525"/>
            </a:xfrm>
            <a:custGeom>
              <a:avLst/>
              <a:gdLst>
                <a:gd name="connsiteX0" fmla="*/ 146685 w 142875"/>
                <a:gd name="connsiteY0" fmla="*/ 0 h 9525"/>
                <a:gd name="connsiteX1" fmla="*/ 4763 w 142875"/>
                <a:gd name="connsiteY1" fmla="*/ 0 h 9525"/>
                <a:gd name="connsiteX2" fmla="*/ 0 w 142875"/>
                <a:gd name="connsiteY2" fmla="*/ 4763 h 9525"/>
                <a:gd name="connsiteX3" fmla="*/ 4763 w 142875"/>
                <a:gd name="connsiteY3" fmla="*/ 9525 h 9525"/>
                <a:gd name="connsiteX4" fmla="*/ 146685 w 142875"/>
                <a:gd name="connsiteY4" fmla="*/ 9525 h 9525"/>
                <a:gd name="connsiteX5" fmla="*/ 151448 w 142875"/>
                <a:gd name="connsiteY5" fmla="*/ 4763 h 9525"/>
                <a:gd name="connsiteX6" fmla="*/ 146685 w 142875"/>
                <a:gd name="connsiteY6" fmla="*/ 0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9525">
                  <a:moveTo>
                    <a:pt x="146685" y="0"/>
                  </a:moveTo>
                  <a:lnTo>
                    <a:pt x="4763" y="0"/>
                  </a:lnTo>
                  <a:cubicBezTo>
                    <a:pt x="1905" y="0"/>
                    <a:pt x="0" y="1905"/>
                    <a:pt x="0" y="4763"/>
                  </a:cubicBezTo>
                  <a:cubicBezTo>
                    <a:pt x="0" y="7620"/>
                    <a:pt x="1905" y="9525"/>
                    <a:pt x="4763" y="9525"/>
                  </a:cubicBezTo>
                  <a:lnTo>
                    <a:pt x="146685" y="9525"/>
                  </a:lnTo>
                  <a:cubicBezTo>
                    <a:pt x="149543" y="9525"/>
                    <a:pt x="151448" y="7620"/>
                    <a:pt x="151448" y="4763"/>
                  </a:cubicBezTo>
                  <a:cubicBezTo>
                    <a:pt x="151448" y="1905"/>
                    <a:pt x="149543" y="0"/>
                    <a:pt x="146685" y="0"/>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7CDDD493-5D84-9504-DC1B-BA01DEB72363}"/>
                </a:ext>
              </a:extLst>
            </p:cNvPr>
            <p:cNvSpPr/>
            <p:nvPr/>
          </p:nvSpPr>
          <p:spPr>
            <a:xfrm>
              <a:off x="5992177" y="3372802"/>
              <a:ext cx="114300" cy="9525"/>
            </a:xfrm>
            <a:custGeom>
              <a:avLst/>
              <a:gdLst>
                <a:gd name="connsiteX0" fmla="*/ 4763 w 114300"/>
                <a:gd name="connsiteY0" fmla="*/ 9525 h 9525"/>
                <a:gd name="connsiteX1" fmla="*/ 115253 w 114300"/>
                <a:gd name="connsiteY1" fmla="*/ 9525 h 9525"/>
                <a:gd name="connsiteX2" fmla="*/ 120015 w 114300"/>
                <a:gd name="connsiteY2" fmla="*/ 4763 h 9525"/>
                <a:gd name="connsiteX3" fmla="*/ 115253 w 114300"/>
                <a:gd name="connsiteY3" fmla="*/ 0 h 9525"/>
                <a:gd name="connsiteX4" fmla="*/ 4763 w 114300"/>
                <a:gd name="connsiteY4" fmla="*/ 0 h 9525"/>
                <a:gd name="connsiteX5" fmla="*/ 0 w 114300"/>
                <a:gd name="connsiteY5" fmla="*/ 4763 h 9525"/>
                <a:gd name="connsiteX6" fmla="*/ 4763 w 114300"/>
                <a:gd name="connsiteY6" fmla="*/ 9525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300" h="9525">
                  <a:moveTo>
                    <a:pt x="4763" y="9525"/>
                  </a:moveTo>
                  <a:lnTo>
                    <a:pt x="115253" y="9525"/>
                  </a:lnTo>
                  <a:cubicBezTo>
                    <a:pt x="118110" y="9525"/>
                    <a:pt x="120015" y="7620"/>
                    <a:pt x="120015" y="4763"/>
                  </a:cubicBezTo>
                  <a:cubicBezTo>
                    <a:pt x="120015" y="1905"/>
                    <a:pt x="118110" y="0"/>
                    <a:pt x="115253" y="0"/>
                  </a:cubicBezTo>
                  <a:lnTo>
                    <a:pt x="4763" y="0"/>
                  </a:lnTo>
                  <a:cubicBezTo>
                    <a:pt x="1905" y="0"/>
                    <a:pt x="0" y="1905"/>
                    <a:pt x="0" y="4763"/>
                  </a:cubicBezTo>
                  <a:cubicBezTo>
                    <a:pt x="0" y="7620"/>
                    <a:pt x="1905" y="9525"/>
                    <a:pt x="4763" y="9525"/>
                  </a:cubicBezTo>
                  <a:close/>
                </a:path>
              </a:pathLst>
            </a:custGeom>
            <a:grpFill/>
            <a:ln w="9525" cap="flat">
              <a:noFill/>
              <a:prstDash val="solid"/>
              <a:miter/>
            </a:ln>
          </p:spPr>
          <p:txBody>
            <a:bodyPr rtlCol="0" anchor="ctr"/>
            <a:lstStyle/>
            <a:p>
              <a:endParaRPr lang="en-US"/>
            </a:p>
          </p:txBody>
        </p:sp>
      </p:grpSp>
      <p:cxnSp>
        <p:nvCxnSpPr>
          <p:cNvPr id="132" name="Straight Arrow Connector 131">
            <a:extLst>
              <a:ext uri="{FF2B5EF4-FFF2-40B4-BE49-F238E27FC236}">
                <a16:creationId xmlns:a16="http://schemas.microsoft.com/office/drawing/2014/main" id="{8F0AD893-35A9-B2E4-83CC-7DF97E34DC93}"/>
              </a:ext>
            </a:extLst>
          </p:cNvPr>
          <p:cNvCxnSpPr/>
          <p:nvPr/>
        </p:nvCxnSpPr>
        <p:spPr>
          <a:xfrm>
            <a:off x="4733972" y="2803481"/>
            <a:ext cx="0" cy="261582"/>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B68681A0-6FDA-08B3-1A3E-4F3CA912C9D1}"/>
              </a:ext>
            </a:extLst>
          </p:cNvPr>
          <p:cNvCxnSpPr/>
          <p:nvPr/>
        </p:nvCxnSpPr>
        <p:spPr>
          <a:xfrm>
            <a:off x="4733972" y="3444345"/>
            <a:ext cx="0" cy="261582"/>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85" name="Rectangle 184">
            <a:extLst>
              <a:ext uri="{FF2B5EF4-FFF2-40B4-BE49-F238E27FC236}">
                <a16:creationId xmlns:a16="http://schemas.microsoft.com/office/drawing/2014/main" id="{9B294B90-ED40-CCB1-4029-16CD61C2C674}"/>
              </a:ext>
            </a:extLst>
          </p:cNvPr>
          <p:cNvSpPr/>
          <p:nvPr/>
        </p:nvSpPr>
        <p:spPr>
          <a:xfrm>
            <a:off x="4021472" y="2273419"/>
            <a:ext cx="1424998"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a:ea typeface="+mn-ea"/>
                <a:cs typeface="+mn-cs"/>
              </a:rPr>
              <a:t>Data</a:t>
            </a:r>
            <a:endParaRPr kumimoji="0" lang="en-US" sz="800" b="0" i="0" u="none" strike="noStrike" kern="1200" cap="none" spc="0" normalizeH="0" baseline="0" noProof="0">
              <a:ln>
                <a:noFill/>
              </a:ln>
              <a:solidFill>
                <a:srgbClr val="FFFFFF"/>
              </a:solidFill>
              <a:effectLst/>
              <a:uLnTx/>
              <a:uFillTx/>
              <a:latin typeface="Ubuntu (Body)"/>
              <a:ea typeface="+mn-ea"/>
              <a:cs typeface="+mn-cs"/>
            </a:endParaRPr>
          </a:p>
        </p:txBody>
      </p:sp>
      <p:sp>
        <p:nvSpPr>
          <p:cNvPr id="186" name="Rectangle 185">
            <a:extLst>
              <a:ext uri="{FF2B5EF4-FFF2-40B4-BE49-F238E27FC236}">
                <a16:creationId xmlns:a16="http://schemas.microsoft.com/office/drawing/2014/main" id="{88C0EA5B-B197-40D1-C9C7-995807E317B9}"/>
              </a:ext>
            </a:extLst>
          </p:cNvPr>
          <p:cNvSpPr/>
          <p:nvPr/>
        </p:nvSpPr>
        <p:spPr>
          <a:xfrm>
            <a:off x="4021472" y="4139772"/>
            <a:ext cx="1424998"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kern="1200" cap="none" spc="0" normalizeH="0" baseline="0" noProof="0">
                <a:ln>
                  <a:noFill/>
                </a:ln>
                <a:solidFill>
                  <a:srgbClr val="FFFFFF"/>
                </a:solidFill>
                <a:effectLst/>
                <a:uLnTx/>
                <a:uFillTx/>
                <a:latin typeface="Ubuntu"/>
                <a:ea typeface="+mn-ea"/>
                <a:cs typeface="+mn-cs"/>
              </a:rPr>
              <a:t>Trusted Data Assets</a:t>
            </a:r>
            <a:endParaRPr kumimoji="0" lang="en-US" sz="800" b="0" i="0" u="none" kern="1200" cap="none" spc="0" normalizeH="0" baseline="0" noProof="0">
              <a:ln>
                <a:noFill/>
              </a:ln>
              <a:solidFill>
                <a:srgbClr val="FFFFFF"/>
              </a:solidFill>
              <a:effectLst/>
              <a:uLnTx/>
              <a:uFillTx/>
              <a:latin typeface="Ubuntu (Body)"/>
              <a:ea typeface="+mn-ea"/>
              <a:cs typeface="+mn-cs"/>
            </a:endParaRPr>
          </a:p>
        </p:txBody>
      </p:sp>
      <p:sp>
        <p:nvSpPr>
          <p:cNvPr id="9" name="Rectangle 8">
            <a:extLst>
              <a:ext uri="{FF2B5EF4-FFF2-40B4-BE49-F238E27FC236}">
                <a16:creationId xmlns:a16="http://schemas.microsoft.com/office/drawing/2014/main" id="{8CC26FA7-6D18-8029-19F2-D294E4D5CA3E}"/>
              </a:ext>
            </a:extLst>
          </p:cNvPr>
          <p:cNvSpPr/>
          <p:nvPr/>
        </p:nvSpPr>
        <p:spPr>
          <a:xfrm>
            <a:off x="3887542" y="3501859"/>
            <a:ext cx="660777"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a:ea typeface="+mn-ea"/>
                <a:cs typeface="+mn-cs"/>
              </a:rPr>
              <a:t>Data professionals</a:t>
            </a:r>
            <a:endParaRPr kumimoji="0" lang="en-US" sz="800" b="0" i="0" u="none" strike="noStrike" kern="1200" cap="none" spc="0" normalizeH="0" baseline="0" noProof="0">
              <a:ln>
                <a:noFill/>
              </a:ln>
              <a:solidFill>
                <a:srgbClr val="FFFFFF"/>
              </a:solidFill>
              <a:effectLst/>
              <a:uLnTx/>
              <a:uFillTx/>
              <a:latin typeface="Ubuntu (Body)"/>
              <a:ea typeface="+mn-ea"/>
              <a:cs typeface="+mn-cs"/>
            </a:endParaRPr>
          </a:p>
        </p:txBody>
      </p:sp>
      <p:sp>
        <p:nvSpPr>
          <p:cNvPr id="13" name="Rectangle 12">
            <a:extLst>
              <a:ext uri="{FF2B5EF4-FFF2-40B4-BE49-F238E27FC236}">
                <a16:creationId xmlns:a16="http://schemas.microsoft.com/office/drawing/2014/main" id="{F4E5BBD4-79D1-DD33-63F4-530B53DFFB3C}"/>
              </a:ext>
            </a:extLst>
          </p:cNvPr>
          <p:cNvSpPr/>
          <p:nvPr/>
        </p:nvSpPr>
        <p:spPr>
          <a:xfrm>
            <a:off x="4871113" y="3583519"/>
            <a:ext cx="660777"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a:ea typeface="+mn-ea"/>
                <a:cs typeface="+mn-cs"/>
              </a:rPr>
              <a:t>AI Agent</a:t>
            </a:r>
            <a:endParaRPr kumimoji="0" lang="en-US" sz="800" b="0" i="0" u="none" strike="noStrike" kern="1200" cap="none" spc="0" normalizeH="0" baseline="0" noProof="0">
              <a:ln>
                <a:noFill/>
              </a:ln>
              <a:solidFill>
                <a:srgbClr val="FFFFFF"/>
              </a:solidFill>
              <a:effectLst/>
              <a:uLnTx/>
              <a:uFillTx/>
              <a:latin typeface="Ubuntu (Body)"/>
              <a:ea typeface="+mn-ea"/>
              <a:cs typeface="+mn-cs"/>
            </a:endParaRPr>
          </a:p>
        </p:txBody>
      </p:sp>
      <p:sp>
        <p:nvSpPr>
          <p:cNvPr id="74" name="Rectangle 73">
            <a:extLst>
              <a:ext uri="{FF2B5EF4-FFF2-40B4-BE49-F238E27FC236}">
                <a16:creationId xmlns:a16="http://schemas.microsoft.com/office/drawing/2014/main" id="{D37C37F2-A0F3-0FD7-C728-E33BB416871F}"/>
              </a:ext>
            </a:extLst>
          </p:cNvPr>
          <p:cNvSpPr/>
          <p:nvPr/>
        </p:nvSpPr>
        <p:spPr>
          <a:xfrm>
            <a:off x="9742865" y="3529315"/>
            <a:ext cx="1023979"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Body)"/>
                <a:ea typeface="+mn-ea"/>
                <a:cs typeface="+mn-cs"/>
              </a:rPr>
              <a:t>High-quality business decisions at speed</a:t>
            </a:r>
          </a:p>
        </p:txBody>
      </p:sp>
      <p:grpSp>
        <p:nvGrpSpPr>
          <p:cNvPr id="73" name="Group 72">
            <a:extLst>
              <a:ext uri="{FF2B5EF4-FFF2-40B4-BE49-F238E27FC236}">
                <a16:creationId xmlns:a16="http://schemas.microsoft.com/office/drawing/2014/main" id="{6D021166-135A-90A9-D91A-489DFB05AA3B}"/>
              </a:ext>
            </a:extLst>
          </p:cNvPr>
          <p:cNvGrpSpPr/>
          <p:nvPr/>
        </p:nvGrpSpPr>
        <p:grpSpPr>
          <a:xfrm>
            <a:off x="10022259" y="2937945"/>
            <a:ext cx="489249" cy="540136"/>
            <a:chOff x="12549383" y="3766360"/>
            <a:chExt cx="489249" cy="540136"/>
          </a:xfrm>
        </p:grpSpPr>
        <p:grpSp>
          <p:nvGrpSpPr>
            <p:cNvPr id="19" name="Graphic 17">
              <a:extLst>
                <a:ext uri="{FF2B5EF4-FFF2-40B4-BE49-F238E27FC236}">
                  <a16:creationId xmlns:a16="http://schemas.microsoft.com/office/drawing/2014/main" id="{FB1864DB-5C29-C47E-492B-9E085B9B08E8}"/>
                </a:ext>
              </a:extLst>
            </p:cNvPr>
            <p:cNvGrpSpPr>
              <a:grpSpLocks noChangeAspect="1"/>
            </p:cNvGrpSpPr>
            <p:nvPr/>
          </p:nvGrpSpPr>
          <p:grpSpPr>
            <a:xfrm flipH="1">
              <a:off x="12754365" y="3993649"/>
              <a:ext cx="284267" cy="304572"/>
              <a:chOff x="5886824" y="3152791"/>
              <a:chExt cx="418353" cy="448235"/>
            </a:xfrm>
            <a:solidFill>
              <a:schemeClr val="bg1"/>
            </a:solidFill>
          </p:grpSpPr>
          <p:sp>
            <p:nvSpPr>
              <p:cNvPr id="21" name="Freeform: Shape 20">
                <a:extLst>
                  <a:ext uri="{FF2B5EF4-FFF2-40B4-BE49-F238E27FC236}">
                    <a16:creationId xmlns:a16="http://schemas.microsoft.com/office/drawing/2014/main" id="{DB480C38-4203-84DB-6264-D8DF591B6939}"/>
                  </a:ext>
                </a:extLst>
              </p:cNvPr>
              <p:cNvSpPr/>
              <p:nvPr/>
            </p:nvSpPr>
            <p:spPr>
              <a:xfrm>
                <a:off x="5886824" y="3152791"/>
                <a:ext cx="418353" cy="448235"/>
              </a:xfrm>
              <a:custGeom>
                <a:avLst/>
                <a:gdLst>
                  <a:gd name="connsiteX0" fmla="*/ 413273 w 418353"/>
                  <a:gd name="connsiteY0" fmla="*/ 123209 h 448234"/>
                  <a:gd name="connsiteX1" fmla="*/ 404009 w 418353"/>
                  <a:gd name="connsiteY1" fmla="*/ 117532 h 448234"/>
                  <a:gd name="connsiteX2" fmla="*/ 398332 w 418353"/>
                  <a:gd name="connsiteY2" fmla="*/ 126795 h 448234"/>
                  <a:gd name="connsiteX3" fmla="*/ 403412 w 418353"/>
                  <a:gd name="connsiteY3" fmla="*/ 164148 h 448234"/>
                  <a:gd name="connsiteX4" fmla="*/ 403412 w 418353"/>
                  <a:gd name="connsiteY4" fmla="*/ 179089 h 448234"/>
                  <a:gd name="connsiteX5" fmla="*/ 324522 w 418353"/>
                  <a:gd name="connsiteY5" fmla="*/ 179089 h 448234"/>
                  <a:gd name="connsiteX6" fmla="*/ 318247 w 418353"/>
                  <a:gd name="connsiteY6" fmla="*/ 179089 h 448234"/>
                  <a:gd name="connsiteX7" fmla="*/ 190052 w 418353"/>
                  <a:gd name="connsiteY7" fmla="*/ 179089 h 448234"/>
                  <a:gd name="connsiteX8" fmla="*/ 183777 w 418353"/>
                  <a:gd name="connsiteY8" fmla="*/ 179089 h 448234"/>
                  <a:gd name="connsiteX9" fmla="*/ 104588 w 418353"/>
                  <a:gd name="connsiteY9" fmla="*/ 179089 h 448234"/>
                  <a:gd name="connsiteX10" fmla="*/ 104588 w 418353"/>
                  <a:gd name="connsiteY10" fmla="*/ 164148 h 448234"/>
                  <a:gd name="connsiteX11" fmla="*/ 254000 w 418353"/>
                  <a:gd name="connsiteY11" fmla="*/ 14737 h 448234"/>
                  <a:gd name="connsiteX12" fmla="*/ 347532 w 418353"/>
                  <a:gd name="connsiteY12" fmla="*/ 47607 h 448234"/>
                  <a:gd name="connsiteX13" fmla="*/ 358092 w 418353"/>
                  <a:gd name="connsiteY13" fmla="*/ 47303 h 448234"/>
                  <a:gd name="connsiteX14" fmla="*/ 357787 w 418353"/>
                  <a:gd name="connsiteY14" fmla="*/ 36742 h 448234"/>
                  <a:gd name="connsiteX15" fmla="*/ 356795 w 418353"/>
                  <a:gd name="connsiteY15" fmla="*/ 35953 h 448234"/>
                  <a:gd name="connsiteX16" fmla="*/ 125804 w 418353"/>
                  <a:gd name="connsiteY16" fmla="*/ 61773 h 448234"/>
                  <a:gd name="connsiteX17" fmla="*/ 92635 w 418353"/>
                  <a:gd name="connsiteY17" fmla="*/ 134266 h 448234"/>
                  <a:gd name="connsiteX18" fmla="*/ 44824 w 418353"/>
                  <a:gd name="connsiteY18" fmla="*/ 186411 h 448234"/>
                  <a:gd name="connsiteX19" fmla="*/ 44824 w 418353"/>
                  <a:gd name="connsiteY19" fmla="*/ 313560 h 448234"/>
                  <a:gd name="connsiteX20" fmla="*/ 0 w 418353"/>
                  <a:gd name="connsiteY20" fmla="*/ 365107 h 448234"/>
                  <a:gd name="connsiteX21" fmla="*/ 7471 w 418353"/>
                  <a:gd name="connsiteY21" fmla="*/ 372577 h 448234"/>
                  <a:gd name="connsiteX22" fmla="*/ 14941 w 418353"/>
                  <a:gd name="connsiteY22" fmla="*/ 365107 h 448234"/>
                  <a:gd name="connsiteX23" fmla="*/ 52294 w 418353"/>
                  <a:gd name="connsiteY23" fmla="*/ 327754 h 448234"/>
                  <a:gd name="connsiteX24" fmla="*/ 89647 w 418353"/>
                  <a:gd name="connsiteY24" fmla="*/ 365107 h 448234"/>
                  <a:gd name="connsiteX25" fmla="*/ 97118 w 418353"/>
                  <a:gd name="connsiteY25" fmla="*/ 372577 h 448234"/>
                  <a:gd name="connsiteX26" fmla="*/ 104588 w 418353"/>
                  <a:gd name="connsiteY26" fmla="*/ 365107 h 448234"/>
                  <a:gd name="connsiteX27" fmla="*/ 59765 w 418353"/>
                  <a:gd name="connsiteY27" fmla="*/ 313560 h 448234"/>
                  <a:gd name="connsiteX28" fmla="*/ 59765 w 418353"/>
                  <a:gd name="connsiteY28" fmla="*/ 186411 h 448234"/>
                  <a:gd name="connsiteX29" fmla="*/ 89647 w 418353"/>
                  <a:gd name="connsiteY29" fmla="*/ 149805 h 448234"/>
                  <a:gd name="connsiteX30" fmla="*/ 89647 w 418353"/>
                  <a:gd name="connsiteY30" fmla="*/ 164746 h 448234"/>
                  <a:gd name="connsiteX31" fmla="*/ 89647 w 418353"/>
                  <a:gd name="connsiteY31" fmla="*/ 187008 h 448234"/>
                  <a:gd name="connsiteX32" fmla="*/ 97118 w 418353"/>
                  <a:gd name="connsiteY32" fmla="*/ 194479 h 448234"/>
                  <a:gd name="connsiteX33" fmla="*/ 179294 w 418353"/>
                  <a:gd name="connsiteY33" fmla="*/ 194479 h 448234"/>
                  <a:gd name="connsiteX34" fmla="*/ 179294 w 418353"/>
                  <a:gd name="connsiteY34" fmla="*/ 381393 h 448234"/>
                  <a:gd name="connsiteX35" fmla="*/ 134471 w 418353"/>
                  <a:gd name="connsiteY35" fmla="*/ 433089 h 448234"/>
                  <a:gd name="connsiteX36" fmla="*/ 134471 w 418353"/>
                  <a:gd name="connsiteY36" fmla="*/ 455501 h 448234"/>
                  <a:gd name="connsiteX37" fmla="*/ 141941 w 418353"/>
                  <a:gd name="connsiteY37" fmla="*/ 462971 h 448234"/>
                  <a:gd name="connsiteX38" fmla="*/ 231588 w 418353"/>
                  <a:gd name="connsiteY38" fmla="*/ 462971 h 448234"/>
                  <a:gd name="connsiteX39" fmla="*/ 239059 w 418353"/>
                  <a:gd name="connsiteY39" fmla="*/ 455501 h 448234"/>
                  <a:gd name="connsiteX40" fmla="*/ 239059 w 418353"/>
                  <a:gd name="connsiteY40" fmla="*/ 433089 h 448234"/>
                  <a:gd name="connsiteX41" fmla="*/ 194235 w 418353"/>
                  <a:gd name="connsiteY41" fmla="*/ 381542 h 448234"/>
                  <a:gd name="connsiteX42" fmla="*/ 194235 w 418353"/>
                  <a:gd name="connsiteY42" fmla="*/ 194031 h 448234"/>
                  <a:gd name="connsiteX43" fmla="*/ 313765 w 418353"/>
                  <a:gd name="connsiteY43" fmla="*/ 194031 h 448234"/>
                  <a:gd name="connsiteX44" fmla="*/ 313765 w 418353"/>
                  <a:gd name="connsiteY44" fmla="*/ 381393 h 448234"/>
                  <a:gd name="connsiteX45" fmla="*/ 268941 w 418353"/>
                  <a:gd name="connsiteY45" fmla="*/ 433089 h 448234"/>
                  <a:gd name="connsiteX46" fmla="*/ 268941 w 418353"/>
                  <a:gd name="connsiteY46" fmla="*/ 455501 h 448234"/>
                  <a:gd name="connsiteX47" fmla="*/ 276412 w 418353"/>
                  <a:gd name="connsiteY47" fmla="*/ 462971 h 448234"/>
                  <a:gd name="connsiteX48" fmla="*/ 366059 w 418353"/>
                  <a:gd name="connsiteY48" fmla="*/ 462971 h 448234"/>
                  <a:gd name="connsiteX49" fmla="*/ 373529 w 418353"/>
                  <a:gd name="connsiteY49" fmla="*/ 455501 h 448234"/>
                  <a:gd name="connsiteX50" fmla="*/ 373529 w 418353"/>
                  <a:gd name="connsiteY50" fmla="*/ 433089 h 448234"/>
                  <a:gd name="connsiteX51" fmla="*/ 328706 w 418353"/>
                  <a:gd name="connsiteY51" fmla="*/ 381542 h 448234"/>
                  <a:gd name="connsiteX52" fmla="*/ 328706 w 418353"/>
                  <a:gd name="connsiteY52" fmla="*/ 194031 h 448234"/>
                  <a:gd name="connsiteX53" fmla="*/ 410882 w 418353"/>
                  <a:gd name="connsiteY53" fmla="*/ 194031 h 448234"/>
                  <a:gd name="connsiteX54" fmla="*/ 418353 w 418353"/>
                  <a:gd name="connsiteY54" fmla="*/ 186560 h 448234"/>
                  <a:gd name="connsiteX55" fmla="*/ 418353 w 418353"/>
                  <a:gd name="connsiteY55" fmla="*/ 164148 h 448234"/>
                  <a:gd name="connsiteX56" fmla="*/ 413273 w 418353"/>
                  <a:gd name="connsiteY56" fmla="*/ 123209 h 448234"/>
                  <a:gd name="connsiteX57" fmla="*/ 224118 w 418353"/>
                  <a:gd name="connsiteY57" fmla="*/ 433089 h 448234"/>
                  <a:gd name="connsiteX58" fmla="*/ 224118 w 418353"/>
                  <a:gd name="connsiteY58" fmla="*/ 448030 h 448234"/>
                  <a:gd name="connsiteX59" fmla="*/ 149412 w 418353"/>
                  <a:gd name="connsiteY59" fmla="*/ 448030 h 448234"/>
                  <a:gd name="connsiteX60" fmla="*/ 149412 w 418353"/>
                  <a:gd name="connsiteY60" fmla="*/ 433089 h 448234"/>
                  <a:gd name="connsiteX61" fmla="*/ 186765 w 418353"/>
                  <a:gd name="connsiteY61" fmla="*/ 395736 h 448234"/>
                  <a:gd name="connsiteX62" fmla="*/ 224118 w 418353"/>
                  <a:gd name="connsiteY62" fmla="*/ 433089 h 448234"/>
                  <a:gd name="connsiteX63" fmla="*/ 358588 w 418353"/>
                  <a:gd name="connsiteY63" fmla="*/ 433089 h 448234"/>
                  <a:gd name="connsiteX64" fmla="*/ 358588 w 418353"/>
                  <a:gd name="connsiteY64" fmla="*/ 448030 h 448234"/>
                  <a:gd name="connsiteX65" fmla="*/ 283882 w 418353"/>
                  <a:gd name="connsiteY65" fmla="*/ 448030 h 448234"/>
                  <a:gd name="connsiteX66" fmla="*/ 283882 w 418353"/>
                  <a:gd name="connsiteY66" fmla="*/ 433089 h 448234"/>
                  <a:gd name="connsiteX67" fmla="*/ 321235 w 418353"/>
                  <a:gd name="connsiteY67" fmla="*/ 395736 h 448234"/>
                  <a:gd name="connsiteX68" fmla="*/ 358588 w 418353"/>
                  <a:gd name="connsiteY68" fmla="*/ 433089 h 44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18353" h="448234">
                    <a:moveTo>
                      <a:pt x="413273" y="123209"/>
                    </a:moveTo>
                    <a:cubicBezTo>
                      <a:pt x="412282" y="119084"/>
                      <a:pt x="408135" y="116542"/>
                      <a:pt x="404009" y="117532"/>
                    </a:cubicBezTo>
                    <a:cubicBezTo>
                      <a:pt x="399884" y="118522"/>
                      <a:pt x="397341" y="122669"/>
                      <a:pt x="398332" y="126795"/>
                    </a:cubicBezTo>
                    <a:cubicBezTo>
                      <a:pt x="401520" y="138997"/>
                      <a:pt x="403227" y="151538"/>
                      <a:pt x="403412" y="164148"/>
                    </a:cubicBezTo>
                    <a:lnTo>
                      <a:pt x="403412" y="179089"/>
                    </a:lnTo>
                    <a:lnTo>
                      <a:pt x="324522" y="179089"/>
                    </a:lnTo>
                    <a:cubicBezTo>
                      <a:pt x="322599" y="177903"/>
                      <a:pt x="320170" y="177903"/>
                      <a:pt x="318247" y="179089"/>
                    </a:cubicBezTo>
                    <a:lnTo>
                      <a:pt x="190052" y="179089"/>
                    </a:lnTo>
                    <a:cubicBezTo>
                      <a:pt x="188129" y="177903"/>
                      <a:pt x="185699" y="177903"/>
                      <a:pt x="183777" y="179089"/>
                    </a:cubicBezTo>
                    <a:lnTo>
                      <a:pt x="104588" y="179089"/>
                    </a:lnTo>
                    <a:lnTo>
                      <a:pt x="104588" y="164148"/>
                    </a:lnTo>
                    <a:cubicBezTo>
                      <a:pt x="104588" y="81630"/>
                      <a:pt x="171483" y="14737"/>
                      <a:pt x="254000" y="14737"/>
                    </a:cubicBezTo>
                    <a:cubicBezTo>
                      <a:pt x="288032" y="14596"/>
                      <a:pt x="321069" y="26207"/>
                      <a:pt x="347532" y="47607"/>
                    </a:cubicBezTo>
                    <a:cubicBezTo>
                      <a:pt x="350532" y="50439"/>
                      <a:pt x="355261" y="50303"/>
                      <a:pt x="358092" y="47303"/>
                    </a:cubicBezTo>
                    <a:cubicBezTo>
                      <a:pt x="360925" y="44302"/>
                      <a:pt x="360788" y="39574"/>
                      <a:pt x="357787" y="36742"/>
                    </a:cubicBezTo>
                    <a:cubicBezTo>
                      <a:pt x="357480" y="36451"/>
                      <a:pt x="357148" y="36188"/>
                      <a:pt x="356795" y="35953"/>
                    </a:cubicBezTo>
                    <a:cubicBezTo>
                      <a:pt x="285879" y="-20703"/>
                      <a:pt x="182460" y="-9143"/>
                      <a:pt x="125804" y="61773"/>
                    </a:cubicBezTo>
                    <a:cubicBezTo>
                      <a:pt x="108966" y="82849"/>
                      <a:pt x="97575" y="107746"/>
                      <a:pt x="92635" y="134266"/>
                    </a:cubicBezTo>
                    <a:cubicBezTo>
                      <a:pt x="65575" y="136594"/>
                      <a:pt x="44801" y="159251"/>
                      <a:pt x="44824" y="186411"/>
                    </a:cubicBezTo>
                    <a:lnTo>
                      <a:pt x="44824" y="313560"/>
                    </a:lnTo>
                    <a:cubicBezTo>
                      <a:pt x="19174" y="317262"/>
                      <a:pt x="104" y="339191"/>
                      <a:pt x="0" y="365107"/>
                    </a:cubicBezTo>
                    <a:cubicBezTo>
                      <a:pt x="0" y="369232"/>
                      <a:pt x="3345" y="372577"/>
                      <a:pt x="7471" y="372577"/>
                    </a:cubicBezTo>
                    <a:cubicBezTo>
                      <a:pt x="11596" y="372577"/>
                      <a:pt x="14941" y="369232"/>
                      <a:pt x="14941" y="365107"/>
                    </a:cubicBezTo>
                    <a:cubicBezTo>
                      <a:pt x="14941" y="344478"/>
                      <a:pt x="31665" y="327754"/>
                      <a:pt x="52294" y="327754"/>
                    </a:cubicBezTo>
                    <a:cubicBezTo>
                      <a:pt x="72924" y="327754"/>
                      <a:pt x="89647" y="344478"/>
                      <a:pt x="89647" y="365107"/>
                    </a:cubicBezTo>
                    <a:cubicBezTo>
                      <a:pt x="89647" y="369232"/>
                      <a:pt x="92992" y="372577"/>
                      <a:pt x="97118" y="372577"/>
                    </a:cubicBezTo>
                    <a:cubicBezTo>
                      <a:pt x="101244" y="372577"/>
                      <a:pt x="104588" y="369232"/>
                      <a:pt x="104588" y="365107"/>
                    </a:cubicBezTo>
                    <a:cubicBezTo>
                      <a:pt x="104420" y="339215"/>
                      <a:pt x="85382" y="317322"/>
                      <a:pt x="59765" y="313560"/>
                    </a:cubicBezTo>
                    <a:lnTo>
                      <a:pt x="59765" y="186411"/>
                    </a:lnTo>
                    <a:cubicBezTo>
                      <a:pt x="59761" y="168657"/>
                      <a:pt x="72253" y="153355"/>
                      <a:pt x="89647" y="149805"/>
                    </a:cubicBezTo>
                    <a:cubicBezTo>
                      <a:pt x="89647" y="154586"/>
                      <a:pt x="89647" y="159367"/>
                      <a:pt x="89647" y="164746"/>
                    </a:cubicBezTo>
                    <a:lnTo>
                      <a:pt x="89647" y="187008"/>
                    </a:lnTo>
                    <a:cubicBezTo>
                      <a:pt x="89647" y="191133"/>
                      <a:pt x="92992" y="194479"/>
                      <a:pt x="97118" y="194479"/>
                    </a:cubicBezTo>
                    <a:lnTo>
                      <a:pt x="179294" y="194479"/>
                    </a:lnTo>
                    <a:lnTo>
                      <a:pt x="179294" y="381393"/>
                    </a:lnTo>
                    <a:cubicBezTo>
                      <a:pt x="153588" y="385103"/>
                      <a:pt x="134501" y="407117"/>
                      <a:pt x="134471" y="433089"/>
                    </a:cubicBezTo>
                    <a:lnTo>
                      <a:pt x="134471" y="455501"/>
                    </a:lnTo>
                    <a:cubicBezTo>
                      <a:pt x="134471" y="459626"/>
                      <a:pt x="137815" y="462971"/>
                      <a:pt x="141941" y="462971"/>
                    </a:cubicBezTo>
                    <a:lnTo>
                      <a:pt x="231588" y="462971"/>
                    </a:lnTo>
                    <a:cubicBezTo>
                      <a:pt x="235714" y="462971"/>
                      <a:pt x="239059" y="459626"/>
                      <a:pt x="239059" y="455501"/>
                    </a:cubicBezTo>
                    <a:lnTo>
                      <a:pt x="239059" y="433089"/>
                    </a:lnTo>
                    <a:cubicBezTo>
                      <a:pt x="238954" y="407174"/>
                      <a:pt x="219885" y="385245"/>
                      <a:pt x="194235" y="381542"/>
                    </a:cubicBezTo>
                    <a:lnTo>
                      <a:pt x="194235" y="194031"/>
                    </a:lnTo>
                    <a:lnTo>
                      <a:pt x="313765" y="194031"/>
                    </a:lnTo>
                    <a:lnTo>
                      <a:pt x="313765" y="381393"/>
                    </a:lnTo>
                    <a:cubicBezTo>
                      <a:pt x="288058" y="385103"/>
                      <a:pt x="268971" y="407117"/>
                      <a:pt x="268941" y="433089"/>
                    </a:cubicBezTo>
                    <a:lnTo>
                      <a:pt x="268941" y="455501"/>
                    </a:lnTo>
                    <a:cubicBezTo>
                      <a:pt x="268941" y="459626"/>
                      <a:pt x="272287" y="462971"/>
                      <a:pt x="276412" y="462971"/>
                    </a:cubicBezTo>
                    <a:lnTo>
                      <a:pt x="366059" y="462971"/>
                    </a:lnTo>
                    <a:cubicBezTo>
                      <a:pt x="370184" y="462971"/>
                      <a:pt x="373529" y="459626"/>
                      <a:pt x="373529" y="455501"/>
                    </a:cubicBezTo>
                    <a:lnTo>
                      <a:pt x="373529" y="433089"/>
                    </a:lnTo>
                    <a:cubicBezTo>
                      <a:pt x="373425" y="407174"/>
                      <a:pt x="354355" y="385245"/>
                      <a:pt x="328706" y="381542"/>
                    </a:cubicBezTo>
                    <a:lnTo>
                      <a:pt x="328706" y="194031"/>
                    </a:lnTo>
                    <a:lnTo>
                      <a:pt x="410882" y="194031"/>
                    </a:lnTo>
                    <a:cubicBezTo>
                      <a:pt x="415008" y="194031"/>
                      <a:pt x="418353" y="190685"/>
                      <a:pt x="418353" y="186560"/>
                    </a:cubicBezTo>
                    <a:lnTo>
                      <a:pt x="418353" y="164148"/>
                    </a:lnTo>
                    <a:cubicBezTo>
                      <a:pt x="418386" y="150343"/>
                      <a:pt x="416680" y="136588"/>
                      <a:pt x="413273" y="123209"/>
                    </a:cubicBezTo>
                    <a:close/>
                    <a:moveTo>
                      <a:pt x="224118" y="433089"/>
                    </a:moveTo>
                    <a:lnTo>
                      <a:pt x="224118" y="448030"/>
                    </a:lnTo>
                    <a:lnTo>
                      <a:pt x="149412" y="448030"/>
                    </a:lnTo>
                    <a:lnTo>
                      <a:pt x="149412" y="433089"/>
                    </a:lnTo>
                    <a:cubicBezTo>
                      <a:pt x="149412" y="412460"/>
                      <a:pt x="166135" y="395736"/>
                      <a:pt x="186765" y="395736"/>
                    </a:cubicBezTo>
                    <a:cubicBezTo>
                      <a:pt x="207394" y="395736"/>
                      <a:pt x="224118" y="412460"/>
                      <a:pt x="224118" y="433089"/>
                    </a:cubicBezTo>
                    <a:close/>
                    <a:moveTo>
                      <a:pt x="358588" y="433089"/>
                    </a:moveTo>
                    <a:lnTo>
                      <a:pt x="358588" y="448030"/>
                    </a:lnTo>
                    <a:lnTo>
                      <a:pt x="283882" y="448030"/>
                    </a:lnTo>
                    <a:lnTo>
                      <a:pt x="283882" y="433089"/>
                    </a:lnTo>
                    <a:cubicBezTo>
                      <a:pt x="283882" y="412460"/>
                      <a:pt x="300606" y="395736"/>
                      <a:pt x="321235" y="395736"/>
                    </a:cubicBezTo>
                    <a:cubicBezTo>
                      <a:pt x="341865" y="395736"/>
                      <a:pt x="358588" y="412460"/>
                      <a:pt x="358588" y="433089"/>
                    </a:cubicBezTo>
                    <a:close/>
                  </a:path>
                </a:pathLst>
              </a:custGeom>
              <a:grpFill/>
              <a:ln w="0" cap="flat">
                <a:solidFill>
                  <a:schemeClr val="bg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0646B0D-BEE3-2754-BF88-341F5C3EECE0}"/>
                  </a:ext>
                </a:extLst>
              </p:cNvPr>
              <p:cNvSpPr/>
              <p:nvPr/>
            </p:nvSpPr>
            <p:spPr>
              <a:xfrm>
                <a:off x="6073738" y="3204731"/>
                <a:ext cx="44824" cy="44823"/>
              </a:xfrm>
              <a:custGeom>
                <a:avLst/>
                <a:gdLst>
                  <a:gd name="connsiteX0" fmla="*/ 44824 w 44823"/>
                  <a:gd name="connsiteY0" fmla="*/ 22412 h 44823"/>
                  <a:gd name="connsiteX1" fmla="*/ 22412 w 44823"/>
                  <a:gd name="connsiteY1" fmla="*/ 44823 h 44823"/>
                  <a:gd name="connsiteX2" fmla="*/ 0 w 44823"/>
                  <a:gd name="connsiteY2" fmla="*/ 22412 h 44823"/>
                  <a:gd name="connsiteX3" fmla="*/ 22412 w 44823"/>
                  <a:gd name="connsiteY3" fmla="*/ 0 h 44823"/>
                  <a:gd name="connsiteX4" fmla="*/ 44824 w 44823"/>
                  <a:gd name="connsiteY4" fmla="*/ 22412 h 44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23" h="44823">
                    <a:moveTo>
                      <a:pt x="44824" y="22412"/>
                    </a:moveTo>
                    <a:cubicBezTo>
                      <a:pt x="44824" y="34789"/>
                      <a:pt x="34789" y="44823"/>
                      <a:pt x="22412" y="44823"/>
                    </a:cubicBezTo>
                    <a:cubicBezTo>
                      <a:pt x="10034" y="44823"/>
                      <a:pt x="0" y="34789"/>
                      <a:pt x="0" y="22412"/>
                    </a:cubicBezTo>
                    <a:cubicBezTo>
                      <a:pt x="0" y="10034"/>
                      <a:pt x="10034" y="0"/>
                      <a:pt x="22412" y="0"/>
                    </a:cubicBezTo>
                    <a:cubicBezTo>
                      <a:pt x="34789" y="0"/>
                      <a:pt x="44824" y="10034"/>
                      <a:pt x="44824" y="22412"/>
                    </a:cubicBezTo>
                    <a:close/>
                  </a:path>
                </a:pathLst>
              </a:custGeom>
              <a:grpFill/>
              <a:ln w="0" cap="flat">
                <a:solidFill>
                  <a:schemeClr val="bg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9DBAB28-21EE-B371-BF69-A7542497FEBC}"/>
                  </a:ext>
                </a:extLst>
              </p:cNvPr>
              <p:cNvSpPr/>
              <p:nvPr/>
            </p:nvSpPr>
            <p:spPr>
              <a:xfrm>
                <a:off x="6163385" y="3204731"/>
                <a:ext cx="44824" cy="44823"/>
              </a:xfrm>
              <a:custGeom>
                <a:avLst/>
                <a:gdLst>
                  <a:gd name="connsiteX0" fmla="*/ 44824 w 44823"/>
                  <a:gd name="connsiteY0" fmla="*/ 22412 h 44823"/>
                  <a:gd name="connsiteX1" fmla="*/ 22412 w 44823"/>
                  <a:gd name="connsiteY1" fmla="*/ 44823 h 44823"/>
                  <a:gd name="connsiteX2" fmla="*/ 0 w 44823"/>
                  <a:gd name="connsiteY2" fmla="*/ 22412 h 44823"/>
                  <a:gd name="connsiteX3" fmla="*/ 22412 w 44823"/>
                  <a:gd name="connsiteY3" fmla="*/ 0 h 44823"/>
                  <a:gd name="connsiteX4" fmla="*/ 44824 w 44823"/>
                  <a:gd name="connsiteY4" fmla="*/ 22412 h 44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823" h="44823">
                    <a:moveTo>
                      <a:pt x="44824" y="22412"/>
                    </a:moveTo>
                    <a:cubicBezTo>
                      <a:pt x="44824" y="34789"/>
                      <a:pt x="34789" y="44823"/>
                      <a:pt x="22412" y="44823"/>
                    </a:cubicBezTo>
                    <a:cubicBezTo>
                      <a:pt x="10034" y="44823"/>
                      <a:pt x="0" y="34789"/>
                      <a:pt x="0" y="22412"/>
                    </a:cubicBezTo>
                    <a:cubicBezTo>
                      <a:pt x="0" y="10034"/>
                      <a:pt x="10034" y="0"/>
                      <a:pt x="22412" y="0"/>
                    </a:cubicBezTo>
                    <a:cubicBezTo>
                      <a:pt x="34789" y="0"/>
                      <a:pt x="44824" y="10034"/>
                      <a:pt x="44824" y="22412"/>
                    </a:cubicBezTo>
                    <a:close/>
                  </a:path>
                </a:pathLst>
              </a:custGeom>
              <a:grpFill/>
              <a:ln w="0" cap="flat">
                <a:solidFill>
                  <a:schemeClr val="bg1"/>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A504A1B-CE43-C738-25D3-70396B84030B}"/>
                  </a:ext>
                </a:extLst>
              </p:cNvPr>
              <p:cNvSpPr/>
              <p:nvPr/>
            </p:nvSpPr>
            <p:spPr>
              <a:xfrm>
                <a:off x="6066268" y="3287056"/>
                <a:ext cx="149412" cy="14941"/>
              </a:xfrm>
              <a:custGeom>
                <a:avLst/>
                <a:gdLst>
                  <a:gd name="connsiteX0" fmla="*/ 141941 w 149411"/>
                  <a:gd name="connsiteY0" fmla="*/ 14941 h 14941"/>
                  <a:gd name="connsiteX1" fmla="*/ 7471 w 149411"/>
                  <a:gd name="connsiteY1" fmla="*/ 14941 h 14941"/>
                  <a:gd name="connsiteX2" fmla="*/ 0 w 149411"/>
                  <a:gd name="connsiteY2" fmla="*/ 7471 h 14941"/>
                  <a:gd name="connsiteX3" fmla="*/ 7471 w 149411"/>
                  <a:gd name="connsiteY3" fmla="*/ 0 h 14941"/>
                  <a:gd name="connsiteX4" fmla="*/ 141941 w 149411"/>
                  <a:gd name="connsiteY4" fmla="*/ 0 h 14941"/>
                  <a:gd name="connsiteX5" fmla="*/ 149412 w 149411"/>
                  <a:gd name="connsiteY5" fmla="*/ 7471 h 14941"/>
                  <a:gd name="connsiteX6" fmla="*/ 141941 w 149411"/>
                  <a:gd name="connsiteY6" fmla="*/ 14941 h 1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411" h="14941">
                    <a:moveTo>
                      <a:pt x="141941" y="14941"/>
                    </a:moveTo>
                    <a:lnTo>
                      <a:pt x="7471" y="14941"/>
                    </a:lnTo>
                    <a:cubicBezTo>
                      <a:pt x="3345" y="14941"/>
                      <a:pt x="0" y="11596"/>
                      <a:pt x="0" y="7471"/>
                    </a:cubicBezTo>
                    <a:cubicBezTo>
                      <a:pt x="0" y="3345"/>
                      <a:pt x="3345" y="0"/>
                      <a:pt x="7471" y="0"/>
                    </a:cubicBezTo>
                    <a:lnTo>
                      <a:pt x="141941" y="0"/>
                    </a:lnTo>
                    <a:cubicBezTo>
                      <a:pt x="146066" y="0"/>
                      <a:pt x="149412" y="3345"/>
                      <a:pt x="149412" y="7471"/>
                    </a:cubicBezTo>
                    <a:cubicBezTo>
                      <a:pt x="149412" y="11596"/>
                      <a:pt x="146066" y="14941"/>
                      <a:pt x="141941" y="14941"/>
                    </a:cubicBezTo>
                    <a:close/>
                  </a:path>
                </a:pathLst>
              </a:custGeom>
              <a:grpFill/>
              <a:ln w="0" cap="flat">
                <a:solidFill>
                  <a:schemeClr val="bg1"/>
                </a:solidFill>
                <a:prstDash val="solid"/>
                <a:miter/>
              </a:ln>
            </p:spPr>
            <p:txBody>
              <a:bodyPr rtlCol="0" anchor="ctr"/>
              <a:lstStyle/>
              <a:p>
                <a:endParaRPr lang="en-US"/>
              </a:p>
            </p:txBody>
          </p:sp>
        </p:grpSp>
        <p:sp>
          <p:nvSpPr>
            <p:cNvPr id="40" name="Freeform: Shape 39">
              <a:extLst>
                <a:ext uri="{FF2B5EF4-FFF2-40B4-BE49-F238E27FC236}">
                  <a16:creationId xmlns:a16="http://schemas.microsoft.com/office/drawing/2014/main" id="{6C9C2A84-2E6C-CCAE-29BE-231B44A2C7D2}"/>
                </a:ext>
              </a:extLst>
            </p:cNvPr>
            <p:cNvSpPr/>
            <p:nvPr/>
          </p:nvSpPr>
          <p:spPr>
            <a:xfrm>
              <a:off x="12612928" y="3766360"/>
              <a:ext cx="283571" cy="240678"/>
            </a:xfrm>
            <a:custGeom>
              <a:avLst/>
              <a:gdLst>
                <a:gd name="csX0" fmla="*/ 217485 w 283571"/>
                <a:gd name="csY0" fmla="*/ 134875 h 240678"/>
                <a:gd name="csX1" fmla="*/ 283572 w 283571"/>
                <a:gd name="csY1" fmla="*/ 67041 h 240678"/>
                <a:gd name="csX2" fmla="*/ 283572 w 283571"/>
                <a:gd name="csY2" fmla="*/ 29231 h 240678"/>
                <a:gd name="csX3" fmla="*/ 275629 w 283571"/>
                <a:gd name="csY3" fmla="*/ 21288 h 240678"/>
                <a:gd name="csX4" fmla="*/ 232259 w 283571"/>
                <a:gd name="csY4" fmla="*/ 21288 h 240678"/>
                <a:gd name="csX5" fmla="*/ 224316 w 283571"/>
                <a:gd name="csY5" fmla="*/ 29231 h 240678"/>
                <a:gd name="csX6" fmla="*/ 232259 w 283571"/>
                <a:gd name="csY6" fmla="*/ 37174 h 240678"/>
                <a:gd name="csX7" fmla="*/ 267685 w 283571"/>
                <a:gd name="csY7" fmla="*/ 37174 h 240678"/>
                <a:gd name="csX8" fmla="*/ 267685 w 283571"/>
                <a:gd name="csY8" fmla="*/ 67041 h 240678"/>
                <a:gd name="csX9" fmla="*/ 222092 w 283571"/>
                <a:gd name="csY9" fmla="*/ 118512 h 240678"/>
                <a:gd name="csX10" fmla="*/ 223521 w 283571"/>
                <a:gd name="csY10" fmla="*/ 105009 h 240678"/>
                <a:gd name="csX11" fmla="*/ 223521 w 283571"/>
                <a:gd name="csY11" fmla="*/ 7943 h 240678"/>
                <a:gd name="csX12" fmla="*/ 215578 w 283571"/>
                <a:gd name="csY12" fmla="*/ 0 h 240678"/>
                <a:gd name="csX13" fmla="*/ 67994 w 283571"/>
                <a:gd name="csY13" fmla="*/ 0 h 240678"/>
                <a:gd name="csX14" fmla="*/ 60051 w 283571"/>
                <a:gd name="csY14" fmla="*/ 7943 h 240678"/>
                <a:gd name="csX15" fmla="*/ 60051 w 283571"/>
                <a:gd name="csY15" fmla="*/ 105009 h 240678"/>
                <a:gd name="csX16" fmla="*/ 61480 w 283571"/>
                <a:gd name="csY16" fmla="*/ 118512 h 240678"/>
                <a:gd name="csX17" fmla="*/ 15886 w 283571"/>
                <a:gd name="csY17" fmla="*/ 67041 h 240678"/>
                <a:gd name="csX18" fmla="*/ 15886 w 283571"/>
                <a:gd name="csY18" fmla="*/ 37174 h 240678"/>
                <a:gd name="csX19" fmla="*/ 51313 w 283571"/>
                <a:gd name="csY19" fmla="*/ 37174 h 240678"/>
                <a:gd name="csX20" fmla="*/ 59256 w 283571"/>
                <a:gd name="csY20" fmla="*/ 29231 h 240678"/>
                <a:gd name="csX21" fmla="*/ 51313 w 283571"/>
                <a:gd name="csY21" fmla="*/ 21288 h 240678"/>
                <a:gd name="csX22" fmla="*/ 7943 w 283571"/>
                <a:gd name="csY22" fmla="*/ 21288 h 240678"/>
                <a:gd name="csX23" fmla="*/ 0 w 283571"/>
                <a:gd name="csY23" fmla="*/ 29231 h 240678"/>
                <a:gd name="csX24" fmla="*/ 0 w 283571"/>
                <a:gd name="csY24" fmla="*/ 67041 h 240678"/>
                <a:gd name="csX25" fmla="*/ 65928 w 283571"/>
                <a:gd name="csY25" fmla="*/ 134875 h 240678"/>
                <a:gd name="csX26" fmla="*/ 133922 w 283571"/>
                <a:gd name="csY26" fmla="*/ 186029 h 240678"/>
                <a:gd name="csX27" fmla="*/ 133922 w 283571"/>
                <a:gd name="csY27" fmla="*/ 224475 h 240678"/>
                <a:gd name="csX28" fmla="*/ 92141 w 283571"/>
                <a:gd name="csY28" fmla="*/ 224475 h 240678"/>
                <a:gd name="csX29" fmla="*/ 92141 w 283571"/>
                <a:gd name="csY29" fmla="*/ 224475 h 240678"/>
                <a:gd name="csX30" fmla="*/ 84198 w 283571"/>
                <a:gd name="csY30" fmla="*/ 232418 h 240678"/>
                <a:gd name="csX31" fmla="*/ 92141 w 283571"/>
                <a:gd name="csY31" fmla="*/ 240361 h 240678"/>
                <a:gd name="csX32" fmla="*/ 191749 w 283571"/>
                <a:gd name="csY32" fmla="*/ 240679 h 240678"/>
                <a:gd name="csX33" fmla="*/ 191749 w 283571"/>
                <a:gd name="csY33" fmla="*/ 240679 h 240678"/>
                <a:gd name="csX34" fmla="*/ 199692 w 283571"/>
                <a:gd name="csY34" fmla="*/ 232735 h 240678"/>
                <a:gd name="csX35" fmla="*/ 191749 w 283571"/>
                <a:gd name="csY35" fmla="*/ 224792 h 240678"/>
                <a:gd name="csX36" fmla="*/ 149967 w 283571"/>
                <a:gd name="csY36" fmla="*/ 224792 h 240678"/>
                <a:gd name="csX37" fmla="*/ 149967 w 283571"/>
                <a:gd name="csY37" fmla="*/ 186188 h 240678"/>
                <a:gd name="csX38" fmla="*/ 217961 w 283571"/>
                <a:gd name="csY38" fmla="*/ 135193 h 240678"/>
                <a:gd name="csX39" fmla="*/ 75619 w 283571"/>
                <a:gd name="csY39" fmla="*/ 104850 h 240678"/>
                <a:gd name="csX40" fmla="*/ 75619 w 283571"/>
                <a:gd name="csY40" fmla="*/ 15728 h 240678"/>
                <a:gd name="csX41" fmla="*/ 207317 w 283571"/>
                <a:gd name="csY41" fmla="*/ 15728 h 240678"/>
                <a:gd name="csX42" fmla="*/ 207317 w 283571"/>
                <a:gd name="csY42" fmla="*/ 104850 h 240678"/>
                <a:gd name="csX43" fmla="*/ 141389 w 283571"/>
                <a:gd name="csY43" fmla="*/ 170779 h 240678"/>
                <a:gd name="csX44" fmla="*/ 75460 w 283571"/>
                <a:gd name="csY44" fmla="*/ 104850 h 240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283571" h="240678">
                  <a:moveTo>
                    <a:pt x="217485" y="134875"/>
                  </a:moveTo>
                  <a:cubicBezTo>
                    <a:pt x="254023" y="133763"/>
                    <a:pt x="283572" y="103897"/>
                    <a:pt x="283572" y="67041"/>
                  </a:cubicBezTo>
                  <a:lnTo>
                    <a:pt x="283572" y="29231"/>
                  </a:lnTo>
                  <a:cubicBezTo>
                    <a:pt x="283572" y="24783"/>
                    <a:pt x="280077" y="21288"/>
                    <a:pt x="275629" y="21288"/>
                  </a:cubicBezTo>
                  <a:lnTo>
                    <a:pt x="232259" y="21288"/>
                  </a:lnTo>
                  <a:cubicBezTo>
                    <a:pt x="227811" y="21288"/>
                    <a:pt x="224316" y="24783"/>
                    <a:pt x="224316" y="29231"/>
                  </a:cubicBezTo>
                  <a:cubicBezTo>
                    <a:pt x="224316" y="33679"/>
                    <a:pt x="227811" y="37174"/>
                    <a:pt x="232259" y="37174"/>
                  </a:cubicBezTo>
                  <a:lnTo>
                    <a:pt x="267685" y="37174"/>
                  </a:lnTo>
                  <a:lnTo>
                    <a:pt x="267685" y="67041"/>
                  </a:lnTo>
                  <a:cubicBezTo>
                    <a:pt x="267685" y="93571"/>
                    <a:pt x="247669" y="115335"/>
                    <a:pt x="222092" y="118512"/>
                  </a:cubicBezTo>
                  <a:cubicBezTo>
                    <a:pt x="222886" y="114064"/>
                    <a:pt x="223521" y="109616"/>
                    <a:pt x="223521" y="105009"/>
                  </a:cubicBezTo>
                  <a:lnTo>
                    <a:pt x="223521" y="7943"/>
                  </a:lnTo>
                  <a:cubicBezTo>
                    <a:pt x="223521" y="3495"/>
                    <a:pt x="220026" y="0"/>
                    <a:pt x="215578" y="0"/>
                  </a:cubicBezTo>
                  <a:lnTo>
                    <a:pt x="67994" y="0"/>
                  </a:lnTo>
                  <a:cubicBezTo>
                    <a:pt x="63546" y="0"/>
                    <a:pt x="60051" y="3495"/>
                    <a:pt x="60051" y="7943"/>
                  </a:cubicBezTo>
                  <a:lnTo>
                    <a:pt x="60051" y="105009"/>
                  </a:lnTo>
                  <a:cubicBezTo>
                    <a:pt x="60051" y="109616"/>
                    <a:pt x="60686" y="114064"/>
                    <a:pt x="61480" y="118512"/>
                  </a:cubicBezTo>
                  <a:cubicBezTo>
                    <a:pt x="35744" y="115335"/>
                    <a:pt x="15886" y="93571"/>
                    <a:pt x="15886" y="67041"/>
                  </a:cubicBezTo>
                  <a:lnTo>
                    <a:pt x="15886" y="37174"/>
                  </a:lnTo>
                  <a:lnTo>
                    <a:pt x="51313" y="37174"/>
                  </a:lnTo>
                  <a:cubicBezTo>
                    <a:pt x="55761" y="37174"/>
                    <a:pt x="59256" y="33679"/>
                    <a:pt x="59256" y="29231"/>
                  </a:cubicBezTo>
                  <a:cubicBezTo>
                    <a:pt x="59256" y="24783"/>
                    <a:pt x="55761" y="21288"/>
                    <a:pt x="51313" y="21288"/>
                  </a:cubicBezTo>
                  <a:lnTo>
                    <a:pt x="7943" y="21288"/>
                  </a:lnTo>
                  <a:cubicBezTo>
                    <a:pt x="3495" y="21288"/>
                    <a:pt x="0" y="24783"/>
                    <a:pt x="0" y="29231"/>
                  </a:cubicBezTo>
                  <a:lnTo>
                    <a:pt x="0" y="67041"/>
                  </a:lnTo>
                  <a:cubicBezTo>
                    <a:pt x="0" y="103897"/>
                    <a:pt x="29390" y="133763"/>
                    <a:pt x="65928" y="134875"/>
                  </a:cubicBezTo>
                  <a:cubicBezTo>
                    <a:pt x="76890" y="162835"/>
                    <a:pt x="102944" y="183011"/>
                    <a:pt x="133922" y="186029"/>
                  </a:cubicBezTo>
                  <a:lnTo>
                    <a:pt x="133922" y="224475"/>
                  </a:lnTo>
                  <a:lnTo>
                    <a:pt x="92141" y="224475"/>
                  </a:lnTo>
                  <a:cubicBezTo>
                    <a:pt x="92141" y="224475"/>
                    <a:pt x="92141" y="224475"/>
                    <a:pt x="92141" y="224475"/>
                  </a:cubicBezTo>
                  <a:cubicBezTo>
                    <a:pt x="87693" y="224475"/>
                    <a:pt x="84198" y="227970"/>
                    <a:pt x="84198" y="232418"/>
                  </a:cubicBezTo>
                  <a:cubicBezTo>
                    <a:pt x="84198" y="236866"/>
                    <a:pt x="87693" y="240361"/>
                    <a:pt x="92141" y="240361"/>
                  </a:cubicBezTo>
                  <a:lnTo>
                    <a:pt x="191749" y="240679"/>
                  </a:lnTo>
                  <a:lnTo>
                    <a:pt x="191749" y="240679"/>
                  </a:lnTo>
                  <a:cubicBezTo>
                    <a:pt x="196197" y="240679"/>
                    <a:pt x="199692" y="237184"/>
                    <a:pt x="199692" y="232735"/>
                  </a:cubicBezTo>
                  <a:cubicBezTo>
                    <a:pt x="199692" y="228287"/>
                    <a:pt x="196197" y="224792"/>
                    <a:pt x="191749" y="224792"/>
                  </a:cubicBezTo>
                  <a:lnTo>
                    <a:pt x="149967" y="224792"/>
                  </a:lnTo>
                  <a:lnTo>
                    <a:pt x="149967" y="186188"/>
                  </a:lnTo>
                  <a:cubicBezTo>
                    <a:pt x="180946" y="183170"/>
                    <a:pt x="206841" y="162994"/>
                    <a:pt x="217961" y="135193"/>
                  </a:cubicBezTo>
                  <a:close/>
                  <a:moveTo>
                    <a:pt x="75619" y="104850"/>
                  </a:moveTo>
                  <a:lnTo>
                    <a:pt x="75619" y="15728"/>
                  </a:lnTo>
                  <a:lnTo>
                    <a:pt x="207317" y="15728"/>
                  </a:lnTo>
                  <a:lnTo>
                    <a:pt x="207317" y="104850"/>
                  </a:lnTo>
                  <a:cubicBezTo>
                    <a:pt x="207317" y="141230"/>
                    <a:pt x="177769" y="170779"/>
                    <a:pt x="141389" y="170779"/>
                  </a:cubicBezTo>
                  <a:cubicBezTo>
                    <a:pt x="105009" y="170779"/>
                    <a:pt x="75460" y="141230"/>
                    <a:pt x="75460" y="104850"/>
                  </a:cubicBezTo>
                  <a:close/>
                </a:path>
              </a:pathLst>
            </a:custGeom>
            <a:solidFill>
              <a:schemeClr val="bg1"/>
            </a:solidFill>
            <a:ln w="0" cap="flat">
              <a:noFill/>
              <a:prstDash val="solid"/>
              <a:miter/>
            </a:ln>
          </p:spPr>
          <p:txBody>
            <a:bodyPr/>
            <a:lstStyle/>
            <a:p>
              <a:endParaRPr lang="en-US"/>
            </a:p>
          </p:txBody>
        </p:sp>
        <p:sp>
          <p:nvSpPr>
            <p:cNvPr id="41" name="Freeform: Shape 40">
              <a:extLst>
                <a:ext uri="{FF2B5EF4-FFF2-40B4-BE49-F238E27FC236}">
                  <a16:creationId xmlns:a16="http://schemas.microsoft.com/office/drawing/2014/main" id="{E46E0F95-343C-0F5F-70AA-886DED3FA57E}"/>
                </a:ext>
              </a:extLst>
            </p:cNvPr>
            <p:cNvSpPr/>
            <p:nvPr/>
          </p:nvSpPr>
          <p:spPr>
            <a:xfrm>
              <a:off x="12595612" y="3923953"/>
              <a:ext cx="87375" cy="87375"/>
            </a:xfrm>
            <a:custGeom>
              <a:avLst/>
              <a:gdLst>
                <a:gd name="csX0" fmla="*/ 43688 w 87375"/>
                <a:gd name="csY0" fmla="*/ 87375 h 87375"/>
                <a:gd name="csX1" fmla="*/ 87375 w 87375"/>
                <a:gd name="csY1" fmla="*/ 43688 h 87375"/>
                <a:gd name="csX2" fmla="*/ 43688 w 87375"/>
                <a:gd name="csY2" fmla="*/ 0 h 87375"/>
                <a:gd name="csX3" fmla="*/ 0 w 87375"/>
                <a:gd name="csY3" fmla="*/ 43688 h 87375"/>
                <a:gd name="csX4" fmla="*/ 43688 w 87375"/>
                <a:gd name="csY4" fmla="*/ 87375 h 87375"/>
                <a:gd name="csX5" fmla="*/ 43688 w 87375"/>
                <a:gd name="csY5" fmla="*/ 15886 h 87375"/>
                <a:gd name="csX6" fmla="*/ 71489 w 87375"/>
                <a:gd name="csY6" fmla="*/ 43688 h 87375"/>
                <a:gd name="csX7" fmla="*/ 43688 w 87375"/>
                <a:gd name="csY7" fmla="*/ 71489 h 87375"/>
                <a:gd name="csX8" fmla="*/ 15886 w 87375"/>
                <a:gd name="csY8" fmla="*/ 43688 h 87375"/>
                <a:gd name="csX9" fmla="*/ 43688 w 87375"/>
                <a:gd name="csY9" fmla="*/ 15886 h 873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7375" h="87375">
                  <a:moveTo>
                    <a:pt x="43688" y="87375"/>
                  </a:moveTo>
                  <a:cubicBezTo>
                    <a:pt x="67835" y="87375"/>
                    <a:pt x="87375" y="67835"/>
                    <a:pt x="87375" y="43688"/>
                  </a:cubicBezTo>
                  <a:cubicBezTo>
                    <a:pt x="87375" y="19540"/>
                    <a:pt x="67835" y="0"/>
                    <a:pt x="43688" y="0"/>
                  </a:cubicBezTo>
                  <a:cubicBezTo>
                    <a:pt x="19540" y="0"/>
                    <a:pt x="0" y="19540"/>
                    <a:pt x="0" y="43688"/>
                  </a:cubicBezTo>
                  <a:cubicBezTo>
                    <a:pt x="0" y="67835"/>
                    <a:pt x="19540" y="87375"/>
                    <a:pt x="43688" y="87375"/>
                  </a:cubicBezTo>
                  <a:close/>
                  <a:moveTo>
                    <a:pt x="43688" y="15886"/>
                  </a:moveTo>
                  <a:cubicBezTo>
                    <a:pt x="58938" y="15886"/>
                    <a:pt x="71489" y="28437"/>
                    <a:pt x="71489" y="43688"/>
                  </a:cubicBezTo>
                  <a:cubicBezTo>
                    <a:pt x="71489" y="58938"/>
                    <a:pt x="58938" y="71489"/>
                    <a:pt x="43688" y="71489"/>
                  </a:cubicBezTo>
                  <a:cubicBezTo>
                    <a:pt x="28437" y="71489"/>
                    <a:pt x="15886" y="58938"/>
                    <a:pt x="15886" y="43688"/>
                  </a:cubicBezTo>
                  <a:cubicBezTo>
                    <a:pt x="15886" y="28437"/>
                    <a:pt x="28437" y="15886"/>
                    <a:pt x="43688" y="15886"/>
                  </a:cubicBezTo>
                  <a:close/>
                </a:path>
              </a:pathLst>
            </a:custGeom>
            <a:solidFill>
              <a:schemeClr val="bg1"/>
            </a:solidFill>
            <a:ln w="0" cap="flat">
              <a:noFill/>
              <a:prstDash val="solid"/>
              <a:miter/>
            </a:ln>
          </p:spPr>
          <p:txBody>
            <a:bodyPr/>
            <a:lstStyle/>
            <a:p>
              <a:endParaRPr lang="en-US"/>
            </a:p>
          </p:txBody>
        </p:sp>
        <p:sp>
          <p:nvSpPr>
            <p:cNvPr id="43" name="Freeform: Shape 42">
              <a:extLst>
                <a:ext uri="{FF2B5EF4-FFF2-40B4-BE49-F238E27FC236}">
                  <a16:creationId xmlns:a16="http://schemas.microsoft.com/office/drawing/2014/main" id="{64325A24-FD74-58F0-74CC-2B0E512CB68B}"/>
                </a:ext>
              </a:extLst>
            </p:cNvPr>
            <p:cNvSpPr/>
            <p:nvPr/>
          </p:nvSpPr>
          <p:spPr>
            <a:xfrm>
              <a:off x="12549383" y="4019589"/>
              <a:ext cx="256644" cy="286907"/>
            </a:xfrm>
            <a:custGeom>
              <a:avLst/>
              <a:gdLst>
                <a:gd name="csX0" fmla="*/ 248781 w 256644"/>
                <a:gd name="csY0" fmla="*/ 0 h 286907"/>
                <a:gd name="csX1" fmla="*/ 49248 w 256644"/>
                <a:gd name="csY1" fmla="*/ 0 h 286907"/>
                <a:gd name="csX2" fmla="*/ 0 w 256644"/>
                <a:gd name="csY2" fmla="*/ 49248 h 286907"/>
                <a:gd name="csX3" fmla="*/ 0 w 256644"/>
                <a:gd name="csY3" fmla="*/ 147108 h 286907"/>
                <a:gd name="csX4" fmla="*/ 21923 w 256644"/>
                <a:gd name="csY4" fmla="*/ 173003 h 286907"/>
                <a:gd name="csX5" fmla="*/ 35585 w 256644"/>
                <a:gd name="csY5" fmla="*/ 171096 h 286907"/>
                <a:gd name="csX6" fmla="*/ 40510 w 256644"/>
                <a:gd name="csY6" fmla="*/ 279283 h 286907"/>
                <a:gd name="csX7" fmla="*/ 48453 w 256644"/>
                <a:gd name="csY7" fmla="*/ 286908 h 286907"/>
                <a:gd name="csX8" fmla="*/ 48771 w 256644"/>
                <a:gd name="csY8" fmla="*/ 286908 h 286907"/>
                <a:gd name="csX9" fmla="*/ 56397 w 256644"/>
                <a:gd name="csY9" fmla="*/ 278647 h 286907"/>
                <a:gd name="csX10" fmla="*/ 51154 w 256644"/>
                <a:gd name="csY10" fmla="*/ 164265 h 286907"/>
                <a:gd name="csX11" fmla="*/ 51154 w 256644"/>
                <a:gd name="csY11" fmla="*/ 50360 h 286907"/>
                <a:gd name="csX12" fmla="*/ 43211 w 256644"/>
                <a:gd name="csY12" fmla="*/ 42417 h 286907"/>
                <a:gd name="csX13" fmla="*/ 35268 w 256644"/>
                <a:gd name="csY13" fmla="*/ 50360 h 286907"/>
                <a:gd name="csX14" fmla="*/ 35268 w 256644"/>
                <a:gd name="csY14" fmla="*/ 147902 h 286907"/>
                <a:gd name="csX15" fmla="*/ 35268 w 256644"/>
                <a:gd name="csY15" fmla="*/ 147902 h 286907"/>
                <a:gd name="csX16" fmla="*/ 31932 w 256644"/>
                <a:gd name="csY16" fmla="*/ 155210 h 286907"/>
                <a:gd name="csX17" fmla="*/ 24147 w 256644"/>
                <a:gd name="csY17" fmla="*/ 157434 h 286907"/>
                <a:gd name="csX18" fmla="*/ 15886 w 256644"/>
                <a:gd name="csY18" fmla="*/ 147267 h 286907"/>
                <a:gd name="csX19" fmla="*/ 15886 w 256644"/>
                <a:gd name="csY19" fmla="*/ 49407 h 286907"/>
                <a:gd name="csX20" fmla="*/ 49248 w 256644"/>
                <a:gd name="csY20" fmla="*/ 16045 h 286907"/>
                <a:gd name="csX21" fmla="*/ 239567 w 256644"/>
                <a:gd name="csY21" fmla="*/ 16045 h 286907"/>
                <a:gd name="csX22" fmla="*/ 212242 w 256644"/>
                <a:gd name="csY22" fmla="*/ 39557 h 286907"/>
                <a:gd name="csX23" fmla="*/ 136305 w 256644"/>
                <a:gd name="csY23" fmla="*/ 44958 h 286907"/>
                <a:gd name="csX24" fmla="*/ 128997 w 256644"/>
                <a:gd name="csY24" fmla="*/ 52902 h 286907"/>
                <a:gd name="csX25" fmla="*/ 128997 w 256644"/>
                <a:gd name="csY25" fmla="*/ 163789 h 286907"/>
                <a:gd name="csX26" fmla="*/ 123755 w 256644"/>
                <a:gd name="csY26" fmla="*/ 278647 h 286907"/>
                <a:gd name="csX27" fmla="*/ 131380 w 256644"/>
                <a:gd name="csY27" fmla="*/ 286908 h 286907"/>
                <a:gd name="csX28" fmla="*/ 131698 w 256644"/>
                <a:gd name="csY28" fmla="*/ 286908 h 286907"/>
                <a:gd name="csX29" fmla="*/ 139641 w 256644"/>
                <a:gd name="csY29" fmla="*/ 279283 h 286907"/>
                <a:gd name="csX30" fmla="*/ 144884 w 256644"/>
                <a:gd name="csY30" fmla="*/ 164106 h 286907"/>
                <a:gd name="csX31" fmla="*/ 144884 w 256644"/>
                <a:gd name="csY31" fmla="*/ 60209 h 286907"/>
                <a:gd name="csX32" fmla="*/ 213513 w 256644"/>
                <a:gd name="csY32" fmla="*/ 55285 h 286907"/>
                <a:gd name="csX33" fmla="*/ 255771 w 256644"/>
                <a:gd name="csY33" fmla="*/ 15410 h 286907"/>
                <a:gd name="csX34" fmla="*/ 256565 w 256644"/>
                <a:gd name="csY34" fmla="*/ 9055 h 286907"/>
                <a:gd name="csX35" fmla="*/ 254659 w 256644"/>
                <a:gd name="csY35" fmla="*/ 2701 h 286907"/>
                <a:gd name="csX36" fmla="*/ 248622 w 256644"/>
                <a:gd name="csY36" fmla="*/ 0 h 2869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56644" h="286907">
                  <a:moveTo>
                    <a:pt x="248781" y="0"/>
                  </a:moveTo>
                  <a:lnTo>
                    <a:pt x="49248" y="0"/>
                  </a:lnTo>
                  <a:cubicBezTo>
                    <a:pt x="22082" y="0"/>
                    <a:pt x="0" y="22082"/>
                    <a:pt x="0" y="49248"/>
                  </a:cubicBezTo>
                  <a:lnTo>
                    <a:pt x="0" y="147108"/>
                  </a:lnTo>
                  <a:cubicBezTo>
                    <a:pt x="0" y="160135"/>
                    <a:pt x="9373" y="171255"/>
                    <a:pt x="21923" y="173003"/>
                  </a:cubicBezTo>
                  <a:cubicBezTo>
                    <a:pt x="26689" y="173638"/>
                    <a:pt x="31296" y="173003"/>
                    <a:pt x="35585" y="171096"/>
                  </a:cubicBezTo>
                  <a:lnTo>
                    <a:pt x="40510" y="279283"/>
                  </a:lnTo>
                  <a:cubicBezTo>
                    <a:pt x="40669" y="283572"/>
                    <a:pt x="44164" y="286908"/>
                    <a:pt x="48453" y="286908"/>
                  </a:cubicBezTo>
                  <a:cubicBezTo>
                    <a:pt x="48453" y="286908"/>
                    <a:pt x="48771" y="286908"/>
                    <a:pt x="48771" y="286908"/>
                  </a:cubicBezTo>
                  <a:cubicBezTo>
                    <a:pt x="53219" y="286749"/>
                    <a:pt x="56555" y="282936"/>
                    <a:pt x="56397" y="278647"/>
                  </a:cubicBezTo>
                  <a:lnTo>
                    <a:pt x="51154" y="164265"/>
                  </a:lnTo>
                  <a:lnTo>
                    <a:pt x="51154" y="50360"/>
                  </a:lnTo>
                  <a:cubicBezTo>
                    <a:pt x="51154" y="45912"/>
                    <a:pt x="47659" y="42417"/>
                    <a:pt x="43211" y="42417"/>
                  </a:cubicBezTo>
                  <a:cubicBezTo>
                    <a:pt x="38763" y="42417"/>
                    <a:pt x="35268" y="45912"/>
                    <a:pt x="35268" y="50360"/>
                  </a:cubicBezTo>
                  <a:lnTo>
                    <a:pt x="35268" y="147902"/>
                  </a:lnTo>
                  <a:cubicBezTo>
                    <a:pt x="35268" y="147902"/>
                    <a:pt x="35268" y="147902"/>
                    <a:pt x="35268" y="147902"/>
                  </a:cubicBezTo>
                  <a:cubicBezTo>
                    <a:pt x="35268" y="150762"/>
                    <a:pt x="33997" y="153304"/>
                    <a:pt x="31932" y="155210"/>
                  </a:cubicBezTo>
                  <a:cubicBezTo>
                    <a:pt x="29708" y="157116"/>
                    <a:pt x="27007" y="157911"/>
                    <a:pt x="24147" y="157434"/>
                  </a:cubicBezTo>
                  <a:cubicBezTo>
                    <a:pt x="19540" y="156799"/>
                    <a:pt x="15886" y="152350"/>
                    <a:pt x="15886" y="147267"/>
                  </a:cubicBezTo>
                  <a:lnTo>
                    <a:pt x="15886" y="49407"/>
                  </a:lnTo>
                  <a:cubicBezTo>
                    <a:pt x="15886" y="30978"/>
                    <a:pt x="30820" y="16045"/>
                    <a:pt x="49248" y="16045"/>
                  </a:cubicBezTo>
                  <a:lnTo>
                    <a:pt x="239567" y="16045"/>
                  </a:lnTo>
                  <a:cubicBezTo>
                    <a:pt x="236707" y="28913"/>
                    <a:pt x="225587" y="38604"/>
                    <a:pt x="212242" y="39557"/>
                  </a:cubicBezTo>
                  <a:lnTo>
                    <a:pt x="136305" y="44958"/>
                  </a:lnTo>
                  <a:cubicBezTo>
                    <a:pt x="132175" y="45276"/>
                    <a:pt x="128997" y="48771"/>
                    <a:pt x="128997" y="52902"/>
                  </a:cubicBezTo>
                  <a:lnTo>
                    <a:pt x="128997" y="163789"/>
                  </a:lnTo>
                  <a:cubicBezTo>
                    <a:pt x="128997" y="163789"/>
                    <a:pt x="123755" y="278647"/>
                    <a:pt x="123755" y="278647"/>
                  </a:cubicBezTo>
                  <a:cubicBezTo>
                    <a:pt x="123596" y="283095"/>
                    <a:pt x="126932" y="286749"/>
                    <a:pt x="131380" y="286908"/>
                  </a:cubicBezTo>
                  <a:cubicBezTo>
                    <a:pt x="131380" y="286908"/>
                    <a:pt x="131698" y="286908"/>
                    <a:pt x="131698" y="286908"/>
                  </a:cubicBezTo>
                  <a:cubicBezTo>
                    <a:pt x="135987" y="286908"/>
                    <a:pt x="139482" y="283572"/>
                    <a:pt x="139641" y="279283"/>
                  </a:cubicBezTo>
                  <a:lnTo>
                    <a:pt x="144884" y="164106"/>
                  </a:lnTo>
                  <a:lnTo>
                    <a:pt x="144884" y="60209"/>
                  </a:lnTo>
                  <a:lnTo>
                    <a:pt x="213513" y="55285"/>
                  </a:lnTo>
                  <a:cubicBezTo>
                    <a:pt x="235118" y="53696"/>
                    <a:pt x="253070" y="37015"/>
                    <a:pt x="255771" y="15410"/>
                  </a:cubicBezTo>
                  <a:lnTo>
                    <a:pt x="256565" y="9055"/>
                  </a:lnTo>
                  <a:cubicBezTo>
                    <a:pt x="256883" y="6831"/>
                    <a:pt x="256247" y="4448"/>
                    <a:pt x="254659" y="2701"/>
                  </a:cubicBezTo>
                  <a:cubicBezTo>
                    <a:pt x="253229" y="953"/>
                    <a:pt x="251005" y="0"/>
                    <a:pt x="248622" y="0"/>
                  </a:cubicBezTo>
                  <a:close/>
                </a:path>
              </a:pathLst>
            </a:custGeom>
            <a:solidFill>
              <a:schemeClr val="bg1"/>
            </a:solidFill>
            <a:ln w="0" cap="flat">
              <a:noFill/>
              <a:prstDash val="solid"/>
              <a:miter/>
            </a:ln>
          </p:spPr>
          <p:txBody>
            <a:bodyPr/>
            <a:lstStyle/>
            <a:p>
              <a:endParaRPr lang="en-US"/>
            </a:p>
          </p:txBody>
        </p:sp>
        <p:sp>
          <p:nvSpPr>
            <p:cNvPr id="44" name="Freeform: Shape 43">
              <a:extLst>
                <a:ext uri="{FF2B5EF4-FFF2-40B4-BE49-F238E27FC236}">
                  <a16:creationId xmlns:a16="http://schemas.microsoft.com/office/drawing/2014/main" id="{D37BC860-66EA-F38F-B0AC-8BEBD2608ABB}"/>
                </a:ext>
              </a:extLst>
            </p:cNvPr>
            <p:cNvSpPr/>
            <p:nvPr/>
          </p:nvSpPr>
          <p:spPr>
            <a:xfrm>
              <a:off x="12631357" y="4165426"/>
              <a:ext cx="15886" cy="140912"/>
            </a:xfrm>
            <a:custGeom>
              <a:avLst/>
              <a:gdLst>
                <a:gd name="csX0" fmla="*/ 7943 w 15886"/>
                <a:gd name="csY0" fmla="*/ 0 h 140912"/>
                <a:gd name="csX1" fmla="*/ 0 w 15886"/>
                <a:gd name="csY1" fmla="*/ 7943 h 140912"/>
                <a:gd name="csX2" fmla="*/ 0 w 15886"/>
                <a:gd name="csY2" fmla="*/ 132969 h 140912"/>
                <a:gd name="csX3" fmla="*/ 7943 w 15886"/>
                <a:gd name="csY3" fmla="*/ 140912 h 140912"/>
                <a:gd name="csX4" fmla="*/ 15886 w 15886"/>
                <a:gd name="csY4" fmla="*/ 132969 h 140912"/>
                <a:gd name="csX5" fmla="*/ 15886 w 15886"/>
                <a:gd name="csY5" fmla="*/ 7943 h 140912"/>
                <a:gd name="csX6" fmla="*/ 7943 w 15886"/>
                <a:gd name="csY6" fmla="*/ 0 h 1409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886" h="140912">
                  <a:moveTo>
                    <a:pt x="7943" y="0"/>
                  </a:moveTo>
                  <a:cubicBezTo>
                    <a:pt x="3495" y="0"/>
                    <a:pt x="0" y="3495"/>
                    <a:pt x="0" y="7943"/>
                  </a:cubicBezTo>
                  <a:lnTo>
                    <a:pt x="0" y="132969"/>
                  </a:lnTo>
                  <a:cubicBezTo>
                    <a:pt x="0" y="137417"/>
                    <a:pt x="3495" y="140912"/>
                    <a:pt x="7943" y="140912"/>
                  </a:cubicBezTo>
                  <a:cubicBezTo>
                    <a:pt x="12391" y="140912"/>
                    <a:pt x="15886" y="137417"/>
                    <a:pt x="15886" y="132969"/>
                  </a:cubicBezTo>
                  <a:lnTo>
                    <a:pt x="15886" y="7943"/>
                  </a:lnTo>
                  <a:cubicBezTo>
                    <a:pt x="15886" y="3495"/>
                    <a:pt x="12391" y="0"/>
                    <a:pt x="7943" y="0"/>
                  </a:cubicBezTo>
                  <a:close/>
                </a:path>
              </a:pathLst>
            </a:custGeom>
            <a:solidFill>
              <a:schemeClr val="bg1"/>
            </a:solidFill>
            <a:ln w="0" cap="flat">
              <a:solidFill>
                <a:schemeClr val="bg1"/>
              </a:solidFill>
              <a:prstDash val="solid"/>
              <a:miter/>
            </a:ln>
          </p:spPr>
          <p:txBody>
            <a:bodyPr/>
            <a:lstStyle/>
            <a:p>
              <a:endParaRPr lang="en-US"/>
            </a:p>
          </p:txBody>
        </p:sp>
        <p:sp>
          <p:nvSpPr>
            <p:cNvPr id="71" name="Freeform: Shape 70">
              <a:extLst>
                <a:ext uri="{FF2B5EF4-FFF2-40B4-BE49-F238E27FC236}">
                  <a16:creationId xmlns:a16="http://schemas.microsoft.com/office/drawing/2014/main" id="{82C3647E-5037-5154-625E-6BADD0FC4AEA}"/>
                </a:ext>
              </a:extLst>
            </p:cNvPr>
            <p:cNvSpPr/>
            <p:nvPr/>
          </p:nvSpPr>
          <p:spPr>
            <a:xfrm>
              <a:off x="12698836" y="3791779"/>
              <a:ext cx="111151" cy="107233"/>
            </a:xfrm>
            <a:custGeom>
              <a:avLst/>
              <a:gdLst>
                <a:gd name="csX0" fmla="*/ 78040 w 111151"/>
                <a:gd name="csY0" fmla="*/ 105644 h 107233"/>
                <a:gd name="csX1" fmla="*/ 78040 w 111151"/>
                <a:gd name="csY1" fmla="*/ 105644 h 107233"/>
                <a:gd name="csX2" fmla="*/ 90114 w 111151"/>
                <a:gd name="csY2" fmla="*/ 104691 h 107233"/>
                <a:gd name="csX3" fmla="*/ 94562 w 111151"/>
                <a:gd name="csY3" fmla="*/ 93412 h 107233"/>
                <a:gd name="csX4" fmla="*/ 90114 w 111151"/>
                <a:gd name="csY4" fmla="*/ 68947 h 107233"/>
                <a:gd name="csX5" fmla="*/ 107748 w 111151"/>
                <a:gd name="csY5" fmla="*/ 51472 h 107233"/>
                <a:gd name="csX6" fmla="*/ 110607 w 111151"/>
                <a:gd name="csY6" fmla="*/ 39716 h 107233"/>
                <a:gd name="csX7" fmla="*/ 101234 w 111151"/>
                <a:gd name="csY7" fmla="*/ 31932 h 107233"/>
                <a:gd name="csX8" fmla="*/ 76610 w 111151"/>
                <a:gd name="csY8" fmla="*/ 28595 h 107233"/>
                <a:gd name="csX9" fmla="*/ 65490 w 111151"/>
                <a:gd name="csY9" fmla="*/ 6355 h 107233"/>
                <a:gd name="csX10" fmla="*/ 55164 w 111151"/>
                <a:gd name="csY10" fmla="*/ 0 h 107233"/>
                <a:gd name="csX11" fmla="*/ 44996 w 111151"/>
                <a:gd name="csY11" fmla="*/ 6513 h 107233"/>
                <a:gd name="csX12" fmla="*/ 34194 w 111151"/>
                <a:gd name="csY12" fmla="*/ 28754 h 107233"/>
                <a:gd name="csX13" fmla="*/ 9729 w 111151"/>
                <a:gd name="csY13" fmla="*/ 32567 h 107233"/>
                <a:gd name="csX14" fmla="*/ 515 w 111151"/>
                <a:gd name="csY14" fmla="*/ 40510 h 107233"/>
                <a:gd name="csX15" fmla="*/ 3533 w 111151"/>
                <a:gd name="csY15" fmla="*/ 52266 h 107233"/>
                <a:gd name="csX16" fmla="*/ 21326 w 111151"/>
                <a:gd name="csY16" fmla="*/ 69423 h 107233"/>
                <a:gd name="csX17" fmla="*/ 17354 w 111151"/>
                <a:gd name="csY17" fmla="*/ 93889 h 107233"/>
                <a:gd name="csX18" fmla="*/ 21961 w 111151"/>
                <a:gd name="csY18" fmla="*/ 105009 h 107233"/>
                <a:gd name="csX19" fmla="*/ 28633 w 111151"/>
                <a:gd name="csY19" fmla="*/ 107233 h 107233"/>
                <a:gd name="csX20" fmla="*/ 34035 w 111151"/>
                <a:gd name="csY20" fmla="*/ 105803 h 107233"/>
                <a:gd name="csX21" fmla="*/ 55958 w 111151"/>
                <a:gd name="csY21" fmla="*/ 94047 h 107233"/>
                <a:gd name="csX22" fmla="*/ 78040 w 111151"/>
                <a:gd name="csY22" fmla="*/ 105486 h 107233"/>
                <a:gd name="csX23" fmla="*/ 52145 w 111151"/>
                <a:gd name="csY23" fmla="*/ 78320 h 107233"/>
                <a:gd name="csX24" fmla="*/ 34511 w 111151"/>
                <a:gd name="csY24" fmla="*/ 87693 h 107233"/>
                <a:gd name="csX25" fmla="*/ 37689 w 111151"/>
                <a:gd name="csY25" fmla="*/ 67994 h 107233"/>
                <a:gd name="csX26" fmla="*/ 35306 w 111151"/>
                <a:gd name="csY26" fmla="*/ 61004 h 107233"/>
                <a:gd name="csX27" fmla="*/ 20849 w 111151"/>
                <a:gd name="csY27" fmla="*/ 47183 h 107233"/>
                <a:gd name="csX28" fmla="*/ 40707 w 111151"/>
                <a:gd name="csY28" fmla="*/ 44164 h 107233"/>
                <a:gd name="csX29" fmla="*/ 46585 w 111151"/>
                <a:gd name="csY29" fmla="*/ 39716 h 107233"/>
                <a:gd name="csX30" fmla="*/ 55323 w 111151"/>
                <a:gd name="csY30" fmla="*/ 21764 h 107233"/>
                <a:gd name="csX31" fmla="*/ 64378 w 111151"/>
                <a:gd name="csY31" fmla="*/ 39716 h 107233"/>
                <a:gd name="csX32" fmla="*/ 70415 w 111151"/>
                <a:gd name="csY32" fmla="*/ 44005 h 107233"/>
                <a:gd name="csX33" fmla="*/ 90273 w 111151"/>
                <a:gd name="csY33" fmla="*/ 46706 h 107233"/>
                <a:gd name="csX34" fmla="*/ 75975 w 111151"/>
                <a:gd name="csY34" fmla="*/ 60845 h 107233"/>
                <a:gd name="csX35" fmla="*/ 73751 w 111151"/>
                <a:gd name="csY35" fmla="*/ 67835 h 107233"/>
                <a:gd name="csX36" fmla="*/ 77246 w 111151"/>
                <a:gd name="csY36" fmla="*/ 87534 h 107233"/>
                <a:gd name="csX37" fmla="*/ 59453 w 111151"/>
                <a:gd name="csY37" fmla="*/ 78320 h 107233"/>
                <a:gd name="csX38" fmla="*/ 51986 w 111151"/>
                <a:gd name="csY38" fmla="*/ 78320 h 107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151" h="107233">
                  <a:moveTo>
                    <a:pt x="78040" y="105644"/>
                  </a:moveTo>
                  <a:lnTo>
                    <a:pt x="78040" y="105644"/>
                  </a:lnTo>
                  <a:cubicBezTo>
                    <a:pt x="82012" y="107710"/>
                    <a:pt x="86619" y="107233"/>
                    <a:pt x="90114" y="104691"/>
                  </a:cubicBezTo>
                  <a:cubicBezTo>
                    <a:pt x="93609" y="102149"/>
                    <a:pt x="95356" y="97701"/>
                    <a:pt x="94562" y="93412"/>
                  </a:cubicBezTo>
                  <a:lnTo>
                    <a:pt x="90114" y="68947"/>
                  </a:lnTo>
                  <a:lnTo>
                    <a:pt x="107748" y="51472"/>
                  </a:lnTo>
                  <a:cubicBezTo>
                    <a:pt x="110925" y="48453"/>
                    <a:pt x="111878" y="43846"/>
                    <a:pt x="110607" y="39716"/>
                  </a:cubicBezTo>
                  <a:cubicBezTo>
                    <a:pt x="109177" y="35585"/>
                    <a:pt x="105682" y="32567"/>
                    <a:pt x="101234" y="31932"/>
                  </a:cubicBezTo>
                  <a:lnTo>
                    <a:pt x="76610" y="28595"/>
                  </a:lnTo>
                  <a:lnTo>
                    <a:pt x="65490" y="6355"/>
                  </a:lnTo>
                  <a:cubicBezTo>
                    <a:pt x="63583" y="2383"/>
                    <a:pt x="59453" y="635"/>
                    <a:pt x="55164" y="0"/>
                  </a:cubicBezTo>
                  <a:cubicBezTo>
                    <a:pt x="50716" y="0"/>
                    <a:pt x="46903" y="2542"/>
                    <a:pt x="44996" y="6513"/>
                  </a:cubicBezTo>
                  <a:lnTo>
                    <a:pt x="34194" y="28754"/>
                  </a:lnTo>
                  <a:lnTo>
                    <a:pt x="9729" y="32567"/>
                  </a:lnTo>
                  <a:cubicBezTo>
                    <a:pt x="5439" y="33203"/>
                    <a:pt x="1944" y="36221"/>
                    <a:pt x="515" y="40510"/>
                  </a:cubicBezTo>
                  <a:cubicBezTo>
                    <a:pt x="-756" y="44641"/>
                    <a:pt x="356" y="49248"/>
                    <a:pt x="3533" y="52266"/>
                  </a:cubicBezTo>
                  <a:lnTo>
                    <a:pt x="21326" y="69423"/>
                  </a:lnTo>
                  <a:lnTo>
                    <a:pt x="17354" y="93889"/>
                  </a:lnTo>
                  <a:cubicBezTo>
                    <a:pt x="16719" y="98178"/>
                    <a:pt x="18466" y="102467"/>
                    <a:pt x="21961" y="105009"/>
                  </a:cubicBezTo>
                  <a:cubicBezTo>
                    <a:pt x="24026" y="106439"/>
                    <a:pt x="26250" y="107233"/>
                    <a:pt x="28633" y="107233"/>
                  </a:cubicBezTo>
                  <a:cubicBezTo>
                    <a:pt x="30540" y="107233"/>
                    <a:pt x="32287" y="106756"/>
                    <a:pt x="34035" y="105803"/>
                  </a:cubicBezTo>
                  <a:lnTo>
                    <a:pt x="55958" y="94047"/>
                  </a:lnTo>
                  <a:lnTo>
                    <a:pt x="78040" y="105486"/>
                  </a:lnTo>
                  <a:close/>
                  <a:moveTo>
                    <a:pt x="52145" y="78320"/>
                  </a:moveTo>
                  <a:lnTo>
                    <a:pt x="34511" y="87693"/>
                  </a:lnTo>
                  <a:lnTo>
                    <a:pt x="37689" y="67994"/>
                  </a:lnTo>
                  <a:cubicBezTo>
                    <a:pt x="38165" y="65452"/>
                    <a:pt x="37212" y="62751"/>
                    <a:pt x="35306" y="61004"/>
                  </a:cubicBezTo>
                  <a:lnTo>
                    <a:pt x="20849" y="47183"/>
                  </a:lnTo>
                  <a:lnTo>
                    <a:pt x="40707" y="44164"/>
                  </a:lnTo>
                  <a:cubicBezTo>
                    <a:pt x="43249" y="43846"/>
                    <a:pt x="45473" y="42099"/>
                    <a:pt x="46585" y="39716"/>
                  </a:cubicBezTo>
                  <a:lnTo>
                    <a:pt x="55323" y="21764"/>
                  </a:lnTo>
                  <a:lnTo>
                    <a:pt x="64378" y="39716"/>
                  </a:lnTo>
                  <a:cubicBezTo>
                    <a:pt x="65490" y="42099"/>
                    <a:pt x="67873" y="43688"/>
                    <a:pt x="70415" y="44005"/>
                  </a:cubicBezTo>
                  <a:lnTo>
                    <a:pt x="90273" y="46706"/>
                  </a:lnTo>
                  <a:lnTo>
                    <a:pt x="75975" y="60845"/>
                  </a:lnTo>
                  <a:cubicBezTo>
                    <a:pt x="74068" y="62751"/>
                    <a:pt x="73274" y="65293"/>
                    <a:pt x="73751" y="67835"/>
                  </a:cubicBezTo>
                  <a:lnTo>
                    <a:pt x="77246" y="87534"/>
                  </a:lnTo>
                  <a:lnTo>
                    <a:pt x="59453" y="78320"/>
                  </a:lnTo>
                  <a:cubicBezTo>
                    <a:pt x="57070" y="77208"/>
                    <a:pt x="54369" y="77208"/>
                    <a:pt x="51986" y="78320"/>
                  </a:cubicBezTo>
                  <a:close/>
                </a:path>
              </a:pathLst>
            </a:custGeom>
            <a:solidFill>
              <a:schemeClr val="bg1"/>
            </a:solidFill>
            <a:ln w="0" cap="flat">
              <a:noFill/>
              <a:prstDash val="solid"/>
              <a:miter/>
            </a:ln>
          </p:spPr>
          <p:txBody>
            <a:bodyPr/>
            <a:lstStyle/>
            <a:p>
              <a:endParaRPr lang="en-US"/>
            </a:p>
          </p:txBody>
        </p:sp>
      </p:grpSp>
      <p:grpSp>
        <p:nvGrpSpPr>
          <p:cNvPr id="138" name="Graphic 20">
            <a:extLst>
              <a:ext uri="{FF2B5EF4-FFF2-40B4-BE49-F238E27FC236}">
                <a16:creationId xmlns:a16="http://schemas.microsoft.com/office/drawing/2014/main" id="{C6F8F07C-15CE-F6A6-D4D3-644BB4681916}"/>
              </a:ext>
            </a:extLst>
          </p:cNvPr>
          <p:cNvGrpSpPr/>
          <p:nvPr/>
        </p:nvGrpSpPr>
        <p:grpSpPr>
          <a:xfrm>
            <a:off x="7324151" y="3500144"/>
            <a:ext cx="407096" cy="307009"/>
            <a:chOff x="5842001" y="3197410"/>
            <a:chExt cx="507998" cy="373528"/>
          </a:xfrm>
          <a:solidFill>
            <a:schemeClr val="bg1"/>
          </a:solidFill>
        </p:grpSpPr>
        <p:sp>
          <p:nvSpPr>
            <p:cNvPr id="139" name="Freeform: Shape 138">
              <a:extLst>
                <a:ext uri="{FF2B5EF4-FFF2-40B4-BE49-F238E27FC236}">
                  <a16:creationId xmlns:a16="http://schemas.microsoft.com/office/drawing/2014/main" id="{C8372157-5CD5-5659-5CA7-A94F9D72F3AB}"/>
                </a:ext>
              </a:extLst>
            </p:cNvPr>
            <p:cNvSpPr/>
            <p:nvPr/>
          </p:nvSpPr>
          <p:spPr>
            <a:xfrm>
              <a:off x="5842001" y="3197410"/>
              <a:ext cx="507998" cy="373528"/>
            </a:xfrm>
            <a:custGeom>
              <a:avLst/>
              <a:gdLst>
                <a:gd name="connsiteX0" fmla="*/ 485586 w 507998"/>
                <a:gd name="connsiteY0" fmla="*/ 0 h 373528"/>
                <a:gd name="connsiteX1" fmla="*/ 22412 w 507998"/>
                <a:gd name="connsiteY1" fmla="*/ 0 h 373528"/>
                <a:gd name="connsiteX2" fmla="*/ 0 w 507998"/>
                <a:gd name="connsiteY2" fmla="*/ 22412 h 373528"/>
                <a:gd name="connsiteX3" fmla="*/ 0 w 507998"/>
                <a:gd name="connsiteY3" fmla="*/ 306293 h 373528"/>
                <a:gd name="connsiteX4" fmla="*/ 22412 w 507998"/>
                <a:gd name="connsiteY4" fmla="*/ 328705 h 373528"/>
                <a:gd name="connsiteX5" fmla="*/ 246528 w 507998"/>
                <a:gd name="connsiteY5" fmla="*/ 328705 h 373528"/>
                <a:gd name="connsiteX6" fmla="*/ 246528 w 507998"/>
                <a:gd name="connsiteY6" fmla="*/ 358587 h 373528"/>
                <a:gd name="connsiteX7" fmla="*/ 141941 w 507998"/>
                <a:gd name="connsiteY7" fmla="*/ 358587 h 373528"/>
                <a:gd name="connsiteX8" fmla="*/ 134470 w 507998"/>
                <a:gd name="connsiteY8" fmla="*/ 366057 h 373528"/>
                <a:gd name="connsiteX9" fmla="*/ 141941 w 507998"/>
                <a:gd name="connsiteY9" fmla="*/ 373528 h 373528"/>
                <a:gd name="connsiteX10" fmla="*/ 366057 w 507998"/>
                <a:gd name="connsiteY10" fmla="*/ 373528 h 373528"/>
                <a:gd name="connsiteX11" fmla="*/ 373528 w 507998"/>
                <a:gd name="connsiteY11" fmla="*/ 366057 h 373528"/>
                <a:gd name="connsiteX12" fmla="*/ 366057 w 507998"/>
                <a:gd name="connsiteY12" fmla="*/ 358587 h 373528"/>
                <a:gd name="connsiteX13" fmla="*/ 261470 w 507998"/>
                <a:gd name="connsiteY13" fmla="*/ 358587 h 373528"/>
                <a:gd name="connsiteX14" fmla="*/ 261470 w 507998"/>
                <a:gd name="connsiteY14" fmla="*/ 328705 h 373528"/>
                <a:gd name="connsiteX15" fmla="*/ 485586 w 507998"/>
                <a:gd name="connsiteY15" fmla="*/ 328705 h 373528"/>
                <a:gd name="connsiteX16" fmla="*/ 507998 w 507998"/>
                <a:gd name="connsiteY16" fmla="*/ 306293 h 373528"/>
                <a:gd name="connsiteX17" fmla="*/ 507998 w 507998"/>
                <a:gd name="connsiteY17" fmla="*/ 22412 h 373528"/>
                <a:gd name="connsiteX18" fmla="*/ 485586 w 507998"/>
                <a:gd name="connsiteY18" fmla="*/ 0 h 373528"/>
                <a:gd name="connsiteX19" fmla="*/ 493057 w 507998"/>
                <a:gd name="connsiteY19" fmla="*/ 306293 h 373528"/>
                <a:gd name="connsiteX20" fmla="*/ 485586 w 507998"/>
                <a:gd name="connsiteY20" fmla="*/ 313764 h 373528"/>
                <a:gd name="connsiteX21" fmla="*/ 22412 w 507998"/>
                <a:gd name="connsiteY21" fmla="*/ 313764 h 373528"/>
                <a:gd name="connsiteX22" fmla="*/ 14941 w 507998"/>
                <a:gd name="connsiteY22" fmla="*/ 306293 h 373528"/>
                <a:gd name="connsiteX23" fmla="*/ 14941 w 507998"/>
                <a:gd name="connsiteY23" fmla="*/ 22412 h 373528"/>
                <a:gd name="connsiteX24" fmla="*/ 22412 w 507998"/>
                <a:gd name="connsiteY24" fmla="*/ 14941 h 373528"/>
                <a:gd name="connsiteX25" fmla="*/ 485586 w 507998"/>
                <a:gd name="connsiteY25" fmla="*/ 14941 h 373528"/>
                <a:gd name="connsiteX26" fmla="*/ 493057 w 507998"/>
                <a:gd name="connsiteY26" fmla="*/ 22412 h 373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7998" h="373528">
                  <a:moveTo>
                    <a:pt x="485586" y="0"/>
                  </a:moveTo>
                  <a:lnTo>
                    <a:pt x="22412" y="0"/>
                  </a:lnTo>
                  <a:cubicBezTo>
                    <a:pt x="10034" y="0"/>
                    <a:pt x="0" y="10034"/>
                    <a:pt x="0" y="22412"/>
                  </a:cubicBezTo>
                  <a:lnTo>
                    <a:pt x="0" y="306293"/>
                  </a:lnTo>
                  <a:cubicBezTo>
                    <a:pt x="0" y="318670"/>
                    <a:pt x="10034" y="328705"/>
                    <a:pt x="22412" y="328705"/>
                  </a:cubicBezTo>
                  <a:lnTo>
                    <a:pt x="246528" y="328705"/>
                  </a:lnTo>
                  <a:lnTo>
                    <a:pt x="246528" y="358587"/>
                  </a:lnTo>
                  <a:lnTo>
                    <a:pt x="141941" y="358587"/>
                  </a:lnTo>
                  <a:cubicBezTo>
                    <a:pt x="137815" y="358587"/>
                    <a:pt x="134470" y="361932"/>
                    <a:pt x="134470" y="366057"/>
                  </a:cubicBezTo>
                  <a:cubicBezTo>
                    <a:pt x="134470" y="370183"/>
                    <a:pt x="137815" y="373528"/>
                    <a:pt x="141941" y="373528"/>
                  </a:cubicBezTo>
                  <a:lnTo>
                    <a:pt x="366057" y="373528"/>
                  </a:lnTo>
                  <a:cubicBezTo>
                    <a:pt x="370183" y="373528"/>
                    <a:pt x="373528" y="370183"/>
                    <a:pt x="373528" y="366057"/>
                  </a:cubicBezTo>
                  <a:cubicBezTo>
                    <a:pt x="373528" y="361932"/>
                    <a:pt x="370183" y="358587"/>
                    <a:pt x="366057" y="358587"/>
                  </a:cubicBezTo>
                  <a:lnTo>
                    <a:pt x="261470" y="358587"/>
                  </a:lnTo>
                  <a:lnTo>
                    <a:pt x="261470" y="328705"/>
                  </a:lnTo>
                  <a:lnTo>
                    <a:pt x="485586" y="328705"/>
                  </a:lnTo>
                  <a:cubicBezTo>
                    <a:pt x="497964" y="328705"/>
                    <a:pt x="507998" y="318670"/>
                    <a:pt x="507998" y="306293"/>
                  </a:cubicBezTo>
                  <a:lnTo>
                    <a:pt x="507998" y="22412"/>
                  </a:lnTo>
                  <a:cubicBezTo>
                    <a:pt x="507998" y="10034"/>
                    <a:pt x="497964" y="0"/>
                    <a:pt x="485586" y="0"/>
                  </a:cubicBezTo>
                  <a:close/>
                  <a:moveTo>
                    <a:pt x="493057" y="306293"/>
                  </a:moveTo>
                  <a:cubicBezTo>
                    <a:pt x="493057" y="310418"/>
                    <a:pt x="489712" y="313764"/>
                    <a:pt x="485586" y="313764"/>
                  </a:cubicBezTo>
                  <a:lnTo>
                    <a:pt x="22412" y="313764"/>
                  </a:lnTo>
                  <a:cubicBezTo>
                    <a:pt x="18286" y="313764"/>
                    <a:pt x="14941" y="310418"/>
                    <a:pt x="14941" y="306293"/>
                  </a:cubicBezTo>
                  <a:lnTo>
                    <a:pt x="14941" y="22412"/>
                  </a:lnTo>
                  <a:cubicBezTo>
                    <a:pt x="14941" y="18286"/>
                    <a:pt x="18286" y="14941"/>
                    <a:pt x="22412" y="14941"/>
                  </a:cubicBezTo>
                  <a:lnTo>
                    <a:pt x="485586" y="14941"/>
                  </a:lnTo>
                  <a:cubicBezTo>
                    <a:pt x="489712" y="14941"/>
                    <a:pt x="493057" y="18286"/>
                    <a:pt x="493057" y="22412"/>
                  </a:cubicBezTo>
                  <a:close/>
                </a:path>
              </a:pathLst>
            </a:custGeom>
            <a:grpFill/>
            <a:ln w="14848"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31CF0774-0F0B-27B0-CD97-1EE129A17543}"/>
                </a:ext>
              </a:extLst>
            </p:cNvPr>
            <p:cNvSpPr/>
            <p:nvPr/>
          </p:nvSpPr>
          <p:spPr>
            <a:xfrm>
              <a:off x="5947336" y="3234128"/>
              <a:ext cx="283881" cy="149411"/>
            </a:xfrm>
            <a:custGeom>
              <a:avLst/>
              <a:gdLst>
                <a:gd name="connsiteX0" fmla="*/ 269687 w 283881"/>
                <a:gd name="connsiteY0" fmla="*/ 61894 h 149411"/>
                <a:gd name="connsiteX1" fmla="*/ 253252 w 283881"/>
                <a:gd name="connsiteY1" fmla="*/ 66974 h 149411"/>
                <a:gd name="connsiteX2" fmla="*/ 220381 w 283881"/>
                <a:gd name="connsiteY2" fmla="*/ 40080 h 149411"/>
                <a:gd name="connsiteX3" fmla="*/ 208127 w 283881"/>
                <a:gd name="connsiteY3" fmla="*/ 2960 h 149411"/>
                <a:gd name="connsiteX4" fmla="*/ 171007 w 283881"/>
                <a:gd name="connsiteY4" fmla="*/ 15214 h 149411"/>
                <a:gd name="connsiteX5" fmla="*/ 168088 w 283881"/>
                <a:gd name="connsiteY5" fmla="*/ 29023 h 149411"/>
                <a:gd name="connsiteX6" fmla="*/ 171673 w 283881"/>
                <a:gd name="connsiteY6" fmla="*/ 42470 h 149411"/>
                <a:gd name="connsiteX7" fmla="*/ 115047 w 283881"/>
                <a:gd name="connsiteY7" fmla="*/ 99097 h 149411"/>
                <a:gd name="connsiteX8" fmla="*/ 88153 w 283881"/>
                <a:gd name="connsiteY8" fmla="*/ 99097 h 149411"/>
                <a:gd name="connsiteX9" fmla="*/ 51696 w 283881"/>
                <a:gd name="connsiteY9" fmla="*/ 62641 h 149411"/>
                <a:gd name="connsiteX10" fmla="*/ 55282 w 283881"/>
                <a:gd name="connsiteY10" fmla="*/ 49194 h 149411"/>
                <a:gd name="connsiteX11" fmla="*/ 27641 w 283881"/>
                <a:gd name="connsiteY11" fmla="*/ 21553 h 149411"/>
                <a:gd name="connsiteX12" fmla="*/ 0 w 283881"/>
                <a:gd name="connsiteY12" fmla="*/ 49194 h 149411"/>
                <a:gd name="connsiteX13" fmla="*/ 27641 w 283881"/>
                <a:gd name="connsiteY13" fmla="*/ 76835 h 149411"/>
                <a:gd name="connsiteX14" fmla="*/ 41088 w 283881"/>
                <a:gd name="connsiteY14" fmla="*/ 73249 h 149411"/>
                <a:gd name="connsiteX15" fmla="*/ 77694 w 283881"/>
                <a:gd name="connsiteY15" fmla="*/ 109705 h 149411"/>
                <a:gd name="connsiteX16" fmla="*/ 73959 w 283881"/>
                <a:gd name="connsiteY16" fmla="*/ 123152 h 149411"/>
                <a:gd name="connsiteX17" fmla="*/ 101600 w 283881"/>
                <a:gd name="connsiteY17" fmla="*/ 150794 h 149411"/>
                <a:gd name="connsiteX18" fmla="*/ 129241 w 283881"/>
                <a:gd name="connsiteY18" fmla="*/ 123152 h 149411"/>
                <a:gd name="connsiteX19" fmla="*/ 125655 w 283881"/>
                <a:gd name="connsiteY19" fmla="*/ 109705 h 149411"/>
                <a:gd name="connsiteX20" fmla="*/ 182282 w 283881"/>
                <a:gd name="connsiteY20" fmla="*/ 52929 h 149411"/>
                <a:gd name="connsiteX21" fmla="*/ 195729 w 283881"/>
                <a:gd name="connsiteY21" fmla="*/ 56515 h 149411"/>
                <a:gd name="connsiteX22" fmla="*/ 211566 w 283881"/>
                <a:gd name="connsiteY22" fmla="*/ 51435 h 149411"/>
                <a:gd name="connsiteX23" fmla="*/ 244437 w 283881"/>
                <a:gd name="connsiteY23" fmla="*/ 78329 h 149411"/>
                <a:gd name="connsiteX24" fmla="*/ 258499 w 283881"/>
                <a:gd name="connsiteY24" fmla="*/ 114803 h 149411"/>
                <a:gd name="connsiteX25" fmla="*/ 294972 w 283881"/>
                <a:gd name="connsiteY25" fmla="*/ 100741 h 149411"/>
                <a:gd name="connsiteX26" fmla="*/ 280911 w 283881"/>
                <a:gd name="connsiteY26" fmla="*/ 64267 h 149411"/>
                <a:gd name="connsiteX27" fmla="*/ 269687 w 283881"/>
                <a:gd name="connsiteY27" fmla="*/ 61894 h 149411"/>
                <a:gd name="connsiteX28" fmla="*/ 15688 w 283881"/>
                <a:gd name="connsiteY28" fmla="*/ 49194 h 149411"/>
                <a:gd name="connsiteX29" fmla="*/ 28388 w 283881"/>
                <a:gd name="connsiteY29" fmla="*/ 36494 h 149411"/>
                <a:gd name="connsiteX30" fmla="*/ 41088 w 283881"/>
                <a:gd name="connsiteY30" fmla="*/ 49194 h 149411"/>
                <a:gd name="connsiteX31" fmla="*/ 28388 w 283881"/>
                <a:gd name="connsiteY31" fmla="*/ 61894 h 149411"/>
                <a:gd name="connsiteX32" fmla="*/ 14963 w 283881"/>
                <a:gd name="connsiteY32" fmla="*/ 49963 h 149411"/>
                <a:gd name="connsiteX33" fmla="*/ 14941 w 283881"/>
                <a:gd name="connsiteY33" fmla="*/ 49194 h 149411"/>
                <a:gd name="connsiteX34" fmla="*/ 102347 w 283881"/>
                <a:gd name="connsiteY34" fmla="*/ 135852 h 149411"/>
                <a:gd name="connsiteX35" fmla="*/ 89647 w 283881"/>
                <a:gd name="connsiteY35" fmla="*/ 123152 h 149411"/>
                <a:gd name="connsiteX36" fmla="*/ 102347 w 283881"/>
                <a:gd name="connsiteY36" fmla="*/ 110453 h 149411"/>
                <a:gd name="connsiteX37" fmla="*/ 115047 w 283881"/>
                <a:gd name="connsiteY37" fmla="*/ 123152 h 149411"/>
                <a:gd name="connsiteX38" fmla="*/ 102369 w 283881"/>
                <a:gd name="connsiteY38" fmla="*/ 135875 h 149411"/>
                <a:gd name="connsiteX39" fmla="*/ 101600 w 283881"/>
                <a:gd name="connsiteY39" fmla="*/ 135852 h 149411"/>
                <a:gd name="connsiteX40" fmla="*/ 183029 w 283881"/>
                <a:gd name="connsiteY40" fmla="*/ 29023 h 149411"/>
                <a:gd name="connsiteX41" fmla="*/ 195729 w 283881"/>
                <a:gd name="connsiteY41" fmla="*/ 16323 h 149411"/>
                <a:gd name="connsiteX42" fmla="*/ 208429 w 283881"/>
                <a:gd name="connsiteY42" fmla="*/ 29023 h 149411"/>
                <a:gd name="connsiteX43" fmla="*/ 195729 w 283881"/>
                <a:gd name="connsiteY43" fmla="*/ 41723 h 149411"/>
                <a:gd name="connsiteX44" fmla="*/ 183029 w 283881"/>
                <a:gd name="connsiteY44" fmla="*/ 29023 h 149411"/>
                <a:gd name="connsiteX45" fmla="*/ 269687 w 283881"/>
                <a:gd name="connsiteY45" fmla="*/ 102235 h 149411"/>
                <a:gd name="connsiteX46" fmla="*/ 257757 w 283881"/>
                <a:gd name="connsiteY46" fmla="*/ 88810 h 149411"/>
                <a:gd name="connsiteX47" fmla="*/ 271181 w 283881"/>
                <a:gd name="connsiteY47" fmla="*/ 76879 h 149411"/>
                <a:gd name="connsiteX48" fmla="*/ 283134 w 283881"/>
                <a:gd name="connsiteY48" fmla="*/ 89535 h 149411"/>
                <a:gd name="connsiteX49" fmla="*/ 270457 w 283881"/>
                <a:gd name="connsiteY49" fmla="*/ 102257 h 149411"/>
                <a:gd name="connsiteX50" fmla="*/ 269687 w 283881"/>
                <a:gd name="connsiteY50" fmla="*/ 102235 h 14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83881" h="149411">
                  <a:moveTo>
                    <a:pt x="269687" y="61894"/>
                  </a:moveTo>
                  <a:cubicBezTo>
                    <a:pt x="263805" y="61775"/>
                    <a:pt x="258041" y="63556"/>
                    <a:pt x="253252" y="66974"/>
                  </a:cubicBezTo>
                  <a:lnTo>
                    <a:pt x="220381" y="40080"/>
                  </a:lnTo>
                  <a:cubicBezTo>
                    <a:pt x="227248" y="26445"/>
                    <a:pt x="221762" y="9826"/>
                    <a:pt x="208127" y="2960"/>
                  </a:cubicBezTo>
                  <a:cubicBezTo>
                    <a:pt x="194493" y="-3907"/>
                    <a:pt x="177874" y="1580"/>
                    <a:pt x="171007" y="15214"/>
                  </a:cubicBezTo>
                  <a:cubicBezTo>
                    <a:pt x="168856" y="19487"/>
                    <a:pt x="167850" y="24245"/>
                    <a:pt x="168088" y="29023"/>
                  </a:cubicBezTo>
                  <a:cubicBezTo>
                    <a:pt x="168103" y="33740"/>
                    <a:pt x="169338" y="38372"/>
                    <a:pt x="171673" y="42470"/>
                  </a:cubicBezTo>
                  <a:lnTo>
                    <a:pt x="115047" y="99097"/>
                  </a:lnTo>
                  <a:cubicBezTo>
                    <a:pt x="106717" y="94324"/>
                    <a:pt x="96482" y="94324"/>
                    <a:pt x="88153" y="99097"/>
                  </a:cubicBezTo>
                  <a:lnTo>
                    <a:pt x="51696" y="62641"/>
                  </a:lnTo>
                  <a:cubicBezTo>
                    <a:pt x="54032" y="58543"/>
                    <a:pt x="55267" y="53911"/>
                    <a:pt x="55282" y="49194"/>
                  </a:cubicBezTo>
                  <a:cubicBezTo>
                    <a:pt x="55282" y="33928"/>
                    <a:pt x="42907" y="21553"/>
                    <a:pt x="27641" y="21553"/>
                  </a:cubicBezTo>
                  <a:cubicBezTo>
                    <a:pt x="12375" y="21553"/>
                    <a:pt x="0" y="33928"/>
                    <a:pt x="0" y="49194"/>
                  </a:cubicBezTo>
                  <a:cubicBezTo>
                    <a:pt x="0" y="64460"/>
                    <a:pt x="12375" y="76835"/>
                    <a:pt x="27641" y="76835"/>
                  </a:cubicBezTo>
                  <a:cubicBezTo>
                    <a:pt x="32358" y="76820"/>
                    <a:pt x="36990" y="75584"/>
                    <a:pt x="41088" y="73249"/>
                  </a:cubicBezTo>
                  <a:lnTo>
                    <a:pt x="77694" y="109705"/>
                  </a:lnTo>
                  <a:cubicBezTo>
                    <a:pt x="75246" y="113763"/>
                    <a:pt x="73954" y="118413"/>
                    <a:pt x="73959" y="123152"/>
                  </a:cubicBezTo>
                  <a:cubicBezTo>
                    <a:pt x="73959" y="138418"/>
                    <a:pt x="86334" y="150794"/>
                    <a:pt x="101600" y="150794"/>
                  </a:cubicBezTo>
                  <a:cubicBezTo>
                    <a:pt x="116865" y="150794"/>
                    <a:pt x="129241" y="138418"/>
                    <a:pt x="129241" y="123152"/>
                  </a:cubicBezTo>
                  <a:cubicBezTo>
                    <a:pt x="129226" y="118436"/>
                    <a:pt x="127990" y="113804"/>
                    <a:pt x="125655" y="109705"/>
                  </a:cubicBezTo>
                  <a:lnTo>
                    <a:pt x="182282" y="52929"/>
                  </a:lnTo>
                  <a:cubicBezTo>
                    <a:pt x="186380" y="55264"/>
                    <a:pt x="191012" y="56500"/>
                    <a:pt x="195729" y="56515"/>
                  </a:cubicBezTo>
                  <a:cubicBezTo>
                    <a:pt x="201403" y="56478"/>
                    <a:pt x="206930" y="54706"/>
                    <a:pt x="211566" y="51435"/>
                  </a:cubicBezTo>
                  <a:lnTo>
                    <a:pt x="244437" y="78329"/>
                  </a:lnTo>
                  <a:cubicBezTo>
                    <a:pt x="238248" y="92284"/>
                    <a:pt x="244544" y="108614"/>
                    <a:pt x="258499" y="114803"/>
                  </a:cubicBezTo>
                  <a:cubicBezTo>
                    <a:pt x="272454" y="120992"/>
                    <a:pt x="288783" y="114696"/>
                    <a:pt x="294972" y="100741"/>
                  </a:cubicBezTo>
                  <a:cubicBezTo>
                    <a:pt x="301161" y="86786"/>
                    <a:pt x="294866" y="70456"/>
                    <a:pt x="280911" y="64267"/>
                  </a:cubicBezTo>
                  <a:cubicBezTo>
                    <a:pt x="277376" y="62700"/>
                    <a:pt x="273552" y="61891"/>
                    <a:pt x="269687" y="61894"/>
                  </a:cubicBezTo>
                  <a:close/>
                  <a:moveTo>
                    <a:pt x="15688" y="49194"/>
                  </a:moveTo>
                  <a:cubicBezTo>
                    <a:pt x="15688" y="42180"/>
                    <a:pt x="21374" y="36494"/>
                    <a:pt x="28388" y="36494"/>
                  </a:cubicBezTo>
                  <a:cubicBezTo>
                    <a:pt x="35402" y="36494"/>
                    <a:pt x="41088" y="42180"/>
                    <a:pt x="41088" y="49194"/>
                  </a:cubicBezTo>
                  <a:cubicBezTo>
                    <a:pt x="41088" y="56208"/>
                    <a:pt x="35402" y="61894"/>
                    <a:pt x="28388" y="61894"/>
                  </a:cubicBezTo>
                  <a:cubicBezTo>
                    <a:pt x="21386" y="62306"/>
                    <a:pt x="15376" y="56965"/>
                    <a:pt x="14963" y="49963"/>
                  </a:cubicBezTo>
                  <a:cubicBezTo>
                    <a:pt x="14948" y="49707"/>
                    <a:pt x="14941" y="49450"/>
                    <a:pt x="14941" y="49194"/>
                  </a:cubicBezTo>
                  <a:close/>
                  <a:moveTo>
                    <a:pt x="102347" y="135852"/>
                  </a:moveTo>
                  <a:cubicBezTo>
                    <a:pt x="95333" y="135852"/>
                    <a:pt x="89647" y="130166"/>
                    <a:pt x="89647" y="123152"/>
                  </a:cubicBezTo>
                  <a:cubicBezTo>
                    <a:pt x="89647" y="116139"/>
                    <a:pt x="95333" y="110453"/>
                    <a:pt x="102347" y="110453"/>
                  </a:cubicBezTo>
                  <a:cubicBezTo>
                    <a:pt x="109360" y="110453"/>
                    <a:pt x="115047" y="116139"/>
                    <a:pt x="115047" y="123152"/>
                  </a:cubicBezTo>
                  <a:cubicBezTo>
                    <a:pt x="115059" y="130166"/>
                    <a:pt x="109382" y="135863"/>
                    <a:pt x="102369" y="135875"/>
                  </a:cubicBezTo>
                  <a:cubicBezTo>
                    <a:pt x="102112" y="135875"/>
                    <a:pt x="101855" y="135867"/>
                    <a:pt x="101600" y="135852"/>
                  </a:cubicBezTo>
                  <a:close/>
                  <a:moveTo>
                    <a:pt x="183029" y="29023"/>
                  </a:moveTo>
                  <a:cubicBezTo>
                    <a:pt x="183029" y="22009"/>
                    <a:pt x="188715" y="16323"/>
                    <a:pt x="195729" y="16323"/>
                  </a:cubicBezTo>
                  <a:cubicBezTo>
                    <a:pt x="202742" y="16323"/>
                    <a:pt x="208429" y="22009"/>
                    <a:pt x="208429" y="29023"/>
                  </a:cubicBezTo>
                  <a:cubicBezTo>
                    <a:pt x="208429" y="36037"/>
                    <a:pt x="202742" y="41723"/>
                    <a:pt x="195729" y="41723"/>
                  </a:cubicBezTo>
                  <a:cubicBezTo>
                    <a:pt x="188715" y="41723"/>
                    <a:pt x="183029" y="36037"/>
                    <a:pt x="183029" y="29023"/>
                  </a:cubicBezTo>
                  <a:close/>
                  <a:moveTo>
                    <a:pt x="269687" y="102235"/>
                  </a:moveTo>
                  <a:cubicBezTo>
                    <a:pt x="262686" y="101822"/>
                    <a:pt x="257344" y="95812"/>
                    <a:pt x="257757" y="88810"/>
                  </a:cubicBezTo>
                  <a:cubicBezTo>
                    <a:pt x="258169" y="81808"/>
                    <a:pt x="264180" y="76466"/>
                    <a:pt x="271181" y="76879"/>
                  </a:cubicBezTo>
                  <a:cubicBezTo>
                    <a:pt x="277885" y="77274"/>
                    <a:pt x="283122" y="82820"/>
                    <a:pt x="283134" y="89535"/>
                  </a:cubicBezTo>
                  <a:cubicBezTo>
                    <a:pt x="283146" y="96549"/>
                    <a:pt x="277470" y="102245"/>
                    <a:pt x="270457" y="102257"/>
                  </a:cubicBezTo>
                  <a:cubicBezTo>
                    <a:pt x="270200" y="102257"/>
                    <a:pt x="269943" y="102250"/>
                    <a:pt x="269687" y="102235"/>
                  </a:cubicBezTo>
                  <a:close/>
                </a:path>
              </a:pathLst>
            </a:custGeom>
            <a:grpFill/>
            <a:ln w="14848"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1BFEBCB7-88ED-7CD5-D05E-9BFA6BE7615B}"/>
                </a:ext>
              </a:extLst>
            </p:cNvPr>
            <p:cNvSpPr/>
            <p:nvPr/>
          </p:nvSpPr>
          <p:spPr>
            <a:xfrm>
              <a:off x="5931648" y="3329639"/>
              <a:ext cx="328705" cy="149411"/>
            </a:xfrm>
            <a:custGeom>
              <a:avLst/>
              <a:gdLst>
                <a:gd name="connsiteX0" fmla="*/ 321234 w 328704"/>
                <a:gd name="connsiteY0" fmla="*/ 42582 h 149411"/>
                <a:gd name="connsiteX1" fmla="*/ 313763 w 328704"/>
                <a:gd name="connsiteY1" fmla="*/ 50053 h 149411"/>
                <a:gd name="connsiteX2" fmla="*/ 313763 w 328704"/>
                <a:gd name="connsiteY2" fmla="*/ 136711 h 149411"/>
                <a:gd name="connsiteX3" fmla="*/ 218887 w 328704"/>
                <a:gd name="connsiteY3" fmla="*/ 136711 h 149411"/>
                <a:gd name="connsiteX4" fmla="*/ 218887 w 328704"/>
                <a:gd name="connsiteY4" fmla="*/ 7471 h 149411"/>
                <a:gd name="connsiteX5" fmla="*/ 211417 w 328704"/>
                <a:gd name="connsiteY5" fmla="*/ 0 h 149411"/>
                <a:gd name="connsiteX6" fmla="*/ 203946 w 328704"/>
                <a:gd name="connsiteY6" fmla="*/ 7471 h 149411"/>
                <a:gd name="connsiteX7" fmla="*/ 203946 w 328704"/>
                <a:gd name="connsiteY7" fmla="*/ 136711 h 149411"/>
                <a:gd name="connsiteX8" fmla="*/ 124758 w 328704"/>
                <a:gd name="connsiteY8" fmla="*/ 136711 h 149411"/>
                <a:gd name="connsiteX9" fmla="*/ 124758 w 328704"/>
                <a:gd name="connsiteY9" fmla="*/ 83670 h 149411"/>
                <a:gd name="connsiteX10" fmla="*/ 117288 w 328704"/>
                <a:gd name="connsiteY10" fmla="*/ 76200 h 149411"/>
                <a:gd name="connsiteX11" fmla="*/ 109817 w 328704"/>
                <a:gd name="connsiteY11" fmla="*/ 83670 h 149411"/>
                <a:gd name="connsiteX12" fmla="*/ 109817 w 328704"/>
                <a:gd name="connsiteY12" fmla="*/ 136711 h 149411"/>
                <a:gd name="connsiteX13" fmla="*/ 14941 w 328704"/>
                <a:gd name="connsiteY13" fmla="*/ 136711 h 149411"/>
                <a:gd name="connsiteX14" fmla="*/ 14941 w 328704"/>
                <a:gd name="connsiteY14" fmla="*/ 9712 h 149411"/>
                <a:gd name="connsiteX15" fmla="*/ 7471 w 328704"/>
                <a:gd name="connsiteY15" fmla="*/ 2241 h 149411"/>
                <a:gd name="connsiteX16" fmla="*/ 0 w 328704"/>
                <a:gd name="connsiteY16" fmla="*/ 9712 h 149411"/>
                <a:gd name="connsiteX17" fmla="*/ 0 w 328704"/>
                <a:gd name="connsiteY17" fmla="*/ 144182 h 149411"/>
                <a:gd name="connsiteX18" fmla="*/ 7471 w 328704"/>
                <a:gd name="connsiteY18" fmla="*/ 151652 h 149411"/>
                <a:gd name="connsiteX19" fmla="*/ 321234 w 328704"/>
                <a:gd name="connsiteY19" fmla="*/ 151652 h 149411"/>
                <a:gd name="connsiteX20" fmla="*/ 328705 w 328704"/>
                <a:gd name="connsiteY20" fmla="*/ 144182 h 149411"/>
                <a:gd name="connsiteX21" fmla="*/ 328705 w 328704"/>
                <a:gd name="connsiteY21" fmla="*/ 50053 h 149411"/>
                <a:gd name="connsiteX22" fmla="*/ 321234 w 328704"/>
                <a:gd name="connsiteY22" fmla="*/ 42582 h 14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8704" h="149411">
                  <a:moveTo>
                    <a:pt x="321234" y="42582"/>
                  </a:moveTo>
                  <a:cubicBezTo>
                    <a:pt x="317109" y="42582"/>
                    <a:pt x="313763" y="45927"/>
                    <a:pt x="313763" y="50053"/>
                  </a:cubicBezTo>
                  <a:lnTo>
                    <a:pt x="313763" y="136711"/>
                  </a:lnTo>
                  <a:lnTo>
                    <a:pt x="218887" y="136711"/>
                  </a:lnTo>
                  <a:lnTo>
                    <a:pt x="218887" y="7471"/>
                  </a:lnTo>
                  <a:cubicBezTo>
                    <a:pt x="218887" y="3345"/>
                    <a:pt x="215542" y="0"/>
                    <a:pt x="211417" y="0"/>
                  </a:cubicBezTo>
                  <a:cubicBezTo>
                    <a:pt x="207292" y="0"/>
                    <a:pt x="203946" y="3345"/>
                    <a:pt x="203946" y="7471"/>
                  </a:cubicBezTo>
                  <a:lnTo>
                    <a:pt x="203946" y="136711"/>
                  </a:lnTo>
                  <a:lnTo>
                    <a:pt x="124758" y="136711"/>
                  </a:lnTo>
                  <a:lnTo>
                    <a:pt x="124758" y="83670"/>
                  </a:lnTo>
                  <a:cubicBezTo>
                    <a:pt x="124758" y="79545"/>
                    <a:pt x="121413" y="76200"/>
                    <a:pt x="117288" y="76200"/>
                  </a:cubicBezTo>
                  <a:cubicBezTo>
                    <a:pt x="113163" y="76200"/>
                    <a:pt x="109817" y="79545"/>
                    <a:pt x="109817" y="83670"/>
                  </a:cubicBezTo>
                  <a:lnTo>
                    <a:pt x="109817" y="136711"/>
                  </a:lnTo>
                  <a:lnTo>
                    <a:pt x="14941" y="136711"/>
                  </a:lnTo>
                  <a:lnTo>
                    <a:pt x="14941" y="9712"/>
                  </a:lnTo>
                  <a:cubicBezTo>
                    <a:pt x="14941" y="5586"/>
                    <a:pt x="11596" y="2241"/>
                    <a:pt x="7471" y="2241"/>
                  </a:cubicBezTo>
                  <a:cubicBezTo>
                    <a:pt x="3345" y="2241"/>
                    <a:pt x="0" y="5586"/>
                    <a:pt x="0" y="9712"/>
                  </a:cubicBezTo>
                  <a:lnTo>
                    <a:pt x="0" y="144182"/>
                  </a:lnTo>
                  <a:cubicBezTo>
                    <a:pt x="0" y="148307"/>
                    <a:pt x="3345" y="151652"/>
                    <a:pt x="7471" y="151652"/>
                  </a:cubicBezTo>
                  <a:lnTo>
                    <a:pt x="321234" y="151652"/>
                  </a:lnTo>
                  <a:cubicBezTo>
                    <a:pt x="325359" y="151652"/>
                    <a:pt x="328705" y="148307"/>
                    <a:pt x="328705" y="144182"/>
                  </a:cubicBezTo>
                  <a:lnTo>
                    <a:pt x="328705" y="50053"/>
                  </a:lnTo>
                  <a:cubicBezTo>
                    <a:pt x="328705" y="45927"/>
                    <a:pt x="325359" y="42582"/>
                    <a:pt x="321234" y="42582"/>
                  </a:cubicBezTo>
                  <a:close/>
                </a:path>
              </a:pathLst>
            </a:custGeom>
            <a:grpFill/>
            <a:ln w="14848" cap="flat">
              <a:noFill/>
              <a:prstDash val="solid"/>
              <a:miter/>
            </a:ln>
          </p:spPr>
          <p:txBody>
            <a:bodyPr rtlCol="0" anchor="ctr"/>
            <a:lstStyle/>
            <a:p>
              <a:endParaRPr lang="en-US"/>
            </a:p>
          </p:txBody>
        </p:sp>
      </p:grpSp>
      <p:grpSp>
        <p:nvGrpSpPr>
          <p:cNvPr id="142" name="Graphic 3">
            <a:extLst>
              <a:ext uri="{FF2B5EF4-FFF2-40B4-BE49-F238E27FC236}">
                <a16:creationId xmlns:a16="http://schemas.microsoft.com/office/drawing/2014/main" id="{DEE4EB85-E00A-B775-03C1-3EE88D7CC781}"/>
              </a:ext>
            </a:extLst>
          </p:cNvPr>
          <p:cNvGrpSpPr>
            <a:grpSpLocks noChangeAspect="1"/>
          </p:cNvGrpSpPr>
          <p:nvPr/>
        </p:nvGrpSpPr>
        <p:grpSpPr>
          <a:xfrm>
            <a:off x="7357215" y="2686667"/>
            <a:ext cx="290702" cy="321848"/>
            <a:chOff x="5962650" y="3281362"/>
            <a:chExt cx="266700" cy="295275"/>
          </a:xfrm>
          <a:solidFill>
            <a:schemeClr val="bg1"/>
          </a:solidFill>
        </p:grpSpPr>
        <p:sp>
          <p:nvSpPr>
            <p:cNvPr id="143" name="Freeform: Shape 142">
              <a:extLst>
                <a:ext uri="{FF2B5EF4-FFF2-40B4-BE49-F238E27FC236}">
                  <a16:creationId xmlns:a16="http://schemas.microsoft.com/office/drawing/2014/main" id="{A00DA93E-4499-5AC4-9E90-7FA033BFF024}"/>
                </a:ext>
              </a:extLst>
            </p:cNvPr>
            <p:cNvSpPr/>
            <p:nvPr/>
          </p:nvSpPr>
          <p:spPr>
            <a:xfrm>
              <a:off x="5962650" y="3281362"/>
              <a:ext cx="266700" cy="295275"/>
            </a:xfrm>
            <a:custGeom>
              <a:avLst/>
              <a:gdLst>
                <a:gd name="connsiteX0" fmla="*/ 252413 w 266700"/>
                <a:gd name="connsiteY0" fmla="*/ 57150 h 295275"/>
                <a:gd name="connsiteX1" fmla="*/ 238125 w 266700"/>
                <a:gd name="connsiteY1" fmla="*/ 57150 h 295275"/>
                <a:gd name="connsiteX2" fmla="*/ 238125 w 266700"/>
                <a:gd name="connsiteY2" fmla="*/ 42863 h 295275"/>
                <a:gd name="connsiteX3" fmla="*/ 223838 w 266700"/>
                <a:gd name="connsiteY3" fmla="*/ 28575 h 295275"/>
                <a:gd name="connsiteX4" fmla="*/ 209550 w 266700"/>
                <a:gd name="connsiteY4" fmla="*/ 28575 h 295275"/>
                <a:gd name="connsiteX5" fmla="*/ 209550 w 266700"/>
                <a:gd name="connsiteY5" fmla="*/ 14288 h 295275"/>
                <a:gd name="connsiteX6" fmla="*/ 195263 w 266700"/>
                <a:gd name="connsiteY6" fmla="*/ 0 h 295275"/>
                <a:gd name="connsiteX7" fmla="*/ 14288 w 266700"/>
                <a:gd name="connsiteY7" fmla="*/ 0 h 295275"/>
                <a:gd name="connsiteX8" fmla="*/ 0 w 266700"/>
                <a:gd name="connsiteY8" fmla="*/ 14288 h 295275"/>
                <a:gd name="connsiteX9" fmla="*/ 0 w 266700"/>
                <a:gd name="connsiteY9" fmla="*/ 223838 h 295275"/>
                <a:gd name="connsiteX10" fmla="*/ 14288 w 266700"/>
                <a:gd name="connsiteY10" fmla="*/ 238125 h 295275"/>
                <a:gd name="connsiteX11" fmla="*/ 28575 w 266700"/>
                <a:gd name="connsiteY11" fmla="*/ 238125 h 295275"/>
                <a:gd name="connsiteX12" fmla="*/ 28575 w 266700"/>
                <a:gd name="connsiteY12" fmla="*/ 252413 h 295275"/>
                <a:gd name="connsiteX13" fmla="*/ 42863 w 266700"/>
                <a:gd name="connsiteY13" fmla="*/ 266700 h 295275"/>
                <a:gd name="connsiteX14" fmla="*/ 57150 w 266700"/>
                <a:gd name="connsiteY14" fmla="*/ 266700 h 295275"/>
                <a:gd name="connsiteX15" fmla="*/ 57150 w 266700"/>
                <a:gd name="connsiteY15" fmla="*/ 280988 h 295275"/>
                <a:gd name="connsiteX16" fmla="*/ 71438 w 266700"/>
                <a:gd name="connsiteY16" fmla="*/ 295275 h 295275"/>
                <a:gd name="connsiteX17" fmla="*/ 252413 w 266700"/>
                <a:gd name="connsiteY17" fmla="*/ 295275 h 295275"/>
                <a:gd name="connsiteX18" fmla="*/ 266700 w 266700"/>
                <a:gd name="connsiteY18" fmla="*/ 280988 h 295275"/>
                <a:gd name="connsiteX19" fmla="*/ 266700 w 266700"/>
                <a:gd name="connsiteY19" fmla="*/ 71438 h 295275"/>
                <a:gd name="connsiteX20" fmla="*/ 252413 w 266700"/>
                <a:gd name="connsiteY20" fmla="*/ 57150 h 295275"/>
                <a:gd name="connsiteX21" fmla="*/ 9525 w 266700"/>
                <a:gd name="connsiteY21" fmla="*/ 223838 h 295275"/>
                <a:gd name="connsiteX22" fmla="*/ 9525 w 266700"/>
                <a:gd name="connsiteY22" fmla="*/ 14288 h 295275"/>
                <a:gd name="connsiteX23" fmla="*/ 14288 w 266700"/>
                <a:gd name="connsiteY23" fmla="*/ 9525 h 295275"/>
                <a:gd name="connsiteX24" fmla="*/ 195263 w 266700"/>
                <a:gd name="connsiteY24" fmla="*/ 9525 h 295275"/>
                <a:gd name="connsiteX25" fmla="*/ 200025 w 266700"/>
                <a:gd name="connsiteY25" fmla="*/ 14288 h 295275"/>
                <a:gd name="connsiteX26" fmla="*/ 200025 w 266700"/>
                <a:gd name="connsiteY26" fmla="*/ 223838 h 295275"/>
                <a:gd name="connsiteX27" fmla="*/ 195263 w 266700"/>
                <a:gd name="connsiteY27" fmla="*/ 228600 h 295275"/>
                <a:gd name="connsiteX28" fmla="*/ 14288 w 266700"/>
                <a:gd name="connsiteY28" fmla="*/ 228600 h 295275"/>
                <a:gd name="connsiteX29" fmla="*/ 9525 w 266700"/>
                <a:gd name="connsiteY29" fmla="*/ 223838 h 295275"/>
                <a:gd name="connsiteX30" fmla="*/ 38100 w 266700"/>
                <a:gd name="connsiteY30" fmla="*/ 252413 h 295275"/>
                <a:gd name="connsiteX31" fmla="*/ 38100 w 266700"/>
                <a:gd name="connsiteY31" fmla="*/ 238125 h 295275"/>
                <a:gd name="connsiteX32" fmla="*/ 195263 w 266700"/>
                <a:gd name="connsiteY32" fmla="*/ 238125 h 295275"/>
                <a:gd name="connsiteX33" fmla="*/ 209550 w 266700"/>
                <a:gd name="connsiteY33" fmla="*/ 223838 h 295275"/>
                <a:gd name="connsiteX34" fmla="*/ 209550 w 266700"/>
                <a:gd name="connsiteY34" fmla="*/ 38100 h 295275"/>
                <a:gd name="connsiteX35" fmla="*/ 223838 w 266700"/>
                <a:gd name="connsiteY35" fmla="*/ 38100 h 295275"/>
                <a:gd name="connsiteX36" fmla="*/ 228600 w 266700"/>
                <a:gd name="connsiteY36" fmla="*/ 42863 h 295275"/>
                <a:gd name="connsiteX37" fmla="*/ 228600 w 266700"/>
                <a:gd name="connsiteY37" fmla="*/ 252413 h 295275"/>
                <a:gd name="connsiteX38" fmla="*/ 223838 w 266700"/>
                <a:gd name="connsiteY38" fmla="*/ 257175 h 295275"/>
                <a:gd name="connsiteX39" fmla="*/ 42863 w 266700"/>
                <a:gd name="connsiteY39" fmla="*/ 257175 h 295275"/>
                <a:gd name="connsiteX40" fmla="*/ 38100 w 266700"/>
                <a:gd name="connsiteY40" fmla="*/ 252413 h 295275"/>
                <a:gd name="connsiteX41" fmla="*/ 257175 w 266700"/>
                <a:gd name="connsiteY41" fmla="*/ 280988 h 295275"/>
                <a:gd name="connsiteX42" fmla="*/ 252413 w 266700"/>
                <a:gd name="connsiteY42" fmla="*/ 285750 h 295275"/>
                <a:gd name="connsiteX43" fmla="*/ 71438 w 266700"/>
                <a:gd name="connsiteY43" fmla="*/ 285750 h 295275"/>
                <a:gd name="connsiteX44" fmla="*/ 66675 w 266700"/>
                <a:gd name="connsiteY44" fmla="*/ 280988 h 295275"/>
                <a:gd name="connsiteX45" fmla="*/ 66675 w 266700"/>
                <a:gd name="connsiteY45" fmla="*/ 266700 h 295275"/>
                <a:gd name="connsiteX46" fmla="*/ 223838 w 266700"/>
                <a:gd name="connsiteY46" fmla="*/ 266700 h 295275"/>
                <a:gd name="connsiteX47" fmla="*/ 238125 w 266700"/>
                <a:gd name="connsiteY47" fmla="*/ 252413 h 295275"/>
                <a:gd name="connsiteX48" fmla="*/ 238125 w 266700"/>
                <a:gd name="connsiteY48" fmla="*/ 66675 h 295275"/>
                <a:gd name="connsiteX49" fmla="*/ 252413 w 266700"/>
                <a:gd name="connsiteY49" fmla="*/ 66675 h 295275"/>
                <a:gd name="connsiteX50" fmla="*/ 257175 w 266700"/>
                <a:gd name="connsiteY50" fmla="*/ 71438 h 295275"/>
                <a:gd name="connsiteX51" fmla="*/ 257175 w 266700"/>
                <a:gd name="connsiteY51" fmla="*/ 28098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6700" h="295275">
                  <a:moveTo>
                    <a:pt x="252413" y="57150"/>
                  </a:moveTo>
                  <a:lnTo>
                    <a:pt x="238125" y="57150"/>
                  </a:lnTo>
                  <a:lnTo>
                    <a:pt x="238125" y="42863"/>
                  </a:lnTo>
                  <a:cubicBezTo>
                    <a:pt x="238125" y="35243"/>
                    <a:pt x="231458" y="28575"/>
                    <a:pt x="223838" y="28575"/>
                  </a:cubicBezTo>
                  <a:lnTo>
                    <a:pt x="209550" y="28575"/>
                  </a:lnTo>
                  <a:lnTo>
                    <a:pt x="209550" y="14288"/>
                  </a:lnTo>
                  <a:cubicBezTo>
                    <a:pt x="209550" y="6668"/>
                    <a:pt x="202883" y="0"/>
                    <a:pt x="195263" y="0"/>
                  </a:cubicBezTo>
                  <a:lnTo>
                    <a:pt x="14288" y="0"/>
                  </a:lnTo>
                  <a:cubicBezTo>
                    <a:pt x="6668" y="0"/>
                    <a:pt x="0" y="6668"/>
                    <a:pt x="0" y="14288"/>
                  </a:cubicBezTo>
                  <a:lnTo>
                    <a:pt x="0" y="223838"/>
                  </a:lnTo>
                  <a:cubicBezTo>
                    <a:pt x="0" y="231458"/>
                    <a:pt x="6668" y="238125"/>
                    <a:pt x="14288" y="238125"/>
                  </a:cubicBezTo>
                  <a:lnTo>
                    <a:pt x="28575" y="238125"/>
                  </a:lnTo>
                  <a:lnTo>
                    <a:pt x="28575" y="252413"/>
                  </a:lnTo>
                  <a:cubicBezTo>
                    <a:pt x="28575" y="260033"/>
                    <a:pt x="35243" y="266700"/>
                    <a:pt x="42863" y="266700"/>
                  </a:cubicBezTo>
                  <a:lnTo>
                    <a:pt x="57150" y="266700"/>
                  </a:lnTo>
                  <a:lnTo>
                    <a:pt x="57150" y="280988"/>
                  </a:lnTo>
                  <a:cubicBezTo>
                    <a:pt x="57150" y="288608"/>
                    <a:pt x="63818" y="295275"/>
                    <a:pt x="71438" y="295275"/>
                  </a:cubicBezTo>
                  <a:lnTo>
                    <a:pt x="252413" y="295275"/>
                  </a:lnTo>
                  <a:cubicBezTo>
                    <a:pt x="260033" y="295275"/>
                    <a:pt x="266700" y="288608"/>
                    <a:pt x="266700" y="280988"/>
                  </a:cubicBezTo>
                  <a:lnTo>
                    <a:pt x="266700" y="71438"/>
                  </a:lnTo>
                  <a:cubicBezTo>
                    <a:pt x="266700" y="63818"/>
                    <a:pt x="260033" y="57150"/>
                    <a:pt x="252413" y="57150"/>
                  </a:cubicBezTo>
                  <a:close/>
                  <a:moveTo>
                    <a:pt x="9525" y="223838"/>
                  </a:moveTo>
                  <a:lnTo>
                    <a:pt x="9525" y="14288"/>
                  </a:lnTo>
                  <a:cubicBezTo>
                    <a:pt x="9525" y="11430"/>
                    <a:pt x="11430" y="9525"/>
                    <a:pt x="14288" y="9525"/>
                  </a:cubicBezTo>
                  <a:lnTo>
                    <a:pt x="195263" y="9525"/>
                  </a:lnTo>
                  <a:cubicBezTo>
                    <a:pt x="198120" y="9525"/>
                    <a:pt x="200025" y="11430"/>
                    <a:pt x="200025" y="14288"/>
                  </a:cubicBezTo>
                  <a:lnTo>
                    <a:pt x="200025" y="223838"/>
                  </a:lnTo>
                  <a:cubicBezTo>
                    <a:pt x="200025" y="226695"/>
                    <a:pt x="198120" y="228600"/>
                    <a:pt x="195263" y="228600"/>
                  </a:cubicBezTo>
                  <a:lnTo>
                    <a:pt x="14288" y="228600"/>
                  </a:lnTo>
                  <a:cubicBezTo>
                    <a:pt x="11430" y="228600"/>
                    <a:pt x="9525" y="226695"/>
                    <a:pt x="9525" y="223838"/>
                  </a:cubicBezTo>
                  <a:close/>
                  <a:moveTo>
                    <a:pt x="38100" y="252413"/>
                  </a:moveTo>
                  <a:lnTo>
                    <a:pt x="38100" y="238125"/>
                  </a:lnTo>
                  <a:lnTo>
                    <a:pt x="195263" y="238125"/>
                  </a:lnTo>
                  <a:cubicBezTo>
                    <a:pt x="202883" y="238125"/>
                    <a:pt x="209550" y="231458"/>
                    <a:pt x="209550" y="223838"/>
                  </a:cubicBezTo>
                  <a:lnTo>
                    <a:pt x="209550" y="38100"/>
                  </a:lnTo>
                  <a:lnTo>
                    <a:pt x="223838" y="38100"/>
                  </a:lnTo>
                  <a:cubicBezTo>
                    <a:pt x="226695" y="38100"/>
                    <a:pt x="228600" y="40005"/>
                    <a:pt x="228600" y="42863"/>
                  </a:cubicBezTo>
                  <a:lnTo>
                    <a:pt x="228600" y="252413"/>
                  </a:lnTo>
                  <a:cubicBezTo>
                    <a:pt x="228600" y="255270"/>
                    <a:pt x="226695" y="257175"/>
                    <a:pt x="223838" y="257175"/>
                  </a:cubicBezTo>
                  <a:lnTo>
                    <a:pt x="42863" y="257175"/>
                  </a:lnTo>
                  <a:cubicBezTo>
                    <a:pt x="40005" y="257175"/>
                    <a:pt x="38100" y="255270"/>
                    <a:pt x="38100" y="252413"/>
                  </a:cubicBezTo>
                  <a:close/>
                  <a:moveTo>
                    <a:pt x="257175" y="280988"/>
                  </a:moveTo>
                  <a:cubicBezTo>
                    <a:pt x="257175" y="283845"/>
                    <a:pt x="255270" y="285750"/>
                    <a:pt x="252413" y="285750"/>
                  </a:cubicBezTo>
                  <a:lnTo>
                    <a:pt x="71438" y="285750"/>
                  </a:lnTo>
                  <a:cubicBezTo>
                    <a:pt x="68580" y="285750"/>
                    <a:pt x="66675" y="283845"/>
                    <a:pt x="66675" y="280988"/>
                  </a:cubicBezTo>
                  <a:lnTo>
                    <a:pt x="66675" y="266700"/>
                  </a:lnTo>
                  <a:lnTo>
                    <a:pt x="223838" y="266700"/>
                  </a:lnTo>
                  <a:cubicBezTo>
                    <a:pt x="231458" y="266700"/>
                    <a:pt x="238125" y="260033"/>
                    <a:pt x="238125" y="252413"/>
                  </a:cubicBezTo>
                  <a:lnTo>
                    <a:pt x="238125" y="66675"/>
                  </a:lnTo>
                  <a:lnTo>
                    <a:pt x="252413" y="66675"/>
                  </a:lnTo>
                  <a:cubicBezTo>
                    <a:pt x="255270" y="66675"/>
                    <a:pt x="257175" y="68580"/>
                    <a:pt x="257175" y="71438"/>
                  </a:cubicBezTo>
                  <a:lnTo>
                    <a:pt x="257175" y="280988"/>
                  </a:ln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9A7E619D-6931-4897-3E0E-3EB589EFBF07}"/>
                </a:ext>
              </a:extLst>
            </p:cNvPr>
            <p:cNvSpPr/>
            <p:nvPr/>
          </p:nvSpPr>
          <p:spPr>
            <a:xfrm>
              <a:off x="5992177" y="3327082"/>
              <a:ext cx="142875" cy="9525"/>
            </a:xfrm>
            <a:custGeom>
              <a:avLst/>
              <a:gdLst>
                <a:gd name="connsiteX0" fmla="*/ 146685 w 142875"/>
                <a:gd name="connsiteY0" fmla="*/ 0 h 9525"/>
                <a:gd name="connsiteX1" fmla="*/ 4763 w 142875"/>
                <a:gd name="connsiteY1" fmla="*/ 0 h 9525"/>
                <a:gd name="connsiteX2" fmla="*/ 0 w 142875"/>
                <a:gd name="connsiteY2" fmla="*/ 4763 h 9525"/>
                <a:gd name="connsiteX3" fmla="*/ 4763 w 142875"/>
                <a:gd name="connsiteY3" fmla="*/ 9525 h 9525"/>
                <a:gd name="connsiteX4" fmla="*/ 146685 w 142875"/>
                <a:gd name="connsiteY4" fmla="*/ 9525 h 9525"/>
                <a:gd name="connsiteX5" fmla="*/ 151448 w 142875"/>
                <a:gd name="connsiteY5" fmla="*/ 4763 h 9525"/>
                <a:gd name="connsiteX6" fmla="*/ 146685 w 142875"/>
                <a:gd name="connsiteY6" fmla="*/ 0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9525">
                  <a:moveTo>
                    <a:pt x="146685" y="0"/>
                  </a:moveTo>
                  <a:lnTo>
                    <a:pt x="4763" y="0"/>
                  </a:lnTo>
                  <a:cubicBezTo>
                    <a:pt x="1905" y="0"/>
                    <a:pt x="0" y="1905"/>
                    <a:pt x="0" y="4763"/>
                  </a:cubicBezTo>
                  <a:cubicBezTo>
                    <a:pt x="0" y="7620"/>
                    <a:pt x="1905" y="9525"/>
                    <a:pt x="4763" y="9525"/>
                  </a:cubicBezTo>
                  <a:lnTo>
                    <a:pt x="146685" y="9525"/>
                  </a:lnTo>
                  <a:cubicBezTo>
                    <a:pt x="149543" y="9525"/>
                    <a:pt x="151448" y="7620"/>
                    <a:pt x="151448" y="4763"/>
                  </a:cubicBezTo>
                  <a:cubicBezTo>
                    <a:pt x="151448" y="1905"/>
                    <a:pt x="149543" y="0"/>
                    <a:pt x="146685" y="0"/>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582C65C-2075-99A3-4F9A-5325FF906734}"/>
                </a:ext>
              </a:extLst>
            </p:cNvPr>
            <p:cNvSpPr/>
            <p:nvPr/>
          </p:nvSpPr>
          <p:spPr>
            <a:xfrm>
              <a:off x="5992177" y="3418522"/>
              <a:ext cx="142875" cy="9525"/>
            </a:xfrm>
            <a:custGeom>
              <a:avLst/>
              <a:gdLst>
                <a:gd name="connsiteX0" fmla="*/ 146685 w 142875"/>
                <a:gd name="connsiteY0" fmla="*/ 0 h 9525"/>
                <a:gd name="connsiteX1" fmla="*/ 4763 w 142875"/>
                <a:gd name="connsiteY1" fmla="*/ 0 h 9525"/>
                <a:gd name="connsiteX2" fmla="*/ 0 w 142875"/>
                <a:gd name="connsiteY2" fmla="*/ 4763 h 9525"/>
                <a:gd name="connsiteX3" fmla="*/ 4763 w 142875"/>
                <a:gd name="connsiteY3" fmla="*/ 9525 h 9525"/>
                <a:gd name="connsiteX4" fmla="*/ 146685 w 142875"/>
                <a:gd name="connsiteY4" fmla="*/ 9525 h 9525"/>
                <a:gd name="connsiteX5" fmla="*/ 151448 w 142875"/>
                <a:gd name="connsiteY5" fmla="*/ 4763 h 9525"/>
                <a:gd name="connsiteX6" fmla="*/ 146685 w 142875"/>
                <a:gd name="connsiteY6" fmla="*/ 0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9525">
                  <a:moveTo>
                    <a:pt x="146685" y="0"/>
                  </a:moveTo>
                  <a:lnTo>
                    <a:pt x="4763" y="0"/>
                  </a:lnTo>
                  <a:cubicBezTo>
                    <a:pt x="1905" y="0"/>
                    <a:pt x="0" y="1905"/>
                    <a:pt x="0" y="4763"/>
                  </a:cubicBezTo>
                  <a:cubicBezTo>
                    <a:pt x="0" y="7620"/>
                    <a:pt x="1905" y="9525"/>
                    <a:pt x="4763" y="9525"/>
                  </a:cubicBezTo>
                  <a:lnTo>
                    <a:pt x="146685" y="9525"/>
                  </a:lnTo>
                  <a:cubicBezTo>
                    <a:pt x="149543" y="9525"/>
                    <a:pt x="151448" y="7620"/>
                    <a:pt x="151448" y="4763"/>
                  </a:cubicBezTo>
                  <a:cubicBezTo>
                    <a:pt x="151448" y="1905"/>
                    <a:pt x="149543" y="0"/>
                    <a:pt x="146685" y="0"/>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C9958F11-60C8-E70A-EE80-7F33AF53FA24}"/>
                </a:ext>
              </a:extLst>
            </p:cNvPr>
            <p:cNvSpPr/>
            <p:nvPr/>
          </p:nvSpPr>
          <p:spPr>
            <a:xfrm>
              <a:off x="5992177" y="3372802"/>
              <a:ext cx="114300" cy="9525"/>
            </a:xfrm>
            <a:custGeom>
              <a:avLst/>
              <a:gdLst>
                <a:gd name="connsiteX0" fmla="*/ 4763 w 114300"/>
                <a:gd name="connsiteY0" fmla="*/ 9525 h 9525"/>
                <a:gd name="connsiteX1" fmla="*/ 115253 w 114300"/>
                <a:gd name="connsiteY1" fmla="*/ 9525 h 9525"/>
                <a:gd name="connsiteX2" fmla="*/ 120015 w 114300"/>
                <a:gd name="connsiteY2" fmla="*/ 4763 h 9525"/>
                <a:gd name="connsiteX3" fmla="*/ 115253 w 114300"/>
                <a:gd name="connsiteY3" fmla="*/ 0 h 9525"/>
                <a:gd name="connsiteX4" fmla="*/ 4763 w 114300"/>
                <a:gd name="connsiteY4" fmla="*/ 0 h 9525"/>
                <a:gd name="connsiteX5" fmla="*/ 0 w 114300"/>
                <a:gd name="connsiteY5" fmla="*/ 4763 h 9525"/>
                <a:gd name="connsiteX6" fmla="*/ 4763 w 114300"/>
                <a:gd name="connsiteY6" fmla="*/ 9525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300" h="9525">
                  <a:moveTo>
                    <a:pt x="4763" y="9525"/>
                  </a:moveTo>
                  <a:lnTo>
                    <a:pt x="115253" y="9525"/>
                  </a:lnTo>
                  <a:cubicBezTo>
                    <a:pt x="118110" y="9525"/>
                    <a:pt x="120015" y="7620"/>
                    <a:pt x="120015" y="4763"/>
                  </a:cubicBezTo>
                  <a:cubicBezTo>
                    <a:pt x="120015" y="1905"/>
                    <a:pt x="118110" y="0"/>
                    <a:pt x="115253" y="0"/>
                  </a:cubicBezTo>
                  <a:lnTo>
                    <a:pt x="4763" y="0"/>
                  </a:lnTo>
                  <a:cubicBezTo>
                    <a:pt x="1905" y="0"/>
                    <a:pt x="0" y="1905"/>
                    <a:pt x="0" y="4763"/>
                  </a:cubicBezTo>
                  <a:cubicBezTo>
                    <a:pt x="0" y="7620"/>
                    <a:pt x="1905" y="9525"/>
                    <a:pt x="4763" y="9525"/>
                  </a:cubicBezTo>
                  <a:close/>
                </a:path>
              </a:pathLst>
            </a:custGeom>
            <a:grpFill/>
            <a:ln w="9525" cap="flat">
              <a:noFill/>
              <a:prstDash val="solid"/>
              <a:miter/>
            </a:ln>
          </p:spPr>
          <p:txBody>
            <a:bodyPr rtlCol="0" anchor="ctr"/>
            <a:lstStyle/>
            <a:p>
              <a:endParaRPr lang="en-US"/>
            </a:p>
          </p:txBody>
        </p:sp>
      </p:grpSp>
      <p:cxnSp>
        <p:nvCxnSpPr>
          <p:cNvPr id="147" name="Straight Arrow Connector 146">
            <a:extLst>
              <a:ext uri="{FF2B5EF4-FFF2-40B4-BE49-F238E27FC236}">
                <a16:creationId xmlns:a16="http://schemas.microsoft.com/office/drawing/2014/main" id="{4BA064AE-5D26-CE78-81BF-D572BC17A989}"/>
              </a:ext>
            </a:extLst>
          </p:cNvPr>
          <p:cNvCxnSpPr>
            <a:cxnSpLocks/>
          </p:cNvCxnSpPr>
          <p:nvPr/>
        </p:nvCxnSpPr>
        <p:spPr>
          <a:xfrm>
            <a:off x="7515284" y="3046417"/>
            <a:ext cx="0" cy="253779"/>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87" name="Rectangle 186">
            <a:extLst>
              <a:ext uri="{FF2B5EF4-FFF2-40B4-BE49-F238E27FC236}">
                <a16:creationId xmlns:a16="http://schemas.microsoft.com/office/drawing/2014/main" id="{E3377A22-E84A-5D90-D7DF-AA5B0260D41E}"/>
              </a:ext>
            </a:extLst>
          </p:cNvPr>
          <p:cNvSpPr/>
          <p:nvPr/>
        </p:nvSpPr>
        <p:spPr>
          <a:xfrm>
            <a:off x="6790067" y="2484745"/>
            <a:ext cx="1424998"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kern="1200" cap="none" spc="0" normalizeH="0" baseline="0" noProof="0">
                <a:ln>
                  <a:noFill/>
                </a:ln>
                <a:solidFill>
                  <a:srgbClr val="FFFFFF"/>
                </a:solidFill>
                <a:effectLst/>
                <a:uLnTx/>
                <a:uFillTx/>
                <a:latin typeface="Ubuntu"/>
                <a:ea typeface="+mn-ea"/>
                <a:cs typeface="+mn-cs"/>
              </a:rPr>
              <a:t>Trusted Data Assets</a:t>
            </a:r>
          </a:p>
        </p:txBody>
      </p:sp>
      <p:sp>
        <p:nvSpPr>
          <p:cNvPr id="20" name="Rectangle 19">
            <a:extLst>
              <a:ext uri="{FF2B5EF4-FFF2-40B4-BE49-F238E27FC236}">
                <a16:creationId xmlns:a16="http://schemas.microsoft.com/office/drawing/2014/main" id="{DB5ECE15-0341-2654-BB77-A3B699793BFD}"/>
              </a:ext>
            </a:extLst>
          </p:cNvPr>
          <p:cNvSpPr/>
          <p:nvPr/>
        </p:nvSpPr>
        <p:spPr>
          <a:xfrm>
            <a:off x="6725091" y="3319418"/>
            <a:ext cx="1554951"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a:ea typeface="+mn-ea"/>
                <a:cs typeface="+mn-cs"/>
              </a:rPr>
              <a:t>Business Intelligence Use Cases</a:t>
            </a:r>
            <a:endParaRPr kumimoji="0" lang="en-US" sz="800" b="0" i="0" u="none" strike="noStrike" kern="1200" cap="none" spc="0" normalizeH="0" baseline="0" noProof="0">
              <a:ln>
                <a:noFill/>
              </a:ln>
              <a:solidFill>
                <a:srgbClr val="FFFFFF"/>
              </a:solidFill>
              <a:effectLst/>
              <a:uLnTx/>
              <a:uFillTx/>
              <a:latin typeface="Ubuntu (Body)"/>
              <a:ea typeface="+mn-ea"/>
              <a:cs typeface="+mn-cs"/>
            </a:endParaRPr>
          </a:p>
        </p:txBody>
      </p:sp>
      <p:grpSp>
        <p:nvGrpSpPr>
          <p:cNvPr id="112" name="Group 111">
            <a:extLst>
              <a:ext uri="{FF2B5EF4-FFF2-40B4-BE49-F238E27FC236}">
                <a16:creationId xmlns:a16="http://schemas.microsoft.com/office/drawing/2014/main" id="{74597FCE-C666-DC20-CDBD-AD826ECC4700}"/>
              </a:ext>
            </a:extLst>
          </p:cNvPr>
          <p:cNvGrpSpPr/>
          <p:nvPr/>
        </p:nvGrpSpPr>
        <p:grpSpPr>
          <a:xfrm>
            <a:off x="6173607" y="3976857"/>
            <a:ext cx="2683355" cy="369332"/>
            <a:chOff x="6548344" y="4226080"/>
            <a:chExt cx="2683355" cy="369332"/>
          </a:xfrm>
        </p:grpSpPr>
        <p:sp>
          <p:nvSpPr>
            <p:cNvPr id="188" name="Rectangle 187">
              <a:extLst>
                <a:ext uri="{FF2B5EF4-FFF2-40B4-BE49-F238E27FC236}">
                  <a16:creationId xmlns:a16="http://schemas.microsoft.com/office/drawing/2014/main" id="{EF882046-CD68-7497-0A95-0EF974C44CDD}"/>
                </a:ext>
              </a:extLst>
            </p:cNvPr>
            <p:cNvSpPr/>
            <p:nvPr/>
          </p:nvSpPr>
          <p:spPr>
            <a:xfrm>
              <a:off x="6548344" y="4226080"/>
              <a:ext cx="654461"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Body)"/>
                  <a:ea typeface="+mn-ea"/>
                  <a:cs typeface="+mn-cs"/>
                </a:rPr>
                <a:t>Hyper-personalized reporting</a:t>
              </a:r>
            </a:p>
          </p:txBody>
        </p:sp>
        <p:sp>
          <p:nvSpPr>
            <p:cNvPr id="25" name="Rectangle 24">
              <a:extLst>
                <a:ext uri="{FF2B5EF4-FFF2-40B4-BE49-F238E27FC236}">
                  <a16:creationId xmlns:a16="http://schemas.microsoft.com/office/drawing/2014/main" id="{9D3F8AAB-44C2-AF69-DDE5-C197DCAEA109}"/>
                </a:ext>
              </a:extLst>
            </p:cNvPr>
            <p:cNvSpPr/>
            <p:nvPr/>
          </p:nvSpPr>
          <p:spPr>
            <a:xfrm>
              <a:off x="7232154" y="4226080"/>
              <a:ext cx="654464"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Body)"/>
                  <a:ea typeface="+mn-ea"/>
                  <a:cs typeface="+mn-cs"/>
                </a:rPr>
                <a:t>Risk &amp; Compliance Monitoring</a:t>
              </a:r>
            </a:p>
          </p:txBody>
        </p:sp>
        <p:sp>
          <p:nvSpPr>
            <p:cNvPr id="27" name="Rectangle 26">
              <a:extLst>
                <a:ext uri="{FF2B5EF4-FFF2-40B4-BE49-F238E27FC236}">
                  <a16:creationId xmlns:a16="http://schemas.microsoft.com/office/drawing/2014/main" id="{0488F053-0AA1-D06A-3EF2-E3EB0560090D}"/>
                </a:ext>
              </a:extLst>
            </p:cNvPr>
            <p:cNvSpPr/>
            <p:nvPr/>
          </p:nvSpPr>
          <p:spPr>
            <a:xfrm>
              <a:off x="7915967" y="4226080"/>
              <a:ext cx="660777"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Body)"/>
                  <a:ea typeface="+mn-ea"/>
                  <a:cs typeface="+mn-cs"/>
                </a:rPr>
                <a:t>Portfolio &amp; Project Governance</a:t>
              </a:r>
            </a:p>
          </p:txBody>
        </p:sp>
        <p:sp>
          <p:nvSpPr>
            <p:cNvPr id="29" name="Rectangle 28">
              <a:extLst>
                <a:ext uri="{FF2B5EF4-FFF2-40B4-BE49-F238E27FC236}">
                  <a16:creationId xmlns:a16="http://schemas.microsoft.com/office/drawing/2014/main" id="{2FB7B8BE-B33E-FAB9-A48D-B91B05964649}"/>
                </a:ext>
              </a:extLst>
            </p:cNvPr>
            <p:cNvSpPr/>
            <p:nvPr/>
          </p:nvSpPr>
          <p:spPr>
            <a:xfrm>
              <a:off x="8606093" y="4226080"/>
              <a:ext cx="62560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Body)"/>
                  <a:ea typeface="+mn-ea"/>
                  <a:cs typeface="+mn-cs"/>
                </a:rPr>
                <a:t>Predictive Operational insights</a:t>
              </a:r>
            </a:p>
          </p:txBody>
        </p:sp>
      </p:grpSp>
      <p:sp>
        <p:nvSpPr>
          <p:cNvPr id="31" name="Rectangle 30">
            <a:extLst>
              <a:ext uri="{FF2B5EF4-FFF2-40B4-BE49-F238E27FC236}">
                <a16:creationId xmlns:a16="http://schemas.microsoft.com/office/drawing/2014/main" id="{963F53EE-5AF7-8ED5-0052-758611C5D8CC}"/>
              </a:ext>
            </a:extLst>
          </p:cNvPr>
          <p:cNvSpPr/>
          <p:nvPr/>
        </p:nvSpPr>
        <p:spPr>
          <a:xfrm>
            <a:off x="8856962" y="4220160"/>
            <a:ext cx="158858"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Body)"/>
                <a:ea typeface="+mn-ea"/>
                <a:cs typeface="+mn-cs"/>
              </a:rPr>
              <a:t>…</a:t>
            </a:r>
          </a:p>
        </p:txBody>
      </p:sp>
      <p:cxnSp>
        <p:nvCxnSpPr>
          <p:cNvPr id="87" name="Connector: Elbow 86">
            <a:extLst>
              <a:ext uri="{FF2B5EF4-FFF2-40B4-BE49-F238E27FC236}">
                <a16:creationId xmlns:a16="http://schemas.microsoft.com/office/drawing/2014/main" id="{F1933173-09A6-6319-ACC6-AA087AB20D7E}"/>
              </a:ext>
            </a:extLst>
          </p:cNvPr>
          <p:cNvCxnSpPr>
            <a:cxnSpLocks/>
            <a:endCxn id="188" idx="0"/>
          </p:cNvCxnSpPr>
          <p:nvPr/>
        </p:nvCxnSpPr>
        <p:spPr>
          <a:xfrm rot="10800000" flipV="1">
            <a:off x="6500838" y="3591723"/>
            <a:ext cx="823314" cy="385134"/>
          </a:xfrm>
          <a:prstGeom prst="bentConnector2">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03846980-9697-7847-AFB3-DD6F1CBF1AD8}"/>
              </a:ext>
            </a:extLst>
          </p:cNvPr>
          <p:cNvCxnSpPr>
            <a:cxnSpLocks/>
            <a:endCxn id="25" idx="0"/>
          </p:cNvCxnSpPr>
          <p:nvPr/>
        </p:nvCxnSpPr>
        <p:spPr>
          <a:xfrm>
            <a:off x="7184649" y="3583519"/>
            <a:ext cx="0" cy="393338"/>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0640EDB5-9D04-63CE-6377-F98011289977}"/>
              </a:ext>
            </a:extLst>
          </p:cNvPr>
          <p:cNvCxnSpPr>
            <a:cxnSpLocks/>
            <a:endCxn id="29" idx="0"/>
          </p:cNvCxnSpPr>
          <p:nvPr/>
        </p:nvCxnSpPr>
        <p:spPr>
          <a:xfrm>
            <a:off x="7727916" y="3590397"/>
            <a:ext cx="816243" cy="386460"/>
          </a:xfrm>
          <a:prstGeom prst="bentConnector2">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BDBA3B26-A549-A85C-66B4-BB15CD9982A9}"/>
              </a:ext>
            </a:extLst>
          </p:cNvPr>
          <p:cNvCxnSpPr>
            <a:cxnSpLocks/>
            <a:endCxn id="27" idx="0"/>
          </p:cNvCxnSpPr>
          <p:nvPr/>
        </p:nvCxnSpPr>
        <p:spPr>
          <a:xfrm>
            <a:off x="7871619" y="3590397"/>
            <a:ext cx="0" cy="38646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4DFEA268-6D8B-26AE-B072-B9F9BDD305A1}"/>
              </a:ext>
            </a:extLst>
          </p:cNvPr>
          <p:cNvCxnSpPr>
            <a:cxnSpLocks/>
          </p:cNvCxnSpPr>
          <p:nvPr/>
        </p:nvCxnSpPr>
        <p:spPr>
          <a:xfrm>
            <a:off x="4335195" y="4645922"/>
            <a:ext cx="3284805" cy="0"/>
          </a:xfrm>
          <a:prstGeom prst="line">
            <a:avLst/>
          </a:prstGeom>
          <a:ln w="12700">
            <a:gradFill flip="none" rotWithShape="1">
              <a:gsLst>
                <a:gs pos="0">
                  <a:srgbClr val="212842"/>
                </a:gs>
                <a:gs pos="50000">
                  <a:srgbClr val="0E152D"/>
                </a:gs>
                <a:gs pos="100000">
                  <a:srgbClr val="202640"/>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6BE104DE-B74E-2C81-F8AF-94A9FE8499A3}"/>
              </a:ext>
            </a:extLst>
          </p:cNvPr>
          <p:cNvSpPr/>
          <p:nvPr/>
        </p:nvSpPr>
        <p:spPr>
          <a:xfrm>
            <a:off x="4349388" y="4538597"/>
            <a:ext cx="3256420" cy="214650"/>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800" b="1">
                <a:solidFill>
                  <a:schemeClr val="bg1"/>
                </a:solidFill>
              </a:rPr>
              <a:t>Every interaction continuously enriches enterprise intelligence</a:t>
            </a:r>
          </a:p>
        </p:txBody>
      </p:sp>
      <p:cxnSp>
        <p:nvCxnSpPr>
          <p:cNvPr id="10" name="Straight Connector 9">
            <a:extLst>
              <a:ext uri="{FF2B5EF4-FFF2-40B4-BE49-F238E27FC236}">
                <a16:creationId xmlns:a16="http://schemas.microsoft.com/office/drawing/2014/main" id="{F992BCCC-B898-2A0B-3F7A-C911D7795B74}"/>
              </a:ext>
            </a:extLst>
          </p:cNvPr>
          <p:cNvCxnSpPr>
            <a:cxnSpLocks/>
          </p:cNvCxnSpPr>
          <p:nvPr/>
        </p:nvCxnSpPr>
        <p:spPr>
          <a:xfrm>
            <a:off x="9066501" y="5146206"/>
            <a:ext cx="0" cy="1051560"/>
          </a:xfrm>
          <a:prstGeom prst="line">
            <a:avLst/>
          </a:prstGeom>
          <a:noFill/>
          <a:ln w="19050">
            <a:solidFill>
              <a:schemeClr val="accent1">
                <a:lumMod val="20000"/>
                <a:lumOff val="80000"/>
              </a:schemeClr>
            </a:solidFill>
          </a:ln>
          <a:effectLst/>
        </p:spPr>
        <p:style>
          <a:lnRef idx="2">
            <a:schemeClr val="accent2"/>
          </a:lnRef>
          <a:fillRef idx="1">
            <a:schemeClr val="lt1"/>
          </a:fillRef>
          <a:effectRef idx="0">
            <a:schemeClr val="accent2"/>
          </a:effectRef>
          <a:fontRef idx="minor">
            <a:schemeClr val="dk1"/>
          </a:fontRef>
        </p:style>
      </p:cxnSp>
      <p:cxnSp>
        <p:nvCxnSpPr>
          <p:cNvPr id="8" name="Straight Connector 7">
            <a:extLst>
              <a:ext uri="{FF2B5EF4-FFF2-40B4-BE49-F238E27FC236}">
                <a16:creationId xmlns:a16="http://schemas.microsoft.com/office/drawing/2014/main" id="{5B305ABA-F734-514C-50A0-114A5180F8F4}"/>
              </a:ext>
            </a:extLst>
          </p:cNvPr>
          <p:cNvCxnSpPr>
            <a:cxnSpLocks/>
          </p:cNvCxnSpPr>
          <p:nvPr/>
        </p:nvCxnSpPr>
        <p:spPr>
          <a:xfrm>
            <a:off x="6298365" y="5146206"/>
            <a:ext cx="0" cy="1051560"/>
          </a:xfrm>
          <a:prstGeom prst="line">
            <a:avLst/>
          </a:prstGeom>
          <a:noFill/>
          <a:ln w="19050">
            <a:solidFill>
              <a:schemeClr val="accent2"/>
            </a:solidFill>
          </a:ln>
          <a:effectLst/>
        </p:spPr>
        <p:style>
          <a:lnRef idx="2">
            <a:schemeClr val="accent2"/>
          </a:lnRef>
          <a:fillRef idx="1">
            <a:schemeClr val="lt1"/>
          </a:fillRef>
          <a:effectRef idx="0">
            <a:schemeClr val="accent2"/>
          </a:effectRef>
          <a:fontRef idx="minor">
            <a:schemeClr val="dk1"/>
          </a:fontRef>
        </p:style>
      </p:cxnSp>
      <p:cxnSp>
        <p:nvCxnSpPr>
          <p:cNvPr id="11" name="Straight Connector 10">
            <a:extLst>
              <a:ext uri="{FF2B5EF4-FFF2-40B4-BE49-F238E27FC236}">
                <a16:creationId xmlns:a16="http://schemas.microsoft.com/office/drawing/2014/main" id="{E75A83EB-F0A0-08A6-1A7E-4813F14A3501}"/>
              </a:ext>
            </a:extLst>
          </p:cNvPr>
          <p:cNvCxnSpPr>
            <a:cxnSpLocks/>
          </p:cNvCxnSpPr>
          <p:nvPr/>
        </p:nvCxnSpPr>
        <p:spPr>
          <a:xfrm>
            <a:off x="3530230" y="5146206"/>
            <a:ext cx="0" cy="1051560"/>
          </a:xfrm>
          <a:prstGeom prst="line">
            <a:avLst/>
          </a:prstGeom>
          <a:noFill/>
          <a:ln w="19050">
            <a:solidFill>
              <a:srgbClr val="0058AB"/>
            </a:solidFill>
          </a:ln>
          <a:effectLst/>
        </p:spPr>
        <p:style>
          <a:lnRef idx="2">
            <a:schemeClr val="accent2"/>
          </a:lnRef>
          <a:fillRef idx="1">
            <a:schemeClr val="lt1"/>
          </a:fillRef>
          <a:effectRef idx="0">
            <a:schemeClr val="accent2"/>
          </a:effectRef>
          <a:fontRef idx="minor">
            <a:schemeClr val="dk1"/>
          </a:fontRef>
        </p:style>
      </p:cxnSp>
      <p:cxnSp>
        <p:nvCxnSpPr>
          <p:cNvPr id="12" name="Straight Connector 11">
            <a:extLst>
              <a:ext uri="{FF2B5EF4-FFF2-40B4-BE49-F238E27FC236}">
                <a16:creationId xmlns:a16="http://schemas.microsoft.com/office/drawing/2014/main" id="{97F6EAC1-CADF-43A3-28EA-E824DB4B2AF0}"/>
              </a:ext>
            </a:extLst>
          </p:cNvPr>
          <p:cNvCxnSpPr>
            <a:cxnSpLocks/>
          </p:cNvCxnSpPr>
          <p:nvPr/>
        </p:nvCxnSpPr>
        <p:spPr>
          <a:xfrm>
            <a:off x="762094" y="5146206"/>
            <a:ext cx="0" cy="1051560"/>
          </a:xfrm>
          <a:prstGeom prst="line">
            <a:avLst/>
          </a:prstGeom>
          <a:noFill/>
          <a:ln w="19050">
            <a:solidFill>
              <a:srgbClr val="004280"/>
            </a:solidFill>
          </a:ln>
          <a:effectLst/>
        </p:spPr>
        <p:style>
          <a:lnRef idx="2">
            <a:schemeClr val="accent2"/>
          </a:lnRef>
          <a:fillRef idx="1">
            <a:schemeClr val="lt1"/>
          </a:fillRef>
          <a:effectRef idx="0">
            <a:schemeClr val="accent2"/>
          </a:effectRef>
          <a:fontRef idx="minor">
            <a:schemeClr val="dk1"/>
          </a:fontRef>
        </p:style>
      </p:cxnSp>
    </p:spTree>
    <p:extLst>
      <p:ext uri="{BB962C8B-B14F-4D97-AF65-F5344CB8AC3E}">
        <p14:creationId xmlns:p14="http://schemas.microsoft.com/office/powerpoint/2010/main" val="2795861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F5E06-0199-2C30-CE2B-212BF988D09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4F4C165-462E-5BD7-B73B-8ED61A4D6F33}"/>
              </a:ext>
            </a:extLst>
          </p:cNvPr>
          <p:cNvSpPr>
            <a:spLocks/>
          </p:cNvSpPr>
          <p:nvPr/>
        </p:nvSpPr>
        <p:spPr>
          <a:xfrm>
            <a:off x="551384" y="2095361"/>
            <a:ext cx="8325437" cy="4374451"/>
          </a:xfrm>
          <a:prstGeom prst="rect">
            <a:avLst/>
          </a:prstGeom>
          <a:gradFill flip="none" rotWithShape="1">
            <a:gsLst>
              <a:gs pos="100000">
                <a:schemeClr val="bg1">
                  <a:alpha val="0"/>
                </a:schemeClr>
              </a:gs>
              <a:gs pos="0">
                <a:schemeClr val="bg1">
                  <a:alpha val="0"/>
                </a:schemeClr>
              </a:gs>
              <a:gs pos="50000">
                <a:schemeClr val="tx1">
                  <a:alpha val="20000"/>
                </a:schemeClr>
              </a:gs>
            </a:gsLst>
            <a:lin ang="0" scaled="1"/>
            <a:tileRect/>
          </a:gradFill>
          <a:ln w="9525">
            <a:gradFill flip="none" rotWithShape="1">
              <a:gsLst>
                <a:gs pos="0">
                  <a:schemeClr val="bg1"/>
                </a:gs>
                <a:gs pos="70000">
                  <a:srgbClr val="FFFFFF">
                    <a:alpha val="0"/>
                  </a:srgbClr>
                </a:gs>
                <a:gs pos="30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2" name="Date Placeholder 1">
            <a:extLst>
              <a:ext uri="{FF2B5EF4-FFF2-40B4-BE49-F238E27FC236}">
                <a16:creationId xmlns:a16="http://schemas.microsoft.com/office/drawing/2014/main" id="{3C18099E-3F1E-E15B-5C88-0EC229C30B9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E58197B-E443-9361-7611-88EDBCF1884B}"/>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642CE1AB-AE81-060B-A206-68B8630E1185}"/>
              </a:ext>
            </a:extLst>
          </p:cNvPr>
          <p:cNvSpPr>
            <a:spLocks noGrp="1"/>
          </p:cNvSpPr>
          <p:nvPr>
            <p:ph type="sldNum" sz="quarter" idx="12"/>
          </p:nvPr>
        </p:nvSpPr>
        <p:spPr/>
        <p:txBody>
          <a:bodyPr/>
          <a:lstStyle/>
          <a:p>
            <a:pPr algn="r"/>
            <a:fld id="{5D9A5160-6218-4E5A-B9E6-B93E3DAE377C}" type="slidenum">
              <a:rPr lang="en-US" smtClean="0"/>
              <a:pPr algn="r"/>
              <a:t>12</a:t>
            </a:fld>
            <a:endParaRPr lang="en-US"/>
          </a:p>
        </p:txBody>
      </p:sp>
      <p:sp>
        <p:nvSpPr>
          <p:cNvPr id="5" name="Title 4">
            <a:extLst>
              <a:ext uri="{FF2B5EF4-FFF2-40B4-BE49-F238E27FC236}">
                <a16:creationId xmlns:a16="http://schemas.microsoft.com/office/drawing/2014/main" id="{816BD6DF-E536-7FBB-0832-A61A6D039AAA}"/>
              </a:ext>
            </a:extLst>
          </p:cNvPr>
          <p:cNvSpPr>
            <a:spLocks noGrp="1"/>
          </p:cNvSpPr>
          <p:nvPr>
            <p:ph type="title"/>
          </p:nvPr>
        </p:nvSpPr>
        <p:spPr/>
        <p:txBody>
          <a:bodyPr/>
          <a:lstStyle/>
          <a:p>
            <a:r>
              <a:rPr lang="en-US"/>
              <a:t>AI-native technology &amp; systems use data to foresight an intelligent operating model in product development</a:t>
            </a:r>
            <a:endParaRPr lang="de-DE"/>
          </a:p>
        </p:txBody>
      </p:sp>
      <p:sp>
        <p:nvSpPr>
          <p:cNvPr id="8" name="Rectangle 7">
            <a:extLst>
              <a:ext uri="{FF2B5EF4-FFF2-40B4-BE49-F238E27FC236}">
                <a16:creationId xmlns:a16="http://schemas.microsoft.com/office/drawing/2014/main" id="{E9B8DC57-ACA8-27C2-75D9-8C661F9A01BC}"/>
              </a:ext>
            </a:extLst>
          </p:cNvPr>
          <p:cNvSpPr/>
          <p:nvPr/>
        </p:nvSpPr>
        <p:spPr>
          <a:xfrm>
            <a:off x="8973951" y="2095361"/>
            <a:ext cx="2667187" cy="4374451"/>
          </a:xfrm>
          <a:prstGeom prst="rect">
            <a:avLst/>
          </a:prstGeom>
          <a:gradFill flip="none" rotWithShape="1">
            <a:gsLst>
              <a:gs pos="100000">
                <a:schemeClr val="bg1">
                  <a:alpha val="0"/>
                </a:schemeClr>
              </a:gs>
              <a:gs pos="0">
                <a:schemeClr val="bg1">
                  <a:alpha val="0"/>
                </a:schemeClr>
              </a:gs>
              <a:gs pos="50000">
                <a:schemeClr val="tx1">
                  <a:alpha val="20000"/>
                </a:schemeClr>
              </a:gs>
            </a:gsLst>
            <a:lin ang="0" scaled="1"/>
            <a:tileRect/>
          </a:gradFill>
          <a:ln w="9525">
            <a:gradFill flip="none" rotWithShape="1">
              <a:gsLst>
                <a:gs pos="0">
                  <a:schemeClr val="bg1"/>
                </a:gs>
                <a:gs pos="70000">
                  <a:srgbClr val="FFFFFF">
                    <a:alpha val="0"/>
                  </a:srgbClr>
                </a:gs>
                <a:gs pos="30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AAA21C77-D805-70BD-9AB6-1E322003AEFA}"/>
              </a:ext>
            </a:extLst>
          </p:cNvPr>
          <p:cNvSpPr/>
          <p:nvPr/>
        </p:nvSpPr>
        <p:spPr>
          <a:xfrm>
            <a:off x="8922227" y="2095361"/>
            <a:ext cx="2770632"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Impact of AI Native Product Development</a:t>
            </a:r>
          </a:p>
        </p:txBody>
      </p:sp>
      <p:sp>
        <p:nvSpPr>
          <p:cNvPr id="81" name="TextBox 80">
            <a:extLst>
              <a:ext uri="{FF2B5EF4-FFF2-40B4-BE49-F238E27FC236}">
                <a16:creationId xmlns:a16="http://schemas.microsoft.com/office/drawing/2014/main" id="{751BFACE-8C15-956E-218B-30EF466A2C27}"/>
              </a:ext>
            </a:extLst>
          </p:cNvPr>
          <p:cNvSpPr txBox="1"/>
          <p:nvPr/>
        </p:nvSpPr>
        <p:spPr>
          <a:xfrm>
            <a:off x="8973946" y="2998849"/>
            <a:ext cx="2667192" cy="4001095"/>
          </a:xfrm>
          <a:prstGeom prst="rect">
            <a:avLst/>
          </a:prstGeom>
          <a:noFill/>
        </p:spPr>
        <p:txBody>
          <a:bodyPr wrap="square">
            <a:spAutoFit/>
          </a:bodyPr>
          <a:lstStyle/>
          <a:p>
            <a:pPr marL="285750" indent="-285750">
              <a:spcBef>
                <a:spcPts val="600"/>
              </a:spcBef>
              <a:spcAft>
                <a:spcPts val="600"/>
              </a:spcAft>
              <a:buFont typeface="Wingdings" panose="05000000000000000000" pitchFamily="2" charset="2"/>
              <a:buChar char="ü"/>
            </a:pPr>
            <a:r>
              <a:rPr lang="en-US" sz="1200" b="1">
                <a:solidFill>
                  <a:schemeClr val="bg1"/>
                </a:solidFill>
              </a:rPr>
              <a:t>Accelerated Innovation Cycles: </a:t>
            </a:r>
            <a:r>
              <a:rPr lang="en-US" sz="1200">
                <a:solidFill>
                  <a:schemeClr val="bg1"/>
                </a:solidFill>
              </a:rPr>
              <a:t>AI-native operating models enable faster prototyping, predictive design, and automated testing. </a:t>
            </a:r>
          </a:p>
          <a:p>
            <a:pPr marL="285750" indent="-285750">
              <a:spcBef>
                <a:spcPts val="600"/>
              </a:spcBef>
              <a:spcAft>
                <a:spcPts val="600"/>
              </a:spcAft>
              <a:buFont typeface="Wingdings" panose="05000000000000000000" pitchFamily="2" charset="2"/>
              <a:buChar char="ü"/>
            </a:pPr>
            <a:r>
              <a:rPr lang="en-US" sz="1200" b="1">
                <a:solidFill>
                  <a:schemeClr val="bg1"/>
                </a:solidFill>
              </a:rPr>
              <a:t>Adaptive Product Strategies</a:t>
            </a:r>
            <a:r>
              <a:rPr lang="en-US" sz="1200">
                <a:solidFill>
                  <a:schemeClr val="bg1"/>
                </a:solidFill>
              </a:rPr>
              <a:t>: Real-time insights from AI-driven analytics allow dynamic reprioritization of features and resources.</a:t>
            </a:r>
          </a:p>
          <a:p>
            <a:pPr marL="285750" indent="-285750">
              <a:spcBef>
                <a:spcPts val="600"/>
              </a:spcBef>
              <a:spcAft>
                <a:spcPts val="600"/>
              </a:spcAft>
              <a:buFont typeface="Wingdings" panose="05000000000000000000" pitchFamily="2" charset="2"/>
              <a:buChar char="ü"/>
            </a:pPr>
            <a:r>
              <a:rPr lang="en-US" sz="1200" b="1">
                <a:solidFill>
                  <a:schemeClr val="bg1"/>
                </a:solidFill>
              </a:rPr>
              <a:t>Continuous Optimization</a:t>
            </a:r>
            <a:r>
              <a:rPr lang="en-US" sz="1200">
                <a:solidFill>
                  <a:schemeClr val="bg1"/>
                </a:solidFill>
              </a:rPr>
              <a:t>: Intelligent workflows ensure iterative improvements based on live performance data.</a:t>
            </a:r>
          </a:p>
          <a:p>
            <a:pPr marL="285750" indent="-285750">
              <a:spcBef>
                <a:spcPts val="600"/>
              </a:spcBef>
              <a:spcAft>
                <a:spcPts val="600"/>
              </a:spcAft>
              <a:buFont typeface="Wingdings" panose="05000000000000000000" pitchFamily="2" charset="2"/>
              <a:buChar char="ü"/>
            </a:pPr>
            <a:endParaRPr lang="en-US" sz="1200">
              <a:solidFill>
                <a:schemeClr val="bg1"/>
              </a:solidFill>
            </a:endParaRPr>
          </a:p>
          <a:p>
            <a:pPr marL="285750" indent="-285750">
              <a:spcBef>
                <a:spcPts val="600"/>
              </a:spcBef>
              <a:spcAft>
                <a:spcPts val="600"/>
              </a:spcAft>
              <a:buFont typeface="Wingdings" panose="05000000000000000000" pitchFamily="2" charset="2"/>
              <a:buChar char="ü"/>
            </a:pPr>
            <a:endParaRPr lang="en-US" sz="1200">
              <a:solidFill>
                <a:schemeClr val="bg1"/>
              </a:solidFill>
            </a:endParaRPr>
          </a:p>
          <a:p>
            <a:pPr marL="285750" indent="-285750">
              <a:spcBef>
                <a:spcPts val="600"/>
              </a:spcBef>
              <a:spcAft>
                <a:spcPts val="600"/>
              </a:spcAft>
              <a:buFont typeface="Wingdings" panose="05000000000000000000" pitchFamily="2" charset="2"/>
              <a:buChar char="ü"/>
            </a:pPr>
            <a:endParaRPr lang="en-US" sz="1200" b="1">
              <a:solidFill>
                <a:schemeClr val="bg1"/>
              </a:solidFill>
            </a:endParaRPr>
          </a:p>
        </p:txBody>
      </p:sp>
      <p:sp>
        <p:nvSpPr>
          <p:cNvPr id="38" name="Rectangle 37">
            <a:extLst>
              <a:ext uri="{FF2B5EF4-FFF2-40B4-BE49-F238E27FC236}">
                <a16:creationId xmlns:a16="http://schemas.microsoft.com/office/drawing/2014/main" id="{4D1B0047-42B6-5AE0-FA49-C7374D5D6868}"/>
              </a:ext>
            </a:extLst>
          </p:cNvPr>
          <p:cNvSpPr/>
          <p:nvPr/>
        </p:nvSpPr>
        <p:spPr>
          <a:xfrm>
            <a:off x="2906012" y="2095361"/>
            <a:ext cx="3616179"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FFFFFF"/>
                </a:solidFill>
                <a:latin typeface="Ubuntu"/>
              </a:rPr>
              <a:t>AI-Native Product Development</a:t>
            </a:r>
            <a:endParaRPr kumimoji="0" lang="en-US" sz="1400" b="1" i="0" u="none" strike="noStrike" kern="1200" cap="none" spc="0" normalizeH="0" baseline="0" noProof="0">
              <a:ln>
                <a:noFill/>
              </a:ln>
              <a:solidFill>
                <a:srgbClr val="FFFFFF"/>
              </a:solidFill>
              <a:effectLst/>
              <a:uLnTx/>
              <a:uFillTx/>
              <a:latin typeface="Ubuntu"/>
              <a:ea typeface="+mn-ea"/>
              <a:cs typeface="+mn-cs"/>
            </a:endParaRPr>
          </a:p>
        </p:txBody>
      </p:sp>
      <p:grpSp>
        <p:nvGrpSpPr>
          <p:cNvPr id="63" name="Group 62">
            <a:extLst>
              <a:ext uri="{FF2B5EF4-FFF2-40B4-BE49-F238E27FC236}">
                <a16:creationId xmlns:a16="http://schemas.microsoft.com/office/drawing/2014/main" id="{0A0DB353-B925-77C5-1010-8079CCA0C2F6}"/>
              </a:ext>
            </a:extLst>
          </p:cNvPr>
          <p:cNvGrpSpPr/>
          <p:nvPr/>
        </p:nvGrpSpPr>
        <p:grpSpPr>
          <a:xfrm>
            <a:off x="2138964" y="3057634"/>
            <a:ext cx="5260844" cy="2801659"/>
            <a:chOff x="2141082" y="3236036"/>
            <a:chExt cx="5260844" cy="2801659"/>
          </a:xfrm>
        </p:grpSpPr>
        <p:sp>
          <p:nvSpPr>
            <p:cNvPr id="62" name="Freeform: Shape 61">
              <a:extLst>
                <a:ext uri="{FF2B5EF4-FFF2-40B4-BE49-F238E27FC236}">
                  <a16:creationId xmlns:a16="http://schemas.microsoft.com/office/drawing/2014/main" id="{8052C370-7CDD-FE7A-819D-B9CB8C2EB1B1}"/>
                </a:ext>
              </a:extLst>
            </p:cNvPr>
            <p:cNvSpPr/>
            <p:nvPr/>
          </p:nvSpPr>
          <p:spPr>
            <a:xfrm rot="19076295" flipH="1">
              <a:off x="3680217" y="3236036"/>
              <a:ext cx="771580" cy="1385722"/>
            </a:xfrm>
            <a:custGeom>
              <a:avLst/>
              <a:gdLst>
                <a:gd name="connsiteX0" fmla="*/ 400956 w 771580"/>
                <a:gd name="connsiteY0" fmla="*/ 22130 h 1385722"/>
                <a:gd name="connsiteX1" fmla="*/ 53567 w 771580"/>
                <a:gd name="connsiteY1" fmla="*/ 746044 h 1385722"/>
                <a:gd name="connsiteX2" fmla="*/ 0 w 771580"/>
                <a:gd name="connsiteY2" fmla="*/ 1266491 h 1385722"/>
                <a:gd name="connsiteX3" fmla="*/ 514769 w 771580"/>
                <a:gd name="connsiteY3" fmla="*/ 1385722 h 1385722"/>
                <a:gd name="connsiteX4" fmla="*/ 575894 w 771580"/>
                <a:gd name="connsiteY4" fmla="*/ 791858 h 1385722"/>
                <a:gd name="connsiteX5" fmla="*/ 728407 w 771580"/>
                <a:gd name="connsiteY5" fmla="*/ 430314 h 1385722"/>
                <a:gd name="connsiteX6" fmla="*/ 771580 w 771580"/>
                <a:gd name="connsiteY6" fmla="*/ 387768 h 1385722"/>
                <a:gd name="connsiteX7" fmla="*/ 573996 w 771580"/>
                <a:gd name="connsiteY7" fmla="*/ 229452 h 1385722"/>
                <a:gd name="connsiteX8" fmla="*/ 425970 w 771580"/>
                <a:gd name="connsiteY8" fmla="*/ 0 h 1385722"/>
                <a:gd name="connsiteX9" fmla="*/ 400956 w 771580"/>
                <a:gd name="connsiteY9" fmla="*/ 22130 h 138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1580" h="1385722">
                  <a:moveTo>
                    <a:pt x="400956" y="22130"/>
                  </a:moveTo>
                  <a:cubicBezTo>
                    <a:pt x="211244" y="209045"/>
                    <a:pt x="82956" y="460503"/>
                    <a:pt x="53567" y="746044"/>
                  </a:cubicBezTo>
                  <a:lnTo>
                    <a:pt x="0" y="1266491"/>
                  </a:lnTo>
                  <a:lnTo>
                    <a:pt x="514769" y="1385722"/>
                  </a:lnTo>
                  <a:lnTo>
                    <a:pt x="575894" y="791858"/>
                  </a:lnTo>
                  <a:cubicBezTo>
                    <a:pt x="590125" y="653584"/>
                    <a:pt x="645407" y="529456"/>
                    <a:pt x="728407" y="430314"/>
                  </a:cubicBezTo>
                  <a:lnTo>
                    <a:pt x="771580" y="387768"/>
                  </a:lnTo>
                  <a:lnTo>
                    <a:pt x="573996" y="229452"/>
                  </a:lnTo>
                  <a:lnTo>
                    <a:pt x="425970" y="0"/>
                  </a:lnTo>
                  <a:lnTo>
                    <a:pt x="400956" y="22130"/>
                  </a:lnTo>
                  <a:close/>
                </a:path>
              </a:pathLst>
            </a:custGeom>
            <a:solidFill>
              <a:srgbClr val="1B1F5C">
                <a:alpha val="94000"/>
              </a:srgbClr>
            </a:solidFill>
            <a:ln w="28575">
              <a:solidFill>
                <a:srgbClr val="27293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de-DE" sz="1200">
                <a:solidFill>
                  <a:schemeClr val="tx1"/>
                </a:solidFill>
              </a:endParaRPr>
            </a:p>
          </p:txBody>
        </p:sp>
        <p:sp>
          <p:nvSpPr>
            <p:cNvPr id="61" name="Freeform: Shape 60">
              <a:extLst>
                <a:ext uri="{FF2B5EF4-FFF2-40B4-BE49-F238E27FC236}">
                  <a16:creationId xmlns:a16="http://schemas.microsoft.com/office/drawing/2014/main" id="{E84C4A7A-D40C-D381-F359-BED4D9A1D4DC}"/>
                </a:ext>
              </a:extLst>
            </p:cNvPr>
            <p:cNvSpPr/>
            <p:nvPr/>
          </p:nvSpPr>
          <p:spPr>
            <a:xfrm rot="19076295" flipH="1">
              <a:off x="3086593" y="4257094"/>
              <a:ext cx="3402341" cy="729787"/>
            </a:xfrm>
            <a:custGeom>
              <a:avLst/>
              <a:gdLst>
                <a:gd name="connsiteX0" fmla="*/ 42017 w 3402341"/>
                <a:gd name="connsiteY0" fmla="*/ 271446 h 729787"/>
                <a:gd name="connsiteX1" fmla="*/ 0 w 3402341"/>
                <a:gd name="connsiteY1" fmla="*/ 310118 h 729787"/>
                <a:gd name="connsiteX2" fmla="*/ 212904 w 3402341"/>
                <a:gd name="connsiteY2" fmla="*/ 480710 h 729787"/>
                <a:gd name="connsiteX3" fmla="*/ 349267 w 3402341"/>
                <a:gd name="connsiteY3" fmla="*/ 692081 h 729787"/>
                <a:gd name="connsiteX4" fmla="*/ 424503 w 3402341"/>
                <a:gd name="connsiteY4" fmla="*/ 629968 h 729787"/>
                <a:gd name="connsiteX5" fmla="*/ 799762 w 3402341"/>
                <a:gd name="connsiteY5" fmla="*/ 515272 h 729787"/>
                <a:gd name="connsiteX6" fmla="*/ 1455686 w 3402341"/>
                <a:gd name="connsiteY6" fmla="*/ 515272 h 729787"/>
                <a:gd name="connsiteX7" fmla="*/ 1456431 w 3402341"/>
                <a:gd name="connsiteY7" fmla="*/ 512674 h 729787"/>
                <a:gd name="connsiteX8" fmla="*/ 1465489 w 3402341"/>
                <a:gd name="connsiteY8" fmla="*/ 515272 h 729787"/>
                <a:gd name="connsiteX9" fmla="*/ 1470934 w 3402341"/>
                <a:gd name="connsiteY9" fmla="*/ 515273 h 729787"/>
                <a:gd name="connsiteX10" fmla="*/ 1470934 w 3402341"/>
                <a:gd name="connsiteY10" fmla="*/ 516834 h 729787"/>
                <a:gd name="connsiteX11" fmla="*/ 2017736 w 3402341"/>
                <a:gd name="connsiteY11" fmla="*/ 673672 h 729787"/>
                <a:gd name="connsiteX12" fmla="*/ 2501314 w 3402341"/>
                <a:gd name="connsiteY12" fmla="*/ 723444 h 729787"/>
                <a:gd name="connsiteX13" fmla="*/ 3373073 w 3402341"/>
                <a:gd name="connsiteY13" fmla="*/ 463376 h 729787"/>
                <a:gd name="connsiteX14" fmla="*/ 3402341 w 3402341"/>
                <a:gd name="connsiteY14" fmla="*/ 437172 h 729787"/>
                <a:gd name="connsiteX15" fmla="*/ 3251446 w 3402341"/>
                <a:gd name="connsiteY15" fmla="*/ 203273 h 729787"/>
                <a:gd name="connsiteX16" fmla="*/ 3060067 w 3402341"/>
                <a:gd name="connsiteY16" fmla="*/ 49930 h 729787"/>
                <a:gd name="connsiteX17" fmla="*/ 3054644 w 3402341"/>
                <a:gd name="connsiteY17" fmla="*/ 55274 h 729787"/>
                <a:gd name="connsiteX18" fmla="*/ 2562133 w 3402341"/>
                <a:gd name="connsiteY18" fmla="*/ 202203 h 729787"/>
                <a:gd name="connsiteX19" fmla="*/ 1904452 w 3402341"/>
                <a:gd name="connsiteY19" fmla="*/ 134511 h 729787"/>
                <a:gd name="connsiteX20" fmla="*/ 1903869 w 3402341"/>
                <a:gd name="connsiteY20" fmla="*/ 137028 h 729787"/>
                <a:gd name="connsiteX21" fmla="*/ 1312265 w 3402341"/>
                <a:gd name="connsiteY21" fmla="*/ 1 h 729787"/>
                <a:gd name="connsiteX22" fmla="*/ 797694 w 3402341"/>
                <a:gd name="connsiteY22" fmla="*/ 0 h 729787"/>
                <a:gd name="connsiteX23" fmla="*/ 42017 w 3402341"/>
                <a:gd name="connsiteY23" fmla="*/ 271446 h 72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02341" h="729787">
                  <a:moveTo>
                    <a:pt x="42017" y="271446"/>
                  </a:moveTo>
                  <a:lnTo>
                    <a:pt x="0" y="310118"/>
                  </a:lnTo>
                  <a:lnTo>
                    <a:pt x="212904" y="480710"/>
                  </a:lnTo>
                  <a:lnTo>
                    <a:pt x="349267" y="692081"/>
                  </a:lnTo>
                  <a:lnTo>
                    <a:pt x="424503" y="629968"/>
                  </a:lnTo>
                  <a:cubicBezTo>
                    <a:pt x="531623" y="557555"/>
                    <a:pt x="660758" y="515272"/>
                    <a:pt x="799762" y="515272"/>
                  </a:cubicBezTo>
                  <a:lnTo>
                    <a:pt x="1455686" y="515272"/>
                  </a:lnTo>
                  <a:lnTo>
                    <a:pt x="1456431" y="512674"/>
                  </a:lnTo>
                  <a:lnTo>
                    <a:pt x="1465489" y="515272"/>
                  </a:lnTo>
                  <a:lnTo>
                    <a:pt x="1470934" y="515273"/>
                  </a:lnTo>
                  <a:lnTo>
                    <a:pt x="1470934" y="516834"/>
                  </a:lnTo>
                  <a:lnTo>
                    <a:pt x="2017736" y="673672"/>
                  </a:lnTo>
                  <a:lnTo>
                    <a:pt x="2501314" y="723444"/>
                  </a:lnTo>
                  <a:cubicBezTo>
                    <a:pt x="2827844" y="757053"/>
                    <a:pt x="3137077" y="655207"/>
                    <a:pt x="3373073" y="463376"/>
                  </a:cubicBezTo>
                  <a:lnTo>
                    <a:pt x="3402341" y="437172"/>
                  </a:lnTo>
                  <a:lnTo>
                    <a:pt x="3251446" y="203273"/>
                  </a:lnTo>
                  <a:lnTo>
                    <a:pt x="3060067" y="49930"/>
                  </a:lnTo>
                  <a:lnTo>
                    <a:pt x="3054644" y="55274"/>
                  </a:lnTo>
                  <a:cubicBezTo>
                    <a:pt x="2921315" y="163651"/>
                    <a:pt x="2746611" y="221190"/>
                    <a:pt x="2562133" y="202203"/>
                  </a:cubicBezTo>
                  <a:lnTo>
                    <a:pt x="1904452" y="134511"/>
                  </a:lnTo>
                  <a:lnTo>
                    <a:pt x="1903869" y="137028"/>
                  </a:lnTo>
                  <a:lnTo>
                    <a:pt x="1312265" y="1"/>
                  </a:lnTo>
                  <a:lnTo>
                    <a:pt x="797694" y="0"/>
                  </a:lnTo>
                  <a:cubicBezTo>
                    <a:pt x="510645" y="0"/>
                    <a:pt x="247372" y="101868"/>
                    <a:pt x="42017" y="271446"/>
                  </a:cubicBezTo>
                  <a:close/>
                </a:path>
              </a:pathLst>
            </a:custGeom>
            <a:solidFill>
              <a:srgbClr val="1CB5F0">
                <a:alpha val="94000"/>
              </a:srgbClr>
            </a:solidFill>
            <a:ln w="28575">
              <a:solidFill>
                <a:srgbClr val="27293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de-DE" sz="1200">
                <a:solidFill>
                  <a:schemeClr val="tx1"/>
                </a:solidFill>
              </a:endParaRPr>
            </a:p>
          </p:txBody>
        </p:sp>
        <p:sp>
          <p:nvSpPr>
            <p:cNvPr id="60" name="Freeform: Shape 59">
              <a:extLst>
                <a:ext uri="{FF2B5EF4-FFF2-40B4-BE49-F238E27FC236}">
                  <a16:creationId xmlns:a16="http://schemas.microsoft.com/office/drawing/2014/main" id="{AE4A8954-C089-97A9-5CEF-0F4AC1EDD96D}"/>
                </a:ext>
              </a:extLst>
            </p:cNvPr>
            <p:cNvSpPr/>
            <p:nvPr/>
          </p:nvSpPr>
          <p:spPr>
            <a:xfrm rot="19076295" flipH="1">
              <a:off x="2141082" y="3694973"/>
              <a:ext cx="1621722" cy="723597"/>
            </a:xfrm>
            <a:custGeom>
              <a:avLst/>
              <a:gdLst>
                <a:gd name="connsiteX0" fmla="*/ 0 w 1621722"/>
                <a:gd name="connsiteY0" fmla="*/ 265735 h 723597"/>
                <a:gd name="connsiteX1" fmla="*/ 147580 w 1621722"/>
                <a:gd name="connsiteY1" fmla="*/ 494496 h 723597"/>
                <a:gd name="connsiteX2" fmla="*/ 344467 w 1621722"/>
                <a:gd name="connsiteY2" fmla="*/ 652253 h 723597"/>
                <a:gd name="connsiteX3" fmla="*/ 439710 w 1621722"/>
                <a:gd name="connsiteY3" fmla="*/ 588897 h 723597"/>
                <a:gd name="connsiteX4" fmla="*/ 824959 w 1621722"/>
                <a:gd name="connsiteY4" fmla="*/ 513318 h 723597"/>
                <a:gd name="connsiteX5" fmla="*/ 824960 w 1621722"/>
                <a:gd name="connsiteY5" fmla="*/ 513317 h 723597"/>
                <a:gd name="connsiteX6" fmla="*/ 1186737 w 1621722"/>
                <a:gd name="connsiteY6" fmla="*/ 665784 h 723597"/>
                <a:gd name="connsiteX7" fmla="*/ 1243779 w 1621722"/>
                <a:gd name="connsiteY7" fmla="*/ 723597 h 723597"/>
                <a:gd name="connsiteX8" fmla="*/ 1394147 w 1621722"/>
                <a:gd name="connsiteY8" fmla="*/ 535930 h 723597"/>
                <a:gd name="connsiteX9" fmla="*/ 1621722 w 1621722"/>
                <a:gd name="connsiteY9" fmla="*/ 389115 h 723597"/>
                <a:gd name="connsiteX10" fmla="*/ 1510328 w 1621722"/>
                <a:gd name="connsiteY10" fmla="*/ 276217 h 723597"/>
                <a:gd name="connsiteX11" fmla="*/ 869969 w 1621722"/>
                <a:gd name="connsiteY11" fmla="*/ 6343 h 723597"/>
                <a:gd name="connsiteX12" fmla="*/ 9325 w 1621722"/>
                <a:gd name="connsiteY12" fmla="*/ 257485 h 723597"/>
                <a:gd name="connsiteX13" fmla="*/ 0 w 1621722"/>
                <a:gd name="connsiteY13" fmla="*/ 265735 h 72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1722" h="723597">
                  <a:moveTo>
                    <a:pt x="0" y="265735"/>
                  </a:moveTo>
                  <a:lnTo>
                    <a:pt x="147580" y="494496"/>
                  </a:lnTo>
                  <a:lnTo>
                    <a:pt x="344467" y="652253"/>
                  </a:lnTo>
                  <a:lnTo>
                    <a:pt x="439710" y="588897"/>
                  </a:lnTo>
                  <a:cubicBezTo>
                    <a:pt x="553741" y="527883"/>
                    <a:pt x="686601" y="499078"/>
                    <a:pt x="824959" y="513318"/>
                  </a:cubicBezTo>
                  <a:lnTo>
                    <a:pt x="824960" y="513317"/>
                  </a:lnTo>
                  <a:cubicBezTo>
                    <a:pt x="963318" y="527559"/>
                    <a:pt x="1087525" y="582822"/>
                    <a:pt x="1186737" y="665784"/>
                  </a:cubicBezTo>
                  <a:lnTo>
                    <a:pt x="1243779" y="723597"/>
                  </a:lnTo>
                  <a:lnTo>
                    <a:pt x="1394147" y="535930"/>
                  </a:lnTo>
                  <a:lnTo>
                    <a:pt x="1621722" y="389115"/>
                  </a:lnTo>
                  <a:lnTo>
                    <a:pt x="1510328" y="276217"/>
                  </a:lnTo>
                  <a:cubicBezTo>
                    <a:pt x="1334719" y="129369"/>
                    <a:pt x="1114867" y="31550"/>
                    <a:pt x="869969" y="6343"/>
                  </a:cubicBezTo>
                  <a:cubicBezTo>
                    <a:pt x="548540" y="-26740"/>
                    <a:pt x="243874" y="71431"/>
                    <a:pt x="9325" y="257485"/>
                  </a:cubicBezTo>
                  <a:lnTo>
                    <a:pt x="0" y="265735"/>
                  </a:lnTo>
                  <a:close/>
                </a:path>
              </a:pathLst>
            </a:custGeom>
            <a:solidFill>
              <a:srgbClr val="0C3F88">
                <a:alpha val="94000"/>
              </a:srgbClr>
            </a:solidFill>
            <a:ln w="28575">
              <a:solidFill>
                <a:srgbClr val="27293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de-DE" sz="1200">
                <a:solidFill>
                  <a:schemeClr val="tx1"/>
                </a:solidFill>
              </a:endParaRPr>
            </a:p>
          </p:txBody>
        </p:sp>
        <p:sp>
          <p:nvSpPr>
            <p:cNvPr id="59" name="Freeform: Shape 58">
              <a:extLst>
                <a:ext uri="{FF2B5EF4-FFF2-40B4-BE49-F238E27FC236}">
                  <a16:creationId xmlns:a16="http://schemas.microsoft.com/office/drawing/2014/main" id="{30F866E7-7BA7-599F-CEBE-FE99E85223D7}"/>
                </a:ext>
              </a:extLst>
            </p:cNvPr>
            <p:cNvSpPr/>
            <p:nvPr/>
          </p:nvSpPr>
          <p:spPr>
            <a:xfrm rot="19076295" flipH="1">
              <a:off x="6275893" y="3247489"/>
              <a:ext cx="681791" cy="1576736"/>
            </a:xfrm>
            <a:custGeom>
              <a:avLst/>
              <a:gdLst>
                <a:gd name="connsiteX0" fmla="*/ 330599 w 681791"/>
                <a:gd name="connsiteY0" fmla="*/ 0 h 1576736"/>
                <a:gd name="connsiteX1" fmla="*/ 253384 w 681791"/>
                <a:gd name="connsiteY1" fmla="*/ 88131 h 1576736"/>
                <a:gd name="connsiteX2" fmla="*/ 0 w 681791"/>
                <a:gd name="connsiteY2" fmla="*/ 822030 h 1576736"/>
                <a:gd name="connsiteX3" fmla="*/ 202891 w 681791"/>
                <a:gd name="connsiteY3" fmla="*/ 1486655 h 1576736"/>
                <a:gd name="connsiteX4" fmla="*/ 277168 w 681791"/>
                <a:gd name="connsiteY4" fmla="*/ 1576736 h 1576736"/>
                <a:gd name="connsiteX5" fmla="*/ 452942 w 681791"/>
                <a:gd name="connsiteY5" fmla="*/ 1357363 h 1576736"/>
                <a:gd name="connsiteX6" fmla="*/ 657856 w 681791"/>
                <a:gd name="connsiteY6" fmla="*/ 1225167 h 1576736"/>
                <a:gd name="connsiteX7" fmla="*/ 633517 w 681791"/>
                <a:gd name="connsiteY7" fmla="*/ 1195651 h 1576736"/>
                <a:gd name="connsiteX8" fmla="*/ 518891 w 681791"/>
                <a:gd name="connsiteY8" fmla="*/ 820164 h 1576736"/>
                <a:gd name="connsiteX9" fmla="*/ 518892 w 681791"/>
                <a:gd name="connsiteY9" fmla="*/ 820163 h 1576736"/>
                <a:gd name="connsiteX10" fmla="*/ 633518 w 681791"/>
                <a:gd name="connsiteY10" fmla="*/ 444677 h 1576736"/>
                <a:gd name="connsiteX11" fmla="*/ 681791 w 681791"/>
                <a:gd name="connsiteY11" fmla="*/ 386134 h 1576736"/>
                <a:gd name="connsiteX12" fmla="*/ 541921 w 681791"/>
                <a:gd name="connsiteY12" fmla="*/ 169322 h 1576736"/>
                <a:gd name="connsiteX13" fmla="*/ 330599 w 681791"/>
                <a:gd name="connsiteY13" fmla="*/ 0 h 157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1791" h="1576736">
                  <a:moveTo>
                    <a:pt x="330599" y="0"/>
                  </a:moveTo>
                  <a:lnTo>
                    <a:pt x="253384" y="88131"/>
                  </a:lnTo>
                  <a:cubicBezTo>
                    <a:pt x="94663" y="290222"/>
                    <a:pt x="0" y="545065"/>
                    <a:pt x="0" y="822030"/>
                  </a:cubicBezTo>
                  <a:cubicBezTo>
                    <a:pt x="0" y="1068222"/>
                    <a:pt x="74796" y="1296935"/>
                    <a:pt x="202891" y="1486655"/>
                  </a:cubicBezTo>
                  <a:lnTo>
                    <a:pt x="277168" y="1576736"/>
                  </a:lnTo>
                  <a:lnTo>
                    <a:pt x="452942" y="1357363"/>
                  </a:lnTo>
                  <a:lnTo>
                    <a:pt x="657856" y="1225167"/>
                  </a:lnTo>
                  <a:lnTo>
                    <a:pt x="633517" y="1195651"/>
                  </a:lnTo>
                  <a:cubicBezTo>
                    <a:pt x="561148" y="1088467"/>
                    <a:pt x="518891" y="959253"/>
                    <a:pt x="518891" y="820164"/>
                  </a:cubicBezTo>
                  <a:lnTo>
                    <a:pt x="518892" y="820163"/>
                  </a:lnTo>
                  <a:cubicBezTo>
                    <a:pt x="518892" y="681075"/>
                    <a:pt x="561150" y="551862"/>
                    <a:pt x="633518" y="444677"/>
                  </a:cubicBezTo>
                  <a:lnTo>
                    <a:pt x="681791" y="386134"/>
                  </a:lnTo>
                  <a:lnTo>
                    <a:pt x="541921" y="169322"/>
                  </a:lnTo>
                  <a:lnTo>
                    <a:pt x="330599" y="0"/>
                  </a:lnTo>
                  <a:close/>
                </a:path>
              </a:pathLst>
            </a:custGeom>
            <a:solidFill>
              <a:srgbClr val="0466B6">
                <a:alpha val="94000"/>
              </a:srgbClr>
            </a:solidFill>
            <a:ln w="28575">
              <a:solidFill>
                <a:srgbClr val="27293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de-DE" sz="1200">
                <a:solidFill>
                  <a:schemeClr val="tx1"/>
                </a:solidFill>
              </a:endParaRPr>
            </a:p>
          </p:txBody>
        </p:sp>
        <p:sp>
          <p:nvSpPr>
            <p:cNvPr id="58" name="Freeform: Shape 57">
              <a:extLst>
                <a:ext uri="{FF2B5EF4-FFF2-40B4-BE49-F238E27FC236}">
                  <a16:creationId xmlns:a16="http://schemas.microsoft.com/office/drawing/2014/main" id="{E110E563-410D-6720-B4E6-B9CAFC1FC057}"/>
                </a:ext>
              </a:extLst>
            </p:cNvPr>
            <p:cNvSpPr/>
            <p:nvPr/>
          </p:nvSpPr>
          <p:spPr>
            <a:xfrm rot="19076295" flipH="1">
              <a:off x="5847677" y="4827517"/>
              <a:ext cx="1554249" cy="722289"/>
            </a:xfrm>
            <a:custGeom>
              <a:avLst/>
              <a:gdLst>
                <a:gd name="connsiteX0" fmla="*/ 178122 w 1554249"/>
                <a:gd name="connsiteY0" fmla="*/ 130189 h 722289"/>
                <a:gd name="connsiteX1" fmla="*/ 0 w 1554249"/>
                <a:gd name="connsiteY1" fmla="*/ 352494 h 722289"/>
                <a:gd name="connsiteX2" fmla="*/ 17834 w 1554249"/>
                <a:gd name="connsiteY2" fmla="*/ 374122 h 722289"/>
                <a:gd name="connsiteX3" fmla="*/ 857875 w 1554249"/>
                <a:gd name="connsiteY3" fmla="*/ 722289 h 722289"/>
                <a:gd name="connsiteX4" fmla="*/ 1522095 w 1554249"/>
                <a:gd name="connsiteY4" fmla="*/ 519275 h 722289"/>
                <a:gd name="connsiteX5" fmla="*/ 1554249 w 1554249"/>
                <a:gd name="connsiteY5" fmla="*/ 495215 h 722289"/>
                <a:gd name="connsiteX6" fmla="*/ 1373294 w 1554249"/>
                <a:gd name="connsiteY6" fmla="*/ 350224 h 722289"/>
                <a:gd name="connsiteX7" fmla="*/ 1212470 w 1554249"/>
                <a:gd name="connsiteY7" fmla="*/ 100933 h 722289"/>
                <a:gd name="connsiteX8" fmla="*/ 1121193 w 1554249"/>
                <a:gd name="connsiteY8" fmla="*/ 150507 h 722289"/>
                <a:gd name="connsiteX9" fmla="*/ 859942 w 1554249"/>
                <a:gd name="connsiteY9" fmla="*/ 203283 h 722289"/>
                <a:gd name="connsiteX10" fmla="*/ 385351 w 1554249"/>
                <a:gd name="connsiteY10" fmla="*/ 6582 h 722289"/>
                <a:gd name="connsiteX11" fmla="*/ 379924 w 1554249"/>
                <a:gd name="connsiteY11" fmla="*/ 0 h 722289"/>
                <a:gd name="connsiteX12" fmla="*/ 178122 w 1554249"/>
                <a:gd name="connsiteY12" fmla="*/ 130189 h 72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54249" h="722289">
                  <a:moveTo>
                    <a:pt x="178122" y="130189"/>
                  </a:moveTo>
                  <a:lnTo>
                    <a:pt x="0" y="352494"/>
                  </a:lnTo>
                  <a:lnTo>
                    <a:pt x="17834" y="374122"/>
                  </a:lnTo>
                  <a:cubicBezTo>
                    <a:pt x="232819" y="589238"/>
                    <a:pt x="529818" y="722289"/>
                    <a:pt x="857875" y="722289"/>
                  </a:cubicBezTo>
                  <a:cubicBezTo>
                    <a:pt x="1103917" y="722289"/>
                    <a:pt x="1332490" y="647447"/>
                    <a:pt x="1522095" y="519275"/>
                  </a:cubicBezTo>
                  <a:lnTo>
                    <a:pt x="1554249" y="495215"/>
                  </a:lnTo>
                  <a:lnTo>
                    <a:pt x="1373294" y="350224"/>
                  </a:lnTo>
                  <a:lnTo>
                    <a:pt x="1212470" y="100933"/>
                  </a:lnTo>
                  <a:lnTo>
                    <a:pt x="1121193" y="150507"/>
                  </a:lnTo>
                  <a:cubicBezTo>
                    <a:pt x="1040895" y="184491"/>
                    <a:pt x="952612" y="203283"/>
                    <a:pt x="859942" y="203283"/>
                  </a:cubicBezTo>
                  <a:cubicBezTo>
                    <a:pt x="674602" y="203283"/>
                    <a:pt x="506810" y="128115"/>
                    <a:pt x="385351" y="6582"/>
                  </a:cubicBezTo>
                  <a:lnTo>
                    <a:pt x="379924" y="0"/>
                  </a:lnTo>
                  <a:lnTo>
                    <a:pt x="178122" y="130189"/>
                  </a:lnTo>
                  <a:close/>
                </a:path>
              </a:pathLst>
            </a:custGeom>
            <a:solidFill>
              <a:srgbClr val="0C3F88">
                <a:alpha val="94000"/>
              </a:srgbClr>
            </a:solidFill>
            <a:ln w="28575">
              <a:solidFill>
                <a:srgbClr val="27293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de-DE" sz="1200">
                <a:solidFill>
                  <a:schemeClr val="tx1"/>
                </a:solidFill>
              </a:endParaRPr>
            </a:p>
          </p:txBody>
        </p:sp>
        <p:sp>
          <p:nvSpPr>
            <p:cNvPr id="54" name="Freeform: Shape 53">
              <a:extLst>
                <a:ext uri="{FF2B5EF4-FFF2-40B4-BE49-F238E27FC236}">
                  <a16:creationId xmlns:a16="http://schemas.microsoft.com/office/drawing/2014/main" id="{627C9B02-4696-1BDE-F95C-E916795359CD}"/>
                </a:ext>
              </a:extLst>
            </p:cNvPr>
            <p:cNvSpPr/>
            <p:nvPr/>
          </p:nvSpPr>
          <p:spPr>
            <a:xfrm rot="19076295" flipH="1">
              <a:off x="5133858" y="4527708"/>
              <a:ext cx="767431" cy="1509987"/>
            </a:xfrm>
            <a:custGeom>
              <a:avLst/>
              <a:gdLst>
                <a:gd name="connsiteX0" fmla="*/ 252674 w 767431"/>
                <a:gd name="connsiteY0" fmla="*/ 0 h 1509987"/>
                <a:gd name="connsiteX1" fmla="*/ 252674 w 767431"/>
                <a:gd name="connsiteY1" fmla="*/ 597501 h 1509987"/>
                <a:gd name="connsiteX2" fmla="*/ 56093 w 767431"/>
                <a:gd name="connsiteY2" fmla="*/ 1072380 h 1509987"/>
                <a:gd name="connsiteX3" fmla="*/ 0 w 767431"/>
                <a:gd name="connsiteY3" fmla="*/ 1118689 h 1509987"/>
                <a:gd name="connsiteX4" fmla="*/ 156140 w 767431"/>
                <a:gd name="connsiteY4" fmla="*/ 1360721 h 1509987"/>
                <a:gd name="connsiteX5" fmla="*/ 342430 w 767431"/>
                <a:gd name="connsiteY5" fmla="*/ 1509987 h 1509987"/>
                <a:gd name="connsiteX6" fmla="*/ 419475 w 767431"/>
                <a:gd name="connsiteY6" fmla="*/ 1439921 h 1509987"/>
                <a:gd name="connsiteX7" fmla="*/ 767431 w 767431"/>
                <a:gd name="connsiteY7" fmla="*/ 599368 h 1509987"/>
                <a:gd name="connsiteX8" fmla="*/ 767431 w 767431"/>
                <a:gd name="connsiteY8" fmla="*/ 147647 h 1509987"/>
                <a:gd name="connsiteX9" fmla="*/ 252674 w 767431"/>
                <a:gd name="connsiteY9" fmla="*/ 0 h 150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7431" h="1509987">
                  <a:moveTo>
                    <a:pt x="252674" y="0"/>
                  </a:moveTo>
                  <a:lnTo>
                    <a:pt x="252674" y="597501"/>
                  </a:lnTo>
                  <a:cubicBezTo>
                    <a:pt x="252674" y="782953"/>
                    <a:pt x="177551" y="950848"/>
                    <a:pt x="56093" y="1072380"/>
                  </a:cubicBezTo>
                  <a:lnTo>
                    <a:pt x="0" y="1118689"/>
                  </a:lnTo>
                  <a:lnTo>
                    <a:pt x="156140" y="1360721"/>
                  </a:lnTo>
                  <a:lnTo>
                    <a:pt x="342430" y="1509987"/>
                  </a:lnTo>
                  <a:lnTo>
                    <a:pt x="419475" y="1439921"/>
                  </a:lnTo>
                  <a:cubicBezTo>
                    <a:pt x="634460" y="1224805"/>
                    <a:pt x="767431" y="927624"/>
                    <a:pt x="767431" y="599368"/>
                  </a:cubicBezTo>
                  <a:lnTo>
                    <a:pt x="767431" y="147647"/>
                  </a:lnTo>
                  <a:lnTo>
                    <a:pt x="252674" y="0"/>
                  </a:lnTo>
                  <a:close/>
                </a:path>
              </a:pathLst>
            </a:custGeom>
            <a:solidFill>
              <a:srgbClr val="1B1F5C">
                <a:alpha val="94000"/>
              </a:srgbClr>
            </a:solidFill>
            <a:ln w="28575">
              <a:solidFill>
                <a:srgbClr val="27293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de-DE" sz="1200">
                <a:solidFill>
                  <a:schemeClr val="tx1"/>
                </a:solidFill>
              </a:endParaRPr>
            </a:p>
          </p:txBody>
        </p:sp>
        <p:sp>
          <p:nvSpPr>
            <p:cNvPr id="37" name="Freeform: Shape 36">
              <a:extLst>
                <a:ext uri="{FF2B5EF4-FFF2-40B4-BE49-F238E27FC236}">
                  <a16:creationId xmlns:a16="http://schemas.microsoft.com/office/drawing/2014/main" id="{C4BC29FA-3900-3BB4-3978-E103CE78A996}"/>
                </a:ext>
              </a:extLst>
            </p:cNvPr>
            <p:cNvSpPr/>
            <p:nvPr/>
          </p:nvSpPr>
          <p:spPr>
            <a:xfrm rot="19076295" flipH="1">
              <a:off x="2614046" y="4441172"/>
              <a:ext cx="693248" cy="1578117"/>
            </a:xfrm>
            <a:custGeom>
              <a:avLst/>
              <a:gdLst>
                <a:gd name="connsiteX0" fmla="*/ 205556 w 693248"/>
                <a:gd name="connsiteY0" fmla="*/ 147428 h 1578117"/>
                <a:gd name="connsiteX1" fmla="*/ 53212 w 693248"/>
                <a:gd name="connsiteY1" fmla="*/ 337559 h 1578117"/>
                <a:gd name="connsiteX2" fmla="*/ 104727 w 693248"/>
                <a:gd name="connsiteY2" fmla="*/ 414903 h 1578117"/>
                <a:gd name="connsiteX3" fmla="*/ 180400 w 693248"/>
                <a:gd name="connsiteY3" fmla="*/ 799933 h 1578117"/>
                <a:gd name="connsiteX4" fmla="*/ 27886 w 693248"/>
                <a:gd name="connsiteY4" fmla="*/ 1161479 h 1578117"/>
                <a:gd name="connsiteX5" fmla="*/ 0 w 693248"/>
                <a:gd name="connsiteY5" fmla="*/ 1188960 h 1578117"/>
                <a:gd name="connsiteX6" fmla="*/ 194230 w 693248"/>
                <a:gd name="connsiteY6" fmla="*/ 1344588 h 1578117"/>
                <a:gd name="connsiteX7" fmla="*/ 344886 w 693248"/>
                <a:gd name="connsiteY7" fmla="*/ 1578117 h 1578117"/>
                <a:gd name="connsiteX8" fmla="*/ 416962 w 693248"/>
                <a:gd name="connsiteY8" fmla="*/ 1499959 h 1578117"/>
                <a:gd name="connsiteX9" fmla="*/ 686916 w 693248"/>
                <a:gd name="connsiteY9" fmla="*/ 860015 h 1578117"/>
                <a:gd name="connsiteX10" fmla="*/ 552974 w 693248"/>
                <a:gd name="connsiteY10" fmla="*/ 178499 h 1578117"/>
                <a:gd name="connsiteX11" fmla="*/ 434083 w 693248"/>
                <a:gd name="connsiteY11" fmla="*/ 0 h 1578117"/>
                <a:gd name="connsiteX12" fmla="*/ 205556 w 693248"/>
                <a:gd name="connsiteY12" fmla="*/ 147428 h 15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3248" h="1578117">
                  <a:moveTo>
                    <a:pt x="205556" y="147428"/>
                  </a:moveTo>
                  <a:lnTo>
                    <a:pt x="53212" y="337559"/>
                  </a:lnTo>
                  <a:lnTo>
                    <a:pt x="104727" y="414903"/>
                  </a:lnTo>
                  <a:cubicBezTo>
                    <a:pt x="165792" y="528874"/>
                    <a:pt x="194632" y="661659"/>
                    <a:pt x="180400" y="799933"/>
                  </a:cubicBezTo>
                  <a:cubicBezTo>
                    <a:pt x="166168" y="938208"/>
                    <a:pt x="110886" y="1062336"/>
                    <a:pt x="27886" y="1161479"/>
                  </a:cubicBezTo>
                  <a:lnTo>
                    <a:pt x="0" y="1188960"/>
                  </a:lnTo>
                  <a:lnTo>
                    <a:pt x="194230" y="1344588"/>
                  </a:lnTo>
                  <a:lnTo>
                    <a:pt x="344886" y="1578117"/>
                  </a:lnTo>
                  <a:lnTo>
                    <a:pt x="416962" y="1499959"/>
                  </a:lnTo>
                  <a:cubicBezTo>
                    <a:pt x="563874" y="1324473"/>
                    <a:pt x="661724" y="1104764"/>
                    <a:pt x="686916" y="860015"/>
                  </a:cubicBezTo>
                  <a:cubicBezTo>
                    <a:pt x="712107" y="615266"/>
                    <a:pt x="661061" y="380232"/>
                    <a:pt x="552974" y="178499"/>
                  </a:cubicBezTo>
                  <a:lnTo>
                    <a:pt x="434083" y="0"/>
                  </a:lnTo>
                  <a:lnTo>
                    <a:pt x="205556" y="147428"/>
                  </a:lnTo>
                  <a:close/>
                </a:path>
              </a:pathLst>
            </a:custGeom>
            <a:solidFill>
              <a:srgbClr val="0466B6">
                <a:alpha val="94000"/>
              </a:srgbClr>
            </a:solidFill>
            <a:ln w="28575">
              <a:solidFill>
                <a:srgbClr val="27293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de-DE" sz="1200">
                <a:solidFill>
                  <a:schemeClr val="tx1"/>
                </a:solidFill>
              </a:endParaRPr>
            </a:p>
          </p:txBody>
        </p:sp>
      </p:grpSp>
      <p:sp>
        <p:nvSpPr>
          <p:cNvPr id="46" name="TextBox 27">
            <a:extLst>
              <a:ext uri="{FF2B5EF4-FFF2-40B4-BE49-F238E27FC236}">
                <a16:creationId xmlns:a16="http://schemas.microsoft.com/office/drawing/2014/main" id="{A14B8C95-2A5B-53F5-086A-24EEA8AFCA38}"/>
              </a:ext>
            </a:extLst>
          </p:cNvPr>
          <p:cNvSpPr txBox="1"/>
          <p:nvPr/>
        </p:nvSpPr>
        <p:spPr>
          <a:xfrm>
            <a:off x="2450404" y="3680241"/>
            <a:ext cx="866124" cy="323165"/>
          </a:xfrm>
          <a:prstGeom prst="rect">
            <a:avLst/>
          </a:prstGeom>
        </p:spPr>
        <p:txBody>
          <a:bodyPr vert="horz" wrap="square" lIns="0" tIns="0" rIns="0" bIns="0" rtlCol="0">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050">
                <a:solidFill>
                  <a:schemeClr val="bg1"/>
                </a:solidFill>
              </a:rPr>
              <a:t>1. Conduct Research</a:t>
            </a:r>
          </a:p>
        </p:txBody>
      </p:sp>
      <p:sp>
        <p:nvSpPr>
          <p:cNvPr id="64" name="TextBox 27">
            <a:extLst>
              <a:ext uri="{FF2B5EF4-FFF2-40B4-BE49-F238E27FC236}">
                <a16:creationId xmlns:a16="http://schemas.microsoft.com/office/drawing/2014/main" id="{AA80F6EF-0D36-5110-5C57-41BF424F6C6C}"/>
              </a:ext>
            </a:extLst>
          </p:cNvPr>
          <p:cNvSpPr txBox="1"/>
          <p:nvPr/>
        </p:nvSpPr>
        <p:spPr>
          <a:xfrm>
            <a:off x="3696707" y="3604314"/>
            <a:ext cx="866124" cy="323165"/>
          </a:xfrm>
          <a:prstGeom prst="rect">
            <a:avLst/>
          </a:prstGeom>
        </p:spPr>
        <p:txBody>
          <a:bodyPr vert="horz" wrap="square" lIns="0" tIns="0" rIns="0" bIns="0" rtlCol="0">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050">
                <a:solidFill>
                  <a:schemeClr val="bg1"/>
                </a:solidFill>
              </a:rPr>
              <a:t>2. </a:t>
            </a:r>
            <a:r>
              <a:rPr lang="de-DE" sz="1050" err="1">
                <a:solidFill>
                  <a:schemeClr val="bg1"/>
                </a:solidFill>
              </a:rPr>
              <a:t>Define</a:t>
            </a:r>
            <a:r>
              <a:rPr lang="de-DE" sz="1050">
                <a:solidFill>
                  <a:schemeClr val="bg1"/>
                </a:solidFill>
              </a:rPr>
              <a:t> </a:t>
            </a:r>
            <a:r>
              <a:rPr lang="de-DE" sz="1050" err="1">
                <a:solidFill>
                  <a:schemeClr val="bg1"/>
                </a:solidFill>
              </a:rPr>
              <a:t>Requirements</a:t>
            </a:r>
            <a:endParaRPr lang="de-DE" sz="1050">
              <a:solidFill>
                <a:schemeClr val="bg1"/>
              </a:solidFill>
            </a:endParaRPr>
          </a:p>
        </p:txBody>
      </p:sp>
      <p:sp>
        <p:nvSpPr>
          <p:cNvPr id="65" name="TextBox 27">
            <a:extLst>
              <a:ext uri="{FF2B5EF4-FFF2-40B4-BE49-F238E27FC236}">
                <a16:creationId xmlns:a16="http://schemas.microsoft.com/office/drawing/2014/main" id="{9E2F4112-14A7-5641-8053-9FFFE02A0FE4}"/>
              </a:ext>
            </a:extLst>
          </p:cNvPr>
          <p:cNvSpPr txBox="1"/>
          <p:nvPr/>
        </p:nvSpPr>
        <p:spPr>
          <a:xfrm>
            <a:off x="5029767" y="5058487"/>
            <a:ext cx="866124" cy="323165"/>
          </a:xfrm>
          <a:prstGeom prst="rect">
            <a:avLst/>
          </a:prstGeom>
        </p:spPr>
        <p:txBody>
          <a:bodyPr vert="horz" wrap="square" lIns="0" tIns="0" rIns="0" bIns="0" rtlCol="0">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050">
                <a:solidFill>
                  <a:schemeClr val="bg1"/>
                </a:solidFill>
              </a:rPr>
              <a:t>3. Design Solution</a:t>
            </a:r>
          </a:p>
        </p:txBody>
      </p:sp>
      <p:sp>
        <p:nvSpPr>
          <p:cNvPr id="66" name="TextBox 27">
            <a:extLst>
              <a:ext uri="{FF2B5EF4-FFF2-40B4-BE49-F238E27FC236}">
                <a16:creationId xmlns:a16="http://schemas.microsoft.com/office/drawing/2014/main" id="{562AF4E4-D38E-0A3D-C8F4-47F767950696}"/>
              </a:ext>
            </a:extLst>
          </p:cNvPr>
          <p:cNvSpPr txBox="1"/>
          <p:nvPr/>
        </p:nvSpPr>
        <p:spPr>
          <a:xfrm>
            <a:off x="6183592" y="4975694"/>
            <a:ext cx="866124" cy="323165"/>
          </a:xfrm>
          <a:prstGeom prst="rect">
            <a:avLst/>
          </a:prstGeom>
        </p:spPr>
        <p:txBody>
          <a:bodyPr vert="horz" wrap="square" lIns="0" tIns="0" rIns="0" bIns="0" rtlCol="0">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050">
                <a:solidFill>
                  <a:schemeClr val="bg1"/>
                </a:solidFill>
              </a:rPr>
              <a:t>4. Plan Execution</a:t>
            </a:r>
          </a:p>
        </p:txBody>
      </p:sp>
      <p:sp>
        <p:nvSpPr>
          <p:cNvPr id="67" name="TextBox 27">
            <a:extLst>
              <a:ext uri="{FF2B5EF4-FFF2-40B4-BE49-F238E27FC236}">
                <a16:creationId xmlns:a16="http://schemas.microsoft.com/office/drawing/2014/main" id="{2AD26328-19E4-5A11-D410-4F182762C856}"/>
              </a:ext>
            </a:extLst>
          </p:cNvPr>
          <p:cNvSpPr txBox="1"/>
          <p:nvPr/>
        </p:nvSpPr>
        <p:spPr>
          <a:xfrm>
            <a:off x="6189621" y="3680241"/>
            <a:ext cx="866124" cy="161583"/>
          </a:xfrm>
          <a:prstGeom prst="rect">
            <a:avLst/>
          </a:prstGeom>
        </p:spPr>
        <p:txBody>
          <a:bodyPr vert="horz" wrap="square" lIns="0" tIns="0" rIns="0" bIns="0" rtlCol="0">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050">
                <a:solidFill>
                  <a:schemeClr val="bg1"/>
                </a:solidFill>
              </a:rPr>
              <a:t>5. Develop</a:t>
            </a:r>
          </a:p>
        </p:txBody>
      </p:sp>
      <p:sp>
        <p:nvSpPr>
          <p:cNvPr id="68" name="TextBox 27">
            <a:extLst>
              <a:ext uri="{FF2B5EF4-FFF2-40B4-BE49-F238E27FC236}">
                <a16:creationId xmlns:a16="http://schemas.microsoft.com/office/drawing/2014/main" id="{3E52B342-6D6B-991E-42A2-B946D43FD4CC}"/>
              </a:ext>
            </a:extLst>
          </p:cNvPr>
          <p:cNvSpPr txBox="1"/>
          <p:nvPr/>
        </p:nvSpPr>
        <p:spPr>
          <a:xfrm>
            <a:off x="4960171" y="3707321"/>
            <a:ext cx="866124" cy="161583"/>
          </a:xfrm>
          <a:prstGeom prst="rect">
            <a:avLst/>
          </a:prstGeom>
        </p:spPr>
        <p:txBody>
          <a:bodyPr vert="horz" wrap="square" lIns="0" tIns="0" rIns="0" bIns="0" rtlCol="0">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050">
                <a:solidFill>
                  <a:schemeClr val="bg1"/>
                </a:solidFill>
              </a:rPr>
              <a:t>6.  Deploy</a:t>
            </a:r>
          </a:p>
        </p:txBody>
      </p:sp>
      <p:sp>
        <p:nvSpPr>
          <p:cNvPr id="69" name="TextBox 27">
            <a:extLst>
              <a:ext uri="{FF2B5EF4-FFF2-40B4-BE49-F238E27FC236}">
                <a16:creationId xmlns:a16="http://schemas.microsoft.com/office/drawing/2014/main" id="{42B9BBD5-7327-B9D8-5325-30D4B4EB35EC}"/>
              </a:ext>
            </a:extLst>
          </p:cNvPr>
          <p:cNvSpPr txBox="1"/>
          <p:nvPr/>
        </p:nvSpPr>
        <p:spPr>
          <a:xfrm>
            <a:off x="3616789" y="5104299"/>
            <a:ext cx="866124" cy="161583"/>
          </a:xfrm>
          <a:prstGeom prst="rect">
            <a:avLst/>
          </a:prstGeom>
        </p:spPr>
        <p:txBody>
          <a:bodyPr vert="horz" wrap="square" lIns="0" tIns="0" rIns="0" bIns="0" rtlCol="0">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050">
                <a:solidFill>
                  <a:schemeClr val="bg1"/>
                </a:solidFill>
              </a:rPr>
              <a:t>7. QA</a:t>
            </a:r>
          </a:p>
        </p:txBody>
      </p:sp>
      <p:sp>
        <p:nvSpPr>
          <p:cNvPr id="70" name="TextBox 27">
            <a:extLst>
              <a:ext uri="{FF2B5EF4-FFF2-40B4-BE49-F238E27FC236}">
                <a16:creationId xmlns:a16="http://schemas.microsoft.com/office/drawing/2014/main" id="{33896F5D-873A-09A7-B120-5C2F041ADC12}"/>
              </a:ext>
            </a:extLst>
          </p:cNvPr>
          <p:cNvSpPr txBox="1"/>
          <p:nvPr/>
        </p:nvSpPr>
        <p:spPr>
          <a:xfrm>
            <a:off x="2454127" y="4820995"/>
            <a:ext cx="866124" cy="484748"/>
          </a:xfrm>
          <a:prstGeom prst="rect">
            <a:avLst/>
          </a:prstGeom>
        </p:spPr>
        <p:txBody>
          <a:bodyPr vert="horz" wrap="square" lIns="0" tIns="0" rIns="0" bIns="0" rtlCol="0">
            <a:sp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050">
                <a:solidFill>
                  <a:schemeClr val="bg1"/>
                </a:solidFill>
              </a:rPr>
              <a:t>8. Post- Delivery Monitorung</a:t>
            </a:r>
          </a:p>
        </p:txBody>
      </p:sp>
      <p:cxnSp>
        <p:nvCxnSpPr>
          <p:cNvPr id="72" name="Straight Connector 71">
            <a:extLst>
              <a:ext uri="{FF2B5EF4-FFF2-40B4-BE49-F238E27FC236}">
                <a16:creationId xmlns:a16="http://schemas.microsoft.com/office/drawing/2014/main" id="{A0A8E4D9-A41F-7DFC-1F24-988698D4991E}"/>
              </a:ext>
            </a:extLst>
          </p:cNvPr>
          <p:cNvCxnSpPr>
            <a:cxnSpLocks/>
          </p:cNvCxnSpPr>
          <p:nvPr/>
        </p:nvCxnSpPr>
        <p:spPr>
          <a:xfrm>
            <a:off x="4743646" y="3945832"/>
            <a:ext cx="327126" cy="447647"/>
          </a:xfrm>
          <a:prstGeom prst="line">
            <a:avLst/>
          </a:prstGeom>
          <a:ln w="19050">
            <a:solidFill>
              <a:srgbClr val="171E36"/>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AB11729-C30E-2847-BE27-A94093657C13}"/>
              </a:ext>
            </a:extLst>
          </p:cNvPr>
          <p:cNvCxnSpPr>
            <a:cxnSpLocks/>
          </p:cNvCxnSpPr>
          <p:nvPr/>
        </p:nvCxnSpPr>
        <p:spPr>
          <a:xfrm>
            <a:off x="4488787" y="4390638"/>
            <a:ext cx="332825" cy="468703"/>
          </a:xfrm>
          <a:prstGeom prst="line">
            <a:avLst/>
          </a:prstGeom>
          <a:ln w="19050">
            <a:solidFill>
              <a:srgbClr val="171E36"/>
            </a:solidFill>
            <a:prstDash val="sysDot"/>
          </a:ln>
        </p:spPr>
        <p:style>
          <a:lnRef idx="1">
            <a:schemeClr val="accent1"/>
          </a:lnRef>
          <a:fillRef idx="0">
            <a:schemeClr val="accent1"/>
          </a:fillRef>
          <a:effectRef idx="0">
            <a:schemeClr val="accent1"/>
          </a:effectRef>
          <a:fontRef idx="minor">
            <a:schemeClr val="tx1"/>
          </a:fontRef>
        </p:style>
      </p:cxnSp>
      <p:pic>
        <p:nvPicPr>
          <p:cNvPr id="85" name="Graphic 84" descr="Blueprint with solid fill">
            <a:extLst>
              <a:ext uri="{FF2B5EF4-FFF2-40B4-BE49-F238E27FC236}">
                <a16:creationId xmlns:a16="http://schemas.microsoft.com/office/drawing/2014/main" id="{1E5DE1EE-F940-4ADF-B0E3-EE578FF868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57093" y="5770738"/>
            <a:ext cx="381406" cy="381406"/>
          </a:xfrm>
          <a:prstGeom prst="rect">
            <a:avLst/>
          </a:prstGeom>
        </p:spPr>
      </p:pic>
      <p:sp>
        <p:nvSpPr>
          <p:cNvPr id="110" name="TextBox 109">
            <a:extLst>
              <a:ext uri="{FF2B5EF4-FFF2-40B4-BE49-F238E27FC236}">
                <a16:creationId xmlns:a16="http://schemas.microsoft.com/office/drawing/2014/main" id="{0F3C8BB4-49A5-59CA-2BD4-FD465CC6038D}"/>
              </a:ext>
            </a:extLst>
          </p:cNvPr>
          <p:cNvSpPr txBox="1"/>
          <p:nvPr/>
        </p:nvSpPr>
        <p:spPr>
          <a:xfrm>
            <a:off x="5335916" y="5675657"/>
            <a:ext cx="1906189" cy="571568"/>
          </a:xfrm>
          <a:prstGeom prst="rect">
            <a:avLst/>
          </a:prstGeom>
          <a:noFill/>
        </p:spPr>
        <p:txBody>
          <a:bodyPr vert="horz" wrap="square" lIns="90000" tIns="46800" rIns="90000" bIns="46800" rtlCol="0" anchor="ctr">
            <a:spAutoFit/>
          </a:bodyPr>
          <a:lstStyle/>
          <a:p>
            <a:pPr>
              <a:spcBef>
                <a:spcPct val="0"/>
              </a:spcBef>
            </a:pPr>
            <a:r>
              <a:rPr lang="de-DE" sz="1100" b="1">
                <a:solidFill>
                  <a:schemeClr val="bg1"/>
                </a:solidFill>
              </a:rPr>
              <a:t>Design Agent</a:t>
            </a:r>
          </a:p>
          <a:p>
            <a:pPr>
              <a:spcBef>
                <a:spcPct val="0"/>
              </a:spcBef>
            </a:pPr>
            <a:r>
              <a:rPr lang="de-DE" sz="1000">
                <a:solidFill>
                  <a:schemeClr val="bg1"/>
                </a:solidFill>
              </a:rPr>
              <a:t>Reuse </a:t>
            </a:r>
            <a:r>
              <a:rPr lang="de-DE" sz="1000" err="1">
                <a:solidFill>
                  <a:schemeClr val="bg1"/>
                </a:solidFill>
              </a:rPr>
              <a:t>of</a:t>
            </a:r>
            <a:r>
              <a:rPr lang="de-DE" sz="1000">
                <a:solidFill>
                  <a:schemeClr val="bg1"/>
                </a:solidFill>
              </a:rPr>
              <a:t> </a:t>
            </a:r>
            <a:r>
              <a:rPr lang="de-DE" sz="1000" err="1">
                <a:solidFill>
                  <a:schemeClr val="bg1"/>
                </a:solidFill>
              </a:rPr>
              <a:t>proven</a:t>
            </a:r>
            <a:r>
              <a:rPr lang="de-DE" sz="1000">
                <a:solidFill>
                  <a:schemeClr val="bg1"/>
                </a:solidFill>
              </a:rPr>
              <a:t> </a:t>
            </a:r>
            <a:r>
              <a:rPr lang="de-DE" sz="1000" err="1">
                <a:solidFill>
                  <a:schemeClr val="bg1"/>
                </a:solidFill>
              </a:rPr>
              <a:t>components</a:t>
            </a:r>
            <a:r>
              <a:rPr lang="de-DE" sz="1000">
                <a:solidFill>
                  <a:schemeClr val="bg1"/>
                </a:solidFill>
              </a:rPr>
              <a:t>, </a:t>
            </a:r>
            <a:r>
              <a:rPr lang="de-DE" sz="1000" err="1">
                <a:solidFill>
                  <a:schemeClr val="bg1"/>
                </a:solidFill>
              </a:rPr>
              <a:t>supply</a:t>
            </a:r>
            <a:r>
              <a:rPr lang="de-DE" sz="1000">
                <a:solidFill>
                  <a:schemeClr val="bg1"/>
                </a:solidFill>
              </a:rPr>
              <a:t> </a:t>
            </a:r>
            <a:r>
              <a:rPr lang="de-DE" sz="1000" err="1">
                <a:solidFill>
                  <a:schemeClr val="bg1"/>
                </a:solidFill>
              </a:rPr>
              <a:t>chain</a:t>
            </a:r>
            <a:r>
              <a:rPr lang="de-DE" sz="1000">
                <a:solidFill>
                  <a:schemeClr val="bg1"/>
                </a:solidFill>
              </a:rPr>
              <a:t> </a:t>
            </a:r>
            <a:r>
              <a:rPr lang="de-DE" sz="1000" err="1">
                <a:solidFill>
                  <a:schemeClr val="bg1"/>
                </a:solidFill>
              </a:rPr>
              <a:t>risks</a:t>
            </a:r>
            <a:r>
              <a:rPr lang="de-DE" sz="1000">
                <a:solidFill>
                  <a:schemeClr val="bg1"/>
                </a:solidFill>
              </a:rPr>
              <a:t> </a:t>
            </a:r>
            <a:r>
              <a:rPr lang="de-DE" sz="1000" err="1">
                <a:solidFill>
                  <a:schemeClr val="bg1"/>
                </a:solidFill>
              </a:rPr>
              <a:t>analysis</a:t>
            </a:r>
            <a:endParaRPr lang="de-DE" sz="1000">
              <a:solidFill>
                <a:schemeClr val="bg1"/>
              </a:solidFill>
            </a:endParaRPr>
          </a:p>
        </p:txBody>
      </p:sp>
      <p:pic>
        <p:nvPicPr>
          <p:cNvPr id="89" name="Graphic 88" descr="Statistics with solid fill">
            <a:extLst>
              <a:ext uri="{FF2B5EF4-FFF2-40B4-BE49-F238E27FC236}">
                <a16:creationId xmlns:a16="http://schemas.microsoft.com/office/drawing/2014/main" id="{5D9899C2-CCCB-FFCE-F10E-A75D380EA1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69035" y="5307127"/>
            <a:ext cx="381406" cy="381406"/>
          </a:xfrm>
          <a:prstGeom prst="rect">
            <a:avLst/>
          </a:prstGeom>
        </p:spPr>
      </p:pic>
      <p:sp>
        <p:nvSpPr>
          <p:cNvPr id="114" name="TextBox 113">
            <a:extLst>
              <a:ext uri="{FF2B5EF4-FFF2-40B4-BE49-F238E27FC236}">
                <a16:creationId xmlns:a16="http://schemas.microsoft.com/office/drawing/2014/main" id="{8C1FCB35-5E73-441D-B82E-A084CFE6809F}"/>
              </a:ext>
            </a:extLst>
          </p:cNvPr>
          <p:cNvSpPr txBox="1"/>
          <p:nvPr/>
        </p:nvSpPr>
        <p:spPr>
          <a:xfrm>
            <a:off x="712606" y="5212045"/>
            <a:ext cx="1694083" cy="571568"/>
          </a:xfrm>
          <a:prstGeom prst="rect">
            <a:avLst/>
          </a:prstGeom>
          <a:noFill/>
        </p:spPr>
        <p:txBody>
          <a:bodyPr vert="horz" wrap="square" lIns="90000" tIns="46800" rIns="90000" bIns="46800" rtlCol="0" anchor="ctr">
            <a:spAutoFit/>
          </a:bodyPr>
          <a:lstStyle/>
          <a:p>
            <a:pPr algn="r">
              <a:spcBef>
                <a:spcPct val="0"/>
              </a:spcBef>
            </a:pPr>
            <a:r>
              <a:rPr lang="de-DE" sz="1100" b="1">
                <a:solidFill>
                  <a:schemeClr val="bg1"/>
                </a:solidFill>
              </a:rPr>
              <a:t>Analytics Agent</a:t>
            </a:r>
          </a:p>
          <a:p>
            <a:pPr algn="r">
              <a:spcBef>
                <a:spcPct val="0"/>
              </a:spcBef>
            </a:pPr>
            <a:r>
              <a:rPr lang="de-DE" sz="1000">
                <a:solidFill>
                  <a:schemeClr val="bg1"/>
                </a:solidFill>
              </a:rPr>
              <a:t>Performance tracking and post-release insights</a:t>
            </a:r>
          </a:p>
        </p:txBody>
      </p:sp>
      <p:pic>
        <p:nvPicPr>
          <p:cNvPr id="87" name="Graphic 86" descr="Mathematics with solid fill">
            <a:extLst>
              <a:ext uri="{FF2B5EF4-FFF2-40B4-BE49-F238E27FC236}">
                <a16:creationId xmlns:a16="http://schemas.microsoft.com/office/drawing/2014/main" id="{E40DCA0B-1904-6574-A070-C79F821A10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44801" y="5305743"/>
            <a:ext cx="381406" cy="381406"/>
          </a:xfrm>
          <a:prstGeom prst="rect">
            <a:avLst/>
          </a:prstGeom>
        </p:spPr>
      </p:pic>
      <p:sp>
        <p:nvSpPr>
          <p:cNvPr id="117" name="TextBox 116">
            <a:extLst>
              <a:ext uri="{FF2B5EF4-FFF2-40B4-BE49-F238E27FC236}">
                <a16:creationId xmlns:a16="http://schemas.microsoft.com/office/drawing/2014/main" id="{5E516261-2375-96C1-7321-28B4694164BC}"/>
              </a:ext>
            </a:extLst>
          </p:cNvPr>
          <p:cNvSpPr txBox="1"/>
          <p:nvPr/>
        </p:nvSpPr>
        <p:spPr>
          <a:xfrm>
            <a:off x="7285818" y="5135102"/>
            <a:ext cx="1390003" cy="725456"/>
          </a:xfrm>
          <a:prstGeom prst="rect">
            <a:avLst/>
          </a:prstGeom>
          <a:noFill/>
        </p:spPr>
        <p:txBody>
          <a:bodyPr vert="horz" wrap="square" lIns="90000" tIns="46800" rIns="90000" bIns="46800" rtlCol="0" anchor="ctr">
            <a:spAutoFit/>
          </a:bodyPr>
          <a:lstStyle/>
          <a:p>
            <a:pPr>
              <a:spcBef>
                <a:spcPct val="0"/>
              </a:spcBef>
            </a:pPr>
            <a:r>
              <a:rPr lang="de-DE" sz="1100" b="1" err="1">
                <a:solidFill>
                  <a:schemeClr val="bg1"/>
                </a:solidFill>
              </a:rPr>
              <a:t>Planning</a:t>
            </a:r>
            <a:r>
              <a:rPr lang="de-DE" sz="1100" b="1">
                <a:solidFill>
                  <a:schemeClr val="bg1"/>
                </a:solidFill>
              </a:rPr>
              <a:t> Agent</a:t>
            </a:r>
          </a:p>
          <a:p>
            <a:pPr>
              <a:spcBef>
                <a:spcPct val="0"/>
              </a:spcBef>
            </a:pPr>
            <a:r>
              <a:rPr lang="de-DE" sz="1000">
                <a:solidFill>
                  <a:schemeClr val="bg1"/>
                </a:solidFill>
              </a:rPr>
              <a:t>Feature breakdown and </a:t>
            </a:r>
            <a:r>
              <a:rPr lang="de-DE" sz="1000" err="1">
                <a:solidFill>
                  <a:schemeClr val="bg1"/>
                </a:solidFill>
              </a:rPr>
              <a:t>co-creation</a:t>
            </a:r>
            <a:r>
              <a:rPr lang="de-DE" sz="1000">
                <a:solidFill>
                  <a:schemeClr val="bg1"/>
                </a:solidFill>
              </a:rPr>
              <a:t> </a:t>
            </a:r>
            <a:r>
              <a:rPr lang="de-DE" sz="1000" err="1">
                <a:solidFill>
                  <a:schemeClr val="bg1"/>
                </a:solidFill>
              </a:rPr>
              <a:t>of</a:t>
            </a:r>
            <a:r>
              <a:rPr lang="de-DE" sz="1000">
                <a:solidFill>
                  <a:schemeClr val="bg1"/>
                </a:solidFill>
              </a:rPr>
              <a:t> </a:t>
            </a:r>
            <a:r>
              <a:rPr lang="de-DE" sz="1000" err="1">
                <a:solidFill>
                  <a:schemeClr val="bg1"/>
                </a:solidFill>
              </a:rPr>
              <a:t>tasks</a:t>
            </a:r>
            <a:endParaRPr lang="de-DE" sz="1000">
              <a:solidFill>
                <a:schemeClr val="bg1"/>
              </a:solidFill>
            </a:endParaRPr>
          </a:p>
        </p:txBody>
      </p:sp>
      <p:grpSp>
        <p:nvGrpSpPr>
          <p:cNvPr id="153" name="Group 152">
            <a:extLst>
              <a:ext uri="{FF2B5EF4-FFF2-40B4-BE49-F238E27FC236}">
                <a16:creationId xmlns:a16="http://schemas.microsoft.com/office/drawing/2014/main" id="{49301270-2DF9-E140-9450-FCABED927E6B}"/>
              </a:ext>
            </a:extLst>
          </p:cNvPr>
          <p:cNvGrpSpPr/>
          <p:nvPr/>
        </p:nvGrpSpPr>
        <p:grpSpPr>
          <a:xfrm>
            <a:off x="4990046" y="2704929"/>
            <a:ext cx="565106" cy="381406"/>
            <a:chOff x="6644373" y="1372327"/>
            <a:chExt cx="565106" cy="381406"/>
          </a:xfrm>
        </p:grpSpPr>
        <p:pic>
          <p:nvPicPr>
            <p:cNvPr id="93" name="Graphic 92" descr="Chevron arrows with solid fill">
              <a:extLst>
                <a:ext uri="{FF2B5EF4-FFF2-40B4-BE49-F238E27FC236}">
                  <a16:creationId xmlns:a16="http://schemas.microsoft.com/office/drawing/2014/main" id="{1AE53C01-1AD5-05C4-4E4D-6EFF91D3C3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44373" y="1454846"/>
              <a:ext cx="235940" cy="235940"/>
            </a:xfrm>
            <a:prstGeom prst="rect">
              <a:avLst/>
            </a:prstGeom>
          </p:spPr>
        </p:pic>
        <p:pic>
          <p:nvPicPr>
            <p:cNvPr id="95" name="Graphic 94" descr="Document with solid fill">
              <a:extLst>
                <a:ext uri="{FF2B5EF4-FFF2-40B4-BE49-F238E27FC236}">
                  <a16:creationId xmlns:a16="http://schemas.microsoft.com/office/drawing/2014/main" id="{32D52380-23EE-E365-952F-63F230D22C2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28073" y="1372327"/>
              <a:ext cx="381406" cy="381406"/>
            </a:xfrm>
            <a:prstGeom prst="rect">
              <a:avLst/>
            </a:prstGeom>
          </p:spPr>
        </p:pic>
      </p:grpSp>
      <p:sp>
        <p:nvSpPr>
          <p:cNvPr id="120" name="TextBox 119">
            <a:extLst>
              <a:ext uri="{FF2B5EF4-FFF2-40B4-BE49-F238E27FC236}">
                <a16:creationId xmlns:a16="http://schemas.microsoft.com/office/drawing/2014/main" id="{96B62633-34B8-55FD-C65B-7D05CC2FDC4F}"/>
              </a:ext>
            </a:extLst>
          </p:cNvPr>
          <p:cNvSpPr txBox="1"/>
          <p:nvPr/>
        </p:nvSpPr>
        <p:spPr>
          <a:xfrm>
            <a:off x="5510378" y="2609848"/>
            <a:ext cx="1501178" cy="571568"/>
          </a:xfrm>
          <a:prstGeom prst="rect">
            <a:avLst/>
          </a:prstGeom>
          <a:noFill/>
        </p:spPr>
        <p:txBody>
          <a:bodyPr vert="horz" wrap="square" lIns="90000" tIns="46800" rIns="90000" bIns="46800" rtlCol="0" anchor="ctr">
            <a:spAutoFit/>
          </a:bodyPr>
          <a:lstStyle/>
          <a:p>
            <a:pPr>
              <a:spcBef>
                <a:spcPct val="0"/>
              </a:spcBef>
            </a:pPr>
            <a:r>
              <a:rPr lang="de-DE" sz="1100" b="1" err="1">
                <a:solidFill>
                  <a:schemeClr val="bg1"/>
                </a:solidFill>
              </a:rPr>
              <a:t>Deployment</a:t>
            </a:r>
            <a:r>
              <a:rPr lang="de-DE" sz="1100" b="1">
                <a:solidFill>
                  <a:schemeClr val="bg1"/>
                </a:solidFill>
              </a:rPr>
              <a:t> Agent</a:t>
            </a:r>
          </a:p>
          <a:p>
            <a:pPr>
              <a:spcBef>
                <a:spcPct val="0"/>
              </a:spcBef>
            </a:pPr>
            <a:r>
              <a:rPr lang="de-DE" sz="1000">
                <a:solidFill>
                  <a:schemeClr val="bg1"/>
                </a:solidFill>
              </a:rPr>
              <a:t>Release </a:t>
            </a:r>
            <a:r>
              <a:rPr lang="de-DE" sz="1000" err="1">
                <a:solidFill>
                  <a:schemeClr val="bg1"/>
                </a:solidFill>
              </a:rPr>
              <a:t>preparation</a:t>
            </a:r>
            <a:r>
              <a:rPr lang="de-DE" sz="1000">
                <a:solidFill>
                  <a:schemeClr val="bg1"/>
                </a:solidFill>
              </a:rPr>
              <a:t> and </a:t>
            </a:r>
            <a:r>
              <a:rPr lang="de-DE" sz="1000" err="1">
                <a:solidFill>
                  <a:schemeClr val="bg1"/>
                </a:solidFill>
              </a:rPr>
              <a:t>automation</a:t>
            </a:r>
            <a:endParaRPr lang="de-DE" sz="1000">
              <a:solidFill>
                <a:schemeClr val="bg1"/>
              </a:solidFill>
            </a:endParaRPr>
          </a:p>
        </p:txBody>
      </p:sp>
      <p:grpSp>
        <p:nvGrpSpPr>
          <p:cNvPr id="149" name="Group 148">
            <a:extLst>
              <a:ext uri="{FF2B5EF4-FFF2-40B4-BE49-F238E27FC236}">
                <a16:creationId xmlns:a16="http://schemas.microsoft.com/office/drawing/2014/main" id="{55103076-0AD2-EFD7-1EFC-B68A52B484AB}"/>
              </a:ext>
            </a:extLst>
          </p:cNvPr>
          <p:cNvGrpSpPr/>
          <p:nvPr/>
        </p:nvGrpSpPr>
        <p:grpSpPr>
          <a:xfrm>
            <a:off x="2250185" y="3238757"/>
            <a:ext cx="400438" cy="339417"/>
            <a:chOff x="3688098" y="1804395"/>
            <a:chExt cx="400438" cy="339417"/>
          </a:xfrm>
        </p:grpSpPr>
        <p:pic>
          <p:nvPicPr>
            <p:cNvPr id="147" name="Graphic 146" descr="Document with solid fill">
              <a:extLst>
                <a:ext uri="{FF2B5EF4-FFF2-40B4-BE49-F238E27FC236}">
                  <a16:creationId xmlns:a16="http://schemas.microsoft.com/office/drawing/2014/main" id="{C0EAF8C1-D664-4B49-6884-D7316A24EBD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72845" y="1804395"/>
              <a:ext cx="215691" cy="215691"/>
            </a:xfrm>
            <a:prstGeom prst="rect">
              <a:avLst/>
            </a:prstGeom>
          </p:spPr>
        </p:pic>
        <p:pic>
          <p:nvPicPr>
            <p:cNvPr id="146" name="Graphic 145" descr="User with solid fill">
              <a:extLst>
                <a:ext uri="{FF2B5EF4-FFF2-40B4-BE49-F238E27FC236}">
                  <a16:creationId xmlns:a16="http://schemas.microsoft.com/office/drawing/2014/main" id="{794CC38A-6DDC-06E6-1714-6A03A73CFB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88098" y="1834262"/>
              <a:ext cx="309550" cy="309550"/>
            </a:xfrm>
            <a:prstGeom prst="rect">
              <a:avLst/>
            </a:prstGeom>
          </p:spPr>
        </p:pic>
      </p:grpSp>
      <p:sp>
        <p:nvSpPr>
          <p:cNvPr id="123" name="TextBox 122">
            <a:extLst>
              <a:ext uri="{FF2B5EF4-FFF2-40B4-BE49-F238E27FC236}">
                <a16:creationId xmlns:a16="http://schemas.microsoft.com/office/drawing/2014/main" id="{905F90E0-EC80-822F-7AD7-9BC00505D38B}"/>
              </a:ext>
            </a:extLst>
          </p:cNvPr>
          <p:cNvSpPr txBox="1"/>
          <p:nvPr/>
        </p:nvSpPr>
        <p:spPr>
          <a:xfrm>
            <a:off x="632013" y="3135753"/>
            <a:ext cx="1653460" cy="571568"/>
          </a:xfrm>
          <a:prstGeom prst="rect">
            <a:avLst/>
          </a:prstGeom>
          <a:noFill/>
        </p:spPr>
        <p:txBody>
          <a:bodyPr vert="horz" wrap="square" lIns="90000" tIns="46800" rIns="90000" bIns="46800" rtlCol="0" anchor="ctr">
            <a:spAutoFit/>
          </a:bodyPr>
          <a:lstStyle/>
          <a:p>
            <a:pPr algn="r">
              <a:spcBef>
                <a:spcPct val="0"/>
              </a:spcBef>
            </a:pPr>
            <a:r>
              <a:rPr lang="de-DE" sz="1100" b="1">
                <a:solidFill>
                  <a:schemeClr val="bg1"/>
                </a:solidFill>
              </a:rPr>
              <a:t>User Research Agent</a:t>
            </a:r>
          </a:p>
          <a:p>
            <a:pPr algn="r">
              <a:spcBef>
                <a:spcPct val="0"/>
              </a:spcBef>
            </a:pPr>
            <a:r>
              <a:rPr lang="de-DE" sz="1000">
                <a:solidFill>
                  <a:schemeClr val="bg1"/>
                </a:solidFill>
              </a:rPr>
              <a:t>Interview analysis, survey data, feedback synthesis</a:t>
            </a:r>
          </a:p>
        </p:txBody>
      </p:sp>
      <p:grpSp>
        <p:nvGrpSpPr>
          <p:cNvPr id="148" name="Group 147">
            <a:extLst>
              <a:ext uri="{FF2B5EF4-FFF2-40B4-BE49-F238E27FC236}">
                <a16:creationId xmlns:a16="http://schemas.microsoft.com/office/drawing/2014/main" id="{5A862C8E-8DEC-EBE3-4802-BB996AC2C34F}"/>
              </a:ext>
            </a:extLst>
          </p:cNvPr>
          <p:cNvGrpSpPr/>
          <p:nvPr/>
        </p:nvGrpSpPr>
        <p:grpSpPr>
          <a:xfrm>
            <a:off x="1995202" y="4306913"/>
            <a:ext cx="391306" cy="330284"/>
            <a:chOff x="3091910" y="1794007"/>
            <a:chExt cx="391306" cy="330284"/>
          </a:xfrm>
        </p:grpSpPr>
        <p:pic>
          <p:nvPicPr>
            <p:cNvPr id="91" name="Graphic 90" descr="Research with solid fill">
              <a:extLst>
                <a:ext uri="{FF2B5EF4-FFF2-40B4-BE49-F238E27FC236}">
                  <a16:creationId xmlns:a16="http://schemas.microsoft.com/office/drawing/2014/main" id="{544C2ABA-8648-EBB2-E9CE-D81547A8D3B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21265128">
              <a:off x="3285790" y="1794007"/>
              <a:ext cx="197426" cy="197426"/>
            </a:xfrm>
            <a:prstGeom prst="rect">
              <a:avLst/>
            </a:prstGeom>
          </p:spPr>
        </p:pic>
        <p:pic>
          <p:nvPicPr>
            <p:cNvPr id="143" name="Graphic 142" descr="User with solid fill">
              <a:extLst>
                <a:ext uri="{FF2B5EF4-FFF2-40B4-BE49-F238E27FC236}">
                  <a16:creationId xmlns:a16="http://schemas.microsoft.com/office/drawing/2014/main" id="{1F89CB81-9EC3-EA49-20B0-DC28FE117A2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091910" y="1814741"/>
              <a:ext cx="309550" cy="309550"/>
            </a:xfrm>
            <a:prstGeom prst="rect">
              <a:avLst/>
            </a:prstGeom>
          </p:spPr>
        </p:pic>
      </p:grpSp>
      <p:grpSp>
        <p:nvGrpSpPr>
          <p:cNvPr id="152" name="Group 151">
            <a:extLst>
              <a:ext uri="{FF2B5EF4-FFF2-40B4-BE49-F238E27FC236}">
                <a16:creationId xmlns:a16="http://schemas.microsoft.com/office/drawing/2014/main" id="{F835FA81-C8F8-6975-A169-F2381FD7BEF8}"/>
              </a:ext>
            </a:extLst>
          </p:cNvPr>
          <p:cNvGrpSpPr/>
          <p:nvPr/>
        </p:nvGrpSpPr>
        <p:grpSpPr>
          <a:xfrm>
            <a:off x="4131360" y="5742760"/>
            <a:ext cx="438723" cy="437362"/>
            <a:chOff x="3295333" y="1333675"/>
            <a:chExt cx="438723" cy="437362"/>
          </a:xfrm>
        </p:grpSpPr>
        <p:pic>
          <p:nvPicPr>
            <p:cNvPr id="97" name="Graphic 96" descr="Checkmark with solid fill">
              <a:extLst>
                <a:ext uri="{FF2B5EF4-FFF2-40B4-BE49-F238E27FC236}">
                  <a16:creationId xmlns:a16="http://schemas.microsoft.com/office/drawing/2014/main" id="{EA163D51-4450-DB7D-270D-FC39B10D303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542432" y="1579413"/>
              <a:ext cx="191624" cy="191624"/>
            </a:xfrm>
            <a:prstGeom prst="rect">
              <a:avLst/>
            </a:prstGeom>
          </p:spPr>
        </p:pic>
        <p:pic>
          <p:nvPicPr>
            <p:cNvPr id="99" name="Graphic 98" descr="Daily calendar with solid fill">
              <a:extLst>
                <a:ext uri="{FF2B5EF4-FFF2-40B4-BE49-F238E27FC236}">
                  <a16:creationId xmlns:a16="http://schemas.microsoft.com/office/drawing/2014/main" id="{3432FEBA-E848-A669-AC81-3B12BAEFBA4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295333" y="1333675"/>
              <a:ext cx="381406" cy="381406"/>
            </a:xfrm>
            <a:prstGeom prst="rect">
              <a:avLst/>
            </a:prstGeom>
          </p:spPr>
        </p:pic>
      </p:grpSp>
      <p:sp>
        <p:nvSpPr>
          <p:cNvPr id="133" name="TextBox 132">
            <a:extLst>
              <a:ext uri="{FF2B5EF4-FFF2-40B4-BE49-F238E27FC236}">
                <a16:creationId xmlns:a16="http://schemas.microsoft.com/office/drawing/2014/main" id="{F9573B87-2CAB-0F8C-F21C-49FD7F219A98}"/>
              </a:ext>
            </a:extLst>
          </p:cNvPr>
          <p:cNvSpPr txBox="1"/>
          <p:nvPr/>
        </p:nvSpPr>
        <p:spPr>
          <a:xfrm>
            <a:off x="2466749" y="5675657"/>
            <a:ext cx="1694083" cy="571568"/>
          </a:xfrm>
          <a:prstGeom prst="rect">
            <a:avLst/>
          </a:prstGeom>
          <a:noFill/>
        </p:spPr>
        <p:txBody>
          <a:bodyPr vert="horz" wrap="square" lIns="90000" tIns="46800" rIns="90000" bIns="46800" rtlCol="0" anchor="ctr">
            <a:spAutoFit/>
          </a:bodyPr>
          <a:lstStyle/>
          <a:p>
            <a:pPr algn="r">
              <a:spcBef>
                <a:spcPct val="0"/>
              </a:spcBef>
            </a:pPr>
            <a:r>
              <a:rPr lang="de-DE" sz="1100" b="1">
                <a:solidFill>
                  <a:schemeClr val="bg1"/>
                </a:solidFill>
              </a:rPr>
              <a:t>QA Agent</a:t>
            </a:r>
          </a:p>
          <a:p>
            <a:pPr algn="r">
              <a:spcBef>
                <a:spcPct val="0"/>
              </a:spcBef>
            </a:pPr>
            <a:r>
              <a:rPr lang="de-DE" sz="1000">
                <a:solidFill>
                  <a:schemeClr val="bg1"/>
                </a:solidFill>
              </a:rPr>
              <a:t>Test </a:t>
            </a:r>
            <a:r>
              <a:rPr lang="de-DE" sz="1000" err="1">
                <a:solidFill>
                  <a:schemeClr val="bg1"/>
                </a:solidFill>
              </a:rPr>
              <a:t>scenarios</a:t>
            </a:r>
            <a:r>
              <a:rPr lang="de-DE" sz="1000">
                <a:solidFill>
                  <a:schemeClr val="bg1"/>
                </a:solidFill>
              </a:rPr>
              <a:t> and </a:t>
            </a:r>
            <a:r>
              <a:rPr lang="de-DE" sz="1000" err="1">
                <a:solidFill>
                  <a:schemeClr val="bg1"/>
                </a:solidFill>
              </a:rPr>
              <a:t>validation</a:t>
            </a:r>
            <a:endParaRPr lang="de-DE" sz="1000">
              <a:solidFill>
                <a:schemeClr val="bg1"/>
              </a:solidFill>
            </a:endParaRPr>
          </a:p>
        </p:txBody>
      </p:sp>
      <p:pic>
        <p:nvPicPr>
          <p:cNvPr id="101" name="Graphic 100" descr="Robot with solid fill">
            <a:extLst>
              <a:ext uri="{FF2B5EF4-FFF2-40B4-BE49-F238E27FC236}">
                <a16:creationId xmlns:a16="http://schemas.microsoft.com/office/drawing/2014/main" id="{6B94E8E8-70C3-E76C-EDE9-D93A9FF12A3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013302" y="3311181"/>
            <a:ext cx="381406" cy="381406"/>
          </a:xfrm>
          <a:prstGeom prst="rect">
            <a:avLst/>
          </a:prstGeom>
        </p:spPr>
      </p:pic>
      <p:sp>
        <p:nvSpPr>
          <p:cNvPr id="136" name="TextBox 135">
            <a:extLst>
              <a:ext uri="{FF2B5EF4-FFF2-40B4-BE49-F238E27FC236}">
                <a16:creationId xmlns:a16="http://schemas.microsoft.com/office/drawing/2014/main" id="{68C79460-1D31-F2B7-BB70-D2253DC7E4F7}"/>
              </a:ext>
            </a:extLst>
          </p:cNvPr>
          <p:cNvSpPr txBox="1"/>
          <p:nvPr/>
        </p:nvSpPr>
        <p:spPr>
          <a:xfrm>
            <a:off x="7354662" y="3226706"/>
            <a:ext cx="1694083" cy="571568"/>
          </a:xfrm>
          <a:prstGeom prst="rect">
            <a:avLst/>
          </a:prstGeom>
          <a:noFill/>
        </p:spPr>
        <p:txBody>
          <a:bodyPr vert="horz" wrap="square" lIns="90000" tIns="46800" rIns="90000" bIns="46800" rtlCol="0" anchor="ctr">
            <a:spAutoFit/>
          </a:bodyPr>
          <a:lstStyle/>
          <a:p>
            <a:pPr>
              <a:spcBef>
                <a:spcPct val="0"/>
              </a:spcBef>
            </a:pPr>
            <a:r>
              <a:rPr lang="de-DE" sz="1100" b="1">
                <a:solidFill>
                  <a:schemeClr val="bg1"/>
                </a:solidFill>
              </a:rPr>
              <a:t>Development Agent</a:t>
            </a:r>
          </a:p>
          <a:p>
            <a:pPr>
              <a:spcBef>
                <a:spcPct val="0"/>
              </a:spcBef>
            </a:pPr>
            <a:r>
              <a:rPr lang="de-DE" sz="1000">
                <a:solidFill>
                  <a:schemeClr val="bg1"/>
                </a:solidFill>
              </a:rPr>
              <a:t>Code generation with automated testing</a:t>
            </a:r>
          </a:p>
        </p:txBody>
      </p:sp>
      <p:pic>
        <p:nvPicPr>
          <p:cNvPr id="103" name="Graphic 102" descr="Processor with solid fill">
            <a:extLst>
              <a:ext uri="{FF2B5EF4-FFF2-40B4-BE49-F238E27FC236}">
                <a16:creationId xmlns:a16="http://schemas.microsoft.com/office/drawing/2014/main" id="{9866E403-8A07-7FCA-9030-9326139A54E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250878" y="4282053"/>
            <a:ext cx="381406" cy="381406"/>
          </a:xfrm>
          <a:prstGeom prst="rect">
            <a:avLst/>
          </a:prstGeom>
        </p:spPr>
      </p:pic>
      <p:sp>
        <p:nvSpPr>
          <p:cNvPr id="139" name="TextBox 138">
            <a:extLst>
              <a:ext uri="{FF2B5EF4-FFF2-40B4-BE49-F238E27FC236}">
                <a16:creationId xmlns:a16="http://schemas.microsoft.com/office/drawing/2014/main" id="{B01B77F5-6566-3E88-A632-FB0F56BC2336}"/>
              </a:ext>
            </a:extLst>
          </p:cNvPr>
          <p:cNvSpPr txBox="1"/>
          <p:nvPr/>
        </p:nvSpPr>
        <p:spPr>
          <a:xfrm>
            <a:off x="7592239" y="4105245"/>
            <a:ext cx="1390004" cy="756234"/>
          </a:xfrm>
          <a:prstGeom prst="rect">
            <a:avLst/>
          </a:prstGeom>
          <a:noFill/>
        </p:spPr>
        <p:txBody>
          <a:bodyPr vert="horz" wrap="square" lIns="90000" tIns="46800" rIns="90000" bIns="46800" rtlCol="0" anchor="ctr">
            <a:spAutoFit/>
          </a:bodyPr>
          <a:lstStyle/>
          <a:p>
            <a:pPr>
              <a:spcBef>
                <a:spcPct val="0"/>
              </a:spcBef>
            </a:pPr>
            <a:r>
              <a:rPr lang="de-DE" sz="1100" b="1" err="1">
                <a:solidFill>
                  <a:schemeClr val="bg1"/>
                </a:solidFill>
              </a:rPr>
              <a:t>Arquitecture</a:t>
            </a:r>
            <a:r>
              <a:rPr lang="de-DE" sz="1100" b="1">
                <a:solidFill>
                  <a:schemeClr val="bg1"/>
                </a:solidFill>
              </a:rPr>
              <a:t> Agent</a:t>
            </a:r>
          </a:p>
          <a:p>
            <a:pPr>
              <a:spcBef>
                <a:spcPct val="0"/>
              </a:spcBef>
            </a:pPr>
            <a:r>
              <a:rPr lang="de-DE" sz="1000">
                <a:solidFill>
                  <a:schemeClr val="bg1"/>
                </a:solidFill>
              </a:rPr>
              <a:t>Technical </a:t>
            </a:r>
            <a:r>
              <a:rPr lang="de-DE" sz="1000" err="1">
                <a:solidFill>
                  <a:schemeClr val="bg1"/>
                </a:solidFill>
              </a:rPr>
              <a:t>specs</a:t>
            </a:r>
            <a:r>
              <a:rPr lang="de-DE" sz="1000">
                <a:solidFill>
                  <a:schemeClr val="bg1"/>
                </a:solidFill>
              </a:rPr>
              <a:t> and </a:t>
            </a:r>
            <a:r>
              <a:rPr lang="de-DE" sz="1000" err="1">
                <a:solidFill>
                  <a:schemeClr val="bg1"/>
                </a:solidFill>
              </a:rPr>
              <a:t>system</a:t>
            </a:r>
            <a:r>
              <a:rPr lang="de-DE" sz="1000">
                <a:solidFill>
                  <a:schemeClr val="bg1"/>
                </a:solidFill>
              </a:rPr>
              <a:t> design</a:t>
            </a:r>
          </a:p>
        </p:txBody>
      </p:sp>
      <p:grpSp>
        <p:nvGrpSpPr>
          <p:cNvPr id="151" name="Group 150">
            <a:extLst>
              <a:ext uri="{FF2B5EF4-FFF2-40B4-BE49-F238E27FC236}">
                <a16:creationId xmlns:a16="http://schemas.microsoft.com/office/drawing/2014/main" id="{A995AB34-DB5C-B212-F93B-A76BCB9EE2B8}"/>
              </a:ext>
            </a:extLst>
          </p:cNvPr>
          <p:cNvGrpSpPr/>
          <p:nvPr/>
        </p:nvGrpSpPr>
        <p:grpSpPr>
          <a:xfrm>
            <a:off x="4091137" y="2704929"/>
            <a:ext cx="381406" cy="381406"/>
            <a:chOff x="3340676" y="1441635"/>
            <a:chExt cx="381406" cy="381406"/>
          </a:xfrm>
        </p:grpSpPr>
        <p:pic>
          <p:nvPicPr>
            <p:cNvPr id="107" name="Graphic 106" descr="Magnifying glass with solid fill">
              <a:extLst>
                <a:ext uri="{FF2B5EF4-FFF2-40B4-BE49-F238E27FC236}">
                  <a16:creationId xmlns:a16="http://schemas.microsoft.com/office/drawing/2014/main" id="{7B786B47-D30D-EEC5-2095-1C7546FD7C4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340676" y="1441635"/>
              <a:ext cx="381406" cy="381406"/>
            </a:xfrm>
            <a:prstGeom prst="rect">
              <a:avLst/>
            </a:prstGeom>
          </p:spPr>
        </p:pic>
        <p:pic>
          <p:nvPicPr>
            <p:cNvPr id="150" name="Graphic 149" descr="Court with solid fill">
              <a:extLst>
                <a:ext uri="{FF2B5EF4-FFF2-40B4-BE49-F238E27FC236}">
                  <a16:creationId xmlns:a16="http://schemas.microsoft.com/office/drawing/2014/main" id="{F665B4B1-0E21-590F-25C2-0CE53C40FD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423429" y="1520299"/>
              <a:ext cx="137774" cy="137774"/>
            </a:xfrm>
            <a:prstGeom prst="rect">
              <a:avLst/>
            </a:prstGeom>
          </p:spPr>
        </p:pic>
      </p:grpSp>
      <p:sp>
        <p:nvSpPr>
          <p:cNvPr id="142" name="TextBox 141">
            <a:extLst>
              <a:ext uri="{FF2B5EF4-FFF2-40B4-BE49-F238E27FC236}">
                <a16:creationId xmlns:a16="http://schemas.microsoft.com/office/drawing/2014/main" id="{3641B096-8CF6-3456-1623-3237F137F49C}"/>
              </a:ext>
            </a:extLst>
          </p:cNvPr>
          <p:cNvSpPr txBox="1"/>
          <p:nvPr/>
        </p:nvSpPr>
        <p:spPr>
          <a:xfrm>
            <a:off x="2574479" y="2609848"/>
            <a:ext cx="1581348" cy="571568"/>
          </a:xfrm>
          <a:prstGeom prst="rect">
            <a:avLst/>
          </a:prstGeom>
          <a:noFill/>
        </p:spPr>
        <p:txBody>
          <a:bodyPr vert="horz" wrap="square" lIns="90000" tIns="46800" rIns="90000" bIns="46800" rtlCol="0" anchor="ctr">
            <a:spAutoFit/>
          </a:bodyPr>
          <a:lstStyle/>
          <a:p>
            <a:pPr>
              <a:spcBef>
                <a:spcPct val="0"/>
              </a:spcBef>
            </a:pPr>
            <a:r>
              <a:rPr lang="de-DE" sz="1100" b="1">
                <a:solidFill>
                  <a:schemeClr val="bg1"/>
                </a:solidFill>
              </a:rPr>
              <a:t>Requirements Agent</a:t>
            </a:r>
          </a:p>
          <a:p>
            <a:pPr algn="r">
              <a:spcBef>
                <a:spcPct val="0"/>
              </a:spcBef>
            </a:pPr>
            <a:r>
              <a:rPr lang="de-DE" sz="1000">
                <a:solidFill>
                  <a:schemeClr val="bg1"/>
                </a:solidFill>
              </a:rPr>
              <a:t>Structured specs from research insights</a:t>
            </a:r>
          </a:p>
        </p:txBody>
      </p:sp>
      <p:sp>
        <p:nvSpPr>
          <p:cNvPr id="13" name="TextBox 12">
            <a:extLst>
              <a:ext uri="{FF2B5EF4-FFF2-40B4-BE49-F238E27FC236}">
                <a16:creationId xmlns:a16="http://schemas.microsoft.com/office/drawing/2014/main" id="{9634DD68-950F-5EB7-B02A-BA61E2701E8B}"/>
              </a:ext>
            </a:extLst>
          </p:cNvPr>
          <p:cNvSpPr txBox="1"/>
          <p:nvPr/>
        </p:nvSpPr>
        <p:spPr>
          <a:xfrm>
            <a:off x="503455" y="4116489"/>
            <a:ext cx="1506715" cy="740845"/>
          </a:xfrm>
          <a:prstGeom prst="rect">
            <a:avLst/>
          </a:prstGeom>
          <a:noFill/>
        </p:spPr>
        <p:txBody>
          <a:bodyPr vert="horz" wrap="square" lIns="90000" tIns="46800" rIns="90000" bIns="46800" rtlCol="0" anchor="ctr">
            <a:spAutoFit/>
          </a:bodyPr>
          <a:lstStyle/>
          <a:p>
            <a:pPr algn="r">
              <a:spcBef>
                <a:spcPct val="0"/>
              </a:spcBef>
            </a:pPr>
            <a:r>
              <a:rPr lang="de-DE" sz="1100" b="1">
                <a:solidFill>
                  <a:schemeClr val="bg1"/>
                </a:solidFill>
              </a:rPr>
              <a:t>Market Research Agent</a:t>
            </a:r>
          </a:p>
          <a:p>
            <a:pPr algn="r">
              <a:spcBef>
                <a:spcPct val="0"/>
              </a:spcBef>
            </a:pPr>
            <a:r>
              <a:rPr lang="de-DE" sz="1000" err="1">
                <a:solidFill>
                  <a:schemeClr val="bg1"/>
                </a:solidFill>
              </a:rPr>
              <a:t>Maket</a:t>
            </a:r>
            <a:r>
              <a:rPr lang="de-DE" sz="1000">
                <a:solidFill>
                  <a:schemeClr val="bg1"/>
                </a:solidFill>
              </a:rPr>
              <a:t> </a:t>
            </a:r>
            <a:r>
              <a:rPr lang="de-DE" sz="1000" err="1">
                <a:solidFill>
                  <a:schemeClr val="bg1"/>
                </a:solidFill>
              </a:rPr>
              <a:t>Viability</a:t>
            </a:r>
            <a:r>
              <a:rPr lang="de-DE" sz="1000">
                <a:solidFill>
                  <a:schemeClr val="bg1"/>
                </a:solidFill>
              </a:rPr>
              <a:t> </a:t>
            </a:r>
            <a:r>
              <a:rPr lang="de-DE" sz="1000" err="1">
                <a:solidFill>
                  <a:schemeClr val="bg1"/>
                </a:solidFill>
              </a:rPr>
              <a:t>analysis</a:t>
            </a:r>
            <a:r>
              <a:rPr lang="de-DE" sz="1000">
                <a:solidFill>
                  <a:schemeClr val="bg1"/>
                </a:solidFill>
              </a:rPr>
              <a:t> </a:t>
            </a:r>
            <a:r>
              <a:rPr lang="de-DE" sz="1000" err="1">
                <a:solidFill>
                  <a:schemeClr val="bg1"/>
                </a:solidFill>
              </a:rPr>
              <a:t>of</a:t>
            </a:r>
            <a:r>
              <a:rPr lang="de-DE" sz="1000">
                <a:solidFill>
                  <a:schemeClr val="bg1"/>
                </a:solidFill>
              </a:rPr>
              <a:t> </a:t>
            </a:r>
            <a:r>
              <a:rPr lang="de-DE" sz="1000" err="1">
                <a:solidFill>
                  <a:schemeClr val="bg1"/>
                </a:solidFill>
              </a:rPr>
              <a:t>the</a:t>
            </a:r>
            <a:r>
              <a:rPr lang="de-DE" sz="1000">
                <a:solidFill>
                  <a:schemeClr val="bg1"/>
                </a:solidFill>
              </a:rPr>
              <a:t> </a:t>
            </a:r>
            <a:r>
              <a:rPr lang="de-DE" sz="1000" err="1">
                <a:solidFill>
                  <a:schemeClr val="bg1"/>
                </a:solidFill>
              </a:rPr>
              <a:t>product</a:t>
            </a:r>
            <a:endParaRPr lang="de-DE" sz="1000">
              <a:solidFill>
                <a:schemeClr val="bg1"/>
              </a:solidFill>
            </a:endParaRPr>
          </a:p>
        </p:txBody>
      </p:sp>
      <p:sp>
        <p:nvSpPr>
          <p:cNvPr id="20" name="Rectangle 19">
            <a:extLst>
              <a:ext uri="{FF2B5EF4-FFF2-40B4-BE49-F238E27FC236}">
                <a16:creationId xmlns:a16="http://schemas.microsoft.com/office/drawing/2014/main" id="{ADDFBEE5-3C50-4AA1-19D2-10AB45BD8B0B}"/>
              </a:ext>
            </a:extLst>
          </p:cNvPr>
          <p:cNvSpPr/>
          <p:nvPr/>
        </p:nvSpPr>
        <p:spPr>
          <a:xfrm>
            <a:off x="544911" y="1633963"/>
            <a:ext cx="8407352"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lvl="0">
              <a:defRPr/>
            </a:pPr>
            <a:r>
              <a:rPr kumimoji="0" lang="en-US" sz="1100" b="1" i="0" u="none" strike="noStrike" kern="1200" cap="none" spc="0" normalizeH="0" baseline="0" noProof="0">
                <a:ln>
                  <a:noFill/>
                </a:ln>
                <a:solidFill>
                  <a:srgbClr val="FFFFFF"/>
                </a:solidFill>
                <a:effectLst/>
                <a:uLnTx/>
                <a:uFillTx/>
                <a:latin typeface="Ubuntu"/>
                <a:ea typeface="+mn-ea"/>
                <a:cs typeface="+mn-cs"/>
              </a:rPr>
              <a:t>An AI-native product development is built on top </a:t>
            </a:r>
            <a:r>
              <a:rPr lang="en-US" sz="1100" b="1">
                <a:solidFill>
                  <a:srgbClr val="FFFFFF"/>
                </a:solidFill>
              </a:rPr>
              <a:t>of an end-to-end data backbone enabling  information flow across all product development system </a:t>
            </a:r>
            <a:r>
              <a:rPr kumimoji="0" lang="en-US" sz="1100" b="1" i="0" u="none" strike="noStrike" kern="1200" cap="none" spc="0" normalizeH="0" baseline="0" noProof="0">
                <a:ln>
                  <a:noFill/>
                </a:ln>
                <a:solidFill>
                  <a:srgbClr val="FFFFFF"/>
                </a:solidFill>
                <a:effectLst/>
                <a:uLnTx/>
                <a:uFillTx/>
                <a:latin typeface="Ubuntu"/>
                <a:ea typeface="+mn-ea"/>
                <a:cs typeface="+mn-cs"/>
              </a:rPr>
              <a:t>to maximize efficiency and customer-centric value.</a:t>
            </a:r>
            <a:endParaRPr kumimoji="0" lang="en-US" sz="1100" b="1" i="0" u="none" strike="noStrike" kern="1200" cap="none" spc="0" normalizeH="0" baseline="0" noProof="0">
              <a:ln>
                <a:noFill/>
              </a:ln>
              <a:solidFill>
                <a:srgbClr val="FFFFFF"/>
              </a:solidFill>
              <a:effectLst/>
              <a:uLnTx/>
              <a:uFillTx/>
              <a:latin typeface="Ubuntu (Body)"/>
              <a:ea typeface="+mn-ea"/>
              <a:cs typeface="+mn-cs"/>
            </a:endParaRPr>
          </a:p>
        </p:txBody>
      </p:sp>
      <p:sp>
        <p:nvSpPr>
          <p:cNvPr id="16" name="Freeform: Shape 64">
            <a:extLst>
              <a:ext uri="{FF2B5EF4-FFF2-40B4-BE49-F238E27FC236}">
                <a16:creationId xmlns:a16="http://schemas.microsoft.com/office/drawing/2014/main" id="{E146D00F-325D-4E87-6BF8-C3B07AF042F1}"/>
              </a:ext>
            </a:extLst>
          </p:cNvPr>
          <p:cNvSpPr/>
          <p:nvPr/>
        </p:nvSpPr>
        <p:spPr>
          <a:xfrm rot="5400000">
            <a:off x="-197922" y="1979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Organization Structures</a:t>
            </a:r>
          </a:p>
        </p:txBody>
      </p:sp>
      <p:sp>
        <p:nvSpPr>
          <p:cNvPr id="18" name="Freeform: Shape 64">
            <a:extLst>
              <a:ext uri="{FF2B5EF4-FFF2-40B4-BE49-F238E27FC236}">
                <a16:creationId xmlns:a16="http://schemas.microsoft.com/office/drawing/2014/main" id="{CAFF8A7D-370F-EAF7-6039-16FAFFECD924}"/>
              </a:ext>
            </a:extLst>
          </p:cNvPr>
          <p:cNvSpPr/>
          <p:nvPr/>
        </p:nvSpPr>
        <p:spPr>
          <a:xfrm rot="5400000">
            <a:off x="-197922" y="105517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Governance &amp; Decision-making</a:t>
            </a:r>
          </a:p>
        </p:txBody>
      </p:sp>
      <p:sp>
        <p:nvSpPr>
          <p:cNvPr id="25" name="Freeform: Shape 64">
            <a:extLst>
              <a:ext uri="{FF2B5EF4-FFF2-40B4-BE49-F238E27FC236}">
                <a16:creationId xmlns:a16="http://schemas.microsoft.com/office/drawing/2014/main" id="{70BEF94C-5061-D386-9EBE-040EDD2DE75E}"/>
              </a:ext>
            </a:extLst>
          </p:cNvPr>
          <p:cNvSpPr/>
          <p:nvPr/>
        </p:nvSpPr>
        <p:spPr>
          <a:xfrm rot="5400000">
            <a:off x="-197922" y="19124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Leadership &amp; Culture</a:t>
            </a:r>
          </a:p>
        </p:txBody>
      </p:sp>
      <p:sp>
        <p:nvSpPr>
          <p:cNvPr id="27" name="Freeform: Shape 64">
            <a:extLst>
              <a:ext uri="{FF2B5EF4-FFF2-40B4-BE49-F238E27FC236}">
                <a16:creationId xmlns:a16="http://schemas.microsoft.com/office/drawing/2014/main" id="{6C193C55-8FE6-7A32-46DB-9B523091DF67}"/>
              </a:ext>
            </a:extLst>
          </p:cNvPr>
          <p:cNvSpPr/>
          <p:nvPr/>
        </p:nvSpPr>
        <p:spPr>
          <a:xfrm rot="5400000">
            <a:off x="-197922" y="27696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Business Processes</a:t>
            </a:r>
          </a:p>
        </p:txBody>
      </p:sp>
      <p:sp>
        <p:nvSpPr>
          <p:cNvPr id="29" name="Freeform: Shape 64">
            <a:extLst>
              <a:ext uri="{FF2B5EF4-FFF2-40B4-BE49-F238E27FC236}">
                <a16:creationId xmlns:a16="http://schemas.microsoft.com/office/drawing/2014/main" id="{19489B49-85C6-DEC7-4DE9-A88ED86BAA65}"/>
              </a:ext>
            </a:extLst>
          </p:cNvPr>
          <p:cNvSpPr/>
          <p:nvPr/>
        </p:nvSpPr>
        <p:spPr>
          <a:xfrm rot="5400000">
            <a:off x="-197922" y="36269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Service Delivery Model</a:t>
            </a:r>
          </a:p>
        </p:txBody>
      </p:sp>
      <p:sp>
        <p:nvSpPr>
          <p:cNvPr id="31" name="Freeform: Shape 64">
            <a:extLst>
              <a:ext uri="{FF2B5EF4-FFF2-40B4-BE49-F238E27FC236}">
                <a16:creationId xmlns:a16="http://schemas.microsoft.com/office/drawing/2014/main" id="{ACB97108-C354-443A-4677-59E009D59BAC}"/>
              </a:ext>
            </a:extLst>
          </p:cNvPr>
          <p:cNvSpPr/>
          <p:nvPr/>
        </p:nvSpPr>
        <p:spPr>
          <a:xfrm rot="5400000">
            <a:off x="-197922" y="44841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Data &amp; Information</a:t>
            </a:r>
          </a:p>
        </p:txBody>
      </p:sp>
      <p:sp>
        <p:nvSpPr>
          <p:cNvPr id="33" name="Freeform: Shape 64">
            <a:extLst>
              <a:ext uri="{FF2B5EF4-FFF2-40B4-BE49-F238E27FC236}">
                <a16:creationId xmlns:a16="http://schemas.microsoft.com/office/drawing/2014/main" id="{22B03837-A0A3-62BE-2E1C-ADAB2AFA6F20}"/>
              </a:ext>
            </a:extLst>
          </p:cNvPr>
          <p:cNvSpPr/>
          <p:nvPr/>
        </p:nvSpPr>
        <p:spPr>
          <a:xfrm rot="5400000">
            <a:off x="-197922" y="53414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
        <p:nvSpPr>
          <p:cNvPr id="35" name="Freeform: Shape 64">
            <a:extLst>
              <a:ext uri="{FF2B5EF4-FFF2-40B4-BE49-F238E27FC236}">
                <a16:creationId xmlns:a16="http://schemas.microsoft.com/office/drawing/2014/main" id="{04C381ED-EA4E-3C32-586B-5D5804221459}"/>
              </a:ext>
            </a:extLst>
          </p:cNvPr>
          <p:cNvSpPr/>
          <p:nvPr/>
        </p:nvSpPr>
        <p:spPr>
          <a:xfrm rot="5400000">
            <a:off x="-197922" y="6198672"/>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Metrics</a:t>
            </a:r>
          </a:p>
        </p:txBody>
      </p:sp>
      <p:sp>
        <p:nvSpPr>
          <p:cNvPr id="39" name="Freeform: Shape 67">
            <a:extLst>
              <a:ext uri="{FF2B5EF4-FFF2-40B4-BE49-F238E27FC236}">
                <a16:creationId xmlns:a16="http://schemas.microsoft.com/office/drawing/2014/main" id="{049944ED-9BE8-D2FE-4AD6-E30CD381DA2D}"/>
              </a:ext>
            </a:extLst>
          </p:cNvPr>
          <p:cNvSpPr/>
          <p:nvPr/>
        </p:nvSpPr>
        <p:spPr>
          <a:xfrm rot="5400000">
            <a:off x="-273160" y="5341421"/>
            <a:ext cx="1007727"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chemeClr val="accent1">
              <a:lumMod val="50000"/>
            </a:schemeClr>
          </a:solidFill>
          <a:ln w="9525">
            <a:noFill/>
            <a:prstDash val="solid"/>
          </a:ln>
          <a:effectLst>
            <a:glow rad="63500">
              <a:schemeClr val="bg2">
                <a:lumMod val="95000"/>
                <a:alpha val="40000"/>
              </a:schemeClr>
            </a:glow>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de-DE" sz="800">
                <a:solidFill>
                  <a:srgbClr val="FFFFFF"/>
                </a:solidFill>
              </a:rPr>
              <a:t>Technology &amp; Systems</a:t>
            </a:r>
          </a:p>
        </p:txBody>
      </p:sp>
    </p:spTree>
    <p:extLst>
      <p:ext uri="{BB962C8B-B14F-4D97-AF65-F5344CB8AC3E}">
        <p14:creationId xmlns:p14="http://schemas.microsoft.com/office/powerpoint/2010/main" val="3740185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AE91-C962-D47F-A35C-DEF2B57322A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71162C6-C37E-F729-5F78-A34E30FC64C7}"/>
              </a:ext>
            </a:extLst>
          </p:cNvPr>
          <p:cNvSpPr>
            <a:spLocks/>
          </p:cNvSpPr>
          <p:nvPr/>
        </p:nvSpPr>
        <p:spPr>
          <a:xfrm>
            <a:off x="550863" y="2939554"/>
            <a:ext cx="8346176" cy="3537170"/>
          </a:xfrm>
          <a:prstGeom prst="rect">
            <a:avLst/>
          </a:prstGeom>
          <a:gradFill flip="none" rotWithShape="1">
            <a:gsLst>
              <a:gs pos="100000">
                <a:schemeClr val="bg1">
                  <a:alpha val="0"/>
                </a:schemeClr>
              </a:gs>
              <a:gs pos="0">
                <a:schemeClr val="bg1">
                  <a:alpha val="0"/>
                </a:schemeClr>
              </a:gs>
              <a:gs pos="50000">
                <a:srgbClr val="111937">
                  <a:alpha val="20000"/>
                </a:srgbClr>
              </a:gs>
            </a:gsLst>
            <a:lin ang="0" scaled="1"/>
            <a:tileRect/>
          </a:gradFill>
          <a:ln w="9525">
            <a:gradFill flip="none" rotWithShape="1">
              <a:gsLst>
                <a:gs pos="0">
                  <a:schemeClr val="bg1"/>
                </a:gs>
                <a:gs pos="70000">
                  <a:srgbClr val="FFFFFF">
                    <a:alpha val="0"/>
                  </a:srgbClr>
                </a:gs>
                <a:gs pos="30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2" name="Date Placeholder 1">
            <a:extLst>
              <a:ext uri="{FF2B5EF4-FFF2-40B4-BE49-F238E27FC236}">
                <a16:creationId xmlns:a16="http://schemas.microsoft.com/office/drawing/2014/main" id="{4AB0C2A5-EBD9-1022-6492-A7CE4D3C188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315D3A5-F409-E17A-D229-E98FE9A37C6E}"/>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17EA8D99-63F4-61C8-2429-9EF3B9734D4A}"/>
              </a:ext>
            </a:extLst>
          </p:cNvPr>
          <p:cNvSpPr>
            <a:spLocks noGrp="1"/>
          </p:cNvSpPr>
          <p:nvPr>
            <p:ph type="sldNum" sz="quarter" idx="12"/>
          </p:nvPr>
        </p:nvSpPr>
        <p:spPr/>
        <p:txBody>
          <a:bodyPr/>
          <a:lstStyle/>
          <a:p>
            <a:pPr algn="r"/>
            <a:fld id="{5D9A5160-6218-4E5A-B9E6-B93E3DAE377C}" type="slidenum">
              <a:rPr lang="en-US" smtClean="0"/>
              <a:pPr algn="r"/>
              <a:t>13</a:t>
            </a:fld>
            <a:endParaRPr lang="en-US"/>
          </a:p>
        </p:txBody>
      </p:sp>
      <p:sp>
        <p:nvSpPr>
          <p:cNvPr id="5" name="Title 4">
            <a:extLst>
              <a:ext uri="{FF2B5EF4-FFF2-40B4-BE49-F238E27FC236}">
                <a16:creationId xmlns:a16="http://schemas.microsoft.com/office/drawing/2014/main" id="{AB76091A-87EE-9DC2-7A62-5EAB9A4C19AC}"/>
              </a:ext>
            </a:extLst>
          </p:cNvPr>
          <p:cNvSpPr>
            <a:spLocks noGrp="1"/>
          </p:cNvSpPr>
          <p:nvPr>
            <p:ph type="title"/>
          </p:nvPr>
        </p:nvSpPr>
        <p:spPr/>
        <p:txBody>
          <a:bodyPr/>
          <a:lstStyle/>
          <a:p>
            <a:r>
              <a:rPr lang="en-US">
                <a:latin typeface="Ubuntu Medium (Heading)"/>
                <a:ea typeface="Verdana" panose="020B0604030504040204" pitchFamily="34" charset="0"/>
              </a:rPr>
              <a:t>AI accelerates org-steering with precise, decision-empowering human-AI analytics and tailored metrics</a:t>
            </a:r>
            <a:endParaRPr lang="de-DE"/>
          </a:p>
        </p:txBody>
      </p:sp>
      <p:sp>
        <p:nvSpPr>
          <p:cNvPr id="6" name="Rectangle 5">
            <a:extLst>
              <a:ext uri="{FF2B5EF4-FFF2-40B4-BE49-F238E27FC236}">
                <a16:creationId xmlns:a16="http://schemas.microsoft.com/office/drawing/2014/main" id="{2CA104B7-E653-9064-12EA-845EB84E4EA1}"/>
              </a:ext>
            </a:extLst>
          </p:cNvPr>
          <p:cNvSpPr/>
          <p:nvPr/>
        </p:nvSpPr>
        <p:spPr>
          <a:xfrm>
            <a:off x="8994169" y="1650962"/>
            <a:ext cx="2667188" cy="4829724"/>
          </a:xfrm>
          <a:prstGeom prst="rect">
            <a:avLst/>
          </a:prstGeom>
          <a:gradFill flip="none" rotWithShape="1">
            <a:gsLst>
              <a:gs pos="100000">
                <a:schemeClr val="bg1">
                  <a:alpha val="0"/>
                </a:schemeClr>
              </a:gs>
              <a:gs pos="0">
                <a:schemeClr val="bg1">
                  <a:alpha val="0"/>
                </a:schemeClr>
              </a:gs>
              <a:gs pos="50000">
                <a:srgbClr val="111937">
                  <a:alpha val="20000"/>
                </a:srgbClr>
              </a:gs>
            </a:gsLst>
            <a:lin ang="0" scaled="1"/>
            <a:tileRect/>
          </a:gradFill>
          <a:ln w="9525">
            <a:gradFill flip="none" rotWithShape="1">
              <a:gsLst>
                <a:gs pos="0">
                  <a:schemeClr val="bg1"/>
                </a:gs>
                <a:gs pos="70000">
                  <a:srgbClr val="FFFFFF">
                    <a:alpha val="0"/>
                  </a:srgbClr>
                </a:gs>
                <a:gs pos="30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grpSp>
        <p:nvGrpSpPr>
          <p:cNvPr id="8" name="Group 7">
            <a:extLst>
              <a:ext uri="{FF2B5EF4-FFF2-40B4-BE49-F238E27FC236}">
                <a16:creationId xmlns:a16="http://schemas.microsoft.com/office/drawing/2014/main" id="{B76C2D13-24B3-D98B-8D69-D678A322A716}"/>
              </a:ext>
            </a:extLst>
          </p:cNvPr>
          <p:cNvGrpSpPr/>
          <p:nvPr/>
        </p:nvGrpSpPr>
        <p:grpSpPr>
          <a:xfrm>
            <a:off x="550862" y="1636292"/>
            <a:ext cx="8346176" cy="713753"/>
            <a:chOff x="332337" y="1943507"/>
            <a:chExt cx="5375125" cy="713753"/>
          </a:xfrm>
          <a:solidFill>
            <a:schemeClr val="tx2">
              <a:lumMod val="75000"/>
              <a:lumOff val="25000"/>
              <a:alpha val="40000"/>
            </a:schemeClr>
          </a:solidFill>
        </p:grpSpPr>
        <p:cxnSp>
          <p:nvCxnSpPr>
            <p:cNvPr id="9" name="Straight Arrow Connector 8">
              <a:extLst>
                <a:ext uri="{FF2B5EF4-FFF2-40B4-BE49-F238E27FC236}">
                  <a16:creationId xmlns:a16="http://schemas.microsoft.com/office/drawing/2014/main" id="{9B975E79-FB70-9457-6FF5-828F05EEA10F}"/>
                </a:ext>
              </a:extLst>
            </p:cNvPr>
            <p:cNvCxnSpPr/>
            <p:nvPr/>
          </p:nvCxnSpPr>
          <p:spPr>
            <a:xfrm>
              <a:off x="332338" y="2657260"/>
              <a:ext cx="5373480" cy="0"/>
            </a:xfrm>
            <a:prstGeom prst="straightConnector1">
              <a:avLst/>
            </a:prstGeom>
            <a:grpFill/>
            <a:ln w="19050" cap="flat" cmpd="sng" algn="ctr">
              <a:gradFill flip="none" rotWithShape="1">
                <a:gsLst>
                  <a:gs pos="0">
                    <a:schemeClr val="bg1">
                      <a:lumMod val="75000"/>
                      <a:alpha val="18000"/>
                    </a:schemeClr>
                  </a:gs>
                  <a:gs pos="100000">
                    <a:schemeClr val="bg1">
                      <a:lumMod val="75000"/>
                    </a:schemeClr>
                  </a:gs>
                </a:gsLst>
                <a:lin ang="0" scaled="1"/>
                <a:tileRect/>
              </a:gradFill>
              <a:prstDash val="solid"/>
              <a:miter lim="800000"/>
              <a:tailEnd type="triangle"/>
            </a:ln>
            <a:effectLst/>
          </p:spPr>
        </p:cxnSp>
        <p:sp>
          <p:nvSpPr>
            <p:cNvPr id="10" name="Isosceles Triangle 9">
              <a:extLst>
                <a:ext uri="{FF2B5EF4-FFF2-40B4-BE49-F238E27FC236}">
                  <a16:creationId xmlns:a16="http://schemas.microsoft.com/office/drawing/2014/main" id="{62AF2A04-060A-96B2-2164-F1636330041D}"/>
                </a:ext>
              </a:extLst>
            </p:cNvPr>
            <p:cNvSpPr/>
            <p:nvPr/>
          </p:nvSpPr>
          <p:spPr>
            <a:xfrm flipV="1">
              <a:off x="332337" y="1943507"/>
              <a:ext cx="5375125" cy="640080"/>
            </a:xfrm>
            <a:prstGeom prst="triangle">
              <a:avLst>
                <a:gd name="adj" fmla="val 100000"/>
              </a:avLst>
            </a:prstGeom>
            <a:solidFill>
              <a:schemeClr val="accent1">
                <a:lumMod val="75000"/>
              </a:schemeClr>
            </a:solidFill>
            <a:ln>
              <a:solidFill>
                <a:schemeClr val="bg1"/>
              </a:solidFill>
            </a:ln>
            <a:effectLst>
              <a:glow rad="63500">
                <a:schemeClr val="bg1">
                  <a:alpha val="40000"/>
                </a:schemeClr>
              </a:glow>
              <a:outerShdw blurRad="57150" dist="19050" dir="5400000" algn="ctr" rotWithShape="0">
                <a:srgbClr val="000000">
                  <a:alpha val="63000"/>
                </a:srgbClr>
              </a:outerShdw>
            </a:effectLst>
          </p:spPr>
          <p:style>
            <a:lnRef idx="0">
              <a:schemeClr val="accent3"/>
            </a:lnRef>
            <a:fillRef idx="3">
              <a:schemeClr val="accent3"/>
            </a:fillRef>
            <a:effectRef idx="3">
              <a:schemeClr val="accent3"/>
            </a:effectRef>
            <a:fontRef idx="minor">
              <a:schemeClr val="lt1"/>
            </a:fontRef>
          </p:style>
          <p:txBody>
            <a:bodyPr spcFirstLastPara="1" wrap="square" lIns="91433" tIns="158467"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600" b="1" i="0" u="none" strike="noStrike" kern="0" cap="none" spc="0" normalizeH="0" baseline="0" noProof="0">
                <a:ln>
                  <a:noFill/>
                </a:ln>
                <a:solidFill>
                  <a:srgbClr val="82E600"/>
                </a:solidFill>
                <a:effectLst/>
                <a:uLnTx/>
                <a:uFillTx/>
                <a:latin typeface="Ubuntu"/>
                <a:ea typeface="+mn-ea"/>
                <a:cs typeface="+mn-cs"/>
              </a:endParaRPr>
            </a:p>
          </p:txBody>
        </p:sp>
        <p:sp>
          <p:nvSpPr>
            <p:cNvPr id="11" name="Isosceles Triangle 6">
              <a:extLst>
                <a:ext uri="{FF2B5EF4-FFF2-40B4-BE49-F238E27FC236}">
                  <a16:creationId xmlns:a16="http://schemas.microsoft.com/office/drawing/2014/main" id="{31D95B36-A54D-D003-30AA-AB081DCC190E}"/>
                </a:ext>
              </a:extLst>
            </p:cNvPr>
            <p:cNvSpPr/>
            <p:nvPr/>
          </p:nvSpPr>
          <p:spPr>
            <a:xfrm rot="10800000" flipV="1">
              <a:off x="332338" y="1943507"/>
              <a:ext cx="5187251" cy="640080"/>
            </a:xfrm>
            <a:prstGeom prst="triangle">
              <a:avLst>
                <a:gd name="adj" fmla="val 100000"/>
              </a:avLst>
            </a:prstGeom>
            <a:solidFill>
              <a:schemeClr val="accent1">
                <a:lumMod val="75000"/>
                <a:alpha val="40000"/>
              </a:schemeClr>
            </a:solidFill>
            <a:ln/>
          </p:spPr>
          <p:style>
            <a:lnRef idx="0">
              <a:schemeClr val="accent3"/>
            </a:lnRef>
            <a:fillRef idx="3">
              <a:schemeClr val="accent3"/>
            </a:fillRef>
            <a:effectRef idx="3">
              <a:schemeClr val="accent3"/>
            </a:effectRef>
            <a:fontRef idx="minor">
              <a:schemeClr val="lt1"/>
            </a:fontRef>
          </p:style>
          <p:txBody>
            <a:bodyPr spcFirstLastPara="1" wrap="square" lIns="91433" tIns="158467"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lang="en-US" sz="1600" b="1" i="0" u="none" strike="noStrike" kern="0" cap="none" spc="0" normalizeH="0" baseline="0" noProof="0">
                <a:ln>
                  <a:noFill/>
                </a:ln>
                <a:solidFill>
                  <a:srgbClr val="82E600"/>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DFFBBCC5-6F1C-E6B8-3F83-2BE763FDAEDE}"/>
              </a:ext>
            </a:extLst>
          </p:cNvPr>
          <p:cNvSpPr/>
          <p:nvPr/>
        </p:nvSpPr>
        <p:spPr>
          <a:xfrm>
            <a:off x="7043940" y="1692470"/>
            <a:ext cx="1367478" cy="406579"/>
          </a:xfrm>
          <a:prstGeom prst="rect">
            <a:avLst/>
          </a:prstGeom>
          <a:noFill/>
          <a:ln w="12700" cap="flat" cmpd="sng" algn="ctr">
            <a:noFill/>
            <a:prstDash val="solid"/>
            <a:miter lim="800000"/>
          </a:ln>
          <a:effectLst/>
        </p:spPr>
        <p:txBody>
          <a:bodyPr rtlCol="0" anchor="t"/>
          <a:lstStyle/>
          <a:p>
            <a:pPr lvl="0" algn="r">
              <a:defRPr/>
            </a:pPr>
            <a:r>
              <a:rPr lang="en-US" sz="1050" kern="0">
                <a:solidFill>
                  <a:srgbClr val="FFFFFF"/>
                </a:solidFill>
              </a:rPr>
              <a:t>… to GenAI enabled reporting</a:t>
            </a:r>
          </a:p>
        </p:txBody>
      </p:sp>
      <p:sp>
        <p:nvSpPr>
          <p:cNvPr id="13" name="Rectangle 12">
            <a:extLst>
              <a:ext uri="{FF2B5EF4-FFF2-40B4-BE49-F238E27FC236}">
                <a16:creationId xmlns:a16="http://schemas.microsoft.com/office/drawing/2014/main" id="{33F155EC-7FAF-554E-79AF-C1351AB4F4E7}"/>
              </a:ext>
            </a:extLst>
          </p:cNvPr>
          <p:cNvSpPr/>
          <p:nvPr/>
        </p:nvSpPr>
        <p:spPr>
          <a:xfrm>
            <a:off x="5261797" y="2375348"/>
            <a:ext cx="3635240" cy="323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FFFFFF"/>
                </a:solidFill>
                <a:effectLst/>
                <a:uLnTx/>
                <a:uFillTx/>
                <a:latin typeface="Ubuntu"/>
                <a:ea typeface="+mn-ea"/>
                <a:cs typeface="+mn-cs"/>
              </a:rPr>
              <a:t>Creating org-steering real-time reports using a data-pipeline system based on lagging and leading indicators. </a:t>
            </a:r>
            <a:endParaRPr kumimoji="0" lang="en-US" sz="1050" b="0" i="1" u="none" strike="noStrike" kern="1200" cap="none" spc="0" normalizeH="0" baseline="0" noProof="0">
              <a:ln>
                <a:noFill/>
              </a:ln>
              <a:solidFill>
                <a:srgbClr val="FFFFFF"/>
              </a:solidFill>
              <a:effectLst/>
              <a:uLnTx/>
              <a:uFillTx/>
              <a:latin typeface="Ubuntu (Body)"/>
              <a:ea typeface="+mn-ea"/>
              <a:cs typeface="+mn-cs"/>
            </a:endParaRPr>
          </a:p>
        </p:txBody>
      </p:sp>
      <p:sp>
        <p:nvSpPr>
          <p:cNvPr id="14" name="Rectangle 13">
            <a:extLst>
              <a:ext uri="{FF2B5EF4-FFF2-40B4-BE49-F238E27FC236}">
                <a16:creationId xmlns:a16="http://schemas.microsoft.com/office/drawing/2014/main" id="{DED48722-A145-8F01-AC09-549DBE09EAC7}"/>
              </a:ext>
            </a:extLst>
          </p:cNvPr>
          <p:cNvSpPr/>
          <p:nvPr/>
        </p:nvSpPr>
        <p:spPr>
          <a:xfrm>
            <a:off x="679132" y="2382384"/>
            <a:ext cx="2896573" cy="3067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lvl="0">
              <a:defRPr/>
            </a:pPr>
            <a:r>
              <a:rPr lang="en-US" sz="1050" i="1">
                <a:solidFill>
                  <a:srgbClr val="FFFFFF"/>
                </a:solidFill>
              </a:rPr>
              <a:t>Creating automated and real-time reports enabling smart and fast decision making. </a:t>
            </a:r>
            <a:endParaRPr lang="en-US" sz="1050" i="1">
              <a:solidFill>
                <a:srgbClr val="FFFFFF"/>
              </a:solidFill>
              <a:latin typeface="Ubuntu (Body)"/>
            </a:endParaRPr>
          </a:p>
        </p:txBody>
      </p:sp>
      <p:pic>
        <p:nvPicPr>
          <p:cNvPr id="15" name="Picture 14" descr="A black background with a black square&#10;&#10;AI-generated content may be incorrect.">
            <a:extLst>
              <a:ext uri="{FF2B5EF4-FFF2-40B4-BE49-F238E27FC236}">
                <a16:creationId xmlns:a16="http://schemas.microsoft.com/office/drawing/2014/main" id="{85DA12E3-616A-74CC-13A3-351AD17E0A06}"/>
              </a:ext>
            </a:extLst>
          </p:cNvPr>
          <p:cNvPicPr>
            <a:picLocks noChangeAspect="1"/>
          </p:cNvPicPr>
          <p:nvPr/>
        </p:nvPicPr>
        <p:blipFill>
          <a:blip r:embed="rId2" cstate="hqprint">
            <a:lum bright="70000" contrast="-7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a:xfrm>
            <a:off x="8411417" y="1713926"/>
            <a:ext cx="356921" cy="363667"/>
          </a:xfrm>
          <a:prstGeom prst="rect">
            <a:avLst/>
          </a:prstGeom>
          <a:effectLst>
            <a:glow rad="12700">
              <a:schemeClr val="accent3">
                <a:lumMod val="25000"/>
                <a:lumOff val="75000"/>
                <a:alpha val="40000"/>
              </a:schemeClr>
            </a:glow>
          </a:effectLst>
        </p:spPr>
      </p:pic>
      <p:sp>
        <p:nvSpPr>
          <p:cNvPr id="16" name="Rectangle 15">
            <a:extLst>
              <a:ext uri="{FF2B5EF4-FFF2-40B4-BE49-F238E27FC236}">
                <a16:creationId xmlns:a16="http://schemas.microsoft.com/office/drawing/2014/main" id="{02AFFD76-D6B0-C64D-0404-F2AA3EFB5D1C}"/>
              </a:ext>
            </a:extLst>
          </p:cNvPr>
          <p:cNvSpPr/>
          <p:nvPr/>
        </p:nvSpPr>
        <p:spPr>
          <a:xfrm>
            <a:off x="591559" y="3154712"/>
            <a:ext cx="2629788" cy="321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lvl="0" algn="ctr">
              <a:defRPr/>
            </a:pPr>
            <a:r>
              <a:rPr lang="en-US" sz="1600" b="1">
                <a:solidFill>
                  <a:srgbClr val="FFFFFF"/>
                </a:solidFill>
              </a:rPr>
              <a:t>BI &amp; Analytics Layer</a:t>
            </a:r>
          </a:p>
        </p:txBody>
      </p:sp>
      <p:sp>
        <p:nvSpPr>
          <p:cNvPr id="21" name="Rectangle 20">
            <a:extLst>
              <a:ext uri="{FF2B5EF4-FFF2-40B4-BE49-F238E27FC236}">
                <a16:creationId xmlns:a16="http://schemas.microsoft.com/office/drawing/2014/main" id="{ED47D437-2F64-EBFC-2952-F652FC8D760E}"/>
              </a:ext>
            </a:extLst>
          </p:cNvPr>
          <p:cNvSpPr/>
          <p:nvPr/>
        </p:nvSpPr>
        <p:spPr>
          <a:xfrm>
            <a:off x="1109300" y="1778060"/>
            <a:ext cx="1367478" cy="4243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b"/>
          <a:lstStyle/>
          <a:p>
            <a:pPr lvl="0">
              <a:defRPr/>
            </a:pPr>
            <a:r>
              <a:rPr lang="en-US" sz="1050">
                <a:solidFill>
                  <a:srgbClr val="FFFFFF"/>
                </a:solidFill>
              </a:rPr>
              <a:t>From </a:t>
            </a:r>
          </a:p>
          <a:p>
            <a:pPr lvl="0">
              <a:defRPr/>
            </a:pPr>
            <a:r>
              <a:rPr lang="en-US" sz="1050">
                <a:solidFill>
                  <a:srgbClr val="FFFFFF"/>
                </a:solidFill>
              </a:rPr>
              <a:t>BI-accelerated… </a:t>
            </a:r>
            <a:endParaRPr lang="en-US" sz="1050">
              <a:solidFill>
                <a:srgbClr val="FFFFFF"/>
              </a:solidFill>
              <a:latin typeface="Ubuntu (Body)"/>
            </a:endParaRPr>
          </a:p>
        </p:txBody>
      </p:sp>
      <p:grpSp>
        <p:nvGrpSpPr>
          <p:cNvPr id="22" name="Graphic 20">
            <a:extLst>
              <a:ext uri="{FF2B5EF4-FFF2-40B4-BE49-F238E27FC236}">
                <a16:creationId xmlns:a16="http://schemas.microsoft.com/office/drawing/2014/main" id="{2C23520A-DBD2-B779-CB44-26E3F11F262A}"/>
              </a:ext>
            </a:extLst>
          </p:cNvPr>
          <p:cNvGrpSpPr>
            <a:grpSpLocks noChangeAspect="1"/>
          </p:cNvGrpSpPr>
          <p:nvPr/>
        </p:nvGrpSpPr>
        <p:grpSpPr>
          <a:xfrm>
            <a:off x="698332" y="1865151"/>
            <a:ext cx="357595" cy="251762"/>
            <a:chOff x="5842001" y="3197410"/>
            <a:chExt cx="507998" cy="373528"/>
          </a:xfrm>
          <a:solidFill>
            <a:srgbClr val="CDCDCD"/>
          </a:solidFill>
          <a:effectLst>
            <a:glow rad="50800">
              <a:schemeClr val="accent3">
                <a:lumMod val="25000"/>
                <a:lumOff val="75000"/>
                <a:alpha val="40000"/>
              </a:schemeClr>
            </a:glow>
          </a:effectLst>
        </p:grpSpPr>
        <p:sp>
          <p:nvSpPr>
            <p:cNvPr id="23" name="Freeform: Shape 22">
              <a:extLst>
                <a:ext uri="{FF2B5EF4-FFF2-40B4-BE49-F238E27FC236}">
                  <a16:creationId xmlns:a16="http://schemas.microsoft.com/office/drawing/2014/main" id="{B30B23A7-AF65-8DB0-7073-33F3621A4360}"/>
                </a:ext>
              </a:extLst>
            </p:cNvPr>
            <p:cNvSpPr/>
            <p:nvPr/>
          </p:nvSpPr>
          <p:spPr>
            <a:xfrm>
              <a:off x="5842001" y="3197410"/>
              <a:ext cx="507998" cy="373528"/>
            </a:xfrm>
            <a:custGeom>
              <a:avLst/>
              <a:gdLst>
                <a:gd name="connsiteX0" fmla="*/ 485586 w 507998"/>
                <a:gd name="connsiteY0" fmla="*/ 0 h 373528"/>
                <a:gd name="connsiteX1" fmla="*/ 22412 w 507998"/>
                <a:gd name="connsiteY1" fmla="*/ 0 h 373528"/>
                <a:gd name="connsiteX2" fmla="*/ 0 w 507998"/>
                <a:gd name="connsiteY2" fmla="*/ 22412 h 373528"/>
                <a:gd name="connsiteX3" fmla="*/ 0 w 507998"/>
                <a:gd name="connsiteY3" fmla="*/ 306293 h 373528"/>
                <a:gd name="connsiteX4" fmla="*/ 22412 w 507998"/>
                <a:gd name="connsiteY4" fmla="*/ 328705 h 373528"/>
                <a:gd name="connsiteX5" fmla="*/ 246528 w 507998"/>
                <a:gd name="connsiteY5" fmla="*/ 328705 h 373528"/>
                <a:gd name="connsiteX6" fmla="*/ 246528 w 507998"/>
                <a:gd name="connsiteY6" fmla="*/ 358587 h 373528"/>
                <a:gd name="connsiteX7" fmla="*/ 141941 w 507998"/>
                <a:gd name="connsiteY7" fmla="*/ 358587 h 373528"/>
                <a:gd name="connsiteX8" fmla="*/ 134470 w 507998"/>
                <a:gd name="connsiteY8" fmla="*/ 366057 h 373528"/>
                <a:gd name="connsiteX9" fmla="*/ 141941 w 507998"/>
                <a:gd name="connsiteY9" fmla="*/ 373528 h 373528"/>
                <a:gd name="connsiteX10" fmla="*/ 366057 w 507998"/>
                <a:gd name="connsiteY10" fmla="*/ 373528 h 373528"/>
                <a:gd name="connsiteX11" fmla="*/ 373528 w 507998"/>
                <a:gd name="connsiteY11" fmla="*/ 366057 h 373528"/>
                <a:gd name="connsiteX12" fmla="*/ 366057 w 507998"/>
                <a:gd name="connsiteY12" fmla="*/ 358587 h 373528"/>
                <a:gd name="connsiteX13" fmla="*/ 261470 w 507998"/>
                <a:gd name="connsiteY13" fmla="*/ 358587 h 373528"/>
                <a:gd name="connsiteX14" fmla="*/ 261470 w 507998"/>
                <a:gd name="connsiteY14" fmla="*/ 328705 h 373528"/>
                <a:gd name="connsiteX15" fmla="*/ 485586 w 507998"/>
                <a:gd name="connsiteY15" fmla="*/ 328705 h 373528"/>
                <a:gd name="connsiteX16" fmla="*/ 507998 w 507998"/>
                <a:gd name="connsiteY16" fmla="*/ 306293 h 373528"/>
                <a:gd name="connsiteX17" fmla="*/ 507998 w 507998"/>
                <a:gd name="connsiteY17" fmla="*/ 22412 h 373528"/>
                <a:gd name="connsiteX18" fmla="*/ 485586 w 507998"/>
                <a:gd name="connsiteY18" fmla="*/ 0 h 373528"/>
                <a:gd name="connsiteX19" fmla="*/ 493057 w 507998"/>
                <a:gd name="connsiteY19" fmla="*/ 306293 h 373528"/>
                <a:gd name="connsiteX20" fmla="*/ 485586 w 507998"/>
                <a:gd name="connsiteY20" fmla="*/ 313764 h 373528"/>
                <a:gd name="connsiteX21" fmla="*/ 22412 w 507998"/>
                <a:gd name="connsiteY21" fmla="*/ 313764 h 373528"/>
                <a:gd name="connsiteX22" fmla="*/ 14941 w 507998"/>
                <a:gd name="connsiteY22" fmla="*/ 306293 h 373528"/>
                <a:gd name="connsiteX23" fmla="*/ 14941 w 507998"/>
                <a:gd name="connsiteY23" fmla="*/ 22412 h 373528"/>
                <a:gd name="connsiteX24" fmla="*/ 22412 w 507998"/>
                <a:gd name="connsiteY24" fmla="*/ 14941 h 373528"/>
                <a:gd name="connsiteX25" fmla="*/ 485586 w 507998"/>
                <a:gd name="connsiteY25" fmla="*/ 14941 h 373528"/>
                <a:gd name="connsiteX26" fmla="*/ 493057 w 507998"/>
                <a:gd name="connsiteY26" fmla="*/ 22412 h 373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7998" h="373528">
                  <a:moveTo>
                    <a:pt x="485586" y="0"/>
                  </a:moveTo>
                  <a:lnTo>
                    <a:pt x="22412" y="0"/>
                  </a:lnTo>
                  <a:cubicBezTo>
                    <a:pt x="10034" y="0"/>
                    <a:pt x="0" y="10034"/>
                    <a:pt x="0" y="22412"/>
                  </a:cubicBezTo>
                  <a:lnTo>
                    <a:pt x="0" y="306293"/>
                  </a:lnTo>
                  <a:cubicBezTo>
                    <a:pt x="0" y="318670"/>
                    <a:pt x="10034" y="328705"/>
                    <a:pt x="22412" y="328705"/>
                  </a:cubicBezTo>
                  <a:lnTo>
                    <a:pt x="246528" y="328705"/>
                  </a:lnTo>
                  <a:lnTo>
                    <a:pt x="246528" y="358587"/>
                  </a:lnTo>
                  <a:lnTo>
                    <a:pt x="141941" y="358587"/>
                  </a:lnTo>
                  <a:cubicBezTo>
                    <a:pt x="137815" y="358587"/>
                    <a:pt x="134470" y="361932"/>
                    <a:pt x="134470" y="366057"/>
                  </a:cubicBezTo>
                  <a:cubicBezTo>
                    <a:pt x="134470" y="370183"/>
                    <a:pt x="137815" y="373528"/>
                    <a:pt x="141941" y="373528"/>
                  </a:cubicBezTo>
                  <a:lnTo>
                    <a:pt x="366057" y="373528"/>
                  </a:lnTo>
                  <a:cubicBezTo>
                    <a:pt x="370183" y="373528"/>
                    <a:pt x="373528" y="370183"/>
                    <a:pt x="373528" y="366057"/>
                  </a:cubicBezTo>
                  <a:cubicBezTo>
                    <a:pt x="373528" y="361932"/>
                    <a:pt x="370183" y="358587"/>
                    <a:pt x="366057" y="358587"/>
                  </a:cubicBezTo>
                  <a:lnTo>
                    <a:pt x="261470" y="358587"/>
                  </a:lnTo>
                  <a:lnTo>
                    <a:pt x="261470" y="328705"/>
                  </a:lnTo>
                  <a:lnTo>
                    <a:pt x="485586" y="328705"/>
                  </a:lnTo>
                  <a:cubicBezTo>
                    <a:pt x="497964" y="328705"/>
                    <a:pt x="507998" y="318670"/>
                    <a:pt x="507998" y="306293"/>
                  </a:cubicBezTo>
                  <a:lnTo>
                    <a:pt x="507998" y="22412"/>
                  </a:lnTo>
                  <a:cubicBezTo>
                    <a:pt x="507998" y="10034"/>
                    <a:pt x="497964" y="0"/>
                    <a:pt x="485586" y="0"/>
                  </a:cubicBezTo>
                  <a:close/>
                  <a:moveTo>
                    <a:pt x="493057" y="306293"/>
                  </a:moveTo>
                  <a:cubicBezTo>
                    <a:pt x="493057" y="310418"/>
                    <a:pt x="489712" y="313764"/>
                    <a:pt x="485586" y="313764"/>
                  </a:cubicBezTo>
                  <a:lnTo>
                    <a:pt x="22412" y="313764"/>
                  </a:lnTo>
                  <a:cubicBezTo>
                    <a:pt x="18286" y="313764"/>
                    <a:pt x="14941" y="310418"/>
                    <a:pt x="14941" y="306293"/>
                  </a:cubicBezTo>
                  <a:lnTo>
                    <a:pt x="14941" y="22412"/>
                  </a:lnTo>
                  <a:cubicBezTo>
                    <a:pt x="14941" y="18286"/>
                    <a:pt x="18286" y="14941"/>
                    <a:pt x="22412" y="14941"/>
                  </a:cubicBezTo>
                  <a:lnTo>
                    <a:pt x="485586" y="14941"/>
                  </a:lnTo>
                  <a:cubicBezTo>
                    <a:pt x="489712" y="14941"/>
                    <a:pt x="493057" y="18286"/>
                    <a:pt x="493057" y="22412"/>
                  </a:cubicBezTo>
                  <a:close/>
                </a:path>
              </a:pathLst>
            </a:custGeom>
            <a:grpFill/>
            <a:ln w="14848" cap="flat">
              <a:noFill/>
              <a:prstDash val="solid"/>
              <a:miter/>
            </a:ln>
          </p:spPr>
          <p:txBody>
            <a:bodyPr rtlCol="0" anchor="ctr"/>
            <a:lstStyle/>
            <a:p>
              <a:endParaRPr lang="de-DE"/>
            </a:p>
          </p:txBody>
        </p:sp>
        <p:sp>
          <p:nvSpPr>
            <p:cNvPr id="24" name="Freeform: Shape 23">
              <a:extLst>
                <a:ext uri="{FF2B5EF4-FFF2-40B4-BE49-F238E27FC236}">
                  <a16:creationId xmlns:a16="http://schemas.microsoft.com/office/drawing/2014/main" id="{67FC9D6D-01BF-15E6-232D-93FD240FF614}"/>
                </a:ext>
              </a:extLst>
            </p:cNvPr>
            <p:cNvSpPr/>
            <p:nvPr/>
          </p:nvSpPr>
          <p:spPr>
            <a:xfrm>
              <a:off x="5947336" y="3234128"/>
              <a:ext cx="283881" cy="149411"/>
            </a:xfrm>
            <a:custGeom>
              <a:avLst/>
              <a:gdLst>
                <a:gd name="connsiteX0" fmla="*/ 269687 w 283881"/>
                <a:gd name="connsiteY0" fmla="*/ 61894 h 149411"/>
                <a:gd name="connsiteX1" fmla="*/ 253252 w 283881"/>
                <a:gd name="connsiteY1" fmla="*/ 66974 h 149411"/>
                <a:gd name="connsiteX2" fmla="*/ 220381 w 283881"/>
                <a:gd name="connsiteY2" fmla="*/ 40080 h 149411"/>
                <a:gd name="connsiteX3" fmla="*/ 208127 w 283881"/>
                <a:gd name="connsiteY3" fmla="*/ 2960 h 149411"/>
                <a:gd name="connsiteX4" fmla="*/ 171007 w 283881"/>
                <a:gd name="connsiteY4" fmla="*/ 15214 h 149411"/>
                <a:gd name="connsiteX5" fmla="*/ 168088 w 283881"/>
                <a:gd name="connsiteY5" fmla="*/ 29023 h 149411"/>
                <a:gd name="connsiteX6" fmla="*/ 171673 w 283881"/>
                <a:gd name="connsiteY6" fmla="*/ 42470 h 149411"/>
                <a:gd name="connsiteX7" fmla="*/ 115047 w 283881"/>
                <a:gd name="connsiteY7" fmla="*/ 99097 h 149411"/>
                <a:gd name="connsiteX8" fmla="*/ 88153 w 283881"/>
                <a:gd name="connsiteY8" fmla="*/ 99097 h 149411"/>
                <a:gd name="connsiteX9" fmla="*/ 51696 w 283881"/>
                <a:gd name="connsiteY9" fmla="*/ 62641 h 149411"/>
                <a:gd name="connsiteX10" fmla="*/ 55282 w 283881"/>
                <a:gd name="connsiteY10" fmla="*/ 49194 h 149411"/>
                <a:gd name="connsiteX11" fmla="*/ 27641 w 283881"/>
                <a:gd name="connsiteY11" fmla="*/ 21553 h 149411"/>
                <a:gd name="connsiteX12" fmla="*/ 0 w 283881"/>
                <a:gd name="connsiteY12" fmla="*/ 49194 h 149411"/>
                <a:gd name="connsiteX13" fmla="*/ 27641 w 283881"/>
                <a:gd name="connsiteY13" fmla="*/ 76835 h 149411"/>
                <a:gd name="connsiteX14" fmla="*/ 41088 w 283881"/>
                <a:gd name="connsiteY14" fmla="*/ 73249 h 149411"/>
                <a:gd name="connsiteX15" fmla="*/ 77694 w 283881"/>
                <a:gd name="connsiteY15" fmla="*/ 109705 h 149411"/>
                <a:gd name="connsiteX16" fmla="*/ 73959 w 283881"/>
                <a:gd name="connsiteY16" fmla="*/ 123152 h 149411"/>
                <a:gd name="connsiteX17" fmla="*/ 101600 w 283881"/>
                <a:gd name="connsiteY17" fmla="*/ 150794 h 149411"/>
                <a:gd name="connsiteX18" fmla="*/ 129241 w 283881"/>
                <a:gd name="connsiteY18" fmla="*/ 123152 h 149411"/>
                <a:gd name="connsiteX19" fmla="*/ 125655 w 283881"/>
                <a:gd name="connsiteY19" fmla="*/ 109705 h 149411"/>
                <a:gd name="connsiteX20" fmla="*/ 182282 w 283881"/>
                <a:gd name="connsiteY20" fmla="*/ 52929 h 149411"/>
                <a:gd name="connsiteX21" fmla="*/ 195729 w 283881"/>
                <a:gd name="connsiteY21" fmla="*/ 56515 h 149411"/>
                <a:gd name="connsiteX22" fmla="*/ 211566 w 283881"/>
                <a:gd name="connsiteY22" fmla="*/ 51435 h 149411"/>
                <a:gd name="connsiteX23" fmla="*/ 244437 w 283881"/>
                <a:gd name="connsiteY23" fmla="*/ 78329 h 149411"/>
                <a:gd name="connsiteX24" fmla="*/ 258499 w 283881"/>
                <a:gd name="connsiteY24" fmla="*/ 114803 h 149411"/>
                <a:gd name="connsiteX25" fmla="*/ 294972 w 283881"/>
                <a:gd name="connsiteY25" fmla="*/ 100741 h 149411"/>
                <a:gd name="connsiteX26" fmla="*/ 280911 w 283881"/>
                <a:gd name="connsiteY26" fmla="*/ 64267 h 149411"/>
                <a:gd name="connsiteX27" fmla="*/ 269687 w 283881"/>
                <a:gd name="connsiteY27" fmla="*/ 61894 h 149411"/>
                <a:gd name="connsiteX28" fmla="*/ 15688 w 283881"/>
                <a:gd name="connsiteY28" fmla="*/ 49194 h 149411"/>
                <a:gd name="connsiteX29" fmla="*/ 28388 w 283881"/>
                <a:gd name="connsiteY29" fmla="*/ 36494 h 149411"/>
                <a:gd name="connsiteX30" fmla="*/ 41088 w 283881"/>
                <a:gd name="connsiteY30" fmla="*/ 49194 h 149411"/>
                <a:gd name="connsiteX31" fmla="*/ 28388 w 283881"/>
                <a:gd name="connsiteY31" fmla="*/ 61894 h 149411"/>
                <a:gd name="connsiteX32" fmla="*/ 14963 w 283881"/>
                <a:gd name="connsiteY32" fmla="*/ 49963 h 149411"/>
                <a:gd name="connsiteX33" fmla="*/ 14941 w 283881"/>
                <a:gd name="connsiteY33" fmla="*/ 49194 h 149411"/>
                <a:gd name="connsiteX34" fmla="*/ 102347 w 283881"/>
                <a:gd name="connsiteY34" fmla="*/ 135852 h 149411"/>
                <a:gd name="connsiteX35" fmla="*/ 89647 w 283881"/>
                <a:gd name="connsiteY35" fmla="*/ 123152 h 149411"/>
                <a:gd name="connsiteX36" fmla="*/ 102347 w 283881"/>
                <a:gd name="connsiteY36" fmla="*/ 110453 h 149411"/>
                <a:gd name="connsiteX37" fmla="*/ 115047 w 283881"/>
                <a:gd name="connsiteY37" fmla="*/ 123152 h 149411"/>
                <a:gd name="connsiteX38" fmla="*/ 102369 w 283881"/>
                <a:gd name="connsiteY38" fmla="*/ 135875 h 149411"/>
                <a:gd name="connsiteX39" fmla="*/ 101600 w 283881"/>
                <a:gd name="connsiteY39" fmla="*/ 135852 h 149411"/>
                <a:gd name="connsiteX40" fmla="*/ 183029 w 283881"/>
                <a:gd name="connsiteY40" fmla="*/ 29023 h 149411"/>
                <a:gd name="connsiteX41" fmla="*/ 195729 w 283881"/>
                <a:gd name="connsiteY41" fmla="*/ 16323 h 149411"/>
                <a:gd name="connsiteX42" fmla="*/ 208429 w 283881"/>
                <a:gd name="connsiteY42" fmla="*/ 29023 h 149411"/>
                <a:gd name="connsiteX43" fmla="*/ 195729 w 283881"/>
                <a:gd name="connsiteY43" fmla="*/ 41723 h 149411"/>
                <a:gd name="connsiteX44" fmla="*/ 183029 w 283881"/>
                <a:gd name="connsiteY44" fmla="*/ 29023 h 149411"/>
                <a:gd name="connsiteX45" fmla="*/ 269687 w 283881"/>
                <a:gd name="connsiteY45" fmla="*/ 102235 h 149411"/>
                <a:gd name="connsiteX46" fmla="*/ 257757 w 283881"/>
                <a:gd name="connsiteY46" fmla="*/ 88810 h 149411"/>
                <a:gd name="connsiteX47" fmla="*/ 271181 w 283881"/>
                <a:gd name="connsiteY47" fmla="*/ 76879 h 149411"/>
                <a:gd name="connsiteX48" fmla="*/ 283134 w 283881"/>
                <a:gd name="connsiteY48" fmla="*/ 89535 h 149411"/>
                <a:gd name="connsiteX49" fmla="*/ 270457 w 283881"/>
                <a:gd name="connsiteY49" fmla="*/ 102257 h 149411"/>
                <a:gd name="connsiteX50" fmla="*/ 269687 w 283881"/>
                <a:gd name="connsiteY50" fmla="*/ 102235 h 14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83881" h="149411">
                  <a:moveTo>
                    <a:pt x="269687" y="61894"/>
                  </a:moveTo>
                  <a:cubicBezTo>
                    <a:pt x="263805" y="61775"/>
                    <a:pt x="258041" y="63556"/>
                    <a:pt x="253252" y="66974"/>
                  </a:cubicBezTo>
                  <a:lnTo>
                    <a:pt x="220381" y="40080"/>
                  </a:lnTo>
                  <a:cubicBezTo>
                    <a:pt x="227248" y="26445"/>
                    <a:pt x="221762" y="9826"/>
                    <a:pt x="208127" y="2960"/>
                  </a:cubicBezTo>
                  <a:cubicBezTo>
                    <a:pt x="194493" y="-3907"/>
                    <a:pt x="177874" y="1580"/>
                    <a:pt x="171007" y="15214"/>
                  </a:cubicBezTo>
                  <a:cubicBezTo>
                    <a:pt x="168856" y="19487"/>
                    <a:pt x="167850" y="24245"/>
                    <a:pt x="168088" y="29023"/>
                  </a:cubicBezTo>
                  <a:cubicBezTo>
                    <a:pt x="168103" y="33740"/>
                    <a:pt x="169338" y="38372"/>
                    <a:pt x="171673" y="42470"/>
                  </a:cubicBezTo>
                  <a:lnTo>
                    <a:pt x="115047" y="99097"/>
                  </a:lnTo>
                  <a:cubicBezTo>
                    <a:pt x="106717" y="94324"/>
                    <a:pt x="96482" y="94324"/>
                    <a:pt x="88153" y="99097"/>
                  </a:cubicBezTo>
                  <a:lnTo>
                    <a:pt x="51696" y="62641"/>
                  </a:lnTo>
                  <a:cubicBezTo>
                    <a:pt x="54032" y="58543"/>
                    <a:pt x="55267" y="53911"/>
                    <a:pt x="55282" y="49194"/>
                  </a:cubicBezTo>
                  <a:cubicBezTo>
                    <a:pt x="55282" y="33928"/>
                    <a:pt x="42907" y="21553"/>
                    <a:pt x="27641" y="21553"/>
                  </a:cubicBezTo>
                  <a:cubicBezTo>
                    <a:pt x="12375" y="21553"/>
                    <a:pt x="0" y="33928"/>
                    <a:pt x="0" y="49194"/>
                  </a:cubicBezTo>
                  <a:cubicBezTo>
                    <a:pt x="0" y="64460"/>
                    <a:pt x="12375" y="76835"/>
                    <a:pt x="27641" y="76835"/>
                  </a:cubicBezTo>
                  <a:cubicBezTo>
                    <a:pt x="32358" y="76820"/>
                    <a:pt x="36990" y="75584"/>
                    <a:pt x="41088" y="73249"/>
                  </a:cubicBezTo>
                  <a:lnTo>
                    <a:pt x="77694" y="109705"/>
                  </a:lnTo>
                  <a:cubicBezTo>
                    <a:pt x="75246" y="113763"/>
                    <a:pt x="73954" y="118413"/>
                    <a:pt x="73959" y="123152"/>
                  </a:cubicBezTo>
                  <a:cubicBezTo>
                    <a:pt x="73959" y="138418"/>
                    <a:pt x="86334" y="150794"/>
                    <a:pt x="101600" y="150794"/>
                  </a:cubicBezTo>
                  <a:cubicBezTo>
                    <a:pt x="116865" y="150794"/>
                    <a:pt x="129241" y="138418"/>
                    <a:pt x="129241" y="123152"/>
                  </a:cubicBezTo>
                  <a:cubicBezTo>
                    <a:pt x="129226" y="118436"/>
                    <a:pt x="127990" y="113804"/>
                    <a:pt x="125655" y="109705"/>
                  </a:cubicBezTo>
                  <a:lnTo>
                    <a:pt x="182282" y="52929"/>
                  </a:lnTo>
                  <a:cubicBezTo>
                    <a:pt x="186380" y="55264"/>
                    <a:pt x="191012" y="56500"/>
                    <a:pt x="195729" y="56515"/>
                  </a:cubicBezTo>
                  <a:cubicBezTo>
                    <a:pt x="201403" y="56478"/>
                    <a:pt x="206930" y="54706"/>
                    <a:pt x="211566" y="51435"/>
                  </a:cubicBezTo>
                  <a:lnTo>
                    <a:pt x="244437" y="78329"/>
                  </a:lnTo>
                  <a:cubicBezTo>
                    <a:pt x="238248" y="92284"/>
                    <a:pt x="244544" y="108614"/>
                    <a:pt x="258499" y="114803"/>
                  </a:cubicBezTo>
                  <a:cubicBezTo>
                    <a:pt x="272454" y="120992"/>
                    <a:pt x="288783" y="114696"/>
                    <a:pt x="294972" y="100741"/>
                  </a:cubicBezTo>
                  <a:cubicBezTo>
                    <a:pt x="301161" y="86786"/>
                    <a:pt x="294866" y="70456"/>
                    <a:pt x="280911" y="64267"/>
                  </a:cubicBezTo>
                  <a:cubicBezTo>
                    <a:pt x="277376" y="62700"/>
                    <a:pt x="273552" y="61891"/>
                    <a:pt x="269687" y="61894"/>
                  </a:cubicBezTo>
                  <a:close/>
                  <a:moveTo>
                    <a:pt x="15688" y="49194"/>
                  </a:moveTo>
                  <a:cubicBezTo>
                    <a:pt x="15688" y="42180"/>
                    <a:pt x="21374" y="36494"/>
                    <a:pt x="28388" y="36494"/>
                  </a:cubicBezTo>
                  <a:cubicBezTo>
                    <a:pt x="35402" y="36494"/>
                    <a:pt x="41088" y="42180"/>
                    <a:pt x="41088" y="49194"/>
                  </a:cubicBezTo>
                  <a:cubicBezTo>
                    <a:pt x="41088" y="56208"/>
                    <a:pt x="35402" y="61894"/>
                    <a:pt x="28388" y="61894"/>
                  </a:cubicBezTo>
                  <a:cubicBezTo>
                    <a:pt x="21386" y="62306"/>
                    <a:pt x="15376" y="56965"/>
                    <a:pt x="14963" y="49963"/>
                  </a:cubicBezTo>
                  <a:cubicBezTo>
                    <a:pt x="14948" y="49707"/>
                    <a:pt x="14941" y="49450"/>
                    <a:pt x="14941" y="49194"/>
                  </a:cubicBezTo>
                  <a:close/>
                  <a:moveTo>
                    <a:pt x="102347" y="135852"/>
                  </a:moveTo>
                  <a:cubicBezTo>
                    <a:pt x="95333" y="135852"/>
                    <a:pt x="89647" y="130166"/>
                    <a:pt x="89647" y="123152"/>
                  </a:cubicBezTo>
                  <a:cubicBezTo>
                    <a:pt x="89647" y="116139"/>
                    <a:pt x="95333" y="110453"/>
                    <a:pt x="102347" y="110453"/>
                  </a:cubicBezTo>
                  <a:cubicBezTo>
                    <a:pt x="109360" y="110453"/>
                    <a:pt x="115047" y="116139"/>
                    <a:pt x="115047" y="123152"/>
                  </a:cubicBezTo>
                  <a:cubicBezTo>
                    <a:pt x="115059" y="130166"/>
                    <a:pt x="109382" y="135863"/>
                    <a:pt x="102369" y="135875"/>
                  </a:cubicBezTo>
                  <a:cubicBezTo>
                    <a:pt x="102112" y="135875"/>
                    <a:pt x="101855" y="135867"/>
                    <a:pt x="101600" y="135852"/>
                  </a:cubicBezTo>
                  <a:close/>
                  <a:moveTo>
                    <a:pt x="183029" y="29023"/>
                  </a:moveTo>
                  <a:cubicBezTo>
                    <a:pt x="183029" y="22009"/>
                    <a:pt x="188715" y="16323"/>
                    <a:pt x="195729" y="16323"/>
                  </a:cubicBezTo>
                  <a:cubicBezTo>
                    <a:pt x="202742" y="16323"/>
                    <a:pt x="208429" y="22009"/>
                    <a:pt x="208429" y="29023"/>
                  </a:cubicBezTo>
                  <a:cubicBezTo>
                    <a:pt x="208429" y="36037"/>
                    <a:pt x="202742" y="41723"/>
                    <a:pt x="195729" y="41723"/>
                  </a:cubicBezTo>
                  <a:cubicBezTo>
                    <a:pt x="188715" y="41723"/>
                    <a:pt x="183029" y="36037"/>
                    <a:pt x="183029" y="29023"/>
                  </a:cubicBezTo>
                  <a:close/>
                  <a:moveTo>
                    <a:pt x="269687" y="102235"/>
                  </a:moveTo>
                  <a:cubicBezTo>
                    <a:pt x="262686" y="101822"/>
                    <a:pt x="257344" y="95812"/>
                    <a:pt x="257757" y="88810"/>
                  </a:cubicBezTo>
                  <a:cubicBezTo>
                    <a:pt x="258169" y="81808"/>
                    <a:pt x="264180" y="76466"/>
                    <a:pt x="271181" y="76879"/>
                  </a:cubicBezTo>
                  <a:cubicBezTo>
                    <a:pt x="277885" y="77274"/>
                    <a:pt x="283122" y="82820"/>
                    <a:pt x="283134" y="89535"/>
                  </a:cubicBezTo>
                  <a:cubicBezTo>
                    <a:pt x="283146" y="96549"/>
                    <a:pt x="277470" y="102245"/>
                    <a:pt x="270457" y="102257"/>
                  </a:cubicBezTo>
                  <a:cubicBezTo>
                    <a:pt x="270200" y="102257"/>
                    <a:pt x="269943" y="102250"/>
                    <a:pt x="269687" y="102235"/>
                  </a:cubicBezTo>
                  <a:close/>
                </a:path>
              </a:pathLst>
            </a:custGeom>
            <a:grpFill/>
            <a:ln w="14848" cap="flat">
              <a:noFill/>
              <a:prstDash val="solid"/>
              <a:miter/>
            </a:ln>
          </p:spPr>
          <p:txBody>
            <a:bodyPr rtlCol="0" anchor="ctr"/>
            <a:lstStyle/>
            <a:p>
              <a:endParaRPr lang="de-DE"/>
            </a:p>
          </p:txBody>
        </p:sp>
        <p:sp>
          <p:nvSpPr>
            <p:cNvPr id="25" name="Freeform: Shape 24">
              <a:extLst>
                <a:ext uri="{FF2B5EF4-FFF2-40B4-BE49-F238E27FC236}">
                  <a16:creationId xmlns:a16="http://schemas.microsoft.com/office/drawing/2014/main" id="{88F3E326-0413-7A15-EFF7-2298BC193B16}"/>
                </a:ext>
              </a:extLst>
            </p:cNvPr>
            <p:cNvSpPr/>
            <p:nvPr/>
          </p:nvSpPr>
          <p:spPr>
            <a:xfrm>
              <a:off x="5931648" y="3329639"/>
              <a:ext cx="328705" cy="149411"/>
            </a:xfrm>
            <a:custGeom>
              <a:avLst/>
              <a:gdLst>
                <a:gd name="connsiteX0" fmla="*/ 321234 w 328704"/>
                <a:gd name="connsiteY0" fmla="*/ 42582 h 149411"/>
                <a:gd name="connsiteX1" fmla="*/ 313763 w 328704"/>
                <a:gd name="connsiteY1" fmla="*/ 50053 h 149411"/>
                <a:gd name="connsiteX2" fmla="*/ 313763 w 328704"/>
                <a:gd name="connsiteY2" fmla="*/ 136711 h 149411"/>
                <a:gd name="connsiteX3" fmla="*/ 218887 w 328704"/>
                <a:gd name="connsiteY3" fmla="*/ 136711 h 149411"/>
                <a:gd name="connsiteX4" fmla="*/ 218887 w 328704"/>
                <a:gd name="connsiteY4" fmla="*/ 7471 h 149411"/>
                <a:gd name="connsiteX5" fmla="*/ 211417 w 328704"/>
                <a:gd name="connsiteY5" fmla="*/ 0 h 149411"/>
                <a:gd name="connsiteX6" fmla="*/ 203946 w 328704"/>
                <a:gd name="connsiteY6" fmla="*/ 7471 h 149411"/>
                <a:gd name="connsiteX7" fmla="*/ 203946 w 328704"/>
                <a:gd name="connsiteY7" fmla="*/ 136711 h 149411"/>
                <a:gd name="connsiteX8" fmla="*/ 124758 w 328704"/>
                <a:gd name="connsiteY8" fmla="*/ 136711 h 149411"/>
                <a:gd name="connsiteX9" fmla="*/ 124758 w 328704"/>
                <a:gd name="connsiteY9" fmla="*/ 83670 h 149411"/>
                <a:gd name="connsiteX10" fmla="*/ 117288 w 328704"/>
                <a:gd name="connsiteY10" fmla="*/ 76200 h 149411"/>
                <a:gd name="connsiteX11" fmla="*/ 109817 w 328704"/>
                <a:gd name="connsiteY11" fmla="*/ 83670 h 149411"/>
                <a:gd name="connsiteX12" fmla="*/ 109817 w 328704"/>
                <a:gd name="connsiteY12" fmla="*/ 136711 h 149411"/>
                <a:gd name="connsiteX13" fmla="*/ 14941 w 328704"/>
                <a:gd name="connsiteY13" fmla="*/ 136711 h 149411"/>
                <a:gd name="connsiteX14" fmla="*/ 14941 w 328704"/>
                <a:gd name="connsiteY14" fmla="*/ 9712 h 149411"/>
                <a:gd name="connsiteX15" fmla="*/ 7471 w 328704"/>
                <a:gd name="connsiteY15" fmla="*/ 2241 h 149411"/>
                <a:gd name="connsiteX16" fmla="*/ 0 w 328704"/>
                <a:gd name="connsiteY16" fmla="*/ 9712 h 149411"/>
                <a:gd name="connsiteX17" fmla="*/ 0 w 328704"/>
                <a:gd name="connsiteY17" fmla="*/ 144182 h 149411"/>
                <a:gd name="connsiteX18" fmla="*/ 7471 w 328704"/>
                <a:gd name="connsiteY18" fmla="*/ 151652 h 149411"/>
                <a:gd name="connsiteX19" fmla="*/ 321234 w 328704"/>
                <a:gd name="connsiteY19" fmla="*/ 151652 h 149411"/>
                <a:gd name="connsiteX20" fmla="*/ 328705 w 328704"/>
                <a:gd name="connsiteY20" fmla="*/ 144182 h 149411"/>
                <a:gd name="connsiteX21" fmla="*/ 328705 w 328704"/>
                <a:gd name="connsiteY21" fmla="*/ 50053 h 149411"/>
                <a:gd name="connsiteX22" fmla="*/ 321234 w 328704"/>
                <a:gd name="connsiteY22" fmla="*/ 42582 h 14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8704" h="149411">
                  <a:moveTo>
                    <a:pt x="321234" y="42582"/>
                  </a:moveTo>
                  <a:cubicBezTo>
                    <a:pt x="317109" y="42582"/>
                    <a:pt x="313763" y="45927"/>
                    <a:pt x="313763" y="50053"/>
                  </a:cubicBezTo>
                  <a:lnTo>
                    <a:pt x="313763" y="136711"/>
                  </a:lnTo>
                  <a:lnTo>
                    <a:pt x="218887" y="136711"/>
                  </a:lnTo>
                  <a:lnTo>
                    <a:pt x="218887" y="7471"/>
                  </a:lnTo>
                  <a:cubicBezTo>
                    <a:pt x="218887" y="3345"/>
                    <a:pt x="215542" y="0"/>
                    <a:pt x="211417" y="0"/>
                  </a:cubicBezTo>
                  <a:cubicBezTo>
                    <a:pt x="207292" y="0"/>
                    <a:pt x="203946" y="3345"/>
                    <a:pt x="203946" y="7471"/>
                  </a:cubicBezTo>
                  <a:lnTo>
                    <a:pt x="203946" y="136711"/>
                  </a:lnTo>
                  <a:lnTo>
                    <a:pt x="124758" y="136711"/>
                  </a:lnTo>
                  <a:lnTo>
                    <a:pt x="124758" y="83670"/>
                  </a:lnTo>
                  <a:cubicBezTo>
                    <a:pt x="124758" y="79545"/>
                    <a:pt x="121413" y="76200"/>
                    <a:pt x="117288" y="76200"/>
                  </a:cubicBezTo>
                  <a:cubicBezTo>
                    <a:pt x="113163" y="76200"/>
                    <a:pt x="109817" y="79545"/>
                    <a:pt x="109817" y="83670"/>
                  </a:cubicBezTo>
                  <a:lnTo>
                    <a:pt x="109817" y="136711"/>
                  </a:lnTo>
                  <a:lnTo>
                    <a:pt x="14941" y="136711"/>
                  </a:lnTo>
                  <a:lnTo>
                    <a:pt x="14941" y="9712"/>
                  </a:lnTo>
                  <a:cubicBezTo>
                    <a:pt x="14941" y="5586"/>
                    <a:pt x="11596" y="2241"/>
                    <a:pt x="7471" y="2241"/>
                  </a:cubicBezTo>
                  <a:cubicBezTo>
                    <a:pt x="3345" y="2241"/>
                    <a:pt x="0" y="5586"/>
                    <a:pt x="0" y="9712"/>
                  </a:cubicBezTo>
                  <a:lnTo>
                    <a:pt x="0" y="144182"/>
                  </a:lnTo>
                  <a:cubicBezTo>
                    <a:pt x="0" y="148307"/>
                    <a:pt x="3345" y="151652"/>
                    <a:pt x="7471" y="151652"/>
                  </a:cubicBezTo>
                  <a:lnTo>
                    <a:pt x="321234" y="151652"/>
                  </a:lnTo>
                  <a:cubicBezTo>
                    <a:pt x="325359" y="151652"/>
                    <a:pt x="328705" y="148307"/>
                    <a:pt x="328705" y="144182"/>
                  </a:cubicBezTo>
                  <a:lnTo>
                    <a:pt x="328705" y="50053"/>
                  </a:lnTo>
                  <a:cubicBezTo>
                    <a:pt x="328705" y="45927"/>
                    <a:pt x="325359" y="42582"/>
                    <a:pt x="321234" y="42582"/>
                  </a:cubicBezTo>
                  <a:close/>
                </a:path>
              </a:pathLst>
            </a:custGeom>
            <a:grpFill/>
            <a:ln w="14848" cap="flat">
              <a:noFill/>
              <a:prstDash val="solid"/>
              <a:miter/>
            </a:ln>
          </p:spPr>
          <p:txBody>
            <a:bodyPr rtlCol="0" anchor="ctr"/>
            <a:lstStyle/>
            <a:p>
              <a:endParaRPr lang="de-DE"/>
            </a:p>
          </p:txBody>
        </p:sp>
      </p:grpSp>
      <p:sp>
        <p:nvSpPr>
          <p:cNvPr id="35" name="Rectangle 34">
            <a:extLst>
              <a:ext uri="{FF2B5EF4-FFF2-40B4-BE49-F238E27FC236}">
                <a16:creationId xmlns:a16="http://schemas.microsoft.com/office/drawing/2014/main" id="{2C53F5C5-3A08-041A-B55B-4FBE4E87B23B}"/>
              </a:ext>
            </a:extLst>
          </p:cNvPr>
          <p:cNvSpPr/>
          <p:nvPr/>
        </p:nvSpPr>
        <p:spPr>
          <a:xfrm>
            <a:off x="3401373" y="3154712"/>
            <a:ext cx="2629788" cy="321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Ubuntu"/>
                <a:ea typeface="+mn-ea"/>
                <a:cs typeface="+mn-cs"/>
              </a:rPr>
              <a:t>GenAI Metrics Engine</a:t>
            </a:r>
          </a:p>
        </p:txBody>
      </p:sp>
      <p:grpSp>
        <p:nvGrpSpPr>
          <p:cNvPr id="27" name="Group 26">
            <a:extLst>
              <a:ext uri="{FF2B5EF4-FFF2-40B4-BE49-F238E27FC236}">
                <a16:creationId xmlns:a16="http://schemas.microsoft.com/office/drawing/2014/main" id="{7DA6A9A9-FBA1-2BA7-72E8-1A6EE46FF2B6}"/>
              </a:ext>
            </a:extLst>
          </p:cNvPr>
          <p:cNvGrpSpPr/>
          <p:nvPr/>
        </p:nvGrpSpPr>
        <p:grpSpPr>
          <a:xfrm>
            <a:off x="3534710" y="3711467"/>
            <a:ext cx="2363117" cy="1371600"/>
            <a:chOff x="3449853" y="3711467"/>
            <a:chExt cx="2363117" cy="1371600"/>
          </a:xfrm>
        </p:grpSpPr>
        <p:sp>
          <p:nvSpPr>
            <p:cNvPr id="147" name="Freihandform: Form 166">
              <a:extLst>
                <a:ext uri="{FF2B5EF4-FFF2-40B4-BE49-F238E27FC236}">
                  <a16:creationId xmlns:a16="http://schemas.microsoft.com/office/drawing/2014/main" id="{C21A10DF-A68D-00E3-8A29-9E96B2C0858B}"/>
                </a:ext>
              </a:extLst>
            </p:cNvPr>
            <p:cNvSpPr/>
            <p:nvPr/>
          </p:nvSpPr>
          <p:spPr>
            <a:xfrm rot="5400000">
              <a:off x="4706546" y="3976643"/>
              <a:ext cx="1371600" cy="841248"/>
            </a:xfrm>
            <a:custGeom>
              <a:avLst/>
              <a:gdLst>
                <a:gd name="connsiteX0" fmla="*/ 0 w 9665508"/>
                <a:gd name="connsiteY0" fmla="*/ 0 h 1503409"/>
                <a:gd name="connsiteX1" fmla="*/ 9665508 w 9665508"/>
                <a:gd name="connsiteY1" fmla="*/ 0 h 1503409"/>
                <a:gd name="connsiteX2" fmla="*/ 9605405 w 9665508"/>
                <a:gd name="connsiteY2" fmla="*/ 9940 h 1503409"/>
                <a:gd name="connsiteX3" fmla="*/ 7384530 w 9665508"/>
                <a:gd name="connsiteY3" fmla="*/ 1325440 h 1503409"/>
                <a:gd name="connsiteX4" fmla="*/ 7207199 w 9665508"/>
                <a:gd name="connsiteY4" fmla="*/ 1503409 h 1503409"/>
                <a:gd name="connsiteX5" fmla="*/ 2458310 w 9665508"/>
                <a:gd name="connsiteY5" fmla="*/ 1503409 h 1503409"/>
                <a:gd name="connsiteX6" fmla="*/ 2280979 w 9665508"/>
                <a:gd name="connsiteY6" fmla="*/ 1325440 h 1503409"/>
                <a:gd name="connsiteX7" fmla="*/ 60103 w 9665508"/>
                <a:gd name="connsiteY7" fmla="*/ 9940 h 1503409"/>
                <a:gd name="connsiteX8" fmla="*/ 0 w 9665508"/>
                <a:gd name="connsiteY8" fmla="*/ 0 h 150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65508" h="1503409">
                  <a:moveTo>
                    <a:pt x="0" y="0"/>
                  </a:moveTo>
                  <a:lnTo>
                    <a:pt x="9665508" y="0"/>
                  </a:lnTo>
                  <a:lnTo>
                    <a:pt x="9605405" y="9940"/>
                  </a:lnTo>
                  <a:cubicBezTo>
                    <a:pt x="8883426" y="174652"/>
                    <a:pt x="8107175" y="629811"/>
                    <a:pt x="7384530" y="1325440"/>
                  </a:cubicBezTo>
                  <a:lnTo>
                    <a:pt x="7207199" y="1503409"/>
                  </a:lnTo>
                  <a:lnTo>
                    <a:pt x="2458310" y="1503409"/>
                  </a:lnTo>
                  <a:lnTo>
                    <a:pt x="2280979" y="1325440"/>
                  </a:lnTo>
                  <a:cubicBezTo>
                    <a:pt x="1558335" y="629811"/>
                    <a:pt x="782085" y="174652"/>
                    <a:pt x="60103" y="9940"/>
                  </a:cubicBezTo>
                  <a:lnTo>
                    <a:pt x="0" y="0"/>
                  </a:lnTo>
                  <a:close/>
                </a:path>
              </a:pathLst>
            </a:custGeom>
            <a:gradFill>
              <a:gsLst>
                <a:gs pos="0">
                  <a:schemeClr val="bg1">
                    <a:alpha val="0"/>
                  </a:schemeClr>
                </a:gs>
                <a:gs pos="42000">
                  <a:schemeClr val="bg1">
                    <a:alpha val="21000"/>
                  </a:schemeClr>
                </a:gs>
                <a:gs pos="100000">
                  <a:schemeClr val="bg1">
                    <a:alpha val="0"/>
                  </a:schemeClr>
                </a:gs>
              </a:gsLst>
              <a:lin ang="5400000" scaled="1"/>
            </a:gradFill>
            <a:ln w="12700">
              <a:gradFill>
                <a:gsLst>
                  <a:gs pos="0">
                    <a:schemeClr val="accent1">
                      <a:lumMod val="5000"/>
                      <a:lumOff val="95000"/>
                      <a:alpha val="0"/>
                    </a:schemeClr>
                  </a:gs>
                  <a:gs pos="74000">
                    <a:schemeClr val="accent3">
                      <a:lumMod val="25000"/>
                      <a:lumOff val="75000"/>
                    </a:schemeClr>
                  </a:gs>
                  <a:gs pos="83000">
                    <a:schemeClr val="accent3">
                      <a:lumMod val="10000"/>
                      <a:lumOff val="90000"/>
                    </a:schemeClr>
                  </a:gs>
                  <a:gs pos="100000">
                    <a:schemeClr val="accent3">
                      <a:lumMod val="10000"/>
                      <a:lumOff val="9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latin typeface="+mj-lt"/>
              </a:endParaRPr>
            </a:p>
          </p:txBody>
        </p:sp>
        <p:sp>
          <p:nvSpPr>
            <p:cNvPr id="149" name="Freihandform: Form 166">
              <a:extLst>
                <a:ext uri="{FF2B5EF4-FFF2-40B4-BE49-F238E27FC236}">
                  <a16:creationId xmlns:a16="http://schemas.microsoft.com/office/drawing/2014/main" id="{A8B5B584-EB26-C5FF-082E-44D7C79543FC}"/>
                </a:ext>
              </a:extLst>
            </p:cNvPr>
            <p:cNvSpPr/>
            <p:nvPr/>
          </p:nvSpPr>
          <p:spPr>
            <a:xfrm rot="16200000">
              <a:off x="3184677" y="3976643"/>
              <a:ext cx="1371600" cy="841248"/>
            </a:xfrm>
            <a:custGeom>
              <a:avLst/>
              <a:gdLst>
                <a:gd name="connsiteX0" fmla="*/ 0 w 9665508"/>
                <a:gd name="connsiteY0" fmla="*/ 0 h 1503409"/>
                <a:gd name="connsiteX1" fmla="*/ 9665508 w 9665508"/>
                <a:gd name="connsiteY1" fmla="*/ 0 h 1503409"/>
                <a:gd name="connsiteX2" fmla="*/ 9605405 w 9665508"/>
                <a:gd name="connsiteY2" fmla="*/ 9940 h 1503409"/>
                <a:gd name="connsiteX3" fmla="*/ 7384530 w 9665508"/>
                <a:gd name="connsiteY3" fmla="*/ 1325440 h 1503409"/>
                <a:gd name="connsiteX4" fmla="*/ 7207199 w 9665508"/>
                <a:gd name="connsiteY4" fmla="*/ 1503409 h 1503409"/>
                <a:gd name="connsiteX5" fmla="*/ 2458310 w 9665508"/>
                <a:gd name="connsiteY5" fmla="*/ 1503409 h 1503409"/>
                <a:gd name="connsiteX6" fmla="*/ 2280979 w 9665508"/>
                <a:gd name="connsiteY6" fmla="*/ 1325440 h 1503409"/>
                <a:gd name="connsiteX7" fmla="*/ 60103 w 9665508"/>
                <a:gd name="connsiteY7" fmla="*/ 9940 h 1503409"/>
                <a:gd name="connsiteX8" fmla="*/ 0 w 9665508"/>
                <a:gd name="connsiteY8" fmla="*/ 0 h 150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65508" h="1503409">
                  <a:moveTo>
                    <a:pt x="0" y="0"/>
                  </a:moveTo>
                  <a:lnTo>
                    <a:pt x="9665508" y="0"/>
                  </a:lnTo>
                  <a:lnTo>
                    <a:pt x="9605405" y="9940"/>
                  </a:lnTo>
                  <a:cubicBezTo>
                    <a:pt x="8883426" y="174652"/>
                    <a:pt x="8107175" y="629811"/>
                    <a:pt x="7384530" y="1325440"/>
                  </a:cubicBezTo>
                  <a:lnTo>
                    <a:pt x="7207199" y="1503409"/>
                  </a:lnTo>
                  <a:lnTo>
                    <a:pt x="2458310" y="1503409"/>
                  </a:lnTo>
                  <a:lnTo>
                    <a:pt x="2280979" y="1325440"/>
                  </a:lnTo>
                  <a:cubicBezTo>
                    <a:pt x="1558335" y="629811"/>
                    <a:pt x="782085" y="174652"/>
                    <a:pt x="60103" y="9940"/>
                  </a:cubicBezTo>
                  <a:lnTo>
                    <a:pt x="0" y="0"/>
                  </a:lnTo>
                  <a:close/>
                </a:path>
              </a:pathLst>
            </a:custGeom>
            <a:gradFill>
              <a:gsLst>
                <a:gs pos="0">
                  <a:schemeClr val="bg1">
                    <a:alpha val="0"/>
                  </a:schemeClr>
                </a:gs>
                <a:gs pos="42000">
                  <a:schemeClr val="bg1">
                    <a:alpha val="21000"/>
                  </a:schemeClr>
                </a:gs>
                <a:gs pos="100000">
                  <a:schemeClr val="bg1">
                    <a:alpha val="0"/>
                  </a:schemeClr>
                </a:gs>
              </a:gsLst>
              <a:lin ang="5400000" scaled="1"/>
            </a:gradFill>
            <a:ln w="12700">
              <a:gradFill>
                <a:gsLst>
                  <a:gs pos="0">
                    <a:schemeClr val="accent1">
                      <a:lumMod val="5000"/>
                      <a:lumOff val="95000"/>
                      <a:alpha val="0"/>
                    </a:schemeClr>
                  </a:gs>
                  <a:gs pos="74000">
                    <a:schemeClr val="accent3">
                      <a:lumMod val="25000"/>
                      <a:lumOff val="75000"/>
                    </a:schemeClr>
                  </a:gs>
                  <a:gs pos="83000">
                    <a:schemeClr val="accent3">
                      <a:lumMod val="10000"/>
                      <a:lumOff val="90000"/>
                    </a:schemeClr>
                  </a:gs>
                  <a:gs pos="100000">
                    <a:schemeClr val="accent3">
                      <a:lumMod val="10000"/>
                      <a:lumOff val="9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latin typeface="+mj-lt"/>
              </a:endParaRPr>
            </a:p>
          </p:txBody>
        </p:sp>
        <p:sp>
          <p:nvSpPr>
            <p:cNvPr id="45" name="Rectangle 44">
              <a:extLst>
                <a:ext uri="{FF2B5EF4-FFF2-40B4-BE49-F238E27FC236}">
                  <a16:creationId xmlns:a16="http://schemas.microsoft.com/office/drawing/2014/main" id="{49B45F9E-1358-1E7B-46E6-B942883D9C56}"/>
                </a:ext>
              </a:extLst>
            </p:cNvPr>
            <p:cNvSpPr/>
            <p:nvPr/>
          </p:nvSpPr>
          <p:spPr>
            <a:xfrm>
              <a:off x="4281942" y="3970164"/>
              <a:ext cx="696168" cy="951991"/>
            </a:xfrm>
            <a:prstGeom prst="rect">
              <a:avLst/>
            </a:prstGeom>
            <a:solidFill>
              <a:srgbClr val="131B39"/>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nvGrpSpPr>
            <p:cNvPr id="66" name="Graphic 11">
              <a:extLst>
                <a:ext uri="{FF2B5EF4-FFF2-40B4-BE49-F238E27FC236}">
                  <a16:creationId xmlns:a16="http://schemas.microsoft.com/office/drawing/2014/main" id="{5A510EC3-D50A-1C54-447F-377F7822F0A4}"/>
                </a:ext>
              </a:extLst>
            </p:cNvPr>
            <p:cNvGrpSpPr>
              <a:grpSpLocks noChangeAspect="1"/>
            </p:cNvGrpSpPr>
            <p:nvPr/>
          </p:nvGrpSpPr>
          <p:grpSpPr>
            <a:xfrm>
              <a:off x="5123227" y="4183111"/>
              <a:ext cx="232667" cy="208424"/>
              <a:chOff x="5841971" y="3152587"/>
              <a:chExt cx="507998" cy="462726"/>
            </a:xfrm>
            <a:solidFill>
              <a:schemeClr val="bg1"/>
            </a:solidFill>
          </p:grpSpPr>
          <p:sp>
            <p:nvSpPr>
              <p:cNvPr id="69" name="Freeform: Shape 68">
                <a:extLst>
                  <a:ext uri="{FF2B5EF4-FFF2-40B4-BE49-F238E27FC236}">
                    <a16:creationId xmlns:a16="http://schemas.microsoft.com/office/drawing/2014/main" id="{9DFA33B4-52B8-2922-1B1C-31707CA2FF92}"/>
                  </a:ext>
                </a:extLst>
              </p:cNvPr>
              <p:cNvSpPr/>
              <p:nvPr/>
            </p:nvSpPr>
            <p:spPr>
              <a:xfrm>
                <a:off x="5841971" y="3241785"/>
                <a:ext cx="507998" cy="373528"/>
              </a:xfrm>
              <a:custGeom>
                <a:avLst/>
                <a:gdLst>
                  <a:gd name="connsiteX0" fmla="*/ 506086 w 507998"/>
                  <a:gd name="connsiteY0" fmla="*/ 137160 h 373528"/>
                  <a:gd name="connsiteX1" fmla="*/ 371616 w 507998"/>
                  <a:gd name="connsiteY1" fmla="*/ 2690 h 373528"/>
                  <a:gd name="connsiteX2" fmla="*/ 365938 w 507998"/>
                  <a:gd name="connsiteY2" fmla="*/ 449 h 373528"/>
                  <a:gd name="connsiteX3" fmla="*/ 301094 w 507998"/>
                  <a:gd name="connsiteY3" fmla="*/ 449 h 373528"/>
                  <a:gd name="connsiteX4" fmla="*/ 293623 w 507998"/>
                  <a:gd name="connsiteY4" fmla="*/ 7919 h 373528"/>
                  <a:gd name="connsiteX5" fmla="*/ 293623 w 507998"/>
                  <a:gd name="connsiteY5" fmla="*/ 44376 h 373528"/>
                  <a:gd name="connsiteX6" fmla="*/ 301094 w 507998"/>
                  <a:gd name="connsiteY6" fmla="*/ 51846 h 373528"/>
                  <a:gd name="connsiteX7" fmla="*/ 308564 w 507998"/>
                  <a:gd name="connsiteY7" fmla="*/ 44376 h 373528"/>
                  <a:gd name="connsiteX8" fmla="*/ 308564 w 507998"/>
                  <a:gd name="connsiteY8" fmla="*/ 15390 h 373528"/>
                  <a:gd name="connsiteX9" fmla="*/ 362950 w 507998"/>
                  <a:gd name="connsiteY9" fmla="*/ 15390 h 373528"/>
                  <a:gd name="connsiteX10" fmla="*/ 482479 w 507998"/>
                  <a:gd name="connsiteY10" fmla="*/ 134919 h 373528"/>
                  <a:gd name="connsiteX11" fmla="*/ 412405 w 507998"/>
                  <a:gd name="connsiteY11" fmla="*/ 134919 h 373528"/>
                  <a:gd name="connsiteX12" fmla="*/ 358617 w 507998"/>
                  <a:gd name="connsiteY12" fmla="*/ 188108 h 373528"/>
                  <a:gd name="connsiteX13" fmla="*/ 358617 w 507998"/>
                  <a:gd name="connsiteY13" fmla="*/ 188259 h 373528"/>
                  <a:gd name="connsiteX14" fmla="*/ 358617 w 507998"/>
                  <a:gd name="connsiteY14" fmla="*/ 224566 h 373528"/>
                  <a:gd name="connsiteX15" fmla="*/ 149441 w 507998"/>
                  <a:gd name="connsiteY15" fmla="*/ 224566 h 373528"/>
                  <a:gd name="connsiteX16" fmla="*/ 149441 w 507998"/>
                  <a:gd name="connsiteY16" fmla="*/ 188259 h 373528"/>
                  <a:gd name="connsiteX17" fmla="*/ 95653 w 507998"/>
                  <a:gd name="connsiteY17" fmla="*/ 134919 h 373528"/>
                  <a:gd name="connsiteX18" fmla="*/ 25579 w 507998"/>
                  <a:gd name="connsiteY18" fmla="*/ 134919 h 373528"/>
                  <a:gd name="connsiteX19" fmla="*/ 145108 w 507998"/>
                  <a:gd name="connsiteY19" fmla="*/ 15390 h 373528"/>
                  <a:gd name="connsiteX20" fmla="*/ 199793 w 507998"/>
                  <a:gd name="connsiteY20" fmla="*/ 15390 h 373528"/>
                  <a:gd name="connsiteX21" fmla="*/ 199793 w 507998"/>
                  <a:gd name="connsiteY21" fmla="*/ 45272 h 373528"/>
                  <a:gd name="connsiteX22" fmla="*/ 207263 w 507998"/>
                  <a:gd name="connsiteY22" fmla="*/ 52743 h 373528"/>
                  <a:gd name="connsiteX23" fmla="*/ 214734 w 507998"/>
                  <a:gd name="connsiteY23" fmla="*/ 45272 h 373528"/>
                  <a:gd name="connsiteX24" fmla="*/ 214734 w 507998"/>
                  <a:gd name="connsiteY24" fmla="*/ 7471 h 373528"/>
                  <a:gd name="connsiteX25" fmla="*/ 207263 w 507998"/>
                  <a:gd name="connsiteY25" fmla="*/ 1 h 373528"/>
                  <a:gd name="connsiteX26" fmla="*/ 141821 w 507998"/>
                  <a:gd name="connsiteY26" fmla="*/ 1 h 373528"/>
                  <a:gd name="connsiteX27" fmla="*/ 136592 w 507998"/>
                  <a:gd name="connsiteY27" fmla="*/ 2242 h 373528"/>
                  <a:gd name="connsiteX28" fmla="*/ 2122 w 507998"/>
                  <a:gd name="connsiteY28" fmla="*/ 136712 h 373528"/>
                  <a:gd name="connsiteX29" fmla="*/ 30 w 507998"/>
                  <a:gd name="connsiteY29" fmla="*/ 142389 h 373528"/>
                  <a:gd name="connsiteX30" fmla="*/ 30 w 507998"/>
                  <a:gd name="connsiteY30" fmla="*/ 320338 h 373528"/>
                  <a:gd name="connsiteX31" fmla="*/ 54264 w 507998"/>
                  <a:gd name="connsiteY31" fmla="*/ 373978 h 373528"/>
                  <a:gd name="connsiteX32" fmla="*/ 54416 w 507998"/>
                  <a:gd name="connsiteY32" fmla="*/ 373977 h 373528"/>
                  <a:gd name="connsiteX33" fmla="*/ 453792 w 507998"/>
                  <a:gd name="connsiteY33" fmla="*/ 373977 h 373528"/>
                  <a:gd name="connsiteX34" fmla="*/ 508028 w 507998"/>
                  <a:gd name="connsiteY34" fmla="*/ 320340 h 373528"/>
                  <a:gd name="connsiteX35" fmla="*/ 508028 w 507998"/>
                  <a:gd name="connsiteY35" fmla="*/ 320338 h 373528"/>
                  <a:gd name="connsiteX36" fmla="*/ 508028 w 507998"/>
                  <a:gd name="connsiteY36" fmla="*/ 142389 h 373528"/>
                  <a:gd name="connsiteX37" fmla="*/ 506086 w 507998"/>
                  <a:gd name="connsiteY37" fmla="*/ 137160 h 373528"/>
                  <a:gd name="connsiteX38" fmla="*/ 453792 w 507998"/>
                  <a:gd name="connsiteY38" fmla="*/ 359036 h 373528"/>
                  <a:gd name="connsiteX39" fmla="*/ 54416 w 507998"/>
                  <a:gd name="connsiteY39" fmla="*/ 359036 h 373528"/>
                  <a:gd name="connsiteX40" fmla="*/ 14973 w 507998"/>
                  <a:gd name="connsiteY40" fmla="*/ 320491 h 373528"/>
                  <a:gd name="connsiteX41" fmla="*/ 14971 w 507998"/>
                  <a:gd name="connsiteY41" fmla="*/ 320338 h 373528"/>
                  <a:gd name="connsiteX42" fmla="*/ 14971 w 507998"/>
                  <a:gd name="connsiteY42" fmla="*/ 149860 h 373528"/>
                  <a:gd name="connsiteX43" fmla="*/ 95653 w 507998"/>
                  <a:gd name="connsiteY43" fmla="*/ 149860 h 373528"/>
                  <a:gd name="connsiteX44" fmla="*/ 134499 w 507998"/>
                  <a:gd name="connsiteY44" fmla="*/ 188108 h 373528"/>
                  <a:gd name="connsiteX45" fmla="*/ 134500 w 507998"/>
                  <a:gd name="connsiteY45" fmla="*/ 188259 h 373528"/>
                  <a:gd name="connsiteX46" fmla="*/ 134500 w 507998"/>
                  <a:gd name="connsiteY46" fmla="*/ 232036 h 373528"/>
                  <a:gd name="connsiteX47" fmla="*/ 141971 w 507998"/>
                  <a:gd name="connsiteY47" fmla="*/ 239507 h 373528"/>
                  <a:gd name="connsiteX48" fmla="*/ 366087 w 507998"/>
                  <a:gd name="connsiteY48" fmla="*/ 239507 h 373528"/>
                  <a:gd name="connsiteX49" fmla="*/ 373558 w 507998"/>
                  <a:gd name="connsiteY49" fmla="*/ 232036 h 373528"/>
                  <a:gd name="connsiteX50" fmla="*/ 373558 w 507998"/>
                  <a:gd name="connsiteY50" fmla="*/ 188259 h 373528"/>
                  <a:gd name="connsiteX51" fmla="*/ 412254 w 507998"/>
                  <a:gd name="connsiteY51" fmla="*/ 149859 h 373528"/>
                  <a:gd name="connsiteX52" fmla="*/ 412405 w 507998"/>
                  <a:gd name="connsiteY52" fmla="*/ 149860 h 373528"/>
                  <a:gd name="connsiteX53" fmla="*/ 493087 w 507998"/>
                  <a:gd name="connsiteY53" fmla="*/ 149860 h 373528"/>
                  <a:gd name="connsiteX54" fmla="*/ 493087 w 507998"/>
                  <a:gd name="connsiteY54" fmla="*/ 320338 h 373528"/>
                  <a:gd name="connsiteX55" fmla="*/ 454094 w 507998"/>
                  <a:gd name="connsiteY55" fmla="*/ 359039 h 373528"/>
                  <a:gd name="connsiteX56" fmla="*/ 453792 w 507998"/>
                  <a:gd name="connsiteY56" fmla="*/ 359036 h 373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07998" h="373528">
                    <a:moveTo>
                      <a:pt x="506086" y="137160"/>
                    </a:moveTo>
                    <a:lnTo>
                      <a:pt x="371616" y="2690"/>
                    </a:lnTo>
                    <a:cubicBezTo>
                      <a:pt x="370139" y="1152"/>
                      <a:pt x="368067" y="334"/>
                      <a:pt x="365938" y="449"/>
                    </a:cubicBezTo>
                    <a:lnTo>
                      <a:pt x="301094" y="449"/>
                    </a:lnTo>
                    <a:cubicBezTo>
                      <a:pt x="296968" y="449"/>
                      <a:pt x="293623" y="3793"/>
                      <a:pt x="293623" y="7919"/>
                    </a:cubicBezTo>
                    <a:lnTo>
                      <a:pt x="293623" y="44376"/>
                    </a:lnTo>
                    <a:cubicBezTo>
                      <a:pt x="293623" y="48502"/>
                      <a:pt x="296968" y="51846"/>
                      <a:pt x="301094" y="51846"/>
                    </a:cubicBezTo>
                    <a:cubicBezTo>
                      <a:pt x="305219" y="51846"/>
                      <a:pt x="308564" y="48502"/>
                      <a:pt x="308564" y="44376"/>
                    </a:cubicBezTo>
                    <a:lnTo>
                      <a:pt x="308564" y="15390"/>
                    </a:lnTo>
                    <a:lnTo>
                      <a:pt x="362950" y="15390"/>
                    </a:lnTo>
                    <a:lnTo>
                      <a:pt x="482479" y="134919"/>
                    </a:lnTo>
                    <a:lnTo>
                      <a:pt x="412405" y="134919"/>
                    </a:lnTo>
                    <a:cubicBezTo>
                      <a:pt x="382865" y="134753"/>
                      <a:pt x="358783" y="158568"/>
                      <a:pt x="358617" y="188108"/>
                    </a:cubicBezTo>
                    <a:cubicBezTo>
                      <a:pt x="358617" y="188159"/>
                      <a:pt x="358617" y="188208"/>
                      <a:pt x="358617" y="188259"/>
                    </a:cubicBezTo>
                    <a:lnTo>
                      <a:pt x="358617" y="224566"/>
                    </a:lnTo>
                    <a:lnTo>
                      <a:pt x="149441" y="224566"/>
                    </a:lnTo>
                    <a:lnTo>
                      <a:pt x="149441" y="188259"/>
                    </a:lnTo>
                    <a:cubicBezTo>
                      <a:pt x="149277" y="158693"/>
                      <a:pt x="125219" y="134837"/>
                      <a:pt x="95653" y="134919"/>
                    </a:cubicBezTo>
                    <a:lnTo>
                      <a:pt x="25579" y="134919"/>
                    </a:lnTo>
                    <a:lnTo>
                      <a:pt x="145108" y="15390"/>
                    </a:lnTo>
                    <a:lnTo>
                      <a:pt x="199793" y="15390"/>
                    </a:lnTo>
                    <a:lnTo>
                      <a:pt x="199793" y="45272"/>
                    </a:lnTo>
                    <a:cubicBezTo>
                      <a:pt x="199793" y="49398"/>
                      <a:pt x="203138" y="52743"/>
                      <a:pt x="207263" y="52743"/>
                    </a:cubicBezTo>
                    <a:cubicBezTo>
                      <a:pt x="211389" y="52743"/>
                      <a:pt x="214734" y="49398"/>
                      <a:pt x="214734" y="45272"/>
                    </a:cubicBezTo>
                    <a:lnTo>
                      <a:pt x="214734" y="7471"/>
                    </a:lnTo>
                    <a:cubicBezTo>
                      <a:pt x="214734" y="3345"/>
                      <a:pt x="211389" y="1"/>
                      <a:pt x="207263" y="1"/>
                    </a:cubicBezTo>
                    <a:lnTo>
                      <a:pt x="141821" y="1"/>
                    </a:lnTo>
                    <a:cubicBezTo>
                      <a:pt x="139840" y="-24"/>
                      <a:pt x="137941" y="790"/>
                      <a:pt x="136592" y="2242"/>
                    </a:cubicBezTo>
                    <a:lnTo>
                      <a:pt x="2122" y="136712"/>
                    </a:lnTo>
                    <a:cubicBezTo>
                      <a:pt x="603" y="138191"/>
                      <a:pt x="-166" y="140278"/>
                      <a:pt x="30" y="142389"/>
                    </a:cubicBezTo>
                    <a:lnTo>
                      <a:pt x="30" y="320338"/>
                    </a:lnTo>
                    <a:cubicBezTo>
                      <a:pt x="194" y="350126"/>
                      <a:pt x="24475" y="374141"/>
                      <a:pt x="54264" y="373978"/>
                    </a:cubicBezTo>
                    <a:cubicBezTo>
                      <a:pt x="54314" y="373978"/>
                      <a:pt x="54365" y="373977"/>
                      <a:pt x="54416" y="373977"/>
                    </a:cubicBezTo>
                    <a:lnTo>
                      <a:pt x="453792" y="373977"/>
                    </a:lnTo>
                    <a:cubicBezTo>
                      <a:pt x="483580" y="374143"/>
                      <a:pt x="507862" y="350128"/>
                      <a:pt x="508028" y="320340"/>
                    </a:cubicBezTo>
                    <a:cubicBezTo>
                      <a:pt x="508028" y="320340"/>
                      <a:pt x="508028" y="320338"/>
                      <a:pt x="508028" y="320338"/>
                    </a:cubicBezTo>
                    <a:lnTo>
                      <a:pt x="508028" y="142389"/>
                    </a:lnTo>
                    <a:cubicBezTo>
                      <a:pt x="508080" y="140461"/>
                      <a:pt x="507384" y="138587"/>
                      <a:pt x="506086" y="137160"/>
                    </a:cubicBezTo>
                    <a:close/>
                    <a:moveTo>
                      <a:pt x="453792" y="359036"/>
                    </a:moveTo>
                    <a:lnTo>
                      <a:pt x="54416" y="359036"/>
                    </a:lnTo>
                    <a:cubicBezTo>
                      <a:pt x="32880" y="359284"/>
                      <a:pt x="15221" y="342027"/>
                      <a:pt x="14973" y="320491"/>
                    </a:cubicBezTo>
                    <a:cubicBezTo>
                      <a:pt x="14972" y="320440"/>
                      <a:pt x="14972" y="320389"/>
                      <a:pt x="14971" y="320338"/>
                    </a:cubicBezTo>
                    <a:lnTo>
                      <a:pt x="14971" y="149860"/>
                    </a:lnTo>
                    <a:lnTo>
                      <a:pt x="95653" y="149860"/>
                    </a:lnTo>
                    <a:cubicBezTo>
                      <a:pt x="116942" y="149694"/>
                      <a:pt x="134334" y="166820"/>
                      <a:pt x="134499" y="188108"/>
                    </a:cubicBezTo>
                    <a:cubicBezTo>
                      <a:pt x="134500" y="188159"/>
                      <a:pt x="134500" y="188208"/>
                      <a:pt x="134500" y="188259"/>
                    </a:cubicBezTo>
                    <a:lnTo>
                      <a:pt x="134500" y="232036"/>
                    </a:lnTo>
                    <a:cubicBezTo>
                      <a:pt x="134500" y="236162"/>
                      <a:pt x="137845" y="239507"/>
                      <a:pt x="141971" y="239507"/>
                    </a:cubicBezTo>
                    <a:lnTo>
                      <a:pt x="366087" y="239507"/>
                    </a:lnTo>
                    <a:cubicBezTo>
                      <a:pt x="370213" y="239507"/>
                      <a:pt x="373558" y="236162"/>
                      <a:pt x="373558" y="232036"/>
                    </a:cubicBezTo>
                    <a:lnTo>
                      <a:pt x="373558" y="188259"/>
                    </a:lnTo>
                    <a:cubicBezTo>
                      <a:pt x="373640" y="166969"/>
                      <a:pt x="390964" y="149778"/>
                      <a:pt x="412254" y="149859"/>
                    </a:cubicBezTo>
                    <a:cubicBezTo>
                      <a:pt x="412305" y="149860"/>
                      <a:pt x="412354" y="149860"/>
                      <a:pt x="412405" y="149860"/>
                    </a:cubicBezTo>
                    <a:lnTo>
                      <a:pt x="493087" y="149860"/>
                    </a:lnTo>
                    <a:lnTo>
                      <a:pt x="493087" y="320338"/>
                    </a:lnTo>
                    <a:cubicBezTo>
                      <a:pt x="493006" y="341792"/>
                      <a:pt x="475548" y="359120"/>
                      <a:pt x="454094" y="359039"/>
                    </a:cubicBezTo>
                    <a:cubicBezTo>
                      <a:pt x="453993" y="359037"/>
                      <a:pt x="453892" y="359037"/>
                      <a:pt x="453792" y="359036"/>
                    </a:cubicBezTo>
                    <a:close/>
                  </a:path>
                </a:pathLst>
              </a:custGeom>
              <a:grpFill/>
              <a:ln w="148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70" name="Freeform: Shape 69">
                <a:extLst>
                  <a:ext uri="{FF2B5EF4-FFF2-40B4-BE49-F238E27FC236}">
                    <a16:creationId xmlns:a16="http://schemas.microsoft.com/office/drawing/2014/main" id="{4DDE19FD-8D25-0338-7ABB-26BE1487A36F}"/>
                  </a:ext>
                </a:extLst>
              </p:cNvPr>
              <p:cNvSpPr/>
              <p:nvPr/>
            </p:nvSpPr>
            <p:spPr>
              <a:xfrm>
                <a:off x="6038371" y="3152587"/>
                <a:ext cx="119529" cy="268940"/>
              </a:xfrm>
              <a:custGeom>
                <a:avLst/>
                <a:gdLst>
                  <a:gd name="connsiteX0" fmla="*/ 117393 w 119528"/>
                  <a:gd name="connsiteY0" fmla="*/ 212015 h 268940"/>
                  <a:gd name="connsiteX1" fmla="*/ 106829 w 119528"/>
                  <a:gd name="connsiteY1" fmla="*/ 211971 h 268940"/>
                  <a:gd name="connsiteX2" fmla="*/ 106785 w 119528"/>
                  <a:gd name="connsiteY2" fmla="*/ 212015 h 268940"/>
                  <a:gd name="connsiteX3" fmla="*/ 66594 w 119528"/>
                  <a:gd name="connsiteY3" fmla="*/ 251609 h 268940"/>
                  <a:gd name="connsiteX4" fmla="*/ 66594 w 119528"/>
                  <a:gd name="connsiteY4" fmla="*/ 7471 h 268940"/>
                  <a:gd name="connsiteX5" fmla="*/ 59123 w 119528"/>
                  <a:gd name="connsiteY5" fmla="*/ 0 h 268940"/>
                  <a:gd name="connsiteX6" fmla="*/ 51653 w 119528"/>
                  <a:gd name="connsiteY6" fmla="*/ 7471 h 268940"/>
                  <a:gd name="connsiteX7" fmla="*/ 51653 w 119528"/>
                  <a:gd name="connsiteY7" fmla="*/ 251609 h 268940"/>
                  <a:gd name="connsiteX8" fmla="*/ 12806 w 119528"/>
                  <a:gd name="connsiteY8" fmla="*/ 212015 h 268940"/>
                  <a:gd name="connsiteX9" fmla="*/ 2197 w 119528"/>
                  <a:gd name="connsiteY9" fmla="*/ 212015 h 268940"/>
                  <a:gd name="connsiteX10" fmla="*/ 2197 w 119528"/>
                  <a:gd name="connsiteY10" fmla="*/ 222623 h 268940"/>
                  <a:gd name="connsiteX11" fmla="*/ 54491 w 119528"/>
                  <a:gd name="connsiteY11" fmla="*/ 274917 h 268940"/>
                  <a:gd name="connsiteX12" fmla="*/ 56882 w 119528"/>
                  <a:gd name="connsiteY12" fmla="*/ 276411 h 268940"/>
                  <a:gd name="connsiteX13" fmla="*/ 56882 w 119528"/>
                  <a:gd name="connsiteY13" fmla="*/ 276411 h 268940"/>
                  <a:gd name="connsiteX14" fmla="*/ 59721 w 119528"/>
                  <a:gd name="connsiteY14" fmla="*/ 276411 h 268940"/>
                  <a:gd name="connsiteX15" fmla="*/ 62560 w 119528"/>
                  <a:gd name="connsiteY15" fmla="*/ 276411 h 268940"/>
                  <a:gd name="connsiteX16" fmla="*/ 65100 w 119528"/>
                  <a:gd name="connsiteY16" fmla="*/ 274767 h 268940"/>
                  <a:gd name="connsiteX17" fmla="*/ 117393 w 119528"/>
                  <a:gd name="connsiteY17" fmla="*/ 222623 h 268940"/>
                  <a:gd name="connsiteX18" fmla="*/ 117393 w 119528"/>
                  <a:gd name="connsiteY18" fmla="*/ 212015 h 26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9528" h="268940">
                    <a:moveTo>
                      <a:pt x="117393" y="212015"/>
                    </a:moveTo>
                    <a:cubicBezTo>
                      <a:pt x="114487" y="209085"/>
                      <a:pt x="109759" y="209065"/>
                      <a:pt x="106829" y="211971"/>
                    </a:cubicBezTo>
                    <a:cubicBezTo>
                      <a:pt x="106814" y="211986"/>
                      <a:pt x="106800" y="212000"/>
                      <a:pt x="106785" y="212015"/>
                    </a:cubicBezTo>
                    <a:lnTo>
                      <a:pt x="66594" y="251609"/>
                    </a:lnTo>
                    <a:lnTo>
                      <a:pt x="66594" y="7471"/>
                    </a:lnTo>
                    <a:cubicBezTo>
                      <a:pt x="66594" y="3345"/>
                      <a:pt x="63248" y="0"/>
                      <a:pt x="59123" y="0"/>
                    </a:cubicBezTo>
                    <a:cubicBezTo>
                      <a:pt x="54998" y="0"/>
                      <a:pt x="51653" y="3345"/>
                      <a:pt x="51653" y="7471"/>
                    </a:cubicBezTo>
                    <a:lnTo>
                      <a:pt x="51653" y="251609"/>
                    </a:lnTo>
                    <a:lnTo>
                      <a:pt x="12806" y="212015"/>
                    </a:lnTo>
                    <a:cubicBezTo>
                      <a:pt x="9876" y="209085"/>
                      <a:pt x="5127" y="209085"/>
                      <a:pt x="2197" y="212015"/>
                    </a:cubicBezTo>
                    <a:cubicBezTo>
                      <a:pt x="-732" y="214945"/>
                      <a:pt x="-732" y="219693"/>
                      <a:pt x="2197" y="222623"/>
                    </a:cubicBezTo>
                    <a:lnTo>
                      <a:pt x="54491" y="274917"/>
                    </a:lnTo>
                    <a:cubicBezTo>
                      <a:pt x="55195" y="275552"/>
                      <a:pt x="56003" y="276057"/>
                      <a:pt x="56882" y="276411"/>
                    </a:cubicBezTo>
                    <a:lnTo>
                      <a:pt x="56882" y="276411"/>
                    </a:lnTo>
                    <a:cubicBezTo>
                      <a:pt x="57823" y="276554"/>
                      <a:pt x="58779" y="276554"/>
                      <a:pt x="59721" y="276411"/>
                    </a:cubicBezTo>
                    <a:cubicBezTo>
                      <a:pt x="60661" y="276566"/>
                      <a:pt x="61620" y="276566"/>
                      <a:pt x="62560" y="276411"/>
                    </a:cubicBezTo>
                    <a:lnTo>
                      <a:pt x="65100" y="274767"/>
                    </a:lnTo>
                    <a:lnTo>
                      <a:pt x="117393" y="222623"/>
                    </a:lnTo>
                    <a:cubicBezTo>
                      <a:pt x="120259" y="219667"/>
                      <a:pt x="120259" y="214970"/>
                      <a:pt x="117393" y="212015"/>
                    </a:cubicBezTo>
                    <a:close/>
                  </a:path>
                </a:pathLst>
              </a:custGeom>
              <a:grpFill/>
              <a:ln w="148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67" name="Graphic 2">
              <a:extLst>
                <a:ext uri="{FF2B5EF4-FFF2-40B4-BE49-F238E27FC236}">
                  <a16:creationId xmlns:a16="http://schemas.microsoft.com/office/drawing/2014/main" id="{1DF95DCB-3DC8-B87A-33F2-5F3E7848D25D}"/>
                </a:ext>
              </a:extLst>
            </p:cNvPr>
            <p:cNvSpPr>
              <a:spLocks noChangeAspect="1"/>
            </p:cNvSpPr>
            <p:nvPr/>
          </p:nvSpPr>
          <p:spPr>
            <a:xfrm>
              <a:off x="5452488" y="4172359"/>
              <a:ext cx="213355" cy="230128"/>
            </a:xfrm>
            <a:custGeom>
              <a:avLst/>
              <a:gdLst>
                <a:gd name="connsiteX0" fmla="*/ 433071 w 422308"/>
                <a:gd name="connsiteY0" fmla="*/ 400521 h 463176"/>
                <a:gd name="connsiteX1" fmla="*/ 433071 w 422308"/>
                <a:gd name="connsiteY1" fmla="*/ 398342 h 463176"/>
                <a:gd name="connsiteX2" fmla="*/ 321091 w 422308"/>
                <a:gd name="connsiteY2" fmla="*/ 284318 h 463176"/>
                <a:gd name="connsiteX3" fmla="*/ 272454 w 422308"/>
                <a:gd name="connsiteY3" fmla="*/ 233267 h 463176"/>
                <a:gd name="connsiteX4" fmla="*/ 272458 w 422308"/>
                <a:gd name="connsiteY4" fmla="*/ 233097 h 463176"/>
                <a:gd name="connsiteX5" fmla="*/ 273275 w 422308"/>
                <a:gd name="connsiteY5" fmla="*/ 223969 h 463176"/>
                <a:gd name="connsiteX6" fmla="*/ 284037 w 422308"/>
                <a:gd name="connsiteY6" fmla="*/ 214161 h 463176"/>
                <a:gd name="connsiteX7" fmla="*/ 314280 w 422308"/>
                <a:gd name="connsiteY7" fmla="*/ 131470 h 463176"/>
                <a:gd name="connsiteX8" fmla="*/ 315642 w 422308"/>
                <a:gd name="connsiteY8" fmla="*/ 122616 h 463176"/>
                <a:gd name="connsiteX9" fmla="*/ 315642 w 422308"/>
                <a:gd name="connsiteY9" fmla="*/ 68942 h 463176"/>
                <a:gd name="connsiteX10" fmla="*/ 216059 w 422308"/>
                <a:gd name="connsiteY10" fmla="*/ 10 h 463176"/>
                <a:gd name="connsiteX11" fmla="*/ 117566 w 422308"/>
                <a:gd name="connsiteY11" fmla="*/ 69350 h 463176"/>
                <a:gd name="connsiteX12" fmla="*/ 117566 w 422308"/>
                <a:gd name="connsiteY12" fmla="*/ 122616 h 463176"/>
                <a:gd name="connsiteX13" fmla="*/ 117566 w 422308"/>
                <a:gd name="connsiteY13" fmla="*/ 126566 h 463176"/>
                <a:gd name="connsiteX14" fmla="*/ 149852 w 422308"/>
                <a:gd name="connsiteY14" fmla="*/ 212799 h 463176"/>
                <a:gd name="connsiteX15" fmla="*/ 158435 w 422308"/>
                <a:gd name="connsiteY15" fmla="*/ 220972 h 463176"/>
                <a:gd name="connsiteX16" fmla="*/ 159797 w 422308"/>
                <a:gd name="connsiteY16" fmla="*/ 232688 h 463176"/>
                <a:gd name="connsiteX17" fmla="*/ 111436 w 422308"/>
                <a:gd name="connsiteY17" fmla="*/ 283910 h 463176"/>
                <a:gd name="connsiteX18" fmla="*/ 1 w 422308"/>
                <a:gd name="connsiteY18" fmla="*/ 398342 h 463176"/>
                <a:gd name="connsiteX19" fmla="*/ 1 w 422308"/>
                <a:gd name="connsiteY19" fmla="*/ 406924 h 463176"/>
                <a:gd name="connsiteX20" fmla="*/ 1 w 422308"/>
                <a:gd name="connsiteY20" fmla="*/ 456511 h 463176"/>
                <a:gd name="connsiteX21" fmla="*/ 6812 w 422308"/>
                <a:gd name="connsiteY21" fmla="*/ 463186 h 463176"/>
                <a:gd name="connsiteX22" fmla="*/ 6812 w 422308"/>
                <a:gd name="connsiteY22" fmla="*/ 463186 h 463176"/>
                <a:gd name="connsiteX23" fmla="*/ 13625 w 422308"/>
                <a:gd name="connsiteY23" fmla="*/ 456376 h 463176"/>
                <a:gd name="connsiteX24" fmla="*/ 13624 w 422308"/>
                <a:gd name="connsiteY24" fmla="*/ 456239 h 463176"/>
                <a:gd name="connsiteX25" fmla="*/ 13624 w 422308"/>
                <a:gd name="connsiteY25" fmla="*/ 406924 h 463176"/>
                <a:gd name="connsiteX26" fmla="*/ 13624 w 422308"/>
                <a:gd name="connsiteY26" fmla="*/ 398614 h 463176"/>
                <a:gd name="connsiteX27" fmla="*/ 112117 w 422308"/>
                <a:gd name="connsiteY27" fmla="*/ 297941 h 463176"/>
                <a:gd name="connsiteX28" fmla="*/ 174101 w 422308"/>
                <a:gd name="connsiteY28" fmla="*/ 233097 h 463176"/>
                <a:gd name="connsiteX29" fmla="*/ 174101 w 422308"/>
                <a:gd name="connsiteY29" fmla="*/ 230781 h 463176"/>
                <a:gd name="connsiteX30" fmla="*/ 217694 w 422308"/>
                <a:gd name="connsiteY30" fmla="*/ 241134 h 463176"/>
                <a:gd name="connsiteX31" fmla="*/ 218920 w 422308"/>
                <a:gd name="connsiteY31" fmla="*/ 241134 h 463176"/>
                <a:gd name="connsiteX32" fmla="*/ 259788 w 422308"/>
                <a:gd name="connsiteY32" fmla="*/ 232416 h 463176"/>
                <a:gd name="connsiteX33" fmla="*/ 259788 w 422308"/>
                <a:gd name="connsiteY33" fmla="*/ 233097 h 463176"/>
                <a:gd name="connsiteX34" fmla="*/ 321772 w 422308"/>
                <a:gd name="connsiteY34" fmla="*/ 297941 h 463176"/>
                <a:gd name="connsiteX35" fmla="*/ 420129 w 422308"/>
                <a:gd name="connsiteY35" fmla="*/ 398614 h 463176"/>
                <a:gd name="connsiteX36" fmla="*/ 420129 w 422308"/>
                <a:gd name="connsiteY36" fmla="*/ 401611 h 463176"/>
                <a:gd name="connsiteX37" fmla="*/ 420129 w 422308"/>
                <a:gd name="connsiteY37" fmla="*/ 456102 h 463176"/>
                <a:gd name="connsiteX38" fmla="*/ 426941 w 422308"/>
                <a:gd name="connsiteY38" fmla="*/ 462914 h 463176"/>
                <a:gd name="connsiteX39" fmla="*/ 426941 w 422308"/>
                <a:gd name="connsiteY39" fmla="*/ 462914 h 463176"/>
                <a:gd name="connsiteX40" fmla="*/ 433752 w 422308"/>
                <a:gd name="connsiteY40" fmla="*/ 456102 h 463176"/>
                <a:gd name="connsiteX41" fmla="*/ 433071 w 422308"/>
                <a:gd name="connsiteY41" fmla="*/ 400521 h 463176"/>
                <a:gd name="connsiteX42" fmla="*/ 217966 w 422308"/>
                <a:gd name="connsiteY42" fmla="*/ 227511 h 463176"/>
                <a:gd name="connsiteX43" fmla="*/ 217966 w 422308"/>
                <a:gd name="connsiteY43" fmla="*/ 227511 h 463176"/>
                <a:gd name="connsiteX44" fmla="*/ 160887 w 422308"/>
                <a:gd name="connsiteY44" fmla="*/ 204352 h 463176"/>
                <a:gd name="connsiteX45" fmla="*/ 131734 w 422308"/>
                <a:gd name="connsiteY45" fmla="*/ 124795 h 463176"/>
                <a:gd name="connsiteX46" fmla="*/ 131053 w 422308"/>
                <a:gd name="connsiteY46" fmla="*/ 120708 h 463176"/>
                <a:gd name="connsiteX47" fmla="*/ 131053 w 422308"/>
                <a:gd name="connsiteY47" fmla="*/ 72075 h 463176"/>
                <a:gd name="connsiteX48" fmla="*/ 216332 w 422308"/>
                <a:gd name="connsiteY48" fmla="*/ 13633 h 463176"/>
                <a:gd name="connsiteX49" fmla="*/ 302428 w 422308"/>
                <a:gd name="connsiteY49" fmla="*/ 72075 h 463176"/>
                <a:gd name="connsiteX50" fmla="*/ 302428 w 422308"/>
                <a:gd name="connsiteY50" fmla="*/ 120708 h 463176"/>
                <a:gd name="connsiteX51" fmla="*/ 301066 w 422308"/>
                <a:gd name="connsiteY51" fmla="*/ 129427 h 463176"/>
                <a:gd name="connsiteX52" fmla="*/ 273820 w 422308"/>
                <a:gd name="connsiteY52" fmla="*/ 205306 h 463176"/>
                <a:gd name="connsiteX53" fmla="*/ 217966 w 422308"/>
                <a:gd name="connsiteY53" fmla="*/ 227511 h 4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22308" h="463176">
                  <a:moveTo>
                    <a:pt x="433071" y="400521"/>
                  </a:moveTo>
                  <a:lnTo>
                    <a:pt x="433071" y="398342"/>
                  </a:lnTo>
                  <a:cubicBezTo>
                    <a:pt x="433154" y="336127"/>
                    <a:pt x="383296" y="285361"/>
                    <a:pt x="321091" y="284318"/>
                  </a:cubicBezTo>
                  <a:cubicBezTo>
                    <a:pt x="293562" y="283652"/>
                    <a:pt x="271786" y="260795"/>
                    <a:pt x="272454" y="233267"/>
                  </a:cubicBezTo>
                  <a:cubicBezTo>
                    <a:pt x="272455" y="233210"/>
                    <a:pt x="272456" y="233154"/>
                    <a:pt x="272458" y="233097"/>
                  </a:cubicBezTo>
                  <a:cubicBezTo>
                    <a:pt x="272459" y="230036"/>
                    <a:pt x="272733" y="226981"/>
                    <a:pt x="273275" y="223969"/>
                  </a:cubicBezTo>
                  <a:cubicBezTo>
                    <a:pt x="277213" y="221106"/>
                    <a:pt x="280822" y="217817"/>
                    <a:pt x="284037" y="214161"/>
                  </a:cubicBezTo>
                  <a:cubicBezTo>
                    <a:pt x="305289" y="189504"/>
                    <a:pt x="310465" y="155991"/>
                    <a:pt x="314280" y="131470"/>
                  </a:cubicBezTo>
                  <a:lnTo>
                    <a:pt x="315642" y="122616"/>
                  </a:lnTo>
                  <a:cubicBezTo>
                    <a:pt x="318698" y="104855"/>
                    <a:pt x="318698" y="86703"/>
                    <a:pt x="315642" y="68942"/>
                  </a:cubicBezTo>
                  <a:cubicBezTo>
                    <a:pt x="300521" y="-2442"/>
                    <a:pt x="216468" y="10"/>
                    <a:pt x="216059" y="10"/>
                  </a:cubicBezTo>
                  <a:cubicBezTo>
                    <a:pt x="215650" y="10"/>
                    <a:pt x="132142" y="-1897"/>
                    <a:pt x="117566" y="69350"/>
                  </a:cubicBezTo>
                  <a:cubicBezTo>
                    <a:pt x="114717" y="86991"/>
                    <a:pt x="114717" y="104975"/>
                    <a:pt x="117566" y="122616"/>
                  </a:cubicBezTo>
                  <a:lnTo>
                    <a:pt x="117566" y="126566"/>
                  </a:lnTo>
                  <a:cubicBezTo>
                    <a:pt x="121653" y="151905"/>
                    <a:pt x="127374" y="186643"/>
                    <a:pt x="149852" y="212799"/>
                  </a:cubicBezTo>
                  <a:cubicBezTo>
                    <a:pt x="152509" y="215730"/>
                    <a:pt x="155376" y="218462"/>
                    <a:pt x="158435" y="220972"/>
                  </a:cubicBezTo>
                  <a:cubicBezTo>
                    <a:pt x="159298" y="224819"/>
                    <a:pt x="159756" y="228746"/>
                    <a:pt x="159797" y="232688"/>
                  </a:cubicBezTo>
                  <a:cubicBezTo>
                    <a:pt x="160485" y="260147"/>
                    <a:pt x="138890" y="283020"/>
                    <a:pt x="111436" y="283910"/>
                  </a:cubicBezTo>
                  <a:cubicBezTo>
                    <a:pt x="49316" y="285320"/>
                    <a:pt x="-238" y="336206"/>
                    <a:pt x="1" y="398342"/>
                  </a:cubicBezTo>
                  <a:lnTo>
                    <a:pt x="1" y="406924"/>
                  </a:lnTo>
                  <a:cubicBezTo>
                    <a:pt x="1" y="422318"/>
                    <a:pt x="1" y="440708"/>
                    <a:pt x="1" y="456511"/>
                  </a:cubicBezTo>
                  <a:cubicBezTo>
                    <a:pt x="75" y="460219"/>
                    <a:pt x="3103" y="463188"/>
                    <a:pt x="6812" y="463186"/>
                  </a:cubicBezTo>
                  <a:lnTo>
                    <a:pt x="6812" y="463186"/>
                  </a:lnTo>
                  <a:cubicBezTo>
                    <a:pt x="10574" y="463188"/>
                    <a:pt x="13624" y="460137"/>
                    <a:pt x="13625" y="456376"/>
                  </a:cubicBezTo>
                  <a:cubicBezTo>
                    <a:pt x="13625" y="456330"/>
                    <a:pt x="13625" y="456285"/>
                    <a:pt x="13624" y="456239"/>
                  </a:cubicBezTo>
                  <a:cubicBezTo>
                    <a:pt x="13624" y="440572"/>
                    <a:pt x="13624" y="422318"/>
                    <a:pt x="13624" y="406924"/>
                  </a:cubicBezTo>
                  <a:lnTo>
                    <a:pt x="13624" y="398614"/>
                  </a:lnTo>
                  <a:cubicBezTo>
                    <a:pt x="13465" y="343794"/>
                    <a:pt x="57307" y="298982"/>
                    <a:pt x="112117" y="297941"/>
                  </a:cubicBezTo>
                  <a:cubicBezTo>
                    <a:pt x="147095" y="297049"/>
                    <a:pt x="174786" y="268079"/>
                    <a:pt x="174101" y="233097"/>
                  </a:cubicBezTo>
                  <a:cubicBezTo>
                    <a:pt x="174101" y="232416"/>
                    <a:pt x="174101" y="231598"/>
                    <a:pt x="174101" y="230781"/>
                  </a:cubicBezTo>
                  <a:cubicBezTo>
                    <a:pt x="187730" y="237291"/>
                    <a:pt x="202592" y="240821"/>
                    <a:pt x="217694" y="241134"/>
                  </a:cubicBezTo>
                  <a:lnTo>
                    <a:pt x="218920" y="241134"/>
                  </a:lnTo>
                  <a:cubicBezTo>
                    <a:pt x="232994" y="241040"/>
                    <a:pt x="246901" y="238073"/>
                    <a:pt x="259788" y="232416"/>
                  </a:cubicBezTo>
                  <a:lnTo>
                    <a:pt x="259788" y="233097"/>
                  </a:lnTo>
                  <a:cubicBezTo>
                    <a:pt x="259103" y="268079"/>
                    <a:pt x="286794" y="297049"/>
                    <a:pt x="321772" y="297941"/>
                  </a:cubicBezTo>
                  <a:cubicBezTo>
                    <a:pt x="376559" y="298983"/>
                    <a:pt x="420362" y="343818"/>
                    <a:pt x="420129" y="398614"/>
                  </a:cubicBezTo>
                  <a:lnTo>
                    <a:pt x="420129" y="401611"/>
                  </a:lnTo>
                  <a:cubicBezTo>
                    <a:pt x="420129" y="420819"/>
                    <a:pt x="420129" y="440164"/>
                    <a:pt x="420129" y="456102"/>
                  </a:cubicBezTo>
                  <a:cubicBezTo>
                    <a:pt x="420129" y="459864"/>
                    <a:pt x="423180" y="462914"/>
                    <a:pt x="426941" y="462914"/>
                  </a:cubicBezTo>
                  <a:lnTo>
                    <a:pt x="426941" y="462914"/>
                  </a:lnTo>
                  <a:cubicBezTo>
                    <a:pt x="430702" y="462914"/>
                    <a:pt x="433752" y="459864"/>
                    <a:pt x="433752" y="456102"/>
                  </a:cubicBezTo>
                  <a:cubicBezTo>
                    <a:pt x="433344" y="440164"/>
                    <a:pt x="433344" y="420683"/>
                    <a:pt x="433071" y="400521"/>
                  </a:cubicBezTo>
                  <a:close/>
                  <a:moveTo>
                    <a:pt x="217966" y="227511"/>
                  </a:moveTo>
                  <a:lnTo>
                    <a:pt x="217966" y="227511"/>
                  </a:lnTo>
                  <a:cubicBezTo>
                    <a:pt x="196648" y="227530"/>
                    <a:pt x="176165" y="219220"/>
                    <a:pt x="160887" y="204352"/>
                  </a:cubicBezTo>
                  <a:cubicBezTo>
                    <a:pt x="140861" y="181057"/>
                    <a:pt x="136229" y="148499"/>
                    <a:pt x="131734" y="124795"/>
                  </a:cubicBezTo>
                  <a:lnTo>
                    <a:pt x="131053" y="120708"/>
                  </a:lnTo>
                  <a:cubicBezTo>
                    <a:pt x="128496" y="104598"/>
                    <a:pt x="128496" y="88185"/>
                    <a:pt x="131053" y="72075"/>
                  </a:cubicBezTo>
                  <a:cubicBezTo>
                    <a:pt x="143313" y="12134"/>
                    <a:pt x="212790" y="13633"/>
                    <a:pt x="216332" y="13633"/>
                  </a:cubicBezTo>
                  <a:cubicBezTo>
                    <a:pt x="219874" y="13633"/>
                    <a:pt x="289759" y="11726"/>
                    <a:pt x="302428" y="72075"/>
                  </a:cubicBezTo>
                  <a:cubicBezTo>
                    <a:pt x="305029" y="88182"/>
                    <a:pt x="305029" y="104601"/>
                    <a:pt x="302428" y="120708"/>
                  </a:cubicBezTo>
                  <a:lnTo>
                    <a:pt x="301066" y="129427"/>
                  </a:lnTo>
                  <a:cubicBezTo>
                    <a:pt x="297251" y="153539"/>
                    <a:pt x="292620" y="183918"/>
                    <a:pt x="273820" y="205306"/>
                  </a:cubicBezTo>
                  <a:cubicBezTo>
                    <a:pt x="258896" y="219840"/>
                    <a:pt x="238796" y="227831"/>
                    <a:pt x="217966" y="227511"/>
                  </a:cubicBezTo>
                  <a:close/>
                </a:path>
              </a:pathLst>
            </a:custGeom>
            <a:solidFill>
              <a:schemeClr val="bg1"/>
            </a:solidFill>
            <a:ln w="133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68" name="Rectangle 67">
              <a:extLst>
                <a:ext uri="{FF2B5EF4-FFF2-40B4-BE49-F238E27FC236}">
                  <a16:creationId xmlns:a16="http://schemas.microsoft.com/office/drawing/2014/main" id="{FD7BB377-B326-A4C3-EE3A-55EBBBE6BCBC}"/>
                </a:ext>
              </a:extLst>
            </p:cNvPr>
            <p:cNvSpPr/>
            <p:nvPr/>
          </p:nvSpPr>
          <p:spPr>
            <a:xfrm>
              <a:off x="5010679" y="4436241"/>
              <a:ext cx="791320" cy="262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Ubuntu"/>
                  <a:ea typeface="+mn-ea"/>
                  <a:cs typeface="+mn-cs"/>
                </a:rPr>
                <a:t>Automated real-time reporting incl. recommendations</a:t>
              </a:r>
              <a:endParaRPr kumimoji="0" lang="en-US" sz="600" b="0" i="0" u="none" strike="noStrike" kern="1200" cap="none" spc="0" normalizeH="0" baseline="0" noProof="0">
                <a:ln>
                  <a:noFill/>
                </a:ln>
                <a:solidFill>
                  <a:srgbClr val="FFFFFF"/>
                </a:solidFill>
                <a:effectLst/>
                <a:uLnTx/>
                <a:uFillTx/>
                <a:latin typeface="Ubuntu (Body)"/>
                <a:ea typeface="+mn-ea"/>
                <a:cs typeface="+mn-cs"/>
              </a:endParaRPr>
            </a:p>
          </p:txBody>
        </p:sp>
        <p:grpSp>
          <p:nvGrpSpPr>
            <p:cNvPr id="60" name="Group 59">
              <a:extLst>
                <a:ext uri="{FF2B5EF4-FFF2-40B4-BE49-F238E27FC236}">
                  <a16:creationId xmlns:a16="http://schemas.microsoft.com/office/drawing/2014/main" id="{5948CBDA-D61B-FF08-F62B-EC3A0A3866AE}"/>
                </a:ext>
              </a:extLst>
            </p:cNvPr>
            <p:cNvGrpSpPr/>
            <p:nvPr/>
          </p:nvGrpSpPr>
          <p:grpSpPr>
            <a:xfrm>
              <a:off x="3474823" y="4442613"/>
              <a:ext cx="776849" cy="347878"/>
              <a:chOff x="3901293" y="3341883"/>
              <a:chExt cx="657961" cy="299598"/>
            </a:xfrm>
          </p:grpSpPr>
          <p:pic>
            <p:nvPicPr>
              <p:cNvPr id="64" name="Graphic 63" descr="Research outline">
                <a:extLst>
                  <a:ext uri="{FF2B5EF4-FFF2-40B4-BE49-F238E27FC236}">
                    <a16:creationId xmlns:a16="http://schemas.microsoft.com/office/drawing/2014/main" id="{561C67C6-6412-D4B7-B487-8E2755C6AB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1293" y="3341883"/>
                <a:ext cx="299598" cy="299598"/>
              </a:xfrm>
              <a:prstGeom prst="rect">
                <a:avLst/>
              </a:prstGeom>
            </p:spPr>
          </p:pic>
          <p:sp>
            <p:nvSpPr>
              <p:cNvPr id="65" name="Rectangle 64">
                <a:extLst>
                  <a:ext uri="{FF2B5EF4-FFF2-40B4-BE49-F238E27FC236}">
                    <a16:creationId xmlns:a16="http://schemas.microsoft.com/office/drawing/2014/main" id="{E231EAB3-B05B-83C9-0D02-6707824F4B65}"/>
                  </a:ext>
                </a:extLst>
              </p:cNvPr>
              <p:cNvSpPr/>
              <p:nvPr/>
            </p:nvSpPr>
            <p:spPr>
              <a:xfrm>
                <a:off x="4053508" y="3341883"/>
                <a:ext cx="505746"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Ubuntu"/>
                    <a:ea typeface="+mn-ea"/>
                    <a:cs typeface="+mn-cs"/>
                  </a:rPr>
                  <a:t>Lagging indicators</a:t>
                </a:r>
                <a:endParaRPr kumimoji="0" lang="en-US" sz="600" b="0" i="0" u="none" strike="noStrike" kern="1200" cap="none" spc="0" normalizeH="0" baseline="0" noProof="0">
                  <a:ln>
                    <a:noFill/>
                  </a:ln>
                  <a:solidFill>
                    <a:srgbClr val="FFFFFF"/>
                  </a:solidFill>
                  <a:effectLst/>
                  <a:uLnTx/>
                  <a:uFillTx/>
                  <a:latin typeface="Ubuntu (Body)"/>
                  <a:ea typeface="+mn-ea"/>
                  <a:cs typeface="+mn-cs"/>
                </a:endParaRPr>
              </a:p>
            </p:txBody>
          </p:sp>
        </p:grpSp>
        <p:grpSp>
          <p:nvGrpSpPr>
            <p:cNvPr id="61" name="Group 60">
              <a:extLst>
                <a:ext uri="{FF2B5EF4-FFF2-40B4-BE49-F238E27FC236}">
                  <a16:creationId xmlns:a16="http://schemas.microsoft.com/office/drawing/2014/main" id="{990F41B4-2EB0-591A-9C14-7B36A3767785}"/>
                </a:ext>
              </a:extLst>
            </p:cNvPr>
            <p:cNvGrpSpPr/>
            <p:nvPr/>
          </p:nvGrpSpPr>
          <p:grpSpPr>
            <a:xfrm>
              <a:off x="3466213" y="3999109"/>
              <a:ext cx="794082" cy="347878"/>
              <a:chOff x="3777655" y="2959930"/>
              <a:chExt cx="672556" cy="299598"/>
            </a:xfrm>
          </p:grpSpPr>
          <p:pic>
            <p:nvPicPr>
              <p:cNvPr id="62" name="Graphic 61" descr="Telescope outline">
                <a:extLst>
                  <a:ext uri="{FF2B5EF4-FFF2-40B4-BE49-F238E27FC236}">
                    <a16:creationId xmlns:a16="http://schemas.microsoft.com/office/drawing/2014/main" id="{FE89C965-F858-26AC-1ECD-E657C7F96C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77655" y="2959930"/>
                <a:ext cx="299598" cy="299598"/>
              </a:xfrm>
              <a:prstGeom prst="rect">
                <a:avLst/>
              </a:prstGeom>
            </p:spPr>
          </p:pic>
          <p:sp>
            <p:nvSpPr>
              <p:cNvPr id="63" name="Rectangle 62">
                <a:extLst>
                  <a:ext uri="{FF2B5EF4-FFF2-40B4-BE49-F238E27FC236}">
                    <a16:creationId xmlns:a16="http://schemas.microsoft.com/office/drawing/2014/main" id="{DA9DB567-8602-6885-611D-5AA7B9A677B3}"/>
                  </a:ext>
                </a:extLst>
              </p:cNvPr>
              <p:cNvSpPr/>
              <p:nvPr/>
            </p:nvSpPr>
            <p:spPr>
              <a:xfrm>
                <a:off x="3944465" y="3034599"/>
                <a:ext cx="505746"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Ubuntu"/>
                    <a:ea typeface="+mn-ea"/>
                    <a:cs typeface="+mn-cs"/>
                  </a:rPr>
                  <a:t>Leading indicators</a:t>
                </a:r>
                <a:endParaRPr kumimoji="0" lang="en-US" sz="600" b="0" i="0" u="none" strike="noStrike" kern="1200" cap="none" spc="0" normalizeH="0" baseline="0" noProof="0">
                  <a:ln>
                    <a:noFill/>
                  </a:ln>
                  <a:solidFill>
                    <a:srgbClr val="FFFFFF"/>
                  </a:solidFill>
                  <a:effectLst/>
                  <a:uLnTx/>
                  <a:uFillTx/>
                  <a:latin typeface="Ubuntu (Body)"/>
                  <a:ea typeface="+mn-ea"/>
                  <a:cs typeface="+mn-cs"/>
                </a:endParaRPr>
              </a:p>
            </p:txBody>
          </p:sp>
        </p:grpSp>
        <p:sp>
          <p:nvSpPr>
            <p:cNvPr id="48" name="Rectangle 47">
              <a:extLst>
                <a:ext uri="{FF2B5EF4-FFF2-40B4-BE49-F238E27FC236}">
                  <a16:creationId xmlns:a16="http://schemas.microsoft.com/office/drawing/2014/main" id="{9E353B81-D6F1-044D-8389-C3F38C7741DF}"/>
                </a:ext>
              </a:extLst>
            </p:cNvPr>
            <p:cNvSpPr/>
            <p:nvPr/>
          </p:nvSpPr>
          <p:spPr>
            <a:xfrm rot="16200000">
              <a:off x="3939706" y="4403403"/>
              <a:ext cx="844383" cy="923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a:ln>
                    <a:noFill/>
                  </a:ln>
                  <a:solidFill>
                    <a:schemeClr val="bg1"/>
                  </a:solidFill>
                  <a:effectLst/>
                  <a:uLnTx/>
                  <a:uFillTx/>
                  <a:latin typeface="Ubuntu"/>
                  <a:ea typeface="+mn-ea"/>
                  <a:cs typeface="+mn-cs"/>
                </a:rPr>
                <a:t>Data Transformation</a:t>
              </a:r>
              <a:endParaRPr kumimoji="0" lang="en-US" sz="600" b="0" i="1" u="none" strike="noStrike" kern="1200" cap="none" spc="0" normalizeH="0" baseline="0" noProof="0">
                <a:ln>
                  <a:noFill/>
                </a:ln>
                <a:solidFill>
                  <a:schemeClr val="bg1"/>
                </a:solidFill>
                <a:effectLst/>
                <a:uLnTx/>
                <a:uFillTx/>
                <a:latin typeface="Ubuntu (Body)"/>
                <a:ea typeface="+mn-ea"/>
                <a:cs typeface="+mn-cs"/>
              </a:endParaRPr>
            </a:p>
          </p:txBody>
        </p:sp>
        <p:sp>
          <p:nvSpPr>
            <p:cNvPr id="50" name="Arrow: Down 49">
              <a:extLst>
                <a:ext uri="{FF2B5EF4-FFF2-40B4-BE49-F238E27FC236}">
                  <a16:creationId xmlns:a16="http://schemas.microsoft.com/office/drawing/2014/main" id="{32ADF9AA-7B93-B2AA-6C0A-215D488BB991}"/>
                </a:ext>
              </a:extLst>
            </p:cNvPr>
            <p:cNvSpPr/>
            <p:nvPr/>
          </p:nvSpPr>
          <p:spPr>
            <a:xfrm>
              <a:off x="4550151" y="4095829"/>
              <a:ext cx="173002" cy="619438"/>
            </a:xfrm>
            <a:prstGeom prst="downArrow">
              <a:avLst/>
            </a:prstGeom>
            <a:gradFill>
              <a:gsLst>
                <a:gs pos="0">
                  <a:schemeClr val="bg1">
                    <a:alpha val="0"/>
                  </a:schemeClr>
                </a:gs>
                <a:gs pos="100000">
                  <a:schemeClr val="bg1"/>
                </a:gs>
                <a:gs pos="94000">
                  <a:schemeClr val="bg1">
                    <a:alpha val="69000"/>
                  </a:schemeClr>
                </a:gs>
              </a:gsLst>
              <a:lin ang="5400000" scaled="1"/>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Medium"/>
                <a:ea typeface="+mn-ea"/>
                <a:cs typeface="+mn-cs"/>
              </a:endParaRPr>
            </a:p>
          </p:txBody>
        </p:sp>
        <p:sp>
          <p:nvSpPr>
            <p:cNvPr id="56" name="Freeform: Shape 55">
              <a:extLst>
                <a:ext uri="{FF2B5EF4-FFF2-40B4-BE49-F238E27FC236}">
                  <a16:creationId xmlns:a16="http://schemas.microsoft.com/office/drawing/2014/main" id="{F1CCA58C-93C8-C3C5-3DAB-F5D269B7212F}"/>
                </a:ext>
              </a:extLst>
            </p:cNvPr>
            <p:cNvSpPr/>
            <p:nvPr/>
          </p:nvSpPr>
          <p:spPr>
            <a:xfrm>
              <a:off x="4557587" y="4735527"/>
              <a:ext cx="158130" cy="155513"/>
            </a:xfrm>
            <a:custGeom>
              <a:avLst/>
              <a:gdLst>
                <a:gd name="connsiteX0" fmla="*/ 442743 w 463177"/>
                <a:gd name="connsiteY0" fmla="*/ 54491 h 463177"/>
                <a:gd name="connsiteX1" fmla="*/ 381440 w 463177"/>
                <a:gd name="connsiteY1" fmla="*/ 54491 h 463177"/>
                <a:gd name="connsiteX2" fmla="*/ 381440 w 463177"/>
                <a:gd name="connsiteY2" fmla="*/ 20434 h 463177"/>
                <a:gd name="connsiteX3" fmla="*/ 360869 w 463177"/>
                <a:gd name="connsiteY3" fmla="*/ 0 h 463177"/>
                <a:gd name="connsiteX4" fmla="*/ 20298 w 463177"/>
                <a:gd name="connsiteY4" fmla="*/ 0 h 463177"/>
                <a:gd name="connsiteX5" fmla="*/ 0 w 463177"/>
                <a:gd name="connsiteY5" fmla="*/ 20434 h 463177"/>
                <a:gd name="connsiteX6" fmla="*/ 0 w 463177"/>
                <a:gd name="connsiteY6" fmla="*/ 401874 h 463177"/>
                <a:gd name="connsiteX7" fmla="*/ 20571 w 463177"/>
                <a:gd name="connsiteY7" fmla="*/ 422308 h 463177"/>
                <a:gd name="connsiteX8" fmla="*/ 81737 w 463177"/>
                <a:gd name="connsiteY8" fmla="*/ 422308 h 463177"/>
                <a:gd name="connsiteX9" fmla="*/ 81737 w 463177"/>
                <a:gd name="connsiteY9" fmla="*/ 442743 h 463177"/>
                <a:gd name="connsiteX10" fmla="*/ 102171 w 463177"/>
                <a:gd name="connsiteY10" fmla="*/ 463177 h 463177"/>
                <a:gd name="connsiteX11" fmla="*/ 442743 w 463177"/>
                <a:gd name="connsiteY11" fmla="*/ 463177 h 463177"/>
                <a:gd name="connsiteX12" fmla="*/ 463177 w 463177"/>
                <a:gd name="connsiteY12" fmla="*/ 442743 h 463177"/>
                <a:gd name="connsiteX13" fmla="*/ 463177 w 463177"/>
                <a:gd name="connsiteY13" fmla="*/ 74926 h 463177"/>
                <a:gd name="connsiteX14" fmla="*/ 442743 w 463177"/>
                <a:gd name="connsiteY14" fmla="*/ 54491 h 463177"/>
                <a:gd name="connsiteX15" fmla="*/ 13623 w 463177"/>
                <a:gd name="connsiteY15" fmla="*/ 401874 h 463177"/>
                <a:gd name="connsiteX16" fmla="*/ 13623 w 463177"/>
                <a:gd name="connsiteY16" fmla="*/ 20434 h 463177"/>
                <a:gd name="connsiteX17" fmla="*/ 20433 w 463177"/>
                <a:gd name="connsiteY17" fmla="*/ 13621 h 463177"/>
                <a:gd name="connsiteX18" fmla="*/ 20571 w 463177"/>
                <a:gd name="connsiteY18" fmla="*/ 13623 h 463177"/>
                <a:gd name="connsiteX19" fmla="*/ 361142 w 463177"/>
                <a:gd name="connsiteY19" fmla="*/ 13623 h 463177"/>
                <a:gd name="connsiteX20" fmla="*/ 368088 w 463177"/>
                <a:gd name="connsiteY20" fmla="*/ 20297 h 463177"/>
                <a:gd name="connsiteX21" fmla="*/ 368090 w 463177"/>
                <a:gd name="connsiteY21" fmla="*/ 20434 h 463177"/>
                <a:gd name="connsiteX22" fmla="*/ 368090 w 463177"/>
                <a:gd name="connsiteY22" fmla="*/ 401874 h 463177"/>
                <a:gd name="connsiteX23" fmla="*/ 361142 w 463177"/>
                <a:gd name="connsiteY23" fmla="*/ 408822 h 463177"/>
                <a:gd name="connsiteX24" fmla="*/ 20571 w 463177"/>
                <a:gd name="connsiteY24" fmla="*/ 408822 h 463177"/>
                <a:gd name="connsiteX25" fmla="*/ 13623 w 463177"/>
                <a:gd name="connsiteY25" fmla="*/ 401874 h 463177"/>
                <a:gd name="connsiteX26" fmla="*/ 449554 w 463177"/>
                <a:gd name="connsiteY26" fmla="*/ 442743 h 463177"/>
                <a:gd name="connsiteX27" fmla="*/ 442743 w 463177"/>
                <a:gd name="connsiteY27" fmla="*/ 449690 h 463177"/>
                <a:gd name="connsiteX28" fmla="*/ 102171 w 463177"/>
                <a:gd name="connsiteY28" fmla="*/ 449690 h 463177"/>
                <a:gd name="connsiteX29" fmla="*/ 95360 w 463177"/>
                <a:gd name="connsiteY29" fmla="*/ 442743 h 463177"/>
                <a:gd name="connsiteX30" fmla="*/ 95360 w 463177"/>
                <a:gd name="connsiteY30" fmla="*/ 422308 h 463177"/>
                <a:gd name="connsiteX31" fmla="*/ 360869 w 463177"/>
                <a:gd name="connsiteY31" fmla="*/ 422308 h 463177"/>
                <a:gd name="connsiteX32" fmla="*/ 381440 w 463177"/>
                <a:gd name="connsiteY32" fmla="*/ 401874 h 463177"/>
                <a:gd name="connsiteX33" fmla="*/ 381440 w 463177"/>
                <a:gd name="connsiteY33" fmla="*/ 68114 h 463177"/>
                <a:gd name="connsiteX34" fmla="*/ 442743 w 463177"/>
                <a:gd name="connsiteY34" fmla="*/ 68114 h 463177"/>
                <a:gd name="connsiteX35" fmla="*/ 449554 w 463177"/>
                <a:gd name="connsiteY35" fmla="*/ 74926 h 46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63177" h="463177">
                  <a:moveTo>
                    <a:pt x="442743" y="54491"/>
                  </a:moveTo>
                  <a:lnTo>
                    <a:pt x="381440" y="54491"/>
                  </a:lnTo>
                  <a:lnTo>
                    <a:pt x="381440" y="20434"/>
                  </a:lnTo>
                  <a:cubicBezTo>
                    <a:pt x="381365" y="9127"/>
                    <a:pt x="372178" y="0"/>
                    <a:pt x="360869" y="0"/>
                  </a:cubicBezTo>
                  <a:lnTo>
                    <a:pt x="20298" y="0"/>
                  </a:lnTo>
                  <a:cubicBezTo>
                    <a:pt x="9097" y="148"/>
                    <a:pt x="73" y="9232"/>
                    <a:pt x="0" y="20434"/>
                  </a:cubicBezTo>
                  <a:lnTo>
                    <a:pt x="0" y="401874"/>
                  </a:lnTo>
                  <a:cubicBezTo>
                    <a:pt x="148" y="413151"/>
                    <a:pt x="9293" y="422235"/>
                    <a:pt x="20571" y="422308"/>
                  </a:cubicBezTo>
                  <a:lnTo>
                    <a:pt x="81737" y="422308"/>
                  </a:lnTo>
                  <a:lnTo>
                    <a:pt x="81737" y="442743"/>
                  </a:lnTo>
                  <a:cubicBezTo>
                    <a:pt x="81811" y="453998"/>
                    <a:pt x="90917" y="463102"/>
                    <a:pt x="102171" y="463177"/>
                  </a:cubicBezTo>
                  <a:lnTo>
                    <a:pt x="442743" y="463177"/>
                  </a:lnTo>
                  <a:cubicBezTo>
                    <a:pt x="453998" y="463102"/>
                    <a:pt x="463102" y="453998"/>
                    <a:pt x="463177" y="442743"/>
                  </a:cubicBezTo>
                  <a:lnTo>
                    <a:pt x="463177" y="74926"/>
                  </a:lnTo>
                  <a:cubicBezTo>
                    <a:pt x="463102" y="63671"/>
                    <a:pt x="453998" y="54566"/>
                    <a:pt x="442743" y="54491"/>
                  </a:cubicBezTo>
                  <a:close/>
                  <a:moveTo>
                    <a:pt x="13623" y="401874"/>
                  </a:moveTo>
                  <a:lnTo>
                    <a:pt x="13623" y="20434"/>
                  </a:lnTo>
                  <a:cubicBezTo>
                    <a:pt x="13622" y="16672"/>
                    <a:pt x="16671" y="13622"/>
                    <a:pt x="20433" y="13621"/>
                  </a:cubicBezTo>
                  <a:cubicBezTo>
                    <a:pt x="20479" y="13621"/>
                    <a:pt x="20525" y="13622"/>
                    <a:pt x="20571" y="13623"/>
                  </a:cubicBezTo>
                  <a:lnTo>
                    <a:pt x="361142" y="13623"/>
                  </a:lnTo>
                  <a:cubicBezTo>
                    <a:pt x="364903" y="13548"/>
                    <a:pt x="368013" y="16536"/>
                    <a:pt x="368088" y="20297"/>
                  </a:cubicBezTo>
                  <a:cubicBezTo>
                    <a:pt x="368090" y="20343"/>
                    <a:pt x="368090" y="20388"/>
                    <a:pt x="368090" y="20434"/>
                  </a:cubicBezTo>
                  <a:lnTo>
                    <a:pt x="368090" y="401874"/>
                  </a:lnTo>
                  <a:cubicBezTo>
                    <a:pt x="368090" y="405712"/>
                    <a:pt x="364979" y="408822"/>
                    <a:pt x="361142" y="408822"/>
                  </a:cubicBezTo>
                  <a:lnTo>
                    <a:pt x="20571" y="408822"/>
                  </a:lnTo>
                  <a:cubicBezTo>
                    <a:pt x="16733" y="408822"/>
                    <a:pt x="13623" y="405712"/>
                    <a:pt x="13623" y="401874"/>
                  </a:cubicBezTo>
                  <a:close/>
                  <a:moveTo>
                    <a:pt x="449554" y="442743"/>
                  </a:moveTo>
                  <a:cubicBezTo>
                    <a:pt x="449556" y="446527"/>
                    <a:pt x="446527" y="449617"/>
                    <a:pt x="442743" y="449690"/>
                  </a:cubicBezTo>
                  <a:lnTo>
                    <a:pt x="102171" y="449690"/>
                  </a:lnTo>
                  <a:cubicBezTo>
                    <a:pt x="98388" y="449617"/>
                    <a:pt x="95359" y="446527"/>
                    <a:pt x="95360" y="442743"/>
                  </a:cubicBezTo>
                  <a:lnTo>
                    <a:pt x="95360" y="422308"/>
                  </a:lnTo>
                  <a:lnTo>
                    <a:pt x="360869" y="422308"/>
                  </a:lnTo>
                  <a:cubicBezTo>
                    <a:pt x="372146" y="422235"/>
                    <a:pt x="381291" y="413151"/>
                    <a:pt x="381440" y="401874"/>
                  </a:cubicBezTo>
                  <a:lnTo>
                    <a:pt x="381440" y="68114"/>
                  </a:lnTo>
                  <a:lnTo>
                    <a:pt x="442743" y="68114"/>
                  </a:lnTo>
                  <a:cubicBezTo>
                    <a:pt x="446474" y="68187"/>
                    <a:pt x="449482" y="71194"/>
                    <a:pt x="449554" y="74926"/>
                  </a:cubicBezTo>
                  <a:close/>
                </a:path>
              </a:pathLst>
            </a:custGeom>
            <a:solidFill>
              <a:schemeClr val="accent3">
                <a:lumMod val="25000"/>
                <a:lumOff val="75000"/>
              </a:schemeClr>
            </a:solid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57" name="Freeform: Shape 56">
              <a:extLst>
                <a:ext uri="{FF2B5EF4-FFF2-40B4-BE49-F238E27FC236}">
                  <a16:creationId xmlns:a16="http://schemas.microsoft.com/office/drawing/2014/main" id="{1089AD79-9520-6C47-F3B4-B368196B4BEF}"/>
                </a:ext>
              </a:extLst>
            </p:cNvPr>
            <p:cNvSpPr/>
            <p:nvPr/>
          </p:nvSpPr>
          <p:spPr>
            <a:xfrm>
              <a:off x="4575633" y="4762970"/>
              <a:ext cx="88367" cy="4574"/>
            </a:xfrm>
            <a:custGeom>
              <a:avLst/>
              <a:gdLst>
                <a:gd name="connsiteX0" fmla="*/ 260469 w 258834"/>
                <a:gd name="connsiteY0" fmla="*/ 13623 h 13622"/>
                <a:gd name="connsiteX1" fmla="*/ 6811 w 258834"/>
                <a:gd name="connsiteY1" fmla="*/ 13623 h 13622"/>
                <a:gd name="connsiteX2" fmla="*/ 0 w 258834"/>
                <a:gd name="connsiteY2" fmla="*/ 6811 h 13622"/>
                <a:gd name="connsiteX3" fmla="*/ 6811 w 258834"/>
                <a:gd name="connsiteY3" fmla="*/ 0 h 13622"/>
                <a:gd name="connsiteX4" fmla="*/ 260469 w 258834"/>
                <a:gd name="connsiteY4" fmla="*/ 0 h 13622"/>
                <a:gd name="connsiteX5" fmla="*/ 267280 w 258834"/>
                <a:gd name="connsiteY5" fmla="*/ 6811 h 13622"/>
                <a:gd name="connsiteX6" fmla="*/ 260469 w 258834"/>
                <a:gd name="connsiteY6" fmla="*/ 13623 h 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834" h="13622">
                  <a:moveTo>
                    <a:pt x="260469" y="13623"/>
                  </a:moveTo>
                  <a:lnTo>
                    <a:pt x="6811" y="13623"/>
                  </a:lnTo>
                  <a:cubicBezTo>
                    <a:pt x="3080" y="13550"/>
                    <a:pt x="72" y="10543"/>
                    <a:pt x="0" y="6811"/>
                  </a:cubicBezTo>
                  <a:cubicBezTo>
                    <a:pt x="0" y="3050"/>
                    <a:pt x="3050" y="0"/>
                    <a:pt x="6811" y="0"/>
                  </a:cubicBezTo>
                  <a:lnTo>
                    <a:pt x="260469" y="0"/>
                  </a:lnTo>
                  <a:cubicBezTo>
                    <a:pt x="264230" y="0"/>
                    <a:pt x="267280" y="3050"/>
                    <a:pt x="267280" y="6811"/>
                  </a:cubicBezTo>
                  <a:cubicBezTo>
                    <a:pt x="267208" y="10543"/>
                    <a:pt x="264200" y="13550"/>
                    <a:pt x="260469" y="13623"/>
                  </a:cubicBezTo>
                  <a:close/>
                </a:path>
              </a:pathLst>
            </a:custGeom>
            <a:solidFill>
              <a:schemeClr val="accent3">
                <a:lumMod val="25000"/>
                <a:lumOff val="75000"/>
              </a:schemeClr>
            </a:solid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58" name="Freeform: Shape 57">
              <a:extLst>
                <a:ext uri="{FF2B5EF4-FFF2-40B4-BE49-F238E27FC236}">
                  <a16:creationId xmlns:a16="http://schemas.microsoft.com/office/drawing/2014/main" id="{3BC93962-B809-C7AC-73A4-3BCDE513018A}"/>
                </a:ext>
              </a:extLst>
            </p:cNvPr>
            <p:cNvSpPr/>
            <p:nvPr/>
          </p:nvSpPr>
          <p:spPr>
            <a:xfrm>
              <a:off x="4575633" y="4817857"/>
              <a:ext cx="88367" cy="4574"/>
            </a:xfrm>
            <a:custGeom>
              <a:avLst/>
              <a:gdLst>
                <a:gd name="connsiteX0" fmla="*/ 260469 w 258834"/>
                <a:gd name="connsiteY0" fmla="*/ 13623 h 13622"/>
                <a:gd name="connsiteX1" fmla="*/ 6811 w 258834"/>
                <a:gd name="connsiteY1" fmla="*/ 13623 h 13622"/>
                <a:gd name="connsiteX2" fmla="*/ 0 w 258834"/>
                <a:gd name="connsiteY2" fmla="*/ 6811 h 13622"/>
                <a:gd name="connsiteX3" fmla="*/ 6811 w 258834"/>
                <a:gd name="connsiteY3" fmla="*/ 0 h 13622"/>
                <a:gd name="connsiteX4" fmla="*/ 260469 w 258834"/>
                <a:gd name="connsiteY4" fmla="*/ 0 h 13622"/>
                <a:gd name="connsiteX5" fmla="*/ 267280 w 258834"/>
                <a:gd name="connsiteY5" fmla="*/ 6811 h 13622"/>
                <a:gd name="connsiteX6" fmla="*/ 260469 w 258834"/>
                <a:gd name="connsiteY6" fmla="*/ 13623 h 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834" h="13622">
                  <a:moveTo>
                    <a:pt x="260469" y="13623"/>
                  </a:moveTo>
                  <a:lnTo>
                    <a:pt x="6811" y="13623"/>
                  </a:lnTo>
                  <a:cubicBezTo>
                    <a:pt x="3050" y="13623"/>
                    <a:pt x="0" y="10573"/>
                    <a:pt x="0" y="6811"/>
                  </a:cubicBezTo>
                  <a:cubicBezTo>
                    <a:pt x="0" y="3050"/>
                    <a:pt x="3050" y="0"/>
                    <a:pt x="6811" y="0"/>
                  </a:cubicBezTo>
                  <a:lnTo>
                    <a:pt x="260469" y="0"/>
                  </a:lnTo>
                  <a:cubicBezTo>
                    <a:pt x="264230" y="0"/>
                    <a:pt x="267280" y="3050"/>
                    <a:pt x="267280" y="6811"/>
                  </a:cubicBezTo>
                  <a:cubicBezTo>
                    <a:pt x="267280" y="10573"/>
                    <a:pt x="264230" y="13623"/>
                    <a:pt x="260469" y="13623"/>
                  </a:cubicBezTo>
                  <a:close/>
                </a:path>
              </a:pathLst>
            </a:custGeom>
            <a:solidFill>
              <a:schemeClr val="accent3">
                <a:lumMod val="25000"/>
                <a:lumOff val="75000"/>
              </a:schemeClr>
            </a:solid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59" name="Freeform: Shape 58">
              <a:extLst>
                <a:ext uri="{FF2B5EF4-FFF2-40B4-BE49-F238E27FC236}">
                  <a16:creationId xmlns:a16="http://schemas.microsoft.com/office/drawing/2014/main" id="{7A8801B9-2D25-1814-FCAF-DB478AB55BA7}"/>
                </a:ext>
              </a:extLst>
            </p:cNvPr>
            <p:cNvSpPr/>
            <p:nvPr/>
          </p:nvSpPr>
          <p:spPr>
            <a:xfrm>
              <a:off x="4575586" y="4790414"/>
              <a:ext cx="69763" cy="4574"/>
            </a:xfrm>
            <a:custGeom>
              <a:avLst/>
              <a:gdLst>
                <a:gd name="connsiteX0" fmla="*/ 205160 w 204342"/>
                <a:gd name="connsiteY0" fmla="*/ 13623 h 13622"/>
                <a:gd name="connsiteX1" fmla="*/ 6811 w 204342"/>
                <a:gd name="connsiteY1" fmla="*/ 13623 h 13622"/>
                <a:gd name="connsiteX2" fmla="*/ 0 w 204342"/>
                <a:gd name="connsiteY2" fmla="*/ 6811 h 13622"/>
                <a:gd name="connsiteX3" fmla="*/ 6811 w 204342"/>
                <a:gd name="connsiteY3" fmla="*/ 0 h 13622"/>
                <a:gd name="connsiteX4" fmla="*/ 205160 w 204342"/>
                <a:gd name="connsiteY4" fmla="*/ 0 h 13622"/>
                <a:gd name="connsiteX5" fmla="*/ 211972 w 204342"/>
                <a:gd name="connsiteY5" fmla="*/ 6811 h 13622"/>
                <a:gd name="connsiteX6" fmla="*/ 205160 w 204342"/>
                <a:gd name="connsiteY6" fmla="*/ 13623 h 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342" h="13622">
                  <a:moveTo>
                    <a:pt x="205160" y="13623"/>
                  </a:moveTo>
                  <a:lnTo>
                    <a:pt x="6811" y="13623"/>
                  </a:lnTo>
                  <a:cubicBezTo>
                    <a:pt x="3050" y="13623"/>
                    <a:pt x="0" y="10573"/>
                    <a:pt x="0" y="6811"/>
                  </a:cubicBezTo>
                  <a:cubicBezTo>
                    <a:pt x="0" y="3050"/>
                    <a:pt x="3050" y="0"/>
                    <a:pt x="6811" y="0"/>
                  </a:cubicBezTo>
                  <a:lnTo>
                    <a:pt x="205160" y="0"/>
                  </a:lnTo>
                  <a:cubicBezTo>
                    <a:pt x="208921" y="0"/>
                    <a:pt x="211972" y="3050"/>
                    <a:pt x="211972" y="6811"/>
                  </a:cubicBezTo>
                  <a:cubicBezTo>
                    <a:pt x="211972" y="10573"/>
                    <a:pt x="208921" y="13623"/>
                    <a:pt x="205160" y="13623"/>
                  </a:cubicBezTo>
                  <a:close/>
                </a:path>
              </a:pathLst>
            </a:custGeom>
            <a:solidFill>
              <a:schemeClr val="accent3">
                <a:lumMod val="25000"/>
                <a:lumOff val="75000"/>
              </a:schemeClr>
            </a:solid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52" name="Graphic 2">
              <a:extLst>
                <a:ext uri="{FF2B5EF4-FFF2-40B4-BE49-F238E27FC236}">
                  <a16:creationId xmlns:a16="http://schemas.microsoft.com/office/drawing/2014/main" id="{5AAB59FF-3A4B-6240-36D6-FE6C91CDA13D}"/>
                </a:ext>
              </a:extLst>
            </p:cNvPr>
            <p:cNvSpPr>
              <a:spLocks noChangeAspect="1"/>
            </p:cNvSpPr>
            <p:nvPr/>
          </p:nvSpPr>
          <p:spPr>
            <a:xfrm>
              <a:off x="4550151" y="4008100"/>
              <a:ext cx="173002" cy="170139"/>
            </a:xfrm>
            <a:custGeom>
              <a:avLst/>
              <a:gdLst>
                <a:gd name="connsiteX0" fmla="*/ 455706 w 463177"/>
                <a:gd name="connsiteY0" fmla="*/ 448236 h 463177"/>
                <a:gd name="connsiteX1" fmla="*/ 418353 w 463177"/>
                <a:gd name="connsiteY1" fmla="*/ 448236 h 463177"/>
                <a:gd name="connsiteX2" fmla="*/ 418353 w 463177"/>
                <a:gd name="connsiteY2" fmla="*/ 141941 h 463177"/>
                <a:gd name="connsiteX3" fmla="*/ 410883 w 463177"/>
                <a:gd name="connsiteY3" fmla="*/ 134471 h 463177"/>
                <a:gd name="connsiteX4" fmla="*/ 321236 w 463177"/>
                <a:gd name="connsiteY4" fmla="*/ 134471 h 463177"/>
                <a:gd name="connsiteX5" fmla="*/ 313765 w 463177"/>
                <a:gd name="connsiteY5" fmla="*/ 141941 h 463177"/>
                <a:gd name="connsiteX6" fmla="*/ 313765 w 463177"/>
                <a:gd name="connsiteY6" fmla="*/ 448236 h 463177"/>
                <a:gd name="connsiteX7" fmla="*/ 283883 w 463177"/>
                <a:gd name="connsiteY7" fmla="*/ 448236 h 463177"/>
                <a:gd name="connsiteX8" fmla="*/ 283883 w 463177"/>
                <a:gd name="connsiteY8" fmla="*/ 52294 h 463177"/>
                <a:gd name="connsiteX9" fmla="*/ 276412 w 463177"/>
                <a:gd name="connsiteY9" fmla="*/ 44824 h 463177"/>
                <a:gd name="connsiteX10" fmla="*/ 186765 w 463177"/>
                <a:gd name="connsiteY10" fmla="*/ 44824 h 463177"/>
                <a:gd name="connsiteX11" fmla="*/ 179294 w 463177"/>
                <a:gd name="connsiteY11" fmla="*/ 52294 h 463177"/>
                <a:gd name="connsiteX12" fmla="*/ 179294 w 463177"/>
                <a:gd name="connsiteY12" fmla="*/ 448236 h 463177"/>
                <a:gd name="connsiteX13" fmla="*/ 149412 w 463177"/>
                <a:gd name="connsiteY13" fmla="*/ 448236 h 463177"/>
                <a:gd name="connsiteX14" fmla="*/ 149412 w 463177"/>
                <a:gd name="connsiteY14" fmla="*/ 186765 h 463177"/>
                <a:gd name="connsiteX15" fmla="*/ 141941 w 463177"/>
                <a:gd name="connsiteY15" fmla="*/ 179294 h 463177"/>
                <a:gd name="connsiteX16" fmla="*/ 52294 w 463177"/>
                <a:gd name="connsiteY16" fmla="*/ 179294 h 463177"/>
                <a:gd name="connsiteX17" fmla="*/ 44824 w 463177"/>
                <a:gd name="connsiteY17" fmla="*/ 186765 h 463177"/>
                <a:gd name="connsiteX18" fmla="*/ 44824 w 463177"/>
                <a:gd name="connsiteY18" fmla="*/ 448236 h 463177"/>
                <a:gd name="connsiteX19" fmla="*/ 14941 w 463177"/>
                <a:gd name="connsiteY19" fmla="*/ 448236 h 463177"/>
                <a:gd name="connsiteX20" fmla="*/ 14941 w 463177"/>
                <a:gd name="connsiteY20" fmla="*/ 7471 h 463177"/>
                <a:gd name="connsiteX21" fmla="*/ 7471 w 463177"/>
                <a:gd name="connsiteY21" fmla="*/ 0 h 463177"/>
                <a:gd name="connsiteX22" fmla="*/ 0 w 463177"/>
                <a:gd name="connsiteY22" fmla="*/ 7471 h 463177"/>
                <a:gd name="connsiteX23" fmla="*/ 0 w 463177"/>
                <a:gd name="connsiteY23" fmla="*/ 455706 h 463177"/>
                <a:gd name="connsiteX24" fmla="*/ 7471 w 463177"/>
                <a:gd name="connsiteY24" fmla="*/ 463177 h 463177"/>
                <a:gd name="connsiteX25" fmla="*/ 455706 w 463177"/>
                <a:gd name="connsiteY25" fmla="*/ 463177 h 463177"/>
                <a:gd name="connsiteX26" fmla="*/ 463177 w 463177"/>
                <a:gd name="connsiteY26" fmla="*/ 455706 h 463177"/>
                <a:gd name="connsiteX27" fmla="*/ 455706 w 463177"/>
                <a:gd name="connsiteY27" fmla="*/ 448236 h 463177"/>
                <a:gd name="connsiteX28" fmla="*/ 59765 w 463177"/>
                <a:gd name="connsiteY28" fmla="*/ 448236 h 463177"/>
                <a:gd name="connsiteX29" fmla="*/ 59765 w 463177"/>
                <a:gd name="connsiteY29" fmla="*/ 194236 h 463177"/>
                <a:gd name="connsiteX30" fmla="*/ 134471 w 463177"/>
                <a:gd name="connsiteY30" fmla="*/ 194236 h 463177"/>
                <a:gd name="connsiteX31" fmla="*/ 134471 w 463177"/>
                <a:gd name="connsiteY31" fmla="*/ 448236 h 463177"/>
                <a:gd name="connsiteX32" fmla="*/ 194236 w 463177"/>
                <a:gd name="connsiteY32" fmla="*/ 448236 h 463177"/>
                <a:gd name="connsiteX33" fmla="*/ 194236 w 463177"/>
                <a:gd name="connsiteY33" fmla="*/ 59765 h 463177"/>
                <a:gd name="connsiteX34" fmla="*/ 268941 w 463177"/>
                <a:gd name="connsiteY34" fmla="*/ 59765 h 463177"/>
                <a:gd name="connsiteX35" fmla="*/ 268941 w 463177"/>
                <a:gd name="connsiteY35" fmla="*/ 448236 h 463177"/>
                <a:gd name="connsiteX36" fmla="*/ 328706 w 463177"/>
                <a:gd name="connsiteY36" fmla="*/ 448236 h 463177"/>
                <a:gd name="connsiteX37" fmla="*/ 328706 w 463177"/>
                <a:gd name="connsiteY37" fmla="*/ 149412 h 463177"/>
                <a:gd name="connsiteX38" fmla="*/ 403412 w 463177"/>
                <a:gd name="connsiteY38" fmla="*/ 149412 h 463177"/>
                <a:gd name="connsiteX39" fmla="*/ 403412 w 463177"/>
                <a:gd name="connsiteY39" fmla="*/ 448236 h 46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63177" h="463177">
                  <a:moveTo>
                    <a:pt x="455706" y="448236"/>
                  </a:moveTo>
                  <a:lnTo>
                    <a:pt x="418353" y="448236"/>
                  </a:lnTo>
                  <a:lnTo>
                    <a:pt x="418353" y="141941"/>
                  </a:lnTo>
                  <a:cubicBezTo>
                    <a:pt x="418353" y="137815"/>
                    <a:pt x="415008" y="134471"/>
                    <a:pt x="410883" y="134471"/>
                  </a:cubicBezTo>
                  <a:lnTo>
                    <a:pt x="321236" y="134471"/>
                  </a:lnTo>
                  <a:cubicBezTo>
                    <a:pt x="317110" y="134471"/>
                    <a:pt x="313765" y="137815"/>
                    <a:pt x="313765" y="141941"/>
                  </a:cubicBezTo>
                  <a:lnTo>
                    <a:pt x="313765" y="448236"/>
                  </a:lnTo>
                  <a:lnTo>
                    <a:pt x="283883" y="448236"/>
                  </a:lnTo>
                  <a:lnTo>
                    <a:pt x="283883" y="52294"/>
                  </a:lnTo>
                  <a:cubicBezTo>
                    <a:pt x="283883" y="48168"/>
                    <a:pt x="280537" y="44824"/>
                    <a:pt x="276412" y="44824"/>
                  </a:cubicBezTo>
                  <a:lnTo>
                    <a:pt x="186765" y="44824"/>
                  </a:lnTo>
                  <a:cubicBezTo>
                    <a:pt x="182640" y="44824"/>
                    <a:pt x="179294" y="48168"/>
                    <a:pt x="179294" y="52294"/>
                  </a:cubicBezTo>
                  <a:lnTo>
                    <a:pt x="179294" y="448236"/>
                  </a:lnTo>
                  <a:lnTo>
                    <a:pt x="149412" y="448236"/>
                  </a:lnTo>
                  <a:lnTo>
                    <a:pt x="149412" y="186765"/>
                  </a:lnTo>
                  <a:cubicBezTo>
                    <a:pt x="149412" y="182640"/>
                    <a:pt x="146067" y="179294"/>
                    <a:pt x="141941" y="179294"/>
                  </a:cubicBezTo>
                  <a:lnTo>
                    <a:pt x="52294" y="179294"/>
                  </a:lnTo>
                  <a:cubicBezTo>
                    <a:pt x="48168" y="179294"/>
                    <a:pt x="44824" y="182640"/>
                    <a:pt x="44824" y="186765"/>
                  </a:cubicBezTo>
                  <a:lnTo>
                    <a:pt x="44824" y="448236"/>
                  </a:lnTo>
                  <a:lnTo>
                    <a:pt x="14941" y="448236"/>
                  </a:lnTo>
                  <a:lnTo>
                    <a:pt x="14941" y="7471"/>
                  </a:lnTo>
                  <a:cubicBezTo>
                    <a:pt x="14941" y="3345"/>
                    <a:pt x="11596" y="0"/>
                    <a:pt x="7471" y="0"/>
                  </a:cubicBezTo>
                  <a:cubicBezTo>
                    <a:pt x="3345" y="0"/>
                    <a:pt x="0" y="3345"/>
                    <a:pt x="0" y="7471"/>
                  </a:cubicBezTo>
                  <a:lnTo>
                    <a:pt x="0" y="455706"/>
                  </a:lnTo>
                  <a:cubicBezTo>
                    <a:pt x="0" y="459832"/>
                    <a:pt x="3345" y="463177"/>
                    <a:pt x="7471" y="463177"/>
                  </a:cubicBezTo>
                  <a:lnTo>
                    <a:pt x="455706" y="463177"/>
                  </a:lnTo>
                  <a:cubicBezTo>
                    <a:pt x="459832" y="463177"/>
                    <a:pt x="463177" y="459832"/>
                    <a:pt x="463177" y="455706"/>
                  </a:cubicBezTo>
                  <a:cubicBezTo>
                    <a:pt x="463177" y="451581"/>
                    <a:pt x="459832" y="448236"/>
                    <a:pt x="455706" y="448236"/>
                  </a:cubicBezTo>
                  <a:close/>
                  <a:moveTo>
                    <a:pt x="59765" y="448236"/>
                  </a:moveTo>
                  <a:lnTo>
                    <a:pt x="59765" y="194236"/>
                  </a:lnTo>
                  <a:lnTo>
                    <a:pt x="134471" y="194236"/>
                  </a:lnTo>
                  <a:lnTo>
                    <a:pt x="134471" y="448236"/>
                  </a:lnTo>
                  <a:close/>
                  <a:moveTo>
                    <a:pt x="194236" y="448236"/>
                  </a:moveTo>
                  <a:lnTo>
                    <a:pt x="194236" y="59765"/>
                  </a:lnTo>
                  <a:lnTo>
                    <a:pt x="268941" y="59765"/>
                  </a:lnTo>
                  <a:lnTo>
                    <a:pt x="268941" y="448236"/>
                  </a:lnTo>
                  <a:close/>
                  <a:moveTo>
                    <a:pt x="328706" y="448236"/>
                  </a:moveTo>
                  <a:lnTo>
                    <a:pt x="328706" y="149412"/>
                  </a:lnTo>
                  <a:lnTo>
                    <a:pt x="403412" y="149412"/>
                  </a:lnTo>
                  <a:lnTo>
                    <a:pt x="403412" y="448236"/>
                  </a:lnTo>
                  <a:close/>
                </a:path>
              </a:pathLst>
            </a:custGeom>
            <a:solidFill>
              <a:schemeClr val="accent3">
                <a:lumMod val="25000"/>
                <a:lumOff val="75000"/>
              </a:schemeClr>
            </a:solidFill>
            <a:ln w="1474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nvGrpSpPr>
            <p:cNvPr id="203" name="Group 202">
              <a:extLst>
                <a:ext uri="{FF2B5EF4-FFF2-40B4-BE49-F238E27FC236}">
                  <a16:creationId xmlns:a16="http://schemas.microsoft.com/office/drawing/2014/main" id="{9FD54C63-F6CC-9A9D-1EF9-EC051E802440}"/>
                </a:ext>
              </a:extLst>
            </p:cNvPr>
            <p:cNvGrpSpPr/>
            <p:nvPr/>
          </p:nvGrpSpPr>
          <p:grpSpPr>
            <a:xfrm>
              <a:off x="4492867" y="4306423"/>
              <a:ext cx="274320" cy="274320"/>
              <a:chOff x="7163065" y="4251150"/>
              <a:chExt cx="296612" cy="291702"/>
            </a:xfrm>
          </p:grpSpPr>
          <p:sp>
            <p:nvSpPr>
              <p:cNvPr id="204" name="Oval 203">
                <a:extLst>
                  <a:ext uri="{FF2B5EF4-FFF2-40B4-BE49-F238E27FC236}">
                    <a16:creationId xmlns:a16="http://schemas.microsoft.com/office/drawing/2014/main" id="{A537A738-D8EF-E94F-AD7B-41C78761ED34}"/>
                  </a:ext>
                </a:extLst>
              </p:cNvPr>
              <p:cNvSpPr/>
              <p:nvPr/>
            </p:nvSpPr>
            <p:spPr>
              <a:xfrm>
                <a:off x="7163066" y="4251150"/>
                <a:ext cx="296611" cy="291702"/>
              </a:xfrm>
              <a:prstGeom prst="ellipse">
                <a:avLst/>
              </a:prstGeom>
              <a:solidFill>
                <a:srgbClr val="1E2642"/>
              </a:solidFill>
              <a:ln w="3175">
                <a:solidFill>
                  <a:schemeClr val="bg1"/>
                </a:solidFill>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pic>
            <p:nvPicPr>
              <p:cNvPr id="205" name="Graphic 204">
                <a:extLst>
                  <a:ext uri="{FF2B5EF4-FFF2-40B4-BE49-F238E27FC236}">
                    <a16:creationId xmlns:a16="http://schemas.microsoft.com/office/drawing/2014/main" id="{17790276-C841-D85B-0FF8-A8E7C62D066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63065" y="4251151"/>
                <a:ext cx="296611" cy="291701"/>
              </a:xfrm>
              <a:prstGeom prst="rect">
                <a:avLst/>
              </a:prstGeom>
            </p:spPr>
          </p:pic>
        </p:grpSp>
      </p:grpSp>
      <p:sp>
        <p:nvSpPr>
          <p:cNvPr id="36" name="Rectangle 35">
            <a:extLst>
              <a:ext uri="{FF2B5EF4-FFF2-40B4-BE49-F238E27FC236}">
                <a16:creationId xmlns:a16="http://schemas.microsoft.com/office/drawing/2014/main" id="{FEA9A9D0-8CF7-12B0-EFD8-1A55AEBEC26D}"/>
              </a:ext>
            </a:extLst>
          </p:cNvPr>
          <p:cNvSpPr/>
          <p:nvPr/>
        </p:nvSpPr>
        <p:spPr>
          <a:xfrm>
            <a:off x="6211188" y="3154712"/>
            <a:ext cx="2629788" cy="321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Ubuntu"/>
                <a:ea typeface="+mn-ea"/>
                <a:cs typeface="+mn-cs"/>
              </a:rPr>
              <a:t>Actionable Reporting</a:t>
            </a:r>
          </a:p>
        </p:txBody>
      </p:sp>
      <p:sp>
        <p:nvSpPr>
          <p:cNvPr id="18" name="Rectangle 17">
            <a:extLst>
              <a:ext uri="{FF2B5EF4-FFF2-40B4-BE49-F238E27FC236}">
                <a16:creationId xmlns:a16="http://schemas.microsoft.com/office/drawing/2014/main" id="{51F2DFAD-EFD9-8202-DF72-D7A47455A203}"/>
              </a:ext>
            </a:extLst>
          </p:cNvPr>
          <p:cNvSpPr/>
          <p:nvPr/>
        </p:nvSpPr>
        <p:spPr>
          <a:xfrm>
            <a:off x="558358" y="5305052"/>
            <a:ext cx="2711180" cy="1050822"/>
          </a:xfrm>
          <a:prstGeom prst="rect">
            <a:avLst/>
          </a:prstGeom>
          <a:solidFill>
            <a:schemeClr val="accent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rIns="0" bIns="0" rtlCol="0" anchor="ctr">
            <a:noAutofit/>
          </a:bodyPr>
          <a:lstStyle/>
          <a:p>
            <a:pPr lvl="0">
              <a:lnSpc>
                <a:spcPts val="1700"/>
              </a:lnSpc>
              <a:spcAft>
                <a:spcPts val="600"/>
              </a:spcAft>
              <a:defRPr/>
            </a:pPr>
            <a:r>
              <a:rPr lang="en-US" sz="1100" b="1">
                <a:solidFill>
                  <a:srgbClr val="FFFFFF"/>
                </a:solidFill>
              </a:rPr>
              <a:t>Standardized BI models </a:t>
            </a:r>
            <a:r>
              <a:rPr lang="en-US" sz="1100">
                <a:solidFill>
                  <a:srgbClr val="FFFFFF"/>
                </a:solidFill>
              </a:rPr>
              <a:t>and </a:t>
            </a:r>
            <a:r>
              <a:rPr lang="en-US" sz="1100" b="1">
                <a:solidFill>
                  <a:srgbClr val="FFFFFF"/>
                </a:solidFill>
              </a:rPr>
              <a:t>automated</a:t>
            </a:r>
            <a:r>
              <a:rPr lang="en-US" sz="1100">
                <a:solidFill>
                  <a:srgbClr val="FFFFFF"/>
                </a:solidFill>
              </a:rPr>
              <a:t> </a:t>
            </a:r>
            <a:r>
              <a:rPr lang="en-US" sz="1100" b="1">
                <a:solidFill>
                  <a:srgbClr val="FFFFFF"/>
                </a:solidFill>
              </a:rPr>
              <a:t>dashboards</a:t>
            </a:r>
            <a:r>
              <a:rPr lang="en-US" sz="1100">
                <a:solidFill>
                  <a:srgbClr val="FFFFFF"/>
                </a:solidFill>
              </a:rPr>
              <a:t> transform raw data into </a:t>
            </a:r>
            <a:r>
              <a:rPr lang="en-US" sz="1100" b="1">
                <a:solidFill>
                  <a:srgbClr val="FFFFFF"/>
                </a:solidFill>
              </a:rPr>
              <a:t>consistent KPIs </a:t>
            </a:r>
            <a:r>
              <a:rPr lang="en-US" sz="1100">
                <a:solidFill>
                  <a:srgbClr val="FFFFFF"/>
                </a:solidFill>
              </a:rPr>
              <a:t>and enable rule‑based alerts and </a:t>
            </a:r>
            <a:r>
              <a:rPr lang="en-US" sz="1100" b="1">
                <a:solidFill>
                  <a:srgbClr val="FFFFFF"/>
                </a:solidFill>
              </a:rPr>
              <a:t>workflow automation</a:t>
            </a:r>
            <a:r>
              <a:rPr lang="en-US" sz="1100">
                <a:solidFill>
                  <a:srgbClr val="FFFFFF"/>
                </a:solidFill>
              </a:rPr>
              <a:t>.</a:t>
            </a:r>
          </a:p>
        </p:txBody>
      </p:sp>
      <p:sp>
        <p:nvSpPr>
          <p:cNvPr id="37" name="Rectangle 36">
            <a:extLst>
              <a:ext uri="{FF2B5EF4-FFF2-40B4-BE49-F238E27FC236}">
                <a16:creationId xmlns:a16="http://schemas.microsoft.com/office/drawing/2014/main" id="{7CC2121C-E77C-19E4-37AA-2C27A95E448B}"/>
              </a:ext>
            </a:extLst>
          </p:cNvPr>
          <p:cNvSpPr/>
          <p:nvPr/>
        </p:nvSpPr>
        <p:spPr>
          <a:xfrm>
            <a:off x="3364425" y="5305052"/>
            <a:ext cx="2711180" cy="1050822"/>
          </a:xfrm>
          <a:prstGeom prst="rect">
            <a:avLst/>
          </a:prstGeom>
          <a:solidFill>
            <a:schemeClr val="accent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rIns="0" bIns="0" rtlCol="0" anchor="ctr">
            <a:noAutofit/>
          </a:bodyPr>
          <a:lstStyle/>
          <a:p>
            <a:pPr lvl="0">
              <a:lnSpc>
                <a:spcPts val="1700"/>
              </a:lnSpc>
              <a:spcAft>
                <a:spcPts val="600"/>
              </a:spcAft>
              <a:defRPr/>
            </a:pPr>
            <a:r>
              <a:rPr lang="en-US" sz="1100">
                <a:solidFill>
                  <a:srgbClr val="FFFFFF"/>
                </a:solidFill>
              </a:rPr>
              <a:t>AI augments the BI-layer by analyzing </a:t>
            </a:r>
            <a:r>
              <a:rPr lang="en-US" sz="1100" b="1">
                <a:solidFill>
                  <a:srgbClr val="FFFFFF"/>
                </a:solidFill>
              </a:rPr>
              <a:t>lagging and leading indicators </a:t>
            </a:r>
            <a:r>
              <a:rPr lang="en-US" sz="1100">
                <a:solidFill>
                  <a:srgbClr val="FFFFFF"/>
                </a:solidFill>
              </a:rPr>
              <a:t>across systems and delivering </a:t>
            </a:r>
            <a:r>
              <a:rPr lang="en-US" sz="1100" b="1">
                <a:solidFill>
                  <a:srgbClr val="FFFFFF"/>
                </a:solidFill>
              </a:rPr>
              <a:t>real‑time reports</a:t>
            </a:r>
            <a:r>
              <a:rPr lang="en-US" sz="1100">
                <a:solidFill>
                  <a:srgbClr val="FFFFFF"/>
                </a:solidFill>
              </a:rPr>
              <a:t> with prescriptive </a:t>
            </a:r>
            <a:r>
              <a:rPr lang="en-US" sz="1100" b="1">
                <a:solidFill>
                  <a:srgbClr val="FFFFFF"/>
                </a:solidFill>
              </a:rPr>
              <a:t>recommendations</a:t>
            </a:r>
            <a:r>
              <a:rPr lang="en-US" sz="1100">
                <a:solidFill>
                  <a:srgbClr val="FFFFFF"/>
                </a:solidFill>
              </a:rPr>
              <a:t>.</a:t>
            </a:r>
          </a:p>
        </p:txBody>
      </p:sp>
      <p:sp>
        <p:nvSpPr>
          <p:cNvPr id="38" name="Rectangle 37">
            <a:extLst>
              <a:ext uri="{FF2B5EF4-FFF2-40B4-BE49-F238E27FC236}">
                <a16:creationId xmlns:a16="http://schemas.microsoft.com/office/drawing/2014/main" id="{9C9AB8F0-F14D-E054-E8D7-ED50B85F3D65}"/>
              </a:ext>
            </a:extLst>
          </p:cNvPr>
          <p:cNvSpPr/>
          <p:nvPr/>
        </p:nvSpPr>
        <p:spPr>
          <a:xfrm>
            <a:off x="6170492" y="5305052"/>
            <a:ext cx="2711180" cy="1050822"/>
          </a:xfrm>
          <a:prstGeom prst="rect">
            <a:avLst/>
          </a:prstGeom>
          <a:solidFill>
            <a:schemeClr val="accent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rIns="0" bIns="0" rtlCol="0" anchor="ctr">
            <a:noAutofit/>
          </a:bodyPr>
          <a:lstStyle/>
          <a:p>
            <a:pPr marL="0" marR="0" lvl="0" indent="0" algn="l" defTabSz="914400" rtl="0" eaLnBrk="1" fontAlgn="auto" latinLnBrk="0" hangingPunct="1">
              <a:lnSpc>
                <a:spcPts val="1700"/>
              </a:lnSpc>
              <a:spcBef>
                <a:spcPts val="0"/>
              </a:spcBef>
              <a:spcAft>
                <a:spcPts val="600"/>
              </a:spcAft>
              <a:buClrTx/>
              <a:buSzTx/>
              <a:buFontTx/>
              <a:buNone/>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Smart reporting and forecasts guide proactive </a:t>
            </a:r>
            <a:r>
              <a:rPr kumimoji="0" lang="en-US" sz="1100" b="1" i="0" u="none" strike="noStrike" kern="1200" cap="none" spc="0" normalizeH="0" baseline="0" noProof="0">
                <a:ln>
                  <a:noFill/>
                </a:ln>
                <a:solidFill>
                  <a:srgbClr val="FFFFFF"/>
                </a:solidFill>
                <a:effectLst/>
                <a:uLnTx/>
                <a:uFillTx/>
                <a:latin typeface="Ubuntu"/>
                <a:ea typeface="+mn-ea"/>
                <a:cs typeface="+mn-cs"/>
              </a:rPr>
              <a:t>decisions</a:t>
            </a:r>
            <a:r>
              <a:rPr kumimoji="0" lang="en-US" sz="1100" b="0" i="0" u="none" strike="noStrike" kern="1200" cap="none" spc="0" normalizeH="0" baseline="0" noProof="0">
                <a:ln>
                  <a:noFill/>
                </a:ln>
                <a:solidFill>
                  <a:srgbClr val="FFFFFF"/>
                </a:solidFill>
                <a:effectLst/>
                <a:uLnTx/>
                <a:uFillTx/>
                <a:latin typeface="Ubuntu"/>
                <a:ea typeface="+mn-ea"/>
                <a:cs typeface="+mn-cs"/>
              </a:rPr>
              <a:t>, enable</a:t>
            </a:r>
            <a:r>
              <a:rPr kumimoji="0" lang="en-US" sz="1100" b="1" i="0" u="none" strike="noStrike" kern="1200" cap="none" spc="0" normalizeH="0" baseline="0" noProof="0">
                <a:ln>
                  <a:noFill/>
                </a:ln>
                <a:solidFill>
                  <a:srgbClr val="FFFFFF"/>
                </a:solidFill>
                <a:effectLst/>
                <a:uLnTx/>
                <a:uFillTx/>
                <a:latin typeface="Ubuntu"/>
                <a:ea typeface="+mn-ea"/>
                <a:cs typeface="+mn-cs"/>
              </a:rPr>
              <a:t> real-time scenario planning</a:t>
            </a:r>
            <a:r>
              <a:rPr kumimoji="0" lang="en-US" sz="1100" b="0" i="0" u="none" strike="noStrike" kern="1200" cap="none" spc="0" normalizeH="0" baseline="0" noProof="0">
                <a:ln>
                  <a:noFill/>
                </a:ln>
                <a:solidFill>
                  <a:srgbClr val="FFFFFF"/>
                </a:solidFill>
                <a:effectLst/>
                <a:uLnTx/>
                <a:uFillTx/>
                <a:latin typeface="Ubuntu"/>
                <a:ea typeface="+mn-ea"/>
                <a:cs typeface="+mn-cs"/>
              </a:rPr>
              <a:t>, surface early </a:t>
            </a:r>
            <a:r>
              <a:rPr kumimoji="0" lang="en-US" sz="1100" b="1" i="0" u="none" strike="noStrike" kern="1200" cap="none" spc="0" normalizeH="0" baseline="0" noProof="0">
                <a:ln>
                  <a:noFill/>
                </a:ln>
                <a:solidFill>
                  <a:srgbClr val="FFFFFF"/>
                </a:solidFill>
                <a:effectLst/>
                <a:uLnTx/>
                <a:uFillTx/>
                <a:latin typeface="Ubuntu"/>
                <a:ea typeface="+mn-ea"/>
                <a:cs typeface="+mn-cs"/>
              </a:rPr>
              <a:t>trend signals </a:t>
            </a:r>
            <a:r>
              <a:rPr kumimoji="0" lang="en-US" sz="1100" b="0" i="0" u="none" strike="noStrike" kern="1200" cap="none" spc="0" normalizeH="0" baseline="0" noProof="0">
                <a:ln>
                  <a:noFill/>
                </a:ln>
                <a:solidFill>
                  <a:srgbClr val="FFFFFF"/>
                </a:solidFill>
                <a:effectLst/>
                <a:uLnTx/>
                <a:uFillTx/>
                <a:latin typeface="Ubuntu"/>
                <a:ea typeface="+mn-ea"/>
                <a:cs typeface="+mn-cs"/>
              </a:rPr>
              <a:t>and shape </a:t>
            </a:r>
            <a:r>
              <a:rPr kumimoji="0" lang="en-US" sz="1100" b="1" i="0" u="none" strike="noStrike" kern="1200" cap="none" spc="0" normalizeH="0" baseline="0" noProof="0">
                <a:ln>
                  <a:noFill/>
                </a:ln>
                <a:solidFill>
                  <a:srgbClr val="FFFFFF"/>
                </a:solidFill>
                <a:effectLst/>
                <a:uLnTx/>
                <a:uFillTx/>
                <a:latin typeface="Ubuntu"/>
                <a:ea typeface="+mn-ea"/>
                <a:cs typeface="+mn-cs"/>
              </a:rPr>
              <a:t>long-term strategy</a:t>
            </a:r>
            <a:r>
              <a:rPr kumimoji="0" lang="en-US" sz="1100" b="0" i="0" u="none" strike="noStrike" kern="1200" cap="none" spc="0" normalizeH="0" baseline="0" noProof="0">
                <a:ln>
                  <a:noFill/>
                </a:ln>
                <a:solidFill>
                  <a:srgbClr val="FFFFFF"/>
                </a:solidFill>
                <a:effectLst/>
                <a:uLnTx/>
                <a:uFillTx/>
                <a:latin typeface="Ubuntu"/>
                <a:ea typeface="+mn-ea"/>
                <a:cs typeface="+mn-cs"/>
              </a:rPr>
              <a:t>.</a:t>
            </a:r>
          </a:p>
        </p:txBody>
      </p:sp>
      <p:grpSp>
        <p:nvGrpSpPr>
          <p:cNvPr id="39" name="Group 38">
            <a:extLst>
              <a:ext uri="{FF2B5EF4-FFF2-40B4-BE49-F238E27FC236}">
                <a16:creationId xmlns:a16="http://schemas.microsoft.com/office/drawing/2014/main" id="{649B1DED-D18C-F299-598F-AFBCB32E0A9D}"/>
              </a:ext>
            </a:extLst>
          </p:cNvPr>
          <p:cNvGrpSpPr/>
          <p:nvPr/>
        </p:nvGrpSpPr>
        <p:grpSpPr>
          <a:xfrm rot="16200000">
            <a:off x="6108333" y="4246448"/>
            <a:ext cx="321345" cy="296704"/>
            <a:chOff x="2105983" y="2378102"/>
            <a:chExt cx="387656" cy="417965"/>
          </a:xfrm>
        </p:grpSpPr>
        <p:sp>
          <p:nvSpPr>
            <p:cNvPr id="40" name="Arrow: Chevron 39">
              <a:extLst>
                <a:ext uri="{FF2B5EF4-FFF2-40B4-BE49-F238E27FC236}">
                  <a16:creationId xmlns:a16="http://schemas.microsoft.com/office/drawing/2014/main" id="{21462DBF-EDB6-31C0-DDBF-DF7EA0247B75}"/>
                </a:ext>
              </a:extLst>
            </p:cNvPr>
            <p:cNvSpPr/>
            <p:nvPr/>
          </p:nvSpPr>
          <p:spPr>
            <a:xfrm rot="5400000">
              <a:off x="2161978"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41" name="Arrow: Chevron 40">
              <a:extLst>
                <a:ext uri="{FF2B5EF4-FFF2-40B4-BE49-F238E27FC236}">
                  <a16:creationId xmlns:a16="http://schemas.microsoft.com/office/drawing/2014/main" id="{21F16318-F806-226B-C90A-A4610F0071FC}"/>
                </a:ext>
              </a:extLst>
            </p:cNvPr>
            <p:cNvSpPr/>
            <p:nvPr/>
          </p:nvSpPr>
          <p:spPr>
            <a:xfrm rot="5400000">
              <a:off x="2182832"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20" name="Group 19">
            <a:extLst>
              <a:ext uri="{FF2B5EF4-FFF2-40B4-BE49-F238E27FC236}">
                <a16:creationId xmlns:a16="http://schemas.microsoft.com/office/drawing/2014/main" id="{1E45619E-EE16-2D1D-8F3D-A5D14814EBB1}"/>
              </a:ext>
            </a:extLst>
          </p:cNvPr>
          <p:cNvGrpSpPr/>
          <p:nvPr/>
        </p:nvGrpSpPr>
        <p:grpSpPr>
          <a:xfrm>
            <a:off x="7004503" y="3663747"/>
            <a:ext cx="1043157" cy="1346574"/>
            <a:chOff x="6808749" y="3663747"/>
            <a:chExt cx="1043157" cy="1346574"/>
          </a:xfrm>
        </p:grpSpPr>
        <p:sp>
          <p:nvSpPr>
            <p:cNvPr id="76" name="Freeform: Shape 75">
              <a:extLst>
                <a:ext uri="{FF2B5EF4-FFF2-40B4-BE49-F238E27FC236}">
                  <a16:creationId xmlns:a16="http://schemas.microsoft.com/office/drawing/2014/main" id="{06533C14-A904-4D14-A1F2-BEE2226F3DC5}"/>
                </a:ext>
              </a:extLst>
            </p:cNvPr>
            <p:cNvSpPr/>
            <p:nvPr/>
          </p:nvSpPr>
          <p:spPr>
            <a:xfrm>
              <a:off x="6808749" y="3879147"/>
              <a:ext cx="1005243" cy="1035705"/>
            </a:xfrm>
            <a:custGeom>
              <a:avLst/>
              <a:gdLst>
                <a:gd name="connsiteX0" fmla="*/ 231588 w 449554"/>
                <a:gd name="connsiteY0" fmla="*/ 1 h 463177"/>
                <a:gd name="connsiteX1" fmla="*/ 34057 w 449554"/>
                <a:gd name="connsiteY1" fmla="*/ 110755 h 463177"/>
                <a:gd name="connsiteX2" fmla="*/ 34057 w 449554"/>
                <a:gd name="connsiteY2" fmla="*/ 47681 h 463177"/>
                <a:gd name="connsiteX3" fmla="*/ 27246 w 449554"/>
                <a:gd name="connsiteY3" fmla="*/ 40869 h 463177"/>
                <a:gd name="connsiteX4" fmla="*/ 20434 w 449554"/>
                <a:gd name="connsiteY4" fmla="*/ 47681 h 463177"/>
                <a:gd name="connsiteX5" fmla="*/ 20434 w 449554"/>
                <a:gd name="connsiteY5" fmla="*/ 129418 h 463177"/>
                <a:gd name="connsiteX6" fmla="*/ 27246 w 449554"/>
                <a:gd name="connsiteY6" fmla="*/ 136229 h 463177"/>
                <a:gd name="connsiteX7" fmla="*/ 108983 w 449554"/>
                <a:gd name="connsiteY7" fmla="*/ 136229 h 463177"/>
                <a:gd name="connsiteX8" fmla="*/ 115794 w 449554"/>
                <a:gd name="connsiteY8" fmla="*/ 129418 h 463177"/>
                <a:gd name="connsiteX9" fmla="*/ 108983 w 449554"/>
                <a:gd name="connsiteY9" fmla="*/ 122607 h 463177"/>
                <a:gd name="connsiteX10" fmla="*/ 42912 w 449554"/>
                <a:gd name="connsiteY10" fmla="*/ 122607 h 463177"/>
                <a:gd name="connsiteX11" fmla="*/ 340723 w 449554"/>
                <a:gd name="connsiteY11" fmla="*/ 43064 h 463177"/>
                <a:gd name="connsiteX12" fmla="*/ 420265 w 449554"/>
                <a:gd name="connsiteY12" fmla="*/ 340875 h 463177"/>
                <a:gd name="connsiteX13" fmla="*/ 122454 w 449554"/>
                <a:gd name="connsiteY13" fmla="*/ 420417 h 463177"/>
                <a:gd name="connsiteX14" fmla="*/ 13623 w 449554"/>
                <a:gd name="connsiteY14" fmla="*/ 231589 h 463177"/>
                <a:gd name="connsiteX15" fmla="*/ 6811 w 449554"/>
                <a:gd name="connsiteY15" fmla="*/ 224778 h 463177"/>
                <a:gd name="connsiteX16" fmla="*/ 0 w 449554"/>
                <a:gd name="connsiteY16" fmla="*/ 231589 h 463177"/>
                <a:gd name="connsiteX17" fmla="*/ 231588 w 449554"/>
                <a:gd name="connsiteY17" fmla="*/ 463178 h 463177"/>
                <a:gd name="connsiteX18" fmla="*/ 463177 w 449554"/>
                <a:gd name="connsiteY18" fmla="*/ 231589 h 463177"/>
                <a:gd name="connsiteX19" fmla="*/ 231588 w 449554"/>
                <a:gd name="connsiteY19" fmla="*/ 1 h 46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9554" h="463177">
                  <a:moveTo>
                    <a:pt x="231588" y="1"/>
                  </a:moveTo>
                  <a:cubicBezTo>
                    <a:pt x="150891" y="-228"/>
                    <a:pt x="75957" y="41787"/>
                    <a:pt x="34057" y="110755"/>
                  </a:cubicBezTo>
                  <a:lnTo>
                    <a:pt x="34057" y="47681"/>
                  </a:lnTo>
                  <a:cubicBezTo>
                    <a:pt x="34057" y="43919"/>
                    <a:pt x="31008" y="40869"/>
                    <a:pt x="27246" y="40869"/>
                  </a:cubicBezTo>
                  <a:cubicBezTo>
                    <a:pt x="23484" y="40869"/>
                    <a:pt x="20434" y="43919"/>
                    <a:pt x="20434" y="47681"/>
                  </a:cubicBezTo>
                  <a:lnTo>
                    <a:pt x="20434" y="129418"/>
                  </a:lnTo>
                  <a:cubicBezTo>
                    <a:pt x="20434" y="133180"/>
                    <a:pt x="23484" y="136229"/>
                    <a:pt x="27246" y="136229"/>
                  </a:cubicBezTo>
                  <a:lnTo>
                    <a:pt x="108983" y="136229"/>
                  </a:lnTo>
                  <a:cubicBezTo>
                    <a:pt x="112745" y="136229"/>
                    <a:pt x="115794" y="133180"/>
                    <a:pt x="115794" y="129418"/>
                  </a:cubicBezTo>
                  <a:cubicBezTo>
                    <a:pt x="115794" y="125656"/>
                    <a:pt x="112745" y="122607"/>
                    <a:pt x="108983" y="122607"/>
                  </a:cubicBezTo>
                  <a:lnTo>
                    <a:pt x="42912" y="122607"/>
                  </a:lnTo>
                  <a:cubicBezTo>
                    <a:pt x="103185" y="18403"/>
                    <a:pt x="236519" y="-17209"/>
                    <a:pt x="340723" y="43064"/>
                  </a:cubicBezTo>
                  <a:cubicBezTo>
                    <a:pt x="444925" y="103337"/>
                    <a:pt x="480538" y="236671"/>
                    <a:pt x="420265" y="340875"/>
                  </a:cubicBezTo>
                  <a:cubicBezTo>
                    <a:pt x="359992" y="445077"/>
                    <a:pt x="226657" y="480690"/>
                    <a:pt x="122454" y="420417"/>
                  </a:cubicBezTo>
                  <a:cubicBezTo>
                    <a:pt x="55054" y="381431"/>
                    <a:pt x="13569" y="309452"/>
                    <a:pt x="13623" y="231589"/>
                  </a:cubicBezTo>
                  <a:cubicBezTo>
                    <a:pt x="13623" y="227828"/>
                    <a:pt x="10573" y="224778"/>
                    <a:pt x="6811" y="224778"/>
                  </a:cubicBezTo>
                  <a:cubicBezTo>
                    <a:pt x="3050" y="224778"/>
                    <a:pt x="0" y="227828"/>
                    <a:pt x="0" y="231589"/>
                  </a:cubicBezTo>
                  <a:cubicBezTo>
                    <a:pt x="0" y="359492"/>
                    <a:pt x="103686" y="463178"/>
                    <a:pt x="231588" y="463178"/>
                  </a:cubicBezTo>
                  <a:cubicBezTo>
                    <a:pt x="359491" y="463178"/>
                    <a:pt x="463177" y="359492"/>
                    <a:pt x="463177" y="231589"/>
                  </a:cubicBezTo>
                  <a:cubicBezTo>
                    <a:pt x="463177" y="103687"/>
                    <a:pt x="359491" y="1"/>
                    <a:pt x="231588" y="1"/>
                  </a:cubicBezTo>
                  <a:close/>
                </a:path>
              </a:pathLst>
            </a:custGeom>
            <a:solidFill>
              <a:schemeClr val="accent2"/>
            </a:solidFill>
            <a:ln w="13447" cap="flat">
              <a:noFill/>
              <a:prstDash val="solid"/>
              <a:miter/>
            </a:ln>
            <a:effectLst>
              <a:glow rad="63500">
                <a:schemeClr val="accent2">
                  <a:alpha val="40000"/>
                </a:schemeClr>
              </a:glo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nvGrpSpPr>
            <p:cNvPr id="202" name="Group 201">
              <a:extLst>
                <a:ext uri="{FF2B5EF4-FFF2-40B4-BE49-F238E27FC236}">
                  <a16:creationId xmlns:a16="http://schemas.microsoft.com/office/drawing/2014/main" id="{1C2D8215-A64B-556B-8FD6-6B04541CF64F}"/>
                </a:ext>
              </a:extLst>
            </p:cNvPr>
            <p:cNvGrpSpPr/>
            <p:nvPr/>
          </p:nvGrpSpPr>
          <p:grpSpPr>
            <a:xfrm>
              <a:off x="7163065" y="4251150"/>
              <a:ext cx="296612" cy="291702"/>
              <a:chOff x="7163065" y="4251150"/>
              <a:chExt cx="296612" cy="291702"/>
            </a:xfrm>
          </p:grpSpPr>
          <p:sp>
            <p:nvSpPr>
              <p:cNvPr id="77" name="Oval 76">
                <a:extLst>
                  <a:ext uri="{FF2B5EF4-FFF2-40B4-BE49-F238E27FC236}">
                    <a16:creationId xmlns:a16="http://schemas.microsoft.com/office/drawing/2014/main" id="{07844686-DB81-E1DA-4C37-24A5B4C2EF96}"/>
                  </a:ext>
                </a:extLst>
              </p:cNvPr>
              <p:cNvSpPr/>
              <p:nvPr/>
            </p:nvSpPr>
            <p:spPr>
              <a:xfrm>
                <a:off x="7163066" y="4251150"/>
                <a:ext cx="296611" cy="291702"/>
              </a:xfrm>
              <a:prstGeom prst="ellipse">
                <a:avLst/>
              </a:prstGeom>
              <a:solidFill>
                <a:srgbClr val="1E2642"/>
              </a:solidFill>
              <a:ln w="3175">
                <a:solidFill>
                  <a:schemeClr val="bg1"/>
                </a:solidFill>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pic>
            <p:nvPicPr>
              <p:cNvPr id="78" name="Graphic 77">
                <a:extLst>
                  <a:ext uri="{FF2B5EF4-FFF2-40B4-BE49-F238E27FC236}">
                    <a16:creationId xmlns:a16="http://schemas.microsoft.com/office/drawing/2014/main" id="{E036B8AB-B06C-78B3-7FDC-8357F140646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63065" y="4251151"/>
                <a:ext cx="296611" cy="291701"/>
              </a:xfrm>
              <a:prstGeom prst="rect">
                <a:avLst/>
              </a:prstGeom>
            </p:spPr>
          </p:pic>
        </p:grpSp>
        <p:sp>
          <p:nvSpPr>
            <p:cNvPr id="92" name="Oval 91">
              <a:extLst>
                <a:ext uri="{FF2B5EF4-FFF2-40B4-BE49-F238E27FC236}">
                  <a16:creationId xmlns:a16="http://schemas.microsoft.com/office/drawing/2014/main" id="{F2FA8FFC-CCAA-9301-53E2-E0ED9929E9B6}"/>
                </a:ext>
              </a:extLst>
            </p:cNvPr>
            <p:cNvSpPr/>
            <p:nvPr/>
          </p:nvSpPr>
          <p:spPr>
            <a:xfrm>
              <a:off x="6854874" y="4586579"/>
              <a:ext cx="296612" cy="291702"/>
            </a:xfrm>
            <a:prstGeom prst="ellipse">
              <a:avLst/>
            </a:prstGeom>
            <a:solidFill>
              <a:srgbClr val="1E264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prstClr val="black"/>
                </a:solidFill>
                <a:latin typeface="Ubuntu"/>
              </a:endParaRPr>
            </a:p>
          </p:txBody>
        </p:sp>
        <p:grpSp>
          <p:nvGrpSpPr>
            <p:cNvPr id="93" name="Group 92">
              <a:extLst>
                <a:ext uri="{FF2B5EF4-FFF2-40B4-BE49-F238E27FC236}">
                  <a16:creationId xmlns:a16="http://schemas.microsoft.com/office/drawing/2014/main" id="{C5407923-CD67-5209-FEB2-28C00754AA97}"/>
                </a:ext>
              </a:extLst>
            </p:cNvPr>
            <p:cNvGrpSpPr>
              <a:grpSpLocks noChangeAspect="1"/>
            </p:cNvGrpSpPr>
            <p:nvPr/>
          </p:nvGrpSpPr>
          <p:grpSpPr>
            <a:xfrm>
              <a:off x="6914055" y="4631761"/>
              <a:ext cx="179342" cy="192151"/>
              <a:chOff x="6982041" y="3494008"/>
              <a:chExt cx="203449" cy="217981"/>
            </a:xfrm>
            <a:solidFill>
              <a:schemeClr val="bg1"/>
            </a:solidFill>
          </p:grpSpPr>
          <p:sp>
            <p:nvSpPr>
              <p:cNvPr id="94" name="Freeform: Shape 93">
                <a:extLst>
                  <a:ext uri="{FF2B5EF4-FFF2-40B4-BE49-F238E27FC236}">
                    <a16:creationId xmlns:a16="http://schemas.microsoft.com/office/drawing/2014/main" id="{C7E0FE44-C518-24AC-B6F7-762D37E9A106}"/>
                  </a:ext>
                </a:extLst>
              </p:cNvPr>
              <p:cNvSpPr/>
              <p:nvPr/>
            </p:nvSpPr>
            <p:spPr>
              <a:xfrm>
                <a:off x="6982041" y="3494008"/>
                <a:ext cx="203449" cy="217981"/>
              </a:xfrm>
              <a:custGeom>
                <a:avLst/>
                <a:gdLst>
                  <a:gd name="connsiteX0" fmla="*/ 338742 w 418353"/>
                  <a:gd name="connsiteY0" fmla="*/ 89647 h 448234"/>
                  <a:gd name="connsiteX1" fmla="*/ 371314 w 418353"/>
                  <a:gd name="connsiteY1" fmla="*/ 57075 h 448234"/>
                  <a:gd name="connsiteX2" fmla="*/ 371314 w 418353"/>
                  <a:gd name="connsiteY2" fmla="*/ 46616 h 448234"/>
                  <a:gd name="connsiteX3" fmla="*/ 360855 w 418353"/>
                  <a:gd name="connsiteY3" fmla="*/ 46616 h 448234"/>
                  <a:gd name="connsiteX4" fmla="*/ 326789 w 418353"/>
                  <a:gd name="connsiteY4" fmla="*/ 81131 h 448234"/>
                  <a:gd name="connsiteX5" fmla="*/ 216672 w 418353"/>
                  <a:gd name="connsiteY5" fmla="*/ 44823 h 448234"/>
                  <a:gd name="connsiteX6" fmla="*/ 216672 w 418353"/>
                  <a:gd name="connsiteY6" fmla="*/ 14941 h 448234"/>
                  <a:gd name="connsiteX7" fmla="*/ 276437 w 418353"/>
                  <a:gd name="connsiteY7" fmla="*/ 14941 h 448234"/>
                  <a:gd name="connsiteX8" fmla="*/ 283908 w 418353"/>
                  <a:gd name="connsiteY8" fmla="*/ 7471 h 448234"/>
                  <a:gd name="connsiteX9" fmla="*/ 276437 w 418353"/>
                  <a:gd name="connsiteY9" fmla="*/ 0 h 448234"/>
                  <a:gd name="connsiteX10" fmla="*/ 141966 w 418353"/>
                  <a:gd name="connsiteY10" fmla="*/ 0 h 448234"/>
                  <a:gd name="connsiteX11" fmla="*/ 134496 w 418353"/>
                  <a:gd name="connsiteY11" fmla="*/ 7471 h 448234"/>
                  <a:gd name="connsiteX12" fmla="*/ 141966 w 418353"/>
                  <a:gd name="connsiteY12" fmla="*/ 14941 h 448234"/>
                  <a:gd name="connsiteX13" fmla="*/ 201731 w 418353"/>
                  <a:gd name="connsiteY13" fmla="*/ 14941 h 448234"/>
                  <a:gd name="connsiteX14" fmla="*/ 201731 w 418353"/>
                  <a:gd name="connsiteY14" fmla="*/ 44823 h 448234"/>
                  <a:gd name="connsiteX15" fmla="*/ 135 w 418353"/>
                  <a:gd name="connsiteY15" fmla="*/ 261315 h 448234"/>
                  <a:gd name="connsiteX16" fmla="*/ 216628 w 418353"/>
                  <a:gd name="connsiteY16" fmla="*/ 462910 h 448234"/>
                  <a:gd name="connsiteX17" fmla="*/ 418223 w 418353"/>
                  <a:gd name="connsiteY17" fmla="*/ 246419 h 448234"/>
                  <a:gd name="connsiteX18" fmla="*/ 338742 w 418353"/>
                  <a:gd name="connsiteY18" fmla="*/ 89647 h 448234"/>
                  <a:gd name="connsiteX19" fmla="*/ 209202 w 418353"/>
                  <a:gd name="connsiteY19" fmla="*/ 448235 h 448234"/>
                  <a:gd name="connsiteX20" fmla="*/ 14966 w 418353"/>
                  <a:gd name="connsiteY20" fmla="*/ 254000 h 448234"/>
                  <a:gd name="connsiteX21" fmla="*/ 209202 w 418353"/>
                  <a:gd name="connsiteY21" fmla="*/ 59765 h 448234"/>
                  <a:gd name="connsiteX22" fmla="*/ 403437 w 418353"/>
                  <a:gd name="connsiteY22" fmla="*/ 254000 h 448234"/>
                  <a:gd name="connsiteX23" fmla="*/ 209202 w 418353"/>
                  <a:gd name="connsiteY23" fmla="*/ 448235 h 44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8353" h="448234">
                    <a:moveTo>
                      <a:pt x="338742" y="89647"/>
                    </a:moveTo>
                    <a:lnTo>
                      <a:pt x="371314" y="57075"/>
                    </a:lnTo>
                    <a:cubicBezTo>
                      <a:pt x="374202" y="54187"/>
                      <a:pt x="374202" y="49505"/>
                      <a:pt x="371314" y="46616"/>
                    </a:cubicBezTo>
                    <a:cubicBezTo>
                      <a:pt x="368425" y="43728"/>
                      <a:pt x="363743" y="43728"/>
                      <a:pt x="360855" y="46616"/>
                    </a:cubicBezTo>
                    <a:lnTo>
                      <a:pt x="326789" y="81131"/>
                    </a:lnTo>
                    <a:cubicBezTo>
                      <a:pt x="294274" y="58820"/>
                      <a:pt x="256080" y="46226"/>
                      <a:pt x="216672" y="44823"/>
                    </a:cubicBezTo>
                    <a:lnTo>
                      <a:pt x="216672" y="14941"/>
                    </a:lnTo>
                    <a:lnTo>
                      <a:pt x="276437" y="14941"/>
                    </a:lnTo>
                    <a:cubicBezTo>
                      <a:pt x="280562" y="14941"/>
                      <a:pt x="283908" y="11596"/>
                      <a:pt x="283908" y="7471"/>
                    </a:cubicBezTo>
                    <a:cubicBezTo>
                      <a:pt x="283908" y="3345"/>
                      <a:pt x="280562" y="0"/>
                      <a:pt x="276437" y="0"/>
                    </a:cubicBezTo>
                    <a:lnTo>
                      <a:pt x="141966" y="0"/>
                    </a:lnTo>
                    <a:cubicBezTo>
                      <a:pt x="137841" y="0"/>
                      <a:pt x="134496" y="3345"/>
                      <a:pt x="134496" y="7471"/>
                    </a:cubicBezTo>
                    <a:cubicBezTo>
                      <a:pt x="134496" y="11596"/>
                      <a:pt x="137841" y="14941"/>
                      <a:pt x="141966" y="14941"/>
                    </a:cubicBezTo>
                    <a:lnTo>
                      <a:pt x="201731" y="14941"/>
                    </a:lnTo>
                    <a:lnTo>
                      <a:pt x="201731" y="44823"/>
                    </a:lnTo>
                    <a:cubicBezTo>
                      <a:pt x="86279" y="48937"/>
                      <a:pt x="-3978" y="145863"/>
                      <a:pt x="135" y="261315"/>
                    </a:cubicBezTo>
                    <a:cubicBezTo>
                      <a:pt x="4249" y="376767"/>
                      <a:pt x="101175" y="467023"/>
                      <a:pt x="216628" y="462910"/>
                    </a:cubicBezTo>
                    <a:cubicBezTo>
                      <a:pt x="332078" y="458797"/>
                      <a:pt x="422336" y="361870"/>
                      <a:pt x="418223" y="246419"/>
                    </a:cubicBezTo>
                    <a:cubicBezTo>
                      <a:pt x="416035" y="185025"/>
                      <a:pt x="386970" y="127698"/>
                      <a:pt x="338742" y="89647"/>
                    </a:cubicBezTo>
                    <a:close/>
                    <a:moveTo>
                      <a:pt x="209202" y="448235"/>
                    </a:moveTo>
                    <a:cubicBezTo>
                      <a:pt x="101929" y="448235"/>
                      <a:pt x="14966" y="361273"/>
                      <a:pt x="14966" y="254000"/>
                    </a:cubicBezTo>
                    <a:cubicBezTo>
                      <a:pt x="14966" y="146727"/>
                      <a:pt x="101929" y="59765"/>
                      <a:pt x="209202" y="59765"/>
                    </a:cubicBezTo>
                    <a:cubicBezTo>
                      <a:pt x="316475" y="59765"/>
                      <a:pt x="403437" y="146727"/>
                      <a:pt x="403437" y="254000"/>
                    </a:cubicBezTo>
                    <a:cubicBezTo>
                      <a:pt x="403437" y="361273"/>
                      <a:pt x="316475" y="448235"/>
                      <a:pt x="209202" y="448235"/>
                    </a:cubicBezTo>
                    <a:close/>
                  </a:path>
                </a:pathLst>
              </a:custGeom>
              <a:grpFill/>
              <a:ln w="146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95" name="Freeform: Shape 94">
                <a:extLst>
                  <a:ext uri="{FF2B5EF4-FFF2-40B4-BE49-F238E27FC236}">
                    <a16:creationId xmlns:a16="http://schemas.microsoft.com/office/drawing/2014/main" id="{5B8B45CB-28A6-A744-4E55-E0B0E817F1CB}"/>
                  </a:ext>
                </a:extLst>
              </p:cNvPr>
              <p:cNvSpPr/>
              <p:nvPr/>
            </p:nvSpPr>
            <p:spPr>
              <a:xfrm>
                <a:off x="7080148" y="3536807"/>
                <a:ext cx="7266" cy="79927"/>
              </a:xfrm>
              <a:custGeom>
                <a:avLst/>
                <a:gdLst>
                  <a:gd name="connsiteX0" fmla="*/ 7471 w 14941"/>
                  <a:gd name="connsiteY0" fmla="*/ 0 h 164352"/>
                  <a:gd name="connsiteX1" fmla="*/ 0 w 14941"/>
                  <a:gd name="connsiteY1" fmla="*/ 7471 h 164352"/>
                  <a:gd name="connsiteX2" fmla="*/ 0 w 14941"/>
                  <a:gd name="connsiteY2" fmla="*/ 165996 h 164352"/>
                  <a:gd name="connsiteX3" fmla="*/ 7471 w 14941"/>
                  <a:gd name="connsiteY3" fmla="*/ 173467 h 164352"/>
                  <a:gd name="connsiteX4" fmla="*/ 14941 w 14941"/>
                  <a:gd name="connsiteY4" fmla="*/ 165996 h 164352"/>
                  <a:gd name="connsiteX5" fmla="*/ 14941 w 14941"/>
                  <a:gd name="connsiteY5" fmla="*/ 7471 h 164352"/>
                  <a:gd name="connsiteX6" fmla="*/ 7471 w 14941"/>
                  <a:gd name="connsiteY6" fmla="*/ 0 h 16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41" h="164352">
                    <a:moveTo>
                      <a:pt x="7471" y="0"/>
                    </a:moveTo>
                    <a:cubicBezTo>
                      <a:pt x="3345" y="0"/>
                      <a:pt x="0" y="3345"/>
                      <a:pt x="0" y="7471"/>
                    </a:cubicBezTo>
                    <a:lnTo>
                      <a:pt x="0" y="165996"/>
                    </a:lnTo>
                    <a:cubicBezTo>
                      <a:pt x="0" y="170122"/>
                      <a:pt x="3345" y="173467"/>
                      <a:pt x="7471" y="173467"/>
                    </a:cubicBezTo>
                    <a:cubicBezTo>
                      <a:pt x="11596" y="173467"/>
                      <a:pt x="14941" y="170122"/>
                      <a:pt x="14941" y="165996"/>
                    </a:cubicBezTo>
                    <a:lnTo>
                      <a:pt x="14941" y="7471"/>
                    </a:lnTo>
                    <a:cubicBezTo>
                      <a:pt x="14941" y="3345"/>
                      <a:pt x="11596" y="0"/>
                      <a:pt x="7471" y="0"/>
                    </a:cubicBezTo>
                    <a:close/>
                  </a:path>
                </a:pathLst>
              </a:custGeom>
              <a:grpFill/>
              <a:ln w="146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88" name="Oval 87">
              <a:extLst>
                <a:ext uri="{FF2B5EF4-FFF2-40B4-BE49-F238E27FC236}">
                  <a16:creationId xmlns:a16="http://schemas.microsoft.com/office/drawing/2014/main" id="{CF161732-2C62-E06C-6650-7AE7CAF2E599}"/>
                </a:ext>
              </a:extLst>
            </p:cNvPr>
            <p:cNvSpPr/>
            <p:nvPr/>
          </p:nvSpPr>
          <p:spPr>
            <a:xfrm>
              <a:off x="7555294" y="4586579"/>
              <a:ext cx="296612" cy="291702"/>
            </a:xfrm>
            <a:prstGeom prst="ellipse">
              <a:avLst/>
            </a:prstGeom>
            <a:solidFill>
              <a:srgbClr val="1E264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prstClr val="black"/>
                </a:solidFill>
                <a:latin typeface="Ubuntu"/>
              </a:endParaRPr>
            </a:p>
          </p:txBody>
        </p:sp>
        <p:grpSp>
          <p:nvGrpSpPr>
            <p:cNvPr id="89" name="Graphic 2">
              <a:extLst>
                <a:ext uri="{FF2B5EF4-FFF2-40B4-BE49-F238E27FC236}">
                  <a16:creationId xmlns:a16="http://schemas.microsoft.com/office/drawing/2014/main" id="{0BAB2CF0-A9A6-4152-D9DF-9ED7EA3D03C9}"/>
                </a:ext>
              </a:extLst>
            </p:cNvPr>
            <p:cNvGrpSpPr>
              <a:grpSpLocks noChangeAspect="1"/>
            </p:cNvGrpSpPr>
            <p:nvPr/>
          </p:nvGrpSpPr>
          <p:grpSpPr>
            <a:xfrm>
              <a:off x="7614658" y="4646942"/>
              <a:ext cx="164369" cy="161281"/>
              <a:chOff x="5864412" y="3152433"/>
              <a:chExt cx="463177" cy="454475"/>
            </a:xfrm>
            <a:solidFill>
              <a:schemeClr val="bg1"/>
            </a:solidFill>
          </p:grpSpPr>
          <p:sp>
            <p:nvSpPr>
              <p:cNvPr id="90" name="Freeform: Shape 89">
                <a:extLst>
                  <a:ext uri="{FF2B5EF4-FFF2-40B4-BE49-F238E27FC236}">
                    <a16:creationId xmlns:a16="http://schemas.microsoft.com/office/drawing/2014/main" id="{8101D4F8-7527-4B09-5019-6394A8D1625C}"/>
                  </a:ext>
                </a:extLst>
              </p:cNvPr>
              <p:cNvSpPr/>
              <p:nvPr/>
            </p:nvSpPr>
            <p:spPr>
              <a:xfrm>
                <a:off x="5864412" y="3152433"/>
                <a:ext cx="463177" cy="217966"/>
              </a:xfrm>
              <a:custGeom>
                <a:avLst/>
                <a:gdLst>
                  <a:gd name="connsiteX0" fmla="*/ 462224 w 463177"/>
                  <a:gd name="connsiteY0" fmla="*/ 3559 h 217965"/>
                  <a:gd name="connsiteX1" fmla="*/ 462224 w 463177"/>
                  <a:gd name="connsiteY1" fmla="*/ 3559 h 217965"/>
                  <a:gd name="connsiteX2" fmla="*/ 459091 w 463177"/>
                  <a:gd name="connsiteY2" fmla="*/ 153 h 217965"/>
                  <a:gd name="connsiteX3" fmla="*/ 459091 w 463177"/>
                  <a:gd name="connsiteY3" fmla="*/ 153 h 217965"/>
                  <a:gd name="connsiteX4" fmla="*/ 456366 w 463177"/>
                  <a:gd name="connsiteY4" fmla="*/ 153 h 217965"/>
                  <a:gd name="connsiteX5" fmla="*/ 385663 w 463177"/>
                  <a:gd name="connsiteY5" fmla="*/ 153 h 217965"/>
                  <a:gd name="connsiteX6" fmla="*/ 378852 w 463177"/>
                  <a:gd name="connsiteY6" fmla="*/ 6965 h 217965"/>
                  <a:gd name="connsiteX7" fmla="*/ 385663 w 463177"/>
                  <a:gd name="connsiteY7" fmla="*/ 13776 h 217965"/>
                  <a:gd name="connsiteX8" fmla="*/ 439474 w 463177"/>
                  <a:gd name="connsiteY8" fmla="*/ 13776 h 217965"/>
                  <a:gd name="connsiteX9" fmla="*/ 231589 w 463177"/>
                  <a:gd name="connsiteY9" fmla="*/ 215258 h 217965"/>
                  <a:gd name="connsiteX10" fmla="*/ 123287 w 463177"/>
                  <a:gd name="connsiteY10" fmla="*/ 135564 h 217965"/>
                  <a:gd name="connsiteX11" fmla="*/ 115114 w 463177"/>
                  <a:gd name="connsiteY11" fmla="*/ 135564 h 217965"/>
                  <a:gd name="connsiteX12" fmla="*/ 2725 w 463177"/>
                  <a:gd name="connsiteY12" fmla="*/ 218119 h 217965"/>
                  <a:gd name="connsiteX13" fmla="*/ 1363 w 463177"/>
                  <a:gd name="connsiteY13" fmla="*/ 227655 h 217965"/>
                  <a:gd name="connsiteX14" fmla="*/ 6812 w 463177"/>
                  <a:gd name="connsiteY14" fmla="*/ 230379 h 217965"/>
                  <a:gd name="connsiteX15" fmla="*/ 10899 w 463177"/>
                  <a:gd name="connsiteY15" fmla="*/ 229153 h 217965"/>
                  <a:gd name="connsiteX16" fmla="*/ 119882 w 463177"/>
                  <a:gd name="connsiteY16" fmla="*/ 149051 h 217965"/>
                  <a:gd name="connsiteX17" fmla="*/ 228864 w 463177"/>
                  <a:gd name="connsiteY17" fmla="*/ 229153 h 217965"/>
                  <a:gd name="connsiteX18" fmla="*/ 237719 w 463177"/>
                  <a:gd name="connsiteY18" fmla="*/ 228472 h 217965"/>
                  <a:gd name="connsiteX19" fmla="*/ 449555 w 463177"/>
                  <a:gd name="connsiteY19" fmla="*/ 23040 h 217965"/>
                  <a:gd name="connsiteX20" fmla="*/ 449555 w 463177"/>
                  <a:gd name="connsiteY20" fmla="*/ 77531 h 217965"/>
                  <a:gd name="connsiteX21" fmla="*/ 456366 w 463177"/>
                  <a:gd name="connsiteY21" fmla="*/ 84343 h 217965"/>
                  <a:gd name="connsiteX22" fmla="*/ 463177 w 463177"/>
                  <a:gd name="connsiteY22" fmla="*/ 77531 h 217965"/>
                  <a:gd name="connsiteX23" fmla="*/ 463177 w 463177"/>
                  <a:gd name="connsiteY23" fmla="*/ 6965 h 217965"/>
                  <a:gd name="connsiteX24" fmla="*/ 462224 w 463177"/>
                  <a:gd name="connsiteY24" fmla="*/ 3559 h 21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63177" h="217965">
                    <a:moveTo>
                      <a:pt x="462224" y="3559"/>
                    </a:moveTo>
                    <a:lnTo>
                      <a:pt x="462224" y="3559"/>
                    </a:lnTo>
                    <a:cubicBezTo>
                      <a:pt x="461706" y="2033"/>
                      <a:pt x="460569" y="797"/>
                      <a:pt x="459091" y="153"/>
                    </a:cubicBezTo>
                    <a:lnTo>
                      <a:pt x="459091" y="153"/>
                    </a:lnTo>
                    <a:cubicBezTo>
                      <a:pt x="458194" y="-51"/>
                      <a:pt x="457262" y="-51"/>
                      <a:pt x="456366" y="153"/>
                    </a:cubicBezTo>
                    <a:lnTo>
                      <a:pt x="385663" y="153"/>
                    </a:lnTo>
                    <a:cubicBezTo>
                      <a:pt x="381902" y="153"/>
                      <a:pt x="378852" y="3203"/>
                      <a:pt x="378852" y="6965"/>
                    </a:cubicBezTo>
                    <a:cubicBezTo>
                      <a:pt x="378852" y="10727"/>
                      <a:pt x="381902" y="13776"/>
                      <a:pt x="385663" y="13776"/>
                    </a:cubicBezTo>
                    <a:lnTo>
                      <a:pt x="439474" y="13776"/>
                    </a:lnTo>
                    <a:lnTo>
                      <a:pt x="231589" y="215258"/>
                    </a:lnTo>
                    <a:lnTo>
                      <a:pt x="123287" y="135564"/>
                    </a:lnTo>
                    <a:cubicBezTo>
                      <a:pt x="120851" y="133792"/>
                      <a:pt x="117550" y="133792"/>
                      <a:pt x="115114" y="135564"/>
                    </a:cubicBezTo>
                    <a:lnTo>
                      <a:pt x="2725" y="218119"/>
                    </a:lnTo>
                    <a:cubicBezTo>
                      <a:pt x="-285" y="220376"/>
                      <a:pt x="-894" y="224646"/>
                      <a:pt x="1363" y="227655"/>
                    </a:cubicBezTo>
                    <a:cubicBezTo>
                      <a:pt x="2663" y="229354"/>
                      <a:pt x="4673" y="230359"/>
                      <a:pt x="6812" y="230379"/>
                    </a:cubicBezTo>
                    <a:cubicBezTo>
                      <a:pt x="8264" y="230375"/>
                      <a:pt x="9684" y="229949"/>
                      <a:pt x="10899" y="229153"/>
                    </a:cubicBezTo>
                    <a:lnTo>
                      <a:pt x="119882" y="149051"/>
                    </a:lnTo>
                    <a:lnTo>
                      <a:pt x="228864" y="229153"/>
                    </a:lnTo>
                    <a:cubicBezTo>
                      <a:pt x="231594" y="231089"/>
                      <a:pt x="235317" y="230802"/>
                      <a:pt x="237719" y="228472"/>
                    </a:cubicBezTo>
                    <a:lnTo>
                      <a:pt x="449555" y="23040"/>
                    </a:lnTo>
                    <a:lnTo>
                      <a:pt x="449555" y="77531"/>
                    </a:lnTo>
                    <a:cubicBezTo>
                      <a:pt x="449555" y="81293"/>
                      <a:pt x="452605" y="84343"/>
                      <a:pt x="456366" y="84343"/>
                    </a:cubicBezTo>
                    <a:cubicBezTo>
                      <a:pt x="460127" y="84343"/>
                      <a:pt x="463177" y="81293"/>
                      <a:pt x="463177" y="77531"/>
                    </a:cubicBezTo>
                    <a:lnTo>
                      <a:pt x="463177" y="6965"/>
                    </a:lnTo>
                    <a:cubicBezTo>
                      <a:pt x="463137" y="5770"/>
                      <a:pt x="462808" y="4602"/>
                      <a:pt x="462224" y="3559"/>
                    </a:cubicBezTo>
                    <a:close/>
                  </a:path>
                </a:pathLst>
              </a:custGeom>
              <a:grp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91" name="Freeform: Shape 90">
                <a:extLst>
                  <a:ext uri="{FF2B5EF4-FFF2-40B4-BE49-F238E27FC236}">
                    <a16:creationId xmlns:a16="http://schemas.microsoft.com/office/drawing/2014/main" id="{24CDC19C-7ABF-AAB6-E09A-BCEE12C61FF9}"/>
                  </a:ext>
                </a:extLst>
              </p:cNvPr>
              <p:cNvSpPr/>
              <p:nvPr/>
            </p:nvSpPr>
            <p:spPr>
              <a:xfrm>
                <a:off x="5866126" y="3279960"/>
                <a:ext cx="449554" cy="326948"/>
              </a:xfrm>
              <a:custGeom>
                <a:avLst/>
                <a:gdLst>
                  <a:gd name="connsiteX0" fmla="*/ 461463 w 449554"/>
                  <a:gd name="connsiteY0" fmla="*/ 5040 h 326948"/>
                  <a:gd name="connsiteX1" fmla="*/ 461463 w 449554"/>
                  <a:gd name="connsiteY1" fmla="*/ 3678 h 326948"/>
                  <a:gd name="connsiteX2" fmla="*/ 460782 w 449554"/>
                  <a:gd name="connsiteY2" fmla="*/ 2316 h 326948"/>
                  <a:gd name="connsiteX3" fmla="*/ 460782 w 449554"/>
                  <a:gd name="connsiteY3" fmla="*/ 1499 h 326948"/>
                  <a:gd name="connsiteX4" fmla="*/ 460782 w 449554"/>
                  <a:gd name="connsiteY4" fmla="*/ 1499 h 326948"/>
                  <a:gd name="connsiteX5" fmla="*/ 459556 w 449554"/>
                  <a:gd name="connsiteY5" fmla="*/ 681 h 326948"/>
                  <a:gd name="connsiteX6" fmla="*/ 458602 w 449554"/>
                  <a:gd name="connsiteY6" fmla="*/ 0 h 326948"/>
                  <a:gd name="connsiteX7" fmla="*/ 457513 w 449554"/>
                  <a:gd name="connsiteY7" fmla="*/ 0 h 326948"/>
                  <a:gd name="connsiteX8" fmla="*/ 456014 w 449554"/>
                  <a:gd name="connsiteY8" fmla="*/ 0 h 326948"/>
                  <a:gd name="connsiteX9" fmla="*/ 454924 w 449554"/>
                  <a:gd name="connsiteY9" fmla="*/ 0 h 326948"/>
                  <a:gd name="connsiteX10" fmla="*/ 453426 w 449554"/>
                  <a:gd name="connsiteY10" fmla="*/ 0 h 326948"/>
                  <a:gd name="connsiteX11" fmla="*/ 452200 w 449554"/>
                  <a:gd name="connsiteY11" fmla="*/ 817 h 326948"/>
                  <a:gd name="connsiteX12" fmla="*/ 451382 w 449554"/>
                  <a:gd name="connsiteY12" fmla="*/ 817 h 326948"/>
                  <a:gd name="connsiteX13" fmla="*/ 229875 w 449554"/>
                  <a:gd name="connsiteY13" fmla="*/ 197804 h 326948"/>
                  <a:gd name="connsiteX14" fmla="*/ 121573 w 449554"/>
                  <a:gd name="connsiteY14" fmla="*/ 117838 h 326948"/>
                  <a:gd name="connsiteX15" fmla="*/ 120892 w 449554"/>
                  <a:gd name="connsiteY15" fmla="*/ 117838 h 326948"/>
                  <a:gd name="connsiteX16" fmla="*/ 117214 w 449554"/>
                  <a:gd name="connsiteY16" fmla="*/ 116612 h 326948"/>
                  <a:gd name="connsiteX17" fmla="*/ 117214 w 449554"/>
                  <a:gd name="connsiteY17" fmla="*/ 116612 h 326948"/>
                  <a:gd name="connsiteX18" fmla="*/ 113536 w 449554"/>
                  <a:gd name="connsiteY18" fmla="*/ 117838 h 326948"/>
                  <a:gd name="connsiteX19" fmla="*/ 113536 w 449554"/>
                  <a:gd name="connsiteY19" fmla="*/ 117838 h 326948"/>
                  <a:gd name="connsiteX20" fmla="*/ 1011 w 449554"/>
                  <a:gd name="connsiteY20" fmla="*/ 201073 h 326948"/>
                  <a:gd name="connsiteX21" fmla="*/ 1011 w 449554"/>
                  <a:gd name="connsiteY21" fmla="*/ 201073 h 326948"/>
                  <a:gd name="connsiteX22" fmla="*/ 57 w 449554"/>
                  <a:gd name="connsiteY22" fmla="*/ 202163 h 326948"/>
                  <a:gd name="connsiteX23" fmla="*/ 57 w 449554"/>
                  <a:gd name="connsiteY23" fmla="*/ 203117 h 326948"/>
                  <a:gd name="connsiteX24" fmla="*/ 57 w 449554"/>
                  <a:gd name="connsiteY24" fmla="*/ 204343 h 326948"/>
                  <a:gd name="connsiteX25" fmla="*/ 57 w 449554"/>
                  <a:gd name="connsiteY25" fmla="*/ 205705 h 326948"/>
                  <a:gd name="connsiteX26" fmla="*/ 57 w 449554"/>
                  <a:gd name="connsiteY26" fmla="*/ 205705 h 326948"/>
                  <a:gd name="connsiteX27" fmla="*/ 57 w 449554"/>
                  <a:gd name="connsiteY27" fmla="*/ 328311 h 326948"/>
                  <a:gd name="connsiteX28" fmla="*/ 6869 w 449554"/>
                  <a:gd name="connsiteY28" fmla="*/ 335122 h 326948"/>
                  <a:gd name="connsiteX29" fmla="*/ 13680 w 449554"/>
                  <a:gd name="connsiteY29" fmla="*/ 328311 h 326948"/>
                  <a:gd name="connsiteX30" fmla="*/ 13680 w 449554"/>
                  <a:gd name="connsiteY30" fmla="*/ 209928 h 326948"/>
                  <a:gd name="connsiteX31" fmla="*/ 112446 w 449554"/>
                  <a:gd name="connsiteY31" fmla="*/ 136229 h 326948"/>
                  <a:gd name="connsiteX32" fmla="*/ 112446 w 449554"/>
                  <a:gd name="connsiteY32" fmla="*/ 329128 h 326948"/>
                  <a:gd name="connsiteX33" fmla="*/ 119257 w 449554"/>
                  <a:gd name="connsiteY33" fmla="*/ 335940 h 326948"/>
                  <a:gd name="connsiteX34" fmla="*/ 126069 w 449554"/>
                  <a:gd name="connsiteY34" fmla="*/ 329128 h 326948"/>
                  <a:gd name="connsiteX35" fmla="*/ 126069 w 449554"/>
                  <a:gd name="connsiteY35" fmla="*/ 136229 h 326948"/>
                  <a:gd name="connsiteX36" fmla="*/ 224834 w 449554"/>
                  <a:gd name="connsiteY36" fmla="*/ 209928 h 326948"/>
                  <a:gd name="connsiteX37" fmla="*/ 224834 w 449554"/>
                  <a:gd name="connsiteY37" fmla="*/ 329128 h 326948"/>
                  <a:gd name="connsiteX38" fmla="*/ 231646 w 449554"/>
                  <a:gd name="connsiteY38" fmla="*/ 335940 h 326948"/>
                  <a:gd name="connsiteX39" fmla="*/ 238457 w 449554"/>
                  <a:gd name="connsiteY39" fmla="*/ 329128 h 326948"/>
                  <a:gd name="connsiteX40" fmla="*/ 238457 w 449554"/>
                  <a:gd name="connsiteY40" fmla="*/ 209656 h 326948"/>
                  <a:gd name="connsiteX41" fmla="*/ 337223 w 449554"/>
                  <a:gd name="connsiteY41" fmla="*/ 121516 h 326948"/>
                  <a:gd name="connsiteX42" fmla="*/ 337223 w 449554"/>
                  <a:gd name="connsiteY42" fmla="*/ 329128 h 326948"/>
                  <a:gd name="connsiteX43" fmla="*/ 344034 w 449554"/>
                  <a:gd name="connsiteY43" fmla="*/ 335940 h 326948"/>
                  <a:gd name="connsiteX44" fmla="*/ 350846 w 449554"/>
                  <a:gd name="connsiteY44" fmla="*/ 329128 h 326948"/>
                  <a:gd name="connsiteX45" fmla="*/ 350846 w 449554"/>
                  <a:gd name="connsiteY45" fmla="*/ 113342 h 326948"/>
                  <a:gd name="connsiteX46" fmla="*/ 350028 w 449554"/>
                  <a:gd name="connsiteY46" fmla="*/ 110209 h 326948"/>
                  <a:gd name="connsiteX47" fmla="*/ 447840 w 449554"/>
                  <a:gd name="connsiteY47" fmla="*/ 21252 h 326948"/>
                  <a:gd name="connsiteX48" fmla="*/ 447840 w 449554"/>
                  <a:gd name="connsiteY48" fmla="*/ 329128 h 326948"/>
                  <a:gd name="connsiteX49" fmla="*/ 454652 w 449554"/>
                  <a:gd name="connsiteY49" fmla="*/ 335940 h 326948"/>
                  <a:gd name="connsiteX50" fmla="*/ 461463 w 449554"/>
                  <a:gd name="connsiteY50" fmla="*/ 329128 h 326948"/>
                  <a:gd name="connsiteX51" fmla="*/ 461463 w 449554"/>
                  <a:gd name="connsiteY51" fmla="*/ 6130 h 326948"/>
                  <a:gd name="connsiteX52" fmla="*/ 461463 w 449554"/>
                  <a:gd name="connsiteY52" fmla="*/ 5040 h 32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49554" h="326948">
                    <a:moveTo>
                      <a:pt x="461463" y="5040"/>
                    </a:moveTo>
                    <a:cubicBezTo>
                      <a:pt x="461523" y="4588"/>
                      <a:pt x="461523" y="4130"/>
                      <a:pt x="461463" y="3678"/>
                    </a:cubicBezTo>
                    <a:cubicBezTo>
                      <a:pt x="461292" y="3199"/>
                      <a:pt x="461063" y="2741"/>
                      <a:pt x="460782" y="2316"/>
                    </a:cubicBezTo>
                    <a:cubicBezTo>
                      <a:pt x="460822" y="2045"/>
                      <a:pt x="460822" y="1770"/>
                      <a:pt x="460782" y="1499"/>
                    </a:cubicBezTo>
                    <a:lnTo>
                      <a:pt x="460782" y="1499"/>
                    </a:lnTo>
                    <a:lnTo>
                      <a:pt x="459556" y="681"/>
                    </a:lnTo>
                    <a:cubicBezTo>
                      <a:pt x="459299" y="380"/>
                      <a:pt x="458970" y="147"/>
                      <a:pt x="458602" y="0"/>
                    </a:cubicBezTo>
                    <a:lnTo>
                      <a:pt x="457513" y="0"/>
                    </a:lnTo>
                    <a:lnTo>
                      <a:pt x="456014" y="0"/>
                    </a:lnTo>
                    <a:lnTo>
                      <a:pt x="454924" y="0"/>
                    </a:lnTo>
                    <a:lnTo>
                      <a:pt x="453426" y="0"/>
                    </a:lnTo>
                    <a:lnTo>
                      <a:pt x="452200" y="817"/>
                    </a:lnTo>
                    <a:lnTo>
                      <a:pt x="451382" y="817"/>
                    </a:lnTo>
                    <a:lnTo>
                      <a:pt x="229875" y="197804"/>
                    </a:lnTo>
                    <a:lnTo>
                      <a:pt x="121573" y="117838"/>
                    </a:lnTo>
                    <a:lnTo>
                      <a:pt x="120892" y="117838"/>
                    </a:lnTo>
                    <a:cubicBezTo>
                      <a:pt x="119807" y="117088"/>
                      <a:pt x="118531" y="116663"/>
                      <a:pt x="117214" y="116612"/>
                    </a:cubicBezTo>
                    <a:lnTo>
                      <a:pt x="117214" y="116612"/>
                    </a:lnTo>
                    <a:cubicBezTo>
                      <a:pt x="115896" y="116663"/>
                      <a:pt x="114620" y="117088"/>
                      <a:pt x="113536" y="117838"/>
                    </a:cubicBezTo>
                    <a:lnTo>
                      <a:pt x="113536" y="117838"/>
                    </a:lnTo>
                    <a:lnTo>
                      <a:pt x="1011" y="201073"/>
                    </a:lnTo>
                    <a:lnTo>
                      <a:pt x="1011" y="201073"/>
                    </a:lnTo>
                    <a:cubicBezTo>
                      <a:pt x="624" y="201370"/>
                      <a:pt x="300" y="201741"/>
                      <a:pt x="57" y="202163"/>
                    </a:cubicBezTo>
                    <a:cubicBezTo>
                      <a:pt x="-5" y="202478"/>
                      <a:pt x="-5" y="202802"/>
                      <a:pt x="57" y="203117"/>
                    </a:cubicBezTo>
                    <a:cubicBezTo>
                      <a:pt x="-1" y="203524"/>
                      <a:pt x="-1" y="203937"/>
                      <a:pt x="57" y="204343"/>
                    </a:cubicBezTo>
                    <a:cubicBezTo>
                      <a:pt x="-19" y="204794"/>
                      <a:pt x="-19" y="205254"/>
                      <a:pt x="57" y="205705"/>
                    </a:cubicBezTo>
                    <a:cubicBezTo>
                      <a:pt x="57" y="205705"/>
                      <a:pt x="57" y="205705"/>
                      <a:pt x="57" y="205705"/>
                    </a:cubicBezTo>
                    <a:lnTo>
                      <a:pt x="57" y="328311"/>
                    </a:lnTo>
                    <a:cubicBezTo>
                      <a:pt x="57" y="332072"/>
                      <a:pt x="3107" y="335122"/>
                      <a:pt x="6869" y="335122"/>
                    </a:cubicBezTo>
                    <a:cubicBezTo>
                      <a:pt x="10630" y="335122"/>
                      <a:pt x="13680" y="332072"/>
                      <a:pt x="13680" y="328311"/>
                    </a:cubicBezTo>
                    <a:lnTo>
                      <a:pt x="13680" y="209928"/>
                    </a:lnTo>
                    <a:lnTo>
                      <a:pt x="112446" y="136229"/>
                    </a:lnTo>
                    <a:lnTo>
                      <a:pt x="112446" y="329128"/>
                    </a:lnTo>
                    <a:cubicBezTo>
                      <a:pt x="112446" y="332889"/>
                      <a:pt x="115495" y="335940"/>
                      <a:pt x="119257" y="335940"/>
                    </a:cubicBezTo>
                    <a:cubicBezTo>
                      <a:pt x="123019" y="335940"/>
                      <a:pt x="126069" y="332889"/>
                      <a:pt x="126069" y="329128"/>
                    </a:cubicBezTo>
                    <a:lnTo>
                      <a:pt x="126069" y="136229"/>
                    </a:lnTo>
                    <a:lnTo>
                      <a:pt x="224834" y="209928"/>
                    </a:lnTo>
                    <a:lnTo>
                      <a:pt x="224834" y="329128"/>
                    </a:lnTo>
                    <a:cubicBezTo>
                      <a:pt x="224834" y="332889"/>
                      <a:pt x="227884" y="335940"/>
                      <a:pt x="231646" y="335940"/>
                    </a:cubicBezTo>
                    <a:cubicBezTo>
                      <a:pt x="235407" y="335940"/>
                      <a:pt x="238457" y="332889"/>
                      <a:pt x="238457" y="329128"/>
                    </a:cubicBezTo>
                    <a:lnTo>
                      <a:pt x="238457" y="209656"/>
                    </a:lnTo>
                    <a:lnTo>
                      <a:pt x="337223" y="121516"/>
                    </a:lnTo>
                    <a:lnTo>
                      <a:pt x="337223" y="329128"/>
                    </a:lnTo>
                    <a:cubicBezTo>
                      <a:pt x="337223" y="332889"/>
                      <a:pt x="340273" y="335940"/>
                      <a:pt x="344034" y="335940"/>
                    </a:cubicBezTo>
                    <a:cubicBezTo>
                      <a:pt x="347795" y="335940"/>
                      <a:pt x="350846" y="332889"/>
                      <a:pt x="350846" y="329128"/>
                    </a:cubicBezTo>
                    <a:lnTo>
                      <a:pt x="350846" y="113342"/>
                    </a:lnTo>
                    <a:cubicBezTo>
                      <a:pt x="350801" y="112251"/>
                      <a:pt x="350521" y="111183"/>
                      <a:pt x="350028" y="110209"/>
                    </a:cubicBezTo>
                    <a:lnTo>
                      <a:pt x="447840" y="21252"/>
                    </a:lnTo>
                    <a:lnTo>
                      <a:pt x="447840" y="329128"/>
                    </a:lnTo>
                    <a:cubicBezTo>
                      <a:pt x="447840" y="332889"/>
                      <a:pt x="450891" y="335940"/>
                      <a:pt x="454652" y="335940"/>
                    </a:cubicBezTo>
                    <a:cubicBezTo>
                      <a:pt x="458413" y="335940"/>
                      <a:pt x="461463" y="332889"/>
                      <a:pt x="461463" y="329128"/>
                    </a:cubicBezTo>
                    <a:lnTo>
                      <a:pt x="461463" y="6130"/>
                    </a:lnTo>
                    <a:cubicBezTo>
                      <a:pt x="461463" y="6130"/>
                      <a:pt x="461463" y="5449"/>
                      <a:pt x="461463" y="5040"/>
                    </a:cubicBezTo>
                    <a:close/>
                  </a:path>
                </a:pathLst>
              </a:custGeom>
              <a:grp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82" name="Oval 81">
              <a:extLst>
                <a:ext uri="{FF2B5EF4-FFF2-40B4-BE49-F238E27FC236}">
                  <a16:creationId xmlns:a16="http://schemas.microsoft.com/office/drawing/2014/main" id="{5783CE70-98D9-10AE-395A-201CE1F7608F}"/>
                </a:ext>
              </a:extLst>
            </p:cNvPr>
            <p:cNvSpPr/>
            <p:nvPr/>
          </p:nvSpPr>
          <p:spPr>
            <a:xfrm>
              <a:off x="7163065" y="3774122"/>
              <a:ext cx="296612" cy="291702"/>
            </a:xfrm>
            <a:prstGeom prst="ellipse">
              <a:avLst/>
            </a:prstGeom>
            <a:solidFill>
              <a:srgbClr val="1E264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prstClr val="black"/>
                </a:solidFill>
                <a:latin typeface="Ubuntu"/>
              </a:endParaRPr>
            </a:p>
          </p:txBody>
        </p:sp>
        <p:grpSp>
          <p:nvGrpSpPr>
            <p:cNvPr id="83" name="Graphic 13">
              <a:extLst>
                <a:ext uri="{FF2B5EF4-FFF2-40B4-BE49-F238E27FC236}">
                  <a16:creationId xmlns:a16="http://schemas.microsoft.com/office/drawing/2014/main" id="{FCA60883-40DF-B1FB-A009-F191F740F84E}"/>
                </a:ext>
              </a:extLst>
            </p:cNvPr>
            <p:cNvGrpSpPr>
              <a:grpSpLocks noChangeAspect="1"/>
            </p:cNvGrpSpPr>
            <p:nvPr/>
          </p:nvGrpSpPr>
          <p:grpSpPr>
            <a:xfrm>
              <a:off x="7230887" y="3839512"/>
              <a:ext cx="165165" cy="165165"/>
              <a:chOff x="5768661" y="3152586"/>
              <a:chExt cx="463177" cy="463177"/>
            </a:xfrm>
            <a:solidFill>
              <a:schemeClr val="bg1"/>
            </a:solidFill>
          </p:grpSpPr>
          <p:sp>
            <p:nvSpPr>
              <p:cNvPr id="84" name="Freeform: Shape 83">
                <a:extLst>
                  <a:ext uri="{FF2B5EF4-FFF2-40B4-BE49-F238E27FC236}">
                    <a16:creationId xmlns:a16="http://schemas.microsoft.com/office/drawing/2014/main" id="{1535CD37-7416-DD01-2D43-C018DB7D79D9}"/>
                  </a:ext>
                </a:extLst>
              </p:cNvPr>
              <p:cNvSpPr/>
              <p:nvPr/>
            </p:nvSpPr>
            <p:spPr>
              <a:xfrm>
                <a:off x="5768661" y="3152586"/>
                <a:ext cx="463177" cy="463177"/>
              </a:xfrm>
              <a:custGeom>
                <a:avLst/>
                <a:gdLst>
                  <a:gd name="connsiteX0" fmla="*/ 442743 w 463177"/>
                  <a:gd name="connsiteY0" fmla="*/ 54491 h 463177"/>
                  <a:gd name="connsiteX1" fmla="*/ 381440 w 463177"/>
                  <a:gd name="connsiteY1" fmla="*/ 54491 h 463177"/>
                  <a:gd name="connsiteX2" fmla="*/ 381440 w 463177"/>
                  <a:gd name="connsiteY2" fmla="*/ 20434 h 463177"/>
                  <a:gd name="connsiteX3" fmla="*/ 360869 w 463177"/>
                  <a:gd name="connsiteY3" fmla="*/ 0 h 463177"/>
                  <a:gd name="connsiteX4" fmla="*/ 20298 w 463177"/>
                  <a:gd name="connsiteY4" fmla="*/ 0 h 463177"/>
                  <a:gd name="connsiteX5" fmla="*/ 0 w 463177"/>
                  <a:gd name="connsiteY5" fmla="*/ 20434 h 463177"/>
                  <a:gd name="connsiteX6" fmla="*/ 0 w 463177"/>
                  <a:gd name="connsiteY6" fmla="*/ 401874 h 463177"/>
                  <a:gd name="connsiteX7" fmla="*/ 20571 w 463177"/>
                  <a:gd name="connsiteY7" fmla="*/ 422308 h 463177"/>
                  <a:gd name="connsiteX8" fmla="*/ 81737 w 463177"/>
                  <a:gd name="connsiteY8" fmla="*/ 422308 h 463177"/>
                  <a:gd name="connsiteX9" fmla="*/ 81737 w 463177"/>
                  <a:gd name="connsiteY9" fmla="*/ 442743 h 463177"/>
                  <a:gd name="connsiteX10" fmla="*/ 102171 w 463177"/>
                  <a:gd name="connsiteY10" fmla="*/ 463177 h 463177"/>
                  <a:gd name="connsiteX11" fmla="*/ 442743 w 463177"/>
                  <a:gd name="connsiteY11" fmla="*/ 463177 h 463177"/>
                  <a:gd name="connsiteX12" fmla="*/ 463177 w 463177"/>
                  <a:gd name="connsiteY12" fmla="*/ 442743 h 463177"/>
                  <a:gd name="connsiteX13" fmla="*/ 463177 w 463177"/>
                  <a:gd name="connsiteY13" fmla="*/ 74926 h 463177"/>
                  <a:gd name="connsiteX14" fmla="*/ 442743 w 463177"/>
                  <a:gd name="connsiteY14" fmla="*/ 54491 h 463177"/>
                  <a:gd name="connsiteX15" fmla="*/ 13623 w 463177"/>
                  <a:gd name="connsiteY15" fmla="*/ 401874 h 463177"/>
                  <a:gd name="connsiteX16" fmla="*/ 13623 w 463177"/>
                  <a:gd name="connsiteY16" fmla="*/ 20434 h 463177"/>
                  <a:gd name="connsiteX17" fmla="*/ 20433 w 463177"/>
                  <a:gd name="connsiteY17" fmla="*/ 13621 h 463177"/>
                  <a:gd name="connsiteX18" fmla="*/ 20571 w 463177"/>
                  <a:gd name="connsiteY18" fmla="*/ 13623 h 463177"/>
                  <a:gd name="connsiteX19" fmla="*/ 361142 w 463177"/>
                  <a:gd name="connsiteY19" fmla="*/ 13623 h 463177"/>
                  <a:gd name="connsiteX20" fmla="*/ 368088 w 463177"/>
                  <a:gd name="connsiteY20" fmla="*/ 20297 h 463177"/>
                  <a:gd name="connsiteX21" fmla="*/ 368090 w 463177"/>
                  <a:gd name="connsiteY21" fmla="*/ 20434 h 463177"/>
                  <a:gd name="connsiteX22" fmla="*/ 368090 w 463177"/>
                  <a:gd name="connsiteY22" fmla="*/ 401874 h 463177"/>
                  <a:gd name="connsiteX23" fmla="*/ 361142 w 463177"/>
                  <a:gd name="connsiteY23" fmla="*/ 408822 h 463177"/>
                  <a:gd name="connsiteX24" fmla="*/ 20571 w 463177"/>
                  <a:gd name="connsiteY24" fmla="*/ 408822 h 463177"/>
                  <a:gd name="connsiteX25" fmla="*/ 13623 w 463177"/>
                  <a:gd name="connsiteY25" fmla="*/ 401874 h 463177"/>
                  <a:gd name="connsiteX26" fmla="*/ 449554 w 463177"/>
                  <a:gd name="connsiteY26" fmla="*/ 442743 h 463177"/>
                  <a:gd name="connsiteX27" fmla="*/ 442743 w 463177"/>
                  <a:gd name="connsiteY27" fmla="*/ 449690 h 463177"/>
                  <a:gd name="connsiteX28" fmla="*/ 102171 w 463177"/>
                  <a:gd name="connsiteY28" fmla="*/ 449690 h 463177"/>
                  <a:gd name="connsiteX29" fmla="*/ 95360 w 463177"/>
                  <a:gd name="connsiteY29" fmla="*/ 442743 h 463177"/>
                  <a:gd name="connsiteX30" fmla="*/ 95360 w 463177"/>
                  <a:gd name="connsiteY30" fmla="*/ 422308 h 463177"/>
                  <a:gd name="connsiteX31" fmla="*/ 360869 w 463177"/>
                  <a:gd name="connsiteY31" fmla="*/ 422308 h 463177"/>
                  <a:gd name="connsiteX32" fmla="*/ 381440 w 463177"/>
                  <a:gd name="connsiteY32" fmla="*/ 401874 h 463177"/>
                  <a:gd name="connsiteX33" fmla="*/ 381440 w 463177"/>
                  <a:gd name="connsiteY33" fmla="*/ 68114 h 463177"/>
                  <a:gd name="connsiteX34" fmla="*/ 442743 w 463177"/>
                  <a:gd name="connsiteY34" fmla="*/ 68114 h 463177"/>
                  <a:gd name="connsiteX35" fmla="*/ 449554 w 463177"/>
                  <a:gd name="connsiteY35" fmla="*/ 74926 h 46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63177" h="463177">
                    <a:moveTo>
                      <a:pt x="442743" y="54491"/>
                    </a:moveTo>
                    <a:lnTo>
                      <a:pt x="381440" y="54491"/>
                    </a:lnTo>
                    <a:lnTo>
                      <a:pt x="381440" y="20434"/>
                    </a:lnTo>
                    <a:cubicBezTo>
                      <a:pt x="381365" y="9127"/>
                      <a:pt x="372178" y="0"/>
                      <a:pt x="360869" y="0"/>
                    </a:cubicBezTo>
                    <a:lnTo>
                      <a:pt x="20298" y="0"/>
                    </a:lnTo>
                    <a:cubicBezTo>
                      <a:pt x="9097" y="148"/>
                      <a:pt x="73" y="9232"/>
                      <a:pt x="0" y="20434"/>
                    </a:cubicBezTo>
                    <a:lnTo>
                      <a:pt x="0" y="401874"/>
                    </a:lnTo>
                    <a:cubicBezTo>
                      <a:pt x="148" y="413151"/>
                      <a:pt x="9293" y="422235"/>
                      <a:pt x="20571" y="422308"/>
                    </a:cubicBezTo>
                    <a:lnTo>
                      <a:pt x="81737" y="422308"/>
                    </a:lnTo>
                    <a:lnTo>
                      <a:pt x="81737" y="442743"/>
                    </a:lnTo>
                    <a:cubicBezTo>
                      <a:pt x="81811" y="453998"/>
                      <a:pt x="90917" y="463102"/>
                      <a:pt x="102171" y="463177"/>
                    </a:cubicBezTo>
                    <a:lnTo>
                      <a:pt x="442743" y="463177"/>
                    </a:lnTo>
                    <a:cubicBezTo>
                      <a:pt x="453998" y="463102"/>
                      <a:pt x="463102" y="453998"/>
                      <a:pt x="463177" y="442743"/>
                    </a:cubicBezTo>
                    <a:lnTo>
                      <a:pt x="463177" y="74926"/>
                    </a:lnTo>
                    <a:cubicBezTo>
                      <a:pt x="463102" y="63671"/>
                      <a:pt x="453998" y="54566"/>
                      <a:pt x="442743" y="54491"/>
                    </a:cubicBezTo>
                    <a:close/>
                    <a:moveTo>
                      <a:pt x="13623" y="401874"/>
                    </a:moveTo>
                    <a:lnTo>
                      <a:pt x="13623" y="20434"/>
                    </a:lnTo>
                    <a:cubicBezTo>
                      <a:pt x="13622" y="16672"/>
                      <a:pt x="16671" y="13622"/>
                      <a:pt x="20433" y="13621"/>
                    </a:cubicBezTo>
                    <a:cubicBezTo>
                      <a:pt x="20479" y="13621"/>
                      <a:pt x="20525" y="13622"/>
                      <a:pt x="20571" y="13623"/>
                    </a:cubicBezTo>
                    <a:lnTo>
                      <a:pt x="361142" y="13623"/>
                    </a:lnTo>
                    <a:cubicBezTo>
                      <a:pt x="364903" y="13548"/>
                      <a:pt x="368013" y="16536"/>
                      <a:pt x="368088" y="20297"/>
                    </a:cubicBezTo>
                    <a:cubicBezTo>
                      <a:pt x="368090" y="20343"/>
                      <a:pt x="368090" y="20388"/>
                      <a:pt x="368090" y="20434"/>
                    </a:cubicBezTo>
                    <a:lnTo>
                      <a:pt x="368090" y="401874"/>
                    </a:lnTo>
                    <a:cubicBezTo>
                      <a:pt x="368090" y="405712"/>
                      <a:pt x="364979" y="408822"/>
                      <a:pt x="361142" y="408822"/>
                    </a:cubicBezTo>
                    <a:lnTo>
                      <a:pt x="20571" y="408822"/>
                    </a:lnTo>
                    <a:cubicBezTo>
                      <a:pt x="16733" y="408822"/>
                      <a:pt x="13623" y="405712"/>
                      <a:pt x="13623" y="401874"/>
                    </a:cubicBezTo>
                    <a:close/>
                    <a:moveTo>
                      <a:pt x="449554" y="442743"/>
                    </a:moveTo>
                    <a:cubicBezTo>
                      <a:pt x="449556" y="446527"/>
                      <a:pt x="446527" y="449617"/>
                      <a:pt x="442743" y="449690"/>
                    </a:cubicBezTo>
                    <a:lnTo>
                      <a:pt x="102171" y="449690"/>
                    </a:lnTo>
                    <a:cubicBezTo>
                      <a:pt x="98388" y="449617"/>
                      <a:pt x="95359" y="446527"/>
                      <a:pt x="95360" y="442743"/>
                    </a:cubicBezTo>
                    <a:lnTo>
                      <a:pt x="95360" y="422308"/>
                    </a:lnTo>
                    <a:lnTo>
                      <a:pt x="360869" y="422308"/>
                    </a:lnTo>
                    <a:cubicBezTo>
                      <a:pt x="372146" y="422235"/>
                      <a:pt x="381291" y="413151"/>
                      <a:pt x="381440" y="401874"/>
                    </a:cubicBezTo>
                    <a:lnTo>
                      <a:pt x="381440" y="68114"/>
                    </a:lnTo>
                    <a:lnTo>
                      <a:pt x="442743" y="68114"/>
                    </a:lnTo>
                    <a:cubicBezTo>
                      <a:pt x="446474" y="68187"/>
                      <a:pt x="449482" y="71194"/>
                      <a:pt x="449554" y="74926"/>
                    </a:cubicBezTo>
                    <a:close/>
                  </a:path>
                </a:pathLst>
              </a:custGeom>
              <a:grp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85" name="Freeform: Shape 84">
                <a:extLst>
                  <a:ext uri="{FF2B5EF4-FFF2-40B4-BE49-F238E27FC236}">
                    <a16:creationId xmlns:a16="http://schemas.microsoft.com/office/drawing/2014/main" id="{8A24D261-8789-13A3-EA6F-13461A79ACDC}"/>
                  </a:ext>
                </a:extLst>
              </p:cNvPr>
              <p:cNvSpPr/>
              <p:nvPr/>
            </p:nvSpPr>
            <p:spPr>
              <a:xfrm>
                <a:off x="5827126" y="3234324"/>
                <a:ext cx="258833" cy="13624"/>
              </a:xfrm>
              <a:custGeom>
                <a:avLst/>
                <a:gdLst>
                  <a:gd name="connsiteX0" fmla="*/ 260469 w 258834"/>
                  <a:gd name="connsiteY0" fmla="*/ 13623 h 13622"/>
                  <a:gd name="connsiteX1" fmla="*/ 6811 w 258834"/>
                  <a:gd name="connsiteY1" fmla="*/ 13623 h 13622"/>
                  <a:gd name="connsiteX2" fmla="*/ 0 w 258834"/>
                  <a:gd name="connsiteY2" fmla="*/ 6811 h 13622"/>
                  <a:gd name="connsiteX3" fmla="*/ 6811 w 258834"/>
                  <a:gd name="connsiteY3" fmla="*/ 0 h 13622"/>
                  <a:gd name="connsiteX4" fmla="*/ 260469 w 258834"/>
                  <a:gd name="connsiteY4" fmla="*/ 0 h 13622"/>
                  <a:gd name="connsiteX5" fmla="*/ 267280 w 258834"/>
                  <a:gd name="connsiteY5" fmla="*/ 6811 h 13622"/>
                  <a:gd name="connsiteX6" fmla="*/ 260469 w 258834"/>
                  <a:gd name="connsiteY6" fmla="*/ 13623 h 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834" h="13622">
                    <a:moveTo>
                      <a:pt x="260469" y="13623"/>
                    </a:moveTo>
                    <a:lnTo>
                      <a:pt x="6811" y="13623"/>
                    </a:lnTo>
                    <a:cubicBezTo>
                      <a:pt x="3080" y="13550"/>
                      <a:pt x="72" y="10543"/>
                      <a:pt x="0" y="6811"/>
                    </a:cubicBezTo>
                    <a:cubicBezTo>
                      <a:pt x="0" y="3050"/>
                      <a:pt x="3050" y="0"/>
                      <a:pt x="6811" y="0"/>
                    </a:cubicBezTo>
                    <a:lnTo>
                      <a:pt x="260469" y="0"/>
                    </a:lnTo>
                    <a:cubicBezTo>
                      <a:pt x="264230" y="0"/>
                      <a:pt x="267280" y="3050"/>
                      <a:pt x="267280" y="6811"/>
                    </a:cubicBezTo>
                    <a:cubicBezTo>
                      <a:pt x="267208" y="10543"/>
                      <a:pt x="264200" y="13550"/>
                      <a:pt x="260469" y="13623"/>
                    </a:cubicBezTo>
                    <a:close/>
                  </a:path>
                </a:pathLst>
              </a:custGeom>
              <a:grp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86" name="Freeform: Shape 85">
                <a:extLst>
                  <a:ext uri="{FF2B5EF4-FFF2-40B4-BE49-F238E27FC236}">
                    <a16:creationId xmlns:a16="http://schemas.microsoft.com/office/drawing/2014/main" id="{C864B204-2E2A-2657-36EA-6C7CEC5010DC}"/>
                  </a:ext>
                </a:extLst>
              </p:cNvPr>
              <p:cNvSpPr/>
              <p:nvPr/>
            </p:nvSpPr>
            <p:spPr>
              <a:xfrm>
                <a:off x="5827126" y="3397797"/>
                <a:ext cx="258833" cy="13624"/>
              </a:xfrm>
              <a:custGeom>
                <a:avLst/>
                <a:gdLst>
                  <a:gd name="connsiteX0" fmla="*/ 260469 w 258834"/>
                  <a:gd name="connsiteY0" fmla="*/ 13623 h 13622"/>
                  <a:gd name="connsiteX1" fmla="*/ 6811 w 258834"/>
                  <a:gd name="connsiteY1" fmla="*/ 13623 h 13622"/>
                  <a:gd name="connsiteX2" fmla="*/ 0 w 258834"/>
                  <a:gd name="connsiteY2" fmla="*/ 6811 h 13622"/>
                  <a:gd name="connsiteX3" fmla="*/ 6811 w 258834"/>
                  <a:gd name="connsiteY3" fmla="*/ 0 h 13622"/>
                  <a:gd name="connsiteX4" fmla="*/ 260469 w 258834"/>
                  <a:gd name="connsiteY4" fmla="*/ 0 h 13622"/>
                  <a:gd name="connsiteX5" fmla="*/ 267280 w 258834"/>
                  <a:gd name="connsiteY5" fmla="*/ 6811 h 13622"/>
                  <a:gd name="connsiteX6" fmla="*/ 260469 w 258834"/>
                  <a:gd name="connsiteY6" fmla="*/ 13623 h 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834" h="13622">
                    <a:moveTo>
                      <a:pt x="260469" y="13623"/>
                    </a:moveTo>
                    <a:lnTo>
                      <a:pt x="6811" y="13623"/>
                    </a:lnTo>
                    <a:cubicBezTo>
                      <a:pt x="3050" y="13623"/>
                      <a:pt x="0" y="10573"/>
                      <a:pt x="0" y="6811"/>
                    </a:cubicBezTo>
                    <a:cubicBezTo>
                      <a:pt x="0" y="3050"/>
                      <a:pt x="3050" y="0"/>
                      <a:pt x="6811" y="0"/>
                    </a:cubicBezTo>
                    <a:lnTo>
                      <a:pt x="260469" y="0"/>
                    </a:lnTo>
                    <a:cubicBezTo>
                      <a:pt x="264230" y="0"/>
                      <a:pt x="267280" y="3050"/>
                      <a:pt x="267280" y="6811"/>
                    </a:cubicBezTo>
                    <a:cubicBezTo>
                      <a:pt x="267280" y="10573"/>
                      <a:pt x="264230" y="13623"/>
                      <a:pt x="260469" y="13623"/>
                    </a:cubicBezTo>
                    <a:close/>
                  </a:path>
                </a:pathLst>
              </a:custGeom>
              <a:grp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87" name="Freeform: Shape 86">
                <a:extLst>
                  <a:ext uri="{FF2B5EF4-FFF2-40B4-BE49-F238E27FC236}">
                    <a16:creationId xmlns:a16="http://schemas.microsoft.com/office/drawing/2014/main" id="{0F6E6EA7-AEA9-4ED6-CE0F-D361CB646771}"/>
                  </a:ext>
                </a:extLst>
              </p:cNvPr>
              <p:cNvSpPr/>
              <p:nvPr/>
            </p:nvSpPr>
            <p:spPr>
              <a:xfrm>
                <a:off x="5826990" y="3316060"/>
                <a:ext cx="204344" cy="13624"/>
              </a:xfrm>
              <a:custGeom>
                <a:avLst/>
                <a:gdLst>
                  <a:gd name="connsiteX0" fmla="*/ 205160 w 204342"/>
                  <a:gd name="connsiteY0" fmla="*/ 13623 h 13622"/>
                  <a:gd name="connsiteX1" fmla="*/ 6811 w 204342"/>
                  <a:gd name="connsiteY1" fmla="*/ 13623 h 13622"/>
                  <a:gd name="connsiteX2" fmla="*/ 0 w 204342"/>
                  <a:gd name="connsiteY2" fmla="*/ 6811 h 13622"/>
                  <a:gd name="connsiteX3" fmla="*/ 6811 w 204342"/>
                  <a:gd name="connsiteY3" fmla="*/ 0 h 13622"/>
                  <a:gd name="connsiteX4" fmla="*/ 205160 w 204342"/>
                  <a:gd name="connsiteY4" fmla="*/ 0 h 13622"/>
                  <a:gd name="connsiteX5" fmla="*/ 211972 w 204342"/>
                  <a:gd name="connsiteY5" fmla="*/ 6811 h 13622"/>
                  <a:gd name="connsiteX6" fmla="*/ 205160 w 204342"/>
                  <a:gd name="connsiteY6" fmla="*/ 13623 h 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342" h="13622">
                    <a:moveTo>
                      <a:pt x="205160" y="13623"/>
                    </a:moveTo>
                    <a:lnTo>
                      <a:pt x="6811" y="13623"/>
                    </a:lnTo>
                    <a:cubicBezTo>
                      <a:pt x="3050" y="13623"/>
                      <a:pt x="0" y="10573"/>
                      <a:pt x="0" y="6811"/>
                    </a:cubicBezTo>
                    <a:cubicBezTo>
                      <a:pt x="0" y="3050"/>
                      <a:pt x="3050" y="0"/>
                      <a:pt x="6811" y="0"/>
                    </a:cubicBezTo>
                    <a:lnTo>
                      <a:pt x="205160" y="0"/>
                    </a:lnTo>
                    <a:cubicBezTo>
                      <a:pt x="208921" y="0"/>
                      <a:pt x="211972" y="3050"/>
                      <a:pt x="211972" y="6811"/>
                    </a:cubicBezTo>
                    <a:cubicBezTo>
                      <a:pt x="211972" y="10573"/>
                      <a:pt x="208921" y="13623"/>
                      <a:pt x="205160" y="13623"/>
                    </a:cubicBezTo>
                    <a:close/>
                  </a:path>
                </a:pathLst>
              </a:custGeom>
              <a:grpFill/>
              <a:ln w="134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75" name="Rectangle 74">
              <a:extLst>
                <a:ext uri="{FF2B5EF4-FFF2-40B4-BE49-F238E27FC236}">
                  <a16:creationId xmlns:a16="http://schemas.microsoft.com/office/drawing/2014/main" id="{802CA06D-A591-4F92-AAB8-C26D04D85EB1}"/>
                </a:ext>
              </a:extLst>
            </p:cNvPr>
            <p:cNvSpPr/>
            <p:nvPr/>
          </p:nvSpPr>
          <p:spPr>
            <a:xfrm>
              <a:off x="6829540" y="4922682"/>
              <a:ext cx="1001572" cy="876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Ubuntu"/>
                  <a:ea typeface="+mn-ea"/>
                  <a:cs typeface="+mn-cs"/>
                </a:rPr>
                <a:t>Faster responses to trends</a:t>
              </a:r>
              <a:endParaRPr kumimoji="0" lang="en-US" sz="600" b="0" i="0" u="none" strike="noStrike" kern="1200" cap="none" spc="0" normalizeH="0" baseline="0" noProof="0">
                <a:ln>
                  <a:noFill/>
                </a:ln>
                <a:solidFill>
                  <a:srgbClr val="FFFFFF"/>
                </a:solidFill>
                <a:effectLst/>
                <a:uLnTx/>
                <a:uFillTx/>
                <a:latin typeface="Ubuntu (Body)"/>
                <a:ea typeface="+mn-ea"/>
                <a:cs typeface="+mn-cs"/>
              </a:endParaRPr>
            </a:p>
          </p:txBody>
        </p:sp>
        <p:sp>
          <p:nvSpPr>
            <p:cNvPr id="73" name="Rectangle 72">
              <a:extLst>
                <a:ext uri="{FF2B5EF4-FFF2-40B4-BE49-F238E27FC236}">
                  <a16:creationId xmlns:a16="http://schemas.microsoft.com/office/drawing/2014/main" id="{F9B5DE43-365A-9F33-8999-110560E014CD}"/>
                </a:ext>
              </a:extLst>
            </p:cNvPr>
            <p:cNvSpPr/>
            <p:nvPr/>
          </p:nvSpPr>
          <p:spPr>
            <a:xfrm>
              <a:off x="6829540" y="3663747"/>
              <a:ext cx="1001572" cy="876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Ubuntu"/>
                  <a:ea typeface="+mn-ea"/>
                  <a:cs typeface="+mn-cs"/>
                </a:rPr>
                <a:t>Personalized Reports</a:t>
              </a:r>
              <a:endParaRPr kumimoji="0" lang="en-US" sz="600" b="0" i="0" u="none" strike="noStrike" kern="1200" cap="none" spc="0" normalizeH="0" baseline="0" noProof="0">
                <a:ln>
                  <a:noFill/>
                </a:ln>
                <a:solidFill>
                  <a:srgbClr val="FFFFFF"/>
                </a:solidFill>
                <a:effectLst/>
                <a:uLnTx/>
                <a:uFillTx/>
                <a:latin typeface="Ubuntu (Body)"/>
                <a:ea typeface="+mn-ea"/>
                <a:cs typeface="+mn-cs"/>
              </a:endParaRPr>
            </a:p>
          </p:txBody>
        </p:sp>
      </p:grpSp>
      <p:grpSp>
        <p:nvGrpSpPr>
          <p:cNvPr id="28" name="Group 27">
            <a:extLst>
              <a:ext uri="{FF2B5EF4-FFF2-40B4-BE49-F238E27FC236}">
                <a16:creationId xmlns:a16="http://schemas.microsoft.com/office/drawing/2014/main" id="{5BA6A5E3-743E-FF80-731B-3EA2E8FCAED9}"/>
              </a:ext>
            </a:extLst>
          </p:cNvPr>
          <p:cNvGrpSpPr/>
          <p:nvPr/>
        </p:nvGrpSpPr>
        <p:grpSpPr>
          <a:xfrm>
            <a:off x="1254196" y="3664417"/>
            <a:ext cx="1304514" cy="1460768"/>
            <a:chOff x="1256390" y="3664417"/>
            <a:chExt cx="1304514" cy="1460768"/>
          </a:xfrm>
        </p:grpSpPr>
        <p:sp>
          <p:nvSpPr>
            <p:cNvPr id="97" name="Oval 96">
              <a:extLst>
                <a:ext uri="{FF2B5EF4-FFF2-40B4-BE49-F238E27FC236}">
                  <a16:creationId xmlns:a16="http://schemas.microsoft.com/office/drawing/2014/main" id="{38615FAC-E6C3-1ADC-6E7B-EC1000F4B18C}"/>
                </a:ext>
              </a:extLst>
            </p:cNvPr>
            <p:cNvSpPr/>
            <p:nvPr/>
          </p:nvSpPr>
          <p:spPr>
            <a:xfrm>
              <a:off x="1431293" y="3930149"/>
              <a:ext cx="954709" cy="954708"/>
            </a:xfrm>
            <a:prstGeom prst="ellipse">
              <a:avLst/>
            </a:prstGeom>
            <a:no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200">
                <a:solidFill>
                  <a:schemeClr val="tx1"/>
                </a:solidFill>
              </a:endParaRPr>
            </a:p>
          </p:txBody>
        </p:sp>
        <p:grpSp>
          <p:nvGrpSpPr>
            <p:cNvPr id="210" name="Group 209">
              <a:extLst>
                <a:ext uri="{FF2B5EF4-FFF2-40B4-BE49-F238E27FC236}">
                  <a16:creationId xmlns:a16="http://schemas.microsoft.com/office/drawing/2014/main" id="{794E402E-BC7B-FA34-780C-AC72D4F3E18F}"/>
                </a:ext>
              </a:extLst>
            </p:cNvPr>
            <p:cNvGrpSpPr>
              <a:grpSpLocks noChangeAspect="1"/>
            </p:cNvGrpSpPr>
            <p:nvPr/>
          </p:nvGrpSpPr>
          <p:grpSpPr>
            <a:xfrm>
              <a:off x="2116034" y="3941655"/>
              <a:ext cx="292609" cy="292608"/>
              <a:chOff x="4849034" y="3574393"/>
              <a:chExt cx="475496" cy="475496"/>
            </a:xfrm>
          </p:grpSpPr>
          <p:sp>
            <p:nvSpPr>
              <p:cNvPr id="211" name="Oval 210">
                <a:extLst>
                  <a:ext uri="{FF2B5EF4-FFF2-40B4-BE49-F238E27FC236}">
                    <a16:creationId xmlns:a16="http://schemas.microsoft.com/office/drawing/2014/main" id="{3AE6BEC7-B060-60C9-9299-FD9A30AC7F85}"/>
                  </a:ext>
                </a:extLst>
              </p:cNvPr>
              <p:cNvSpPr>
                <a:spLocks noChangeAspect="1"/>
              </p:cNvSpPr>
              <p:nvPr/>
            </p:nvSpPr>
            <p:spPr>
              <a:xfrm>
                <a:off x="4849034" y="3574393"/>
                <a:ext cx="475496" cy="475496"/>
              </a:xfrm>
              <a:prstGeom prst="ellipse">
                <a:avLst/>
              </a:prstGeom>
              <a:solidFill>
                <a:srgbClr val="1E2642"/>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prstClr val="black"/>
                  </a:solidFill>
                  <a:latin typeface="Ubuntu"/>
                </a:endParaRPr>
              </a:p>
            </p:txBody>
          </p:sp>
          <p:grpSp>
            <p:nvGrpSpPr>
              <p:cNvPr id="212" name="Graphic 20">
                <a:extLst>
                  <a:ext uri="{FF2B5EF4-FFF2-40B4-BE49-F238E27FC236}">
                    <a16:creationId xmlns:a16="http://schemas.microsoft.com/office/drawing/2014/main" id="{81ACC9BB-7D0B-366C-12F8-F4BAE243DB2D}"/>
                  </a:ext>
                </a:extLst>
              </p:cNvPr>
              <p:cNvGrpSpPr>
                <a:grpSpLocks noChangeAspect="1"/>
              </p:cNvGrpSpPr>
              <p:nvPr/>
            </p:nvGrpSpPr>
            <p:grpSpPr>
              <a:xfrm>
                <a:off x="4924780" y="3698085"/>
                <a:ext cx="324005" cy="228113"/>
                <a:chOff x="5842001" y="3197410"/>
                <a:chExt cx="507998" cy="373528"/>
              </a:xfrm>
              <a:solidFill>
                <a:schemeClr val="bg1"/>
              </a:solidFill>
              <a:effectLst/>
            </p:grpSpPr>
            <p:sp>
              <p:nvSpPr>
                <p:cNvPr id="213" name="Freeform: Shape 212">
                  <a:extLst>
                    <a:ext uri="{FF2B5EF4-FFF2-40B4-BE49-F238E27FC236}">
                      <a16:creationId xmlns:a16="http://schemas.microsoft.com/office/drawing/2014/main" id="{5ADEC07D-4D5C-1D25-64EC-2B4C95794C9C}"/>
                    </a:ext>
                  </a:extLst>
                </p:cNvPr>
                <p:cNvSpPr/>
                <p:nvPr/>
              </p:nvSpPr>
              <p:spPr>
                <a:xfrm>
                  <a:off x="5842001" y="3197410"/>
                  <a:ext cx="507998" cy="373528"/>
                </a:xfrm>
                <a:custGeom>
                  <a:avLst/>
                  <a:gdLst>
                    <a:gd name="connsiteX0" fmla="*/ 485586 w 507998"/>
                    <a:gd name="connsiteY0" fmla="*/ 0 h 373528"/>
                    <a:gd name="connsiteX1" fmla="*/ 22412 w 507998"/>
                    <a:gd name="connsiteY1" fmla="*/ 0 h 373528"/>
                    <a:gd name="connsiteX2" fmla="*/ 0 w 507998"/>
                    <a:gd name="connsiteY2" fmla="*/ 22412 h 373528"/>
                    <a:gd name="connsiteX3" fmla="*/ 0 w 507998"/>
                    <a:gd name="connsiteY3" fmla="*/ 306293 h 373528"/>
                    <a:gd name="connsiteX4" fmla="*/ 22412 w 507998"/>
                    <a:gd name="connsiteY4" fmla="*/ 328705 h 373528"/>
                    <a:gd name="connsiteX5" fmla="*/ 246528 w 507998"/>
                    <a:gd name="connsiteY5" fmla="*/ 328705 h 373528"/>
                    <a:gd name="connsiteX6" fmla="*/ 246528 w 507998"/>
                    <a:gd name="connsiteY6" fmla="*/ 358587 h 373528"/>
                    <a:gd name="connsiteX7" fmla="*/ 141941 w 507998"/>
                    <a:gd name="connsiteY7" fmla="*/ 358587 h 373528"/>
                    <a:gd name="connsiteX8" fmla="*/ 134470 w 507998"/>
                    <a:gd name="connsiteY8" fmla="*/ 366057 h 373528"/>
                    <a:gd name="connsiteX9" fmla="*/ 141941 w 507998"/>
                    <a:gd name="connsiteY9" fmla="*/ 373528 h 373528"/>
                    <a:gd name="connsiteX10" fmla="*/ 366057 w 507998"/>
                    <a:gd name="connsiteY10" fmla="*/ 373528 h 373528"/>
                    <a:gd name="connsiteX11" fmla="*/ 373528 w 507998"/>
                    <a:gd name="connsiteY11" fmla="*/ 366057 h 373528"/>
                    <a:gd name="connsiteX12" fmla="*/ 366057 w 507998"/>
                    <a:gd name="connsiteY12" fmla="*/ 358587 h 373528"/>
                    <a:gd name="connsiteX13" fmla="*/ 261470 w 507998"/>
                    <a:gd name="connsiteY13" fmla="*/ 358587 h 373528"/>
                    <a:gd name="connsiteX14" fmla="*/ 261470 w 507998"/>
                    <a:gd name="connsiteY14" fmla="*/ 328705 h 373528"/>
                    <a:gd name="connsiteX15" fmla="*/ 485586 w 507998"/>
                    <a:gd name="connsiteY15" fmla="*/ 328705 h 373528"/>
                    <a:gd name="connsiteX16" fmla="*/ 507998 w 507998"/>
                    <a:gd name="connsiteY16" fmla="*/ 306293 h 373528"/>
                    <a:gd name="connsiteX17" fmla="*/ 507998 w 507998"/>
                    <a:gd name="connsiteY17" fmla="*/ 22412 h 373528"/>
                    <a:gd name="connsiteX18" fmla="*/ 485586 w 507998"/>
                    <a:gd name="connsiteY18" fmla="*/ 0 h 373528"/>
                    <a:gd name="connsiteX19" fmla="*/ 493057 w 507998"/>
                    <a:gd name="connsiteY19" fmla="*/ 306293 h 373528"/>
                    <a:gd name="connsiteX20" fmla="*/ 485586 w 507998"/>
                    <a:gd name="connsiteY20" fmla="*/ 313764 h 373528"/>
                    <a:gd name="connsiteX21" fmla="*/ 22412 w 507998"/>
                    <a:gd name="connsiteY21" fmla="*/ 313764 h 373528"/>
                    <a:gd name="connsiteX22" fmla="*/ 14941 w 507998"/>
                    <a:gd name="connsiteY22" fmla="*/ 306293 h 373528"/>
                    <a:gd name="connsiteX23" fmla="*/ 14941 w 507998"/>
                    <a:gd name="connsiteY23" fmla="*/ 22412 h 373528"/>
                    <a:gd name="connsiteX24" fmla="*/ 22412 w 507998"/>
                    <a:gd name="connsiteY24" fmla="*/ 14941 h 373528"/>
                    <a:gd name="connsiteX25" fmla="*/ 485586 w 507998"/>
                    <a:gd name="connsiteY25" fmla="*/ 14941 h 373528"/>
                    <a:gd name="connsiteX26" fmla="*/ 493057 w 507998"/>
                    <a:gd name="connsiteY26" fmla="*/ 22412 h 373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7998" h="373528">
                      <a:moveTo>
                        <a:pt x="485586" y="0"/>
                      </a:moveTo>
                      <a:lnTo>
                        <a:pt x="22412" y="0"/>
                      </a:lnTo>
                      <a:cubicBezTo>
                        <a:pt x="10034" y="0"/>
                        <a:pt x="0" y="10034"/>
                        <a:pt x="0" y="22412"/>
                      </a:cubicBezTo>
                      <a:lnTo>
                        <a:pt x="0" y="306293"/>
                      </a:lnTo>
                      <a:cubicBezTo>
                        <a:pt x="0" y="318670"/>
                        <a:pt x="10034" y="328705"/>
                        <a:pt x="22412" y="328705"/>
                      </a:cubicBezTo>
                      <a:lnTo>
                        <a:pt x="246528" y="328705"/>
                      </a:lnTo>
                      <a:lnTo>
                        <a:pt x="246528" y="358587"/>
                      </a:lnTo>
                      <a:lnTo>
                        <a:pt x="141941" y="358587"/>
                      </a:lnTo>
                      <a:cubicBezTo>
                        <a:pt x="137815" y="358587"/>
                        <a:pt x="134470" y="361932"/>
                        <a:pt x="134470" y="366057"/>
                      </a:cubicBezTo>
                      <a:cubicBezTo>
                        <a:pt x="134470" y="370183"/>
                        <a:pt x="137815" y="373528"/>
                        <a:pt x="141941" y="373528"/>
                      </a:cubicBezTo>
                      <a:lnTo>
                        <a:pt x="366057" y="373528"/>
                      </a:lnTo>
                      <a:cubicBezTo>
                        <a:pt x="370183" y="373528"/>
                        <a:pt x="373528" y="370183"/>
                        <a:pt x="373528" y="366057"/>
                      </a:cubicBezTo>
                      <a:cubicBezTo>
                        <a:pt x="373528" y="361932"/>
                        <a:pt x="370183" y="358587"/>
                        <a:pt x="366057" y="358587"/>
                      </a:cubicBezTo>
                      <a:lnTo>
                        <a:pt x="261470" y="358587"/>
                      </a:lnTo>
                      <a:lnTo>
                        <a:pt x="261470" y="328705"/>
                      </a:lnTo>
                      <a:lnTo>
                        <a:pt x="485586" y="328705"/>
                      </a:lnTo>
                      <a:cubicBezTo>
                        <a:pt x="497964" y="328705"/>
                        <a:pt x="507998" y="318670"/>
                        <a:pt x="507998" y="306293"/>
                      </a:cubicBezTo>
                      <a:lnTo>
                        <a:pt x="507998" y="22412"/>
                      </a:lnTo>
                      <a:cubicBezTo>
                        <a:pt x="507998" y="10034"/>
                        <a:pt x="497964" y="0"/>
                        <a:pt x="485586" y="0"/>
                      </a:cubicBezTo>
                      <a:close/>
                      <a:moveTo>
                        <a:pt x="493057" y="306293"/>
                      </a:moveTo>
                      <a:cubicBezTo>
                        <a:pt x="493057" y="310418"/>
                        <a:pt x="489712" y="313764"/>
                        <a:pt x="485586" y="313764"/>
                      </a:cubicBezTo>
                      <a:lnTo>
                        <a:pt x="22412" y="313764"/>
                      </a:lnTo>
                      <a:cubicBezTo>
                        <a:pt x="18286" y="313764"/>
                        <a:pt x="14941" y="310418"/>
                        <a:pt x="14941" y="306293"/>
                      </a:cubicBezTo>
                      <a:lnTo>
                        <a:pt x="14941" y="22412"/>
                      </a:lnTo>
                      <a:cubicBezTo>
                        <a:pt x="14941" y="18286"/>
                        <a:pt x="18286" y="14941"/>
                        <a:pt x="22412" y="14941"/>
                      </a:cubicBezTo>
                      <a:lnTo>
                        <a:pt x="485586" y="14941"/>
                      </a:lnTo>
                      <a:cubicBezTo>
                        <a:pt x="489712" y="14941"/>
                        <a:pt x="493057" y="18286"/>
                        <a:pt x="493057" y="22412"/>
                      </a:cubicBezTo>
                      <a:close/>
                    </a:path>
                  </a:pathLst>
                </a:custGeom>
                <a:grpFill/>
                <a:ln w="14848" cap="flat">
                  <a:noFill/>
                  <a:prstDash val="solid"/>
                  <a:miter/>
                </a:ln>
              </p:spPr>
              <p:txBody>
                <a:bodyPr rtlCol="0" anchor="ctr"/>
                <a:lstStyle/>
                <a:p>
                  <a:endParaRPr lang="de-DE"/>
                </a:p>
              </p:txBody>
            </p:sp>
            <p:sp>
              <p:nvSpPr>
                <p:cNvPr id="214" name="Freeform: Shape 213">
                  <a:extLst>
                    <a:ext uri="{FF2B5EF4-FFF2-40B4-BE49-F238E27FC236}">
                      <a16:creationId xmlns:a16="http://schemas.microsoft.com/office/drawing/2014/main" id="{55C3F85C-72AC-CDD1-85EC-CE19F7F3E345}"/>
                    </a:ext>
                  </a:extLst>
                </p:cNvPr>
                <p:cNvSpPr/>
                <p:nvPr/>
              </p:nvSpPr>
              <p:spPr>
                <a:xfrm>
                  <a:off x="5947336" y="3234128"/>
                  <a:ext cx="283881" cy="149411"/>
                </a:xfrm>
                <a:custGeom>
                  <a:avLst/>
                  <a:gdLst>
                    <a:gd name="connsiteX0" fmla="*/ 269687 w 283881"/>
                    <a:gd name="connsiteY0" fmla="*/ 61894 h 149411"/>
                    <a:gd name="connsiteX1" fmla="*/ 253252 w 283881"/>
                    <a:gd name="connsiteY1" fmla="*/ 66974 h 149411"/>
                    <a:gd name="connsiteX2" fmla="*/ 220381 w 283881"/>
                    <a:gd name="connsiteY2" fmla="*/ 40080 h 149411"/>
                    <a:gd name="connsiteX3" fmla="*/ 208127 w 283881"/>
                    <a:gd name="connsiteY3" fmla="*/ 2960 h 149411"/>
                    <a:gd name="connsiteX4" fmla="*/ 171007 w 283881"/>
                    <a:gd name="connsiteY4" fmla="*/ 15214 h 149411"/>
                    <a:gd name="connsiteX5" fmla="*/ 168088 w 283881"/>
                    <a:gd name="connsiteY5" fmla="*/ 29023 h 149411"/>
                    <a:gd name="connsiteX6" fmla="*/ 171673 w 283881"/>
                    <a:gd name="connsiteY6" fmla="*/ 42470 h 149411"/>
                    <a:gd name="connsiteX7" fmla="*/ 115047 w 283881"/>
                    <a:gd name="connsiteY7" fmla="*/ 99097 h 149411"/>
                    <a:gd name="connsiteX8" fmla="*/ 88153 w 283881"/>
                    <a:gd name="connsiteY8" fmla="*/ 99097 h 149411"/>
                    <a:gd name="connsiteX9" fmla="*/ 51696 w 283881"/>
                    <a:gd name="connsiteY9" fmla="*/ 62641 h 149411"/>
                    <a:gd name="connsiteX10" fmla="*/ 55282 w 283881"/>
                    <a:gd name="connsiteY10" fmla="*/ 49194 h 149411"/>
                    <a:gd name="connsiteX11" fmla="*/ 27641 w 283881"/>
                    <a:gd name="connsiteY11" fmla="*/ 21553 h 149411"/>
                    <a:gd name="connsiteX12" fmla="*/ 0 w 283881"/>
                    <a:gd name="connsiteY12" fmla="*/ 49194 h 149411"/>
                    <a:gd name="connsiteX13" fmla="*/ 27641 w 283881"/>
                    <a:gd name="connsiteY13" fmla="*/ 76835 h 149411"/>
                    <a:gd name="connsiteX14" fmla="*/ 41088 w 283881"/>
                    <a:gd name="connsiteY14" fmla="*/ 73249 h 149411"/>
                    <a:gd name="connsiteX15" fmla="*/ 77694 w 283881"/>
                    <a:gd name="connsiteY15" fmla="*/ 109705 h 149411"/>
                    <a:gd name="connsiteX16" fmla="*/ 73959 w 283881"/>
                    <a:gd name="connsiteY16" fmla="*/ 123152 h 149411"/>
                    <a:gd name="connsiteX17" fmla="*/ 101600 w 283881"/>
                    <a:gd name="connsiteY17" fmla="*/ 150794 h 149411"/>
                    <a:gd name="connsiteX18" fmla="*/ 129241 w 283881"/>
                    <a:gd name="connsiteY18" fmla="*/ 123152 h 149411"/>
                    <a:gd name="connsiteX19" fmla="*/ 125655 w 283881"/>
                    <a:gd name="connsiteY19" fmla="*/ 109705 h 149411"/>
                    <a:gd name="connsiteX20" fmla="*/ 182282 w 283881"/>
                    <a:gd name="connsiteY20" fmla="*/ 52929 h 149411"/>
                    <a:gd name="connsiteX21" fmla="*/ 195729 w 283881"/>
                    <a:gd name="connsiteY21" fmla="*/ 56515 h 149411"/>
                    <a:gd name="connsiteX22" fmla="*/ 211566 w 283881"/>
                    <a:gd name="connsiteY22" fmla="*/ 51435 h 149411"/>
                    <a:gd name="connsiteX23" fmla="*/ 244437 w 283881"/>
                    <a:gd name="connsiteY23" fmla="*/ 78329 h 149411"/>
                    <a:gd name="connsiteX24" fmla="*/ 258499 w 283881"/>
                    <a:gd name="connsiteY24" fmla="*/ 114803 h 149411"/>
                    <a:gd name="connsiteX25" fmla="*/ 294972 w 283881"/>
                    <a:gd name="connsiteY25" fmla="*/ 100741 h 149411"/>
                    <a:gd name="connsiteX26" fmla="*/ 280911 w 283881"/>
                    <a:gd name="connsiteY26" fmla="*/ 64267 h 149411"/>
                    <a:gd name="connsiteX27" fmla="*/ 269687 w 283881"/>
                    <a:gd name="connsiteY27" fmla="*/ 61894 h 149411"/>
                    <a:gd name="connsiteX28" fmla="*/ 15688 w 283881"/>
                    <a:gd name="connsiteY28" fmla="*/ 49194 h 149411"/>
                    <a:gd name="connsiteX29" fmla="*/ 28388 w 283881"/>
                    <a:gd name="connsiteY29" fmla="*/ 36494 h 149411"/>
                    <a:gd name="connsiteX30" fmla="*/ 41088 w 283881"/>
                    <a:gd name="connsiteY30" fmla="*/ 49194 h 149411"/>
                    <a:gd name="connsiteX31" fmla="*/ 28388 w 283881"/>
                    <a:gd name="connsiteY31" fmla="*/ 61894 h 149411"/>
                    <a:gd name="connsiteX32" fmla="*/ 14963 w 283881"/>
                    <a:gd name="connsiteY32" fmla="*/ 49963 h 149411"/>
                    <a:gd name="connsiteX33" fmla="*/ 14941 w 283881"/>
                    <a:gd name="connsiteY33" fmla="*/ 49194 h 149411"/>
                    <a:gd name="connsiteX34" fmla="*/ 102347 w 283881"/>
                    <a:gd name="connsiteY34" fmla="*/ 135852 h 149411"/>
                    <a:gd name="connsiteX35" fmla="*/ 89647 w 283881"/>
                    <a:gd name="connsiteY35" fmla="*/ 123152 h 149411"/>
                    <a:gd name="connsiteX36" fmla="*/ 102347 w 283881"/>
                    <a:gd name="connsiteY36" fmla="*/ 110453 h 149411"/>
                    <a:gd name="connsiteX37" fmla="*/ 115047 w 283881"/>
                    <a:gd name="connsiteY37" fmla="*/ 123152 h 149411"/>
                    <a:gd name="connsiteX38" fmla="*/ 102369 w 283881"/>
                    <a:gd name="connsiteY38" fmla="*/ 135875 h 149411"/>
                    <a:gd name="connsiteX39" fmla="*/ 101600 w 283881"/>
                    <a:gd name="connsiteY39" fmla="*/ 135852 h 149411"/>
                    <a:gd name="connsiteX40" fmla="*/ 183029 w 283881"/>
                    <a:gd name="connsiteY40" fmla="*/ 29023 h 149411"/>
                    <a:gd name="connsiteX41" fmla="*/ 195729 w 283881"/>
                    <a:gd name="connsiteY41" fmla="*/ 16323 h 149411"/>
                    <a:gd name="connsiteX42" fmla="*/ 208429 w 283881"/>
                    <a:gd name="connsiteY42" fmla="*/ 29023 h 149411"/>
                    <a:gd name="connsiteX43" fmla="*/ 195729 w 283881"/>
                    <a:gd name="connsiteY43" fmla="*/ 41723 h 149411"/>
                    <a:gd name="connsiteX44" fmla="*/ 183029 w 283881"/>
                    <a:gd name="connsiteY44" fmla="*/ 29023 h 149411"/>
                    <a:gd name="connsiteX45" fmla="*/ 269687 w 283881"/>
                    <a:gd name="connsiteY45" fmla="*/ 102235 h 149411"/>
                    <a:gd name="connsiteX46" fmla="*/ 257757 w 283881"/>
                    <a:gd name="connsiteY46" fmla="*/ 88810 h 149411"/>
                    <a:gd name="connsiteX47" fmla="*/ 271181 w 283881"/>
                    <a:gd name="connsiteY47" fmla="*/ 76879 h 149411"/>
                    <a:gd name="connsiteX48" fmla="*/ 283134 w 283881"/>
                    <a:gd name="connsiteY48" fmla="*/ 89535 h 149411"/>
                    <a:gd name="connsiteX49" fmla="*/ 270457 w 283881"/>
                    <a:gd name="connsiteY49" fmla="*/ 102257 h 149411"/>
                    <a:gd name="connsiteX50" fmla="*/ 269687 w 283881"/>
                    <a:gd name="connsiteY50" fmla="*/ 102235 h 14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83881" h="149411">
                      <a:moveTo>
                        <a:pt x="269687" y="61894"/>
                      </a:moveTo>
                      <a:cubicBezTo>
                        <a:pt x="263805" y="61775"/>
                        <a:pt x="258041" y="63556"/>
                        <a:pt x="253252" y="66974"/>
                      </a:cubicBezTo>
                      <a:lnTo>
                        <a:pt x="220381" y="40080"/>
                      </a:lnTo>
                      <a:cubicBezTo>
                        <a:pt x="227248" y="26445"/>
                        <a:pt x="221762" y="9826"/>
                        <a:pt x="208127" y="2960"/>
                      </a:cubicBezTo>
                      <a:cubicBezTo>
                        <a:pt x="194493" y="-3907"/>
                        <a:pt x="177874" y="1580"/>
                        <a:pt x="171007" y="15214"/>
                      </a:cubicBezTo>
                      <a:cubicBezTo>
                        <a:pt x="168856" y="19487"/>
                        <a:pt x="167850" y="24245"/>
                        <a:pt x="168088" y="29023"/>
                      </a:cubicBezTo>
                      <a:cubicBezTo>
                        <a:pt x="168103" y="33740"/>
                        <a:pt x="169338" y="38372"/>
                        <a:pt x="171673" y="42470"/>
                      </a:cubicBezTo>
                      <a:lnTo>
                        <a:pt x="115047" y="99097"/>
                      </a:lnTo>
                      <a:cubicBezTo>
                        <a:pt x="106717" y="94324"/>
                        <a:pt x="96482" y="94324"/>
                        <a:pt x="88153" y="99097"/>
                      </a:cubicBezTo>
                      <a:lnTo>
                        <a:pt x="51696" y="62641"/>
                      </a:lnTo>
                      <a:cubicBezTo>
                        <a:pt x="54032" y="58543"/>
                        <a:pt x="55267" y="53911"/>
                        <a:pt x="55282" y="49194"/>
                      </a:cubicBezTo>
                      <a:cubicBezTo>
                        <a:pt x="55282" y="33928"/>
                        <a:pt x="42907" y="21553"/>
                        <a:pt x="27641" y="21553"/>
                      </a:cubicBezTo>
                      <a:cubicBezTo>
                        <a:pt x="12375" y="21553"/>
                        <a:pt x="0" y="33928"/>
                        <a:pt x="0" y="49194"/>
                      </a:cubicBezTo>
                      <a:cubicBezTo>
                        <a:pt x="0" y="64460"/>
                        <a:pt x="12375" y="76835"/>
                        <a:pt x="27641" y="76835"/>
                      </a:cubicBezTo>
                      <a:cubicBezTo>
                        <a:pt x="32358" y="76820"/>
                        <a:pt x="36990" y="75584"/>
                        <a:pt x="41088" y="73249"/>
                      </a:cubicBezTo>
                      <a:lnTo>
                        <a:pt x="77694" y="109705"/>
                      </a:lnTo>
                      <a:cubicBezTo>
                        <a:pt x="75246" y="113763"/>
                        <a:pt x="73954" y="118413"/>
                        <a:pt x="73959" y="123152"/>
                      </a:cubicBezTo>
                      <a:cubicBezTo>
                        <a:pt x="73959" y="138418"/>
                        <a:pt x="86334" y="150794"/>
                        <a:pt x="101600" y="150794"/>
                      </a:cubicBezTo>
                      <a:cubicBezTo>
                        <a:pt x="116865" y="150794"/>
                        <a:pt x="129241" y="138418"/>
                        <a:pt x="129241" y="123152"/>
                      </a:cubicBezTo>
                      <a:cubicBezTo>
                        <a:pt x="129226" y="118436"/>
                        <a:pt x="127990" y="113804"/>
                        <a:pt x="125655" y="109705"/>
                      </a:cubicBezTo>
                      <a:lnTo>
                        <a:pt x="182282" y="52929"/>
                      </a:lnTo>
                      <a:cubicBezTo>
                        <a:pt x="186380" y="55264"/>
                        <a:pt x="191012" y="56500"/>
                        <a:pt x="195729" y="56515"/>
                      </a:cubicBezTo>
                      <a:cubicBezTo>
                        <a:pt x="201403" y="56478"/>
                        <a:pt x="206930" y="54706"/>
                        <a:pt x="211566" y="51435"/>
                      </a:cubicBezTo>
                      <a:lnTo>
                        <a:pt x="244437" y="78329"/>
                      </a:lnTo>
                      <a:cubicBezTo>
                        <a:pt x="238248" y="92284"/>
                        <a:pt x="244544" y="108614"/>
                        <a:pt x="258499" y="114803"/>
                      </a:cubicBezTo>
                      <a:cubicBezTo>
                        <a:pt x="272454" y="120992"/>
                        <a:pt x="288783" y="114696"/>
                        <a:pt x="294972" y="100741"/>
                      </a:cubicBezTo>
                      <a:cubicBezTo>
                        <a:pt x="301161" y="86786"/>
                        <a:pt x="294866" y="70456"/>
                        <a:pt x="280911" y="64267"/>
                      </a:cubicBezTo>
                      <a:cubicBezTo>
                        <a:pt x="277376" y="62700"/>
                        <a:pt x="273552" y="61891"/>
                        <a:pt x="269687" y="61894"/>
                      </a:cubicBezTo>
                      <a:close/>
                      <a:moveTo>
                        <a:pt x="15688" y="49194"/>
                      </a:moveTo>
                      <a:cubicBezTo>
                        <a:pt x="15688" y="42180"/>
                        <a:pt x="21374" y="36494"/>
                        <a:pt x="28388" y="36494"/>
                      </a:cubicBezTo>
                      <a:cubicBezTo>
                        <a:pt x="35402" y="36494"/>
                        <a:pt x="41088" y="42180"/>
                        <a:pt x="41088" y="49194"/>
                      </a:cubicBezTo>
                      <a:cubicBezTo>
                        <a:pt x="41088" y="56208"/>
                        <a:pt x="35402" y="61894"/>
                        <a:pt x="28388" y="61894"/>
                      </a:cubicBezTo>
                      <a:cubicBezTo>
                        <a:pt x="21386" y="62306"/>
                        <a:pt x="15376" y="56965"/>
                        <a:pt x="14963" y="49963"/>
                      </a:cubicBezTo>
                      <a:cubicBezTo>
                        <a:pt x="14948" y="49707"/>
                        <a:pt x="14941" y="49450"/>
                        <a:pt x="14941" y="49194"/>
                      </a:cubicBezTo>
                      <a:close/>
                      <a:moveTo>
                        <a:pt x="102347" y="135852"/>
                      </a:moveTo>
                      <a:cubicBezTo>
                        <a:pt x="95333" y="135852"/>
                        <a:pt x="89647" y="130166"/>
                        <a:pt x="89647" y="123152"/>
                      </a:cubicBezTo>
                      <a:cubicBezTo>
                        <a:pt x="89647" y="116139"/>
                        <a:pt x="95333" y="110453"/>
                        <a:pt x="102347" y="110453"/>
                      </a:cubicBezTo>
                      <a:cubicBezTo>
                        <a:pt x="109360" y="110453"/>
                        <a:pt x="115047" y="116139"/>
                        <a:pt x="115047" y="123152"/>
                      </a:cubicBezTo>
                      <a:cubicBezTo>
                        <a:pt x="115059" y="130166"/>
                        <a:pt x="109382" y="135863"/>
                        <a:pt x="102369" y="135875"/>
                      </a:cubicBezTo>
                      <a:cubicBezTo>
                        <a:pt x="102112" y="135875"/>
                        <a:pt x="101855" y="135867"/>
                        <a:pt x="101600" y="135852"/>
                      </a:cubicBezTo>
                      <a:close/>
                      <a:moveTo>
                        <a:pt x="183029" y="29023"/>
                      </a:moveTo>
                      <a:cubicBezTo>
                        <a:pt x="183029" y="22009"/>
                        <a:pt x="188715" y="16323"/>
                        <a:pt x="195729" y="16323"/>
                      </a:cubicBezTo>
                      <a:cubicBezTo>
                        <a:pt x="202742" y="16323"/>
                        <a:pt x="208429" y="22009"/>
                        <a:pt x="208429" y="29023"/>
                      </a:cubicBezTo>
                      <a:cubicBezTo>
                        <a:pt x="208429" y="36037"/>
                        <a:pt x="202742" y="41723"/>
                        <a:pt x="195729" y="41723"/>
                      </a:cubicBezTo>
                      <a:cubicBezTo>
                        <a:pt x="188715" y="41723"/>
                        <a:pt x="183029" y="36037"/>
                        <a:pt x="183029" y="29023"/>
                      </a:cubicBezTo>
                      <a:close/>
                      <a:moveTo>
                        <a:pt x="269687" y="102235"/>
                      </a:moveTo>
                      <a:cubicBezTo>
                        <a:pt x="262686" y="101822"/>
                        <a:pt x="257344" y="95812"/>
                        <a:pt x="257757" y="88810"/>
                      </a:cubicBezTo>
                      <a:cubicBezTo>
                        <a:pt x="258169" y="81808"/>
                        <a:pt x="264180" y="76466"/>
                        <a:pt x="271181" y="76879"/>
                      </a:cubicBezTo>
                      <a:cubicBezTo>
                        <a:pt x="277885" y="77274"/>
                        <a:pt x="283122" y="82820"/>
                        <a:pt x="283134" y="89535"/>
                      </a:cubicBezTo>
                      <a:cubicBezTo>
                        <a:pt x="283146" y="96549"/>
                        <a:pt x="277470" y="102245"/>
                        <a:pt x="270457" y="102257"/>
                      </a:cubicBezTo>
                      <a:cubicBezTo>
                        <a:pt x="270200" y="102257"/>
                        <a:pt x="269943" y="102250"/>
                        <a:pt x="269687" y="102235"/>
                      </a:cubicBezTo>
                      <a:close/>
                    </a:path>
                  </a:pathLst>
                </a:custGeom>
                <a:grpFill/>
                <a:ln w="14848" cap="flat">
                  <a:noFill/>
                  <a:prstDash val="solid"/>
                  <a:miter/>
                </a:ln>
              </p:spPr>
              <p:txBody>
                <a:bodyPr rtlCol="0" anchor="ctr"/>
                <a:lstStyle/>
                <a:p>
                  <a:endParaRPr lang="de-DE"/>
                </a:p>
              </p:txBody>
            </p:sp>
            <p:sp>
              <p:nvSpPr>
                <p:cNvPr id="215" name="Freeform: Shape 214">
                  <a:extLst>
                    <a:ext uri="{FF2B5EF4-FFF2-40B4-BE49-F238E27FC236}">
                      <a16:creationId xmlns:a16="http://schemas.microsoft.com/office/drawing/2014/main" id="{C1811360-FB5A-696F-2CB1-4A7D81C882BF}"/>
                    </a:ext>
                  </a:extLst>
                </p:cNvPr>
                <p:cNvSpPr/>
                <p:nvPr/>
              </p:nvSpPr>
              <p:spPr>
                <a:xfrm>
                  <a:off x="5931648" y="3329639"/>
                  <a:ext cx="328705" cy="149411"/>
                </a:xfrm>
                <a:custGeom>
                  <a:avLst/>
                  <a:gdLst>
                    <a:gd name="connsiteX0" fmla="*/ 321234 w 328704"/>
                    <a:gd name="connsiteY0" fmla="*/ 42582 h 149411"/>
                    <a:gd name="connsiteX1" fmla="*/ 313763 w 328704"/>
                    <a:gd name="connsiteY1" fmla="*/ 50053 h 149411"/>
                    <a:gd name="connsiteX2" fmla="*/ 313763 w 328704"/>
                    <a:gd name="connsiteY2" fmla="*/ 136711 h 149411"/>
                    <a:gd name="connsiteX3" fmla="*/ 218887 w 328704"/>
                    <a:gd name="connsiteY3" fmla="*/ 136711 h 149411"/>
                    <a:gd name="connsiteX4" fmla="*/ 218887 w 328704"/>
                    <a:gd name="connsiteY4" fmla="*/ 7471 h 149411"/>
                    <a:gd name="connsiteX5" fmla="*/ 211417 w 328704"/>
                    <a:gd name="connsiteY5" fmla="*/ 0 h 149411"/>
                    <a:gd name="connsiteX6" fmla="*/ 203946 w 328704"/>
                    <a:gd name="connsiteY6" fmla="*/ 7471 h 149411"/>
                    <a:gd name="connsiteX7" fmla="*/ 203946 w 328704"/>
                    <a:gd name="connsiteY7" fmla="*/ 136711 h 149411"/>
                    <a:gd name="connsiteX8" fmla="*/ 124758 w 328704"/>
                    <a:gd name="connsiteY8" fmla="*/ 136711 h 149411"/>
                    <a:gd name="connsiteX9" fmla="*/ 124758 w 328704"/>
                    <a:gd name="connsiteY9" fmla="*/ 83670 h 149411"/>
                    <a:gd name="connsiteX10" fmla="*/ 117288 w 328704"/>
                    <a:gd name="connsiteY10" fmla="*/ 76200 h 149411"/>
                    <a:gd name="connsiteX11" fmla="*/ 109817 w 328704"/>
                    <a:gd name="connsiteY11" fmla="*/ 83670 h 149411"/>
                    <a:gd name="connsiteX12" fmla="*/ 109817 w 328704"/>
                    <a:gd name="connsiteY12" fmla="*/ 136711 h 149411"/>
                    <a:gd name="connsiteX13" fmla="*/ 14941 w 328704"/>
                    <a:gd name="connsiteY13" fmla="*/ 136711 h 149411"/>
                    <a:gd name="connsiteX14" fmla="*/ 14941 w 328704"/>
                    <a:gd name="connsiteY14" fmla="*/ 9712 h 149411"/>
                    <a:gd name="connsiteX15" fmla="*/ 7471 w 328704"/>
                    <a:gd name="connsiteY15" fmla="*/ 2241 h 149411"/>
                    <a:gd name="connsiteX16" fmla="*/ 0 w 328704"/>
                    <a:gd name="connsiteY16" fmla="*/ 9712 h 149411"/>
                    <a:gd name="connsiteX17" fmla="*/ 0 w 328704"/>
                    <a:gd name="connsiteY17" fmla="*/ 144182 h 149411"/>
                    <a:gd name="connsiteX18" fmla="*/ 7471 w 328704"/>
                    <a:gd name="connsiteY18" fmla="*/ 151652 h 149411"/>
                    <a:gd name="connsiteX19" fmla="*/ 321234 w 328704"/>
                    <a:gd name="connsiteY19" fmla="*/ 151652 h 149411"/>
                    <a:gd name="connsiteX20" fmla="*/ 328705 w 328704"/>
                    <a:gd name="connsiteY20" fmla="*/ 144182 h 149411"/>
                    <a:gd name="connsiteX21" fmla="*/ 328705 w 328704"/>
                    <a:gd name="connsiteY21" fmla="*/ 50053 h 149411"/>
                    <a:gd name="connsiteX22" fmla="*/ 321234 w 328704"/>
                    <a:gd name="connsiteY22" fmla="*/ 42582 h 14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8704" h="149411">
                      <a:moveTo>
                        <a:pt x="321234" y="42582"/>
                      </a:moveTo>
                      <a:cubicBezTo>
                        <a:pt x="317109" y="42582"/>
                        <a:pt x="313763" y="45927"/>
                        <a:pt x="313763" y="50053"/>
                      </a:cubicBezTo>
                      <a:lnTo>
                        <a:pt x="313763" y="136711"/>
                      </a:lnTo>
                      <a:lnTo>
                        <a:pt x="218887" y="136711"/>
                      </a:lnTo>
                      <a:lnTo>
                        <a:pt x="218887" y="7471"/>
                      </a:lnTo>
                      <a:cubicBezTo>
                        <a:pt x="218887" y="3345"/>
                        <a:pt x="215542" y="0"/>
                        <a:pt x="211417" y="0"/>
                      </a:cubicBezTo>
                      <a:cubicBezTo>
                        <a:pt x="207292" y="0"/>
                        <a:pt x="203946" y="3345"/>
                        <a:pt x="203946" y="7471"/>
                      </a:cubicBezTo>
                      <a:lnTo>
                        <a:pt x="203946" y="136711"/>
                      </a:lnTo>
                      <a:lnTo>
                        <a:pt x="124758" y="136711"/>
                      </a:lnTo>
                      <a:lnTo>
                        <a:pt x="124758" y="83670"/>
                      </a:lnTo>
                      <a:cubicBezTo>
                        <a:pt x="124758" y="79545"/>
                        <a:pt x="121413" y="76200"/>
                        <a:pt x="117288" y="76200"/>
                      </a:cubicBezTo>
                      <a:cubicBezTo>
                        <a:pt x="113163" y="76200"/>
                        <a:pt x="109817" y="79545"/>
                        <a:pt x="109817" y="83670"/>
                      </a:cubicBezTo>
                      <a:lnTo>
                        <a:pt x="109817" y="136711"/>
                      </a:lnTo>
                      <a:lnTo>
                        <a:pt x="14941" y="136711"/>
                      </a:lnTo>
                      <a:lnTo>
                        <a:pt x="14941" y="9712"/>
                      </a:lnTo>
                      <a:cubicBezTo>
                        <a:pt x="14941" y="5586"/>
                        <a:pt x="11596" y="2241"/>
                        <a:pt x="7471" y="2241"/>
                      </a:cubicBezTo>
                      <a:cubicBezTo>
                        <a:pt x="3345" y="2241"/>
                        <a:pt x="0" y="5586"/>
                        <a:pt x="0" y="9712"/>
                      </a:cubicBezTo>
                      <a:lnTo>
                        <a:pt x="0" y="144182"/>
                      </a:lnTo>
                      <a:cubicBezTo>
                        <a:pt x="0" y="148307"/>
                        <a:pt x="3345" y="151652"/>
                        <a:pt x="7471" y="151652"/>
                      </a:cubicBezTo>
                      <a:lnTo>
                        <a:pt x="321234" y="151652"/>
                      </a:lnTo>
                      <a:cubicBezTo>
                        <a:pt x="325359" y="151652"/>
                        <a:pt x="328705" y="148307"/>
                        <a:pt x="328705" y="144182"/>
                      </a:cubicBezTo>
                      <a:lnTo>
                        <a:pt x="328705" y="50053"/>
                      </a:lnTo>
                      <a:cubicBezTo>
                        <a:pt x="328705" y="45927"/>
                        <a:pt x="325359" y="42582"/>
                        <a:pt x="321234" y="42582"/>
                      </a:cubicBezTo>
                      <a:close/>
                    </a:path>
                  </a:pathLst>
                </a:custGeom>
                <a:grpFill/>
                <a:ln w="14848" cap="flat">
                  <a:noFill/>
                  <a:prstDash val="solid"/>
                  <a:miter/>
                </a:ln>
              </p:spPr>
              <p:txBody>
                <a:bodyPr rtlCol="0" anchor="ctr"/>
                <a:lstStyle/>
                <a:p>
                  <a:endParaRPr lang="de-DE"/>
                </a:p>
              </p:txBody>
            </p:sp>
          </p:grpSp>
        </p:grpSp>
        <p:grpSp>
          <p:nvGrpSpPr>
            <p:cNvPr id="216" name="Group 215">
              <a:extLst>
                <a:ext uri="{FF2B5EF4-FFF2-40B4-BE49-F238E27FC236}">
                  <a16:creationId xmlns:a16="http://schemas.microsoft.com/office/drawing/2014/main" id="{E0694F25-5547-E4D7-74CD-620DD80444A7}"/>
                </a:ext>
              </a:extLst>
            </p:cNvPr>
            <p:cNvGrpSpPr>
              <a:grpSpLocks noChangeAspect="1"/>
            </p:cNvGrpSpPr>
            <p:nvPr/>
          </p:nvGrpSpPr>
          <p:grpSpPr>
            <a:xfrm>
              <a:off x="2116033" y="4580743"/>
              <a:ext cx="292609" cy="292608"/>
              <a:chOff x="2067056" y="4531767"/>
              <a:chExt cx="390563" cy="390562"/>
            </a:xfrm>
          </p:grpSpPr>
          <p:sp>
            <p:nvSpPr>
              <p:cNvPr id="217" name="Oval 216">
                <a:extLst>
                  <a:ext uri="{FF2B5EF4-FFF2-40B4-BE49-F238E27FC236}">
                    <a16:creationId xmlns:a16="http://schemas.microsoft.com/office/drawing/2014/main" id="{BD538297-6313-E0B6-8A82-B2A07EC147B4}"/>
                  </a:ext>
                </a:extLst>
              </p:cNvPr>
              <p:cNvSpPr>
                <a:spLocks noChangeAspect="1"/>
              </p:cNvSpPr>
              <p:nvPr/>
            </p:nvSpPr>
            <p:spPr>
              <a:xfrm>
                <a:off x="2067056" y="4531767"/>
                <a:ext cx="390563" cy="390562"/>
              </a:xfrm>
              <a:prstGeom prst="ellipse">
                <a:avLst/>
              </a:prstGeom>
              <a:solidFill>
                <a:srgbClr val="1E2642"/>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prstClr val="black"/>
                  </a:solidFill>
                  <a:latin typeface="Ubuntu"/>
                </a:endParaRPr>
              </a:p>
            </p:txBody>
          </p:sp>
          <p:pic>
            <p:nvPicPr>
              <p:cNvPr id="218" name="Graphic 217" descr="Gears outline">
                <a:extLst>
                  <a:ext uri="{FF2B5EF4-FFF2-40B4-BE49-F238E27FC236}">
                    <a16:creationId xmlns:a16="http://schemas.microsoft.com/office/drawing/2014/main" id="{97D9F438-15CB-4704-2EE7-B029E530DE0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96120" y="4548182"/>
                <a:ext cx="341510" cy="341510"/>
              </a:xfrm>
              <a:prstGeom prst="rect">
                <a:avLst/>
              </a:prstGeom>
            </p:spPr>
          </p:pic>
        </p:grpSp>
        <p:grpSp>
          <p:nvGrpSpPr>
            <p:cNvPr id="219" name="Group 218">
              <a:extLst>
                <a:ext uri="{FF2B5EF4-FFF2-40B4-BE49-F238E27FC236}">
                  <a16:creationId xmlns:a16="http://schemas.microsoft.com/office/drawing/2014/main" id="{9CE5A09B-BDC4-8A0A-3718-6F793A050992}"/>
                </a:ext>
              </a:extLst>
            </p:cNvPr>
            <p:cNvGrpSpPr>
              <a:grpSpLocks noChangeAspect="1"/>
            </p:cNvGrpSpPr>
            <p:nvPr/>
          </p:nvGrpSpPr>
          <p:grpSpPr>
            <a:xfrm>
              <a:off x="1408650" y="4580743"/>
              <a:ext cx="292609" cy="292608"/>
              <a:chOff x="1359673" y="4531767"/>
              <a:chExt cx="390563" cy="390562"/>
            </a:xfrm>
          </p:grpSpPr>
          <p:sp>
            <p:nvSpPr>
              <p:cNvPr id="220" name="Oval 219">
                <a:extLst>
                  <a:ext uri="{FF2B5EF4-FFF2-40B4-BE49-F238E27FC236}">
                    <a16:creationId xmlns:a16="http://schemas.microsoft.com/office/drawing/2014/main" id="{141E3E86-BFEF-9DE9-3F15-2B4DE1910953}"/>
                  </a:ext>
                </a:extLst>
              </p:cNvPr>
              <p:cNvSpPr>
                <a:spLocks noChangeAspect="1"/>
              </p:cNvSpPr>
              <p:nvPr/>
            </p:nvSpPr>
            <p:spPr>
              <a:xfrm>
                <a:off x="1359673" y="4531767"/>
                <a:ext cx="390563" cy="390562"/>
              </a:xfrm>
              <a:prstGeom prst="ellipse">
                <a:avLst/>
              </a:prstGeom>
              <a:solidFill>
                <a:srgbClr val="1E2642"/>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prstClr val="black"/>
                  </a:solidFill>
                  <a:latin typeface="Ubuntu"/>
                </a:endParaRPr>
              </a:p>
            </p:txBody>
          </p:sp>
          <p:pic>
            <p:nvPicPr>
              <p:cNvPr id="221" name="Graphic 220" descr="Ringer outline">
                <a:extLst>
                  <a:ext uri="{FF2B5EF4-FFF2-40B4-BE49-F238E27FC236}">
                    <a16:creationId xmlns:a16="http://schemas.microsoft.com/office/drawing/2014/main" id="{36767C32-BA1C-AE87-45F0-5AF31F8C016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82792" y="4548182"/>
                <a:ext cx="341510" cy="341510"/>
              </a:xfrm>
              <a:prstGeom prst="rect">
                <a:avLst/>
              </a:prstGeom>
            </p:spPr>
          </p:pic>
        </p:grpSp>
        <p:grpSp>
          <p:nvGrpSpPr>
            <p:cNvPr id="222" name="Group 221">
              <a:extLst>
                <a:ext uri="{FF2B5EF4-FFF2-40B4-BE49-F238E27FC236}">
                  <a16:creationId xmlns:a16="http://schemas.microsoft.com/office/drawing/2014/main" id="{CE82A60C-230D-11C3-E12A-A4B5DCECB8A7}"/>
                </a:ext>
              </a:extLst>
            </p:cNvPr>
            <p:cNvGrpSpPr>
              <a:grpSpLocks noChangeAspect="1"/>
            </p:cNvGrpSpPr>
            <p:nvPr/>
          </p:nvGrpSpPr>
          <p:grpSpPr>
            <a:xfrm>
              <a:off x="1408650" y="3941655"/>
              <a:ext cx="292609" cy="292608"/>
              <a:chOff x="1359673" y="3892678"/>
              <a:chExt cx="390563" cy="390562"/>
            </a:xfrm>
          </p:grpSpPr>
          <p:sp>
            <p:nvSpPr>
              <p:cNvPr id="223" name="Oval 222">
                <a:extLst>
                  <a:ext uri="{FF2B5EF4-FFF2-40B4-BE49-F238E27FC236}">
                    <a16:creationId xmlns:a16="http://schemas.microsoft.com/office/drawing/2014/main" id="{4384ECA7-B03C-44E8-BAE4-7B58B96EA537}"/>
                  </a:ext>
                </a:extLst>
              </p:cNvPr>
              <p:cNvSpPr>
                <a:spLocks noChangeAspect="1"/>
              </p:cNvSpPr>
              <p:nvPr/>
            </p:nvSpPr>
            <p:spPr>
              <a:xfrm>
                <a:off x="1359673" y="3892678"/>
                <a:ext cx="390563" cy="390562"/>
              </a:xfrm>
              <a:prstGeom prst="ellipse">
                <a:avLst/>
              </a:prstGeom>
              <a:solidFill>
                <a:srgbClr val="1E2642"/>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prstClr val="black"/>
                  </a:solidFill>
                  <a:latin typeface="Ubuntu"/>
                </a:endParaRPr>
              </a:p>
            </p:txBody>
          </p:sp>
          <p:pic>
            <p:nvPicPr>
              <p:cNvPr id="224" name="Graphic 223" descr="Layers Design outline">
                <a:extLst>
                  <a:ext uri="{FF2B5EF4-FFF2-40B4-BE49-F238E27FC236}">
                    <a16:creationId xmlns:a16="http://schemas.microsoft.com/office/drawing/2014/main" id="{17322E2D-10D5-3461-9767-66FE50C385E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388737" y="3909093"/>
                <a:ext cx="341510" cy="341510"/>
              </a:xfrm>
              <a:prstGeom prst="rect">
                <a:avLst/>
              </a:prstGeom>
            </p:spPr>
          </p:pic>
        </p:grpSp>
        <p:sp>
          <p:nvSpPr>
            <p:cNvPr id="105" name="Rectangle 104">
              <a:extLst>
                <a:ext uri="{FF2B5EF4-FFF2-40B4-BE49-F238E27FC236}">
                  <a16:creationId xmlns:a16="http://schemas.microsoft.com/office/drawing/2014/main" id="{A37F242B-81DF-1CC7-C13D-63D220A15250}"/>
                </a:ext>
              </a:extLst>
            </p:cNvPr>
            <p:cNvSpPr/>
            <p:nvPr/>
          </p:nvSpPr>
          <p:spPr>
            <a:xfrm>
              <a:off x="1256390" y="3670028"/>
              <a:ext cx="597130" cy="175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Ubuntu"/>
                  <a:ea typeface="+mn-ea"/>
                  <a:cs typeface="+mn-cs"/>
                </a:rPr>
                <a:t>Semantic data model</a:t>
              </a:r>
              <a:endParaRPr kumimoji="0" lang="en-US" sz="600" b="0" i="0" u="none" strike="noStrike" kern="1200" cap="none" spc="0" normalizeH="0" baseline="0" noProof="0">
                <a:ln>
                  <a:noFill/>
                </a:ln>
                <a:solidFill>
                  <a:srgbClr val="FFFFFF"/>
                </a:solidFill>
                <a:effectLst/>
                <a:uLnTx/>
                <a:uFillTx/>
                <a:latin typeface="Ubuntu (Body)"/>
                <a:ea typeface="+mn-ea"/>
                <a:cs typeface="+mn-cs"/>
              </a:endParaRPr>
            </a:p>
          </p:txBody>
        </p:sp>
        <p:sp>
          <p:nvSpPr>
            <p:cNvPr id="106" name="Rectangle 105">
              <a:extLst>
                <a:ext uri="{FF2B5EF4-FFF2-40B4-BE49-F238E27FC236}">
                  <a16:creationId xmlns:a16="http://schemas.microsoft.com/office/drawing/2014/main" id="{9BDCEFEB-E2E4-B220-647F-0D61BA34E2CF}"/>
                </a:ext>
              </a:extLst>
            </p:cNvPr>
            <p:cNvSpPr/>
            <p:nvPr/>
          </p:nvSpPr>
          <p:spPr>
            <a:xfrm>
              <a:off x="1963774" y="3664417"/>
              <a:ext cx="597130" cy="175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Ubuntu"/>
                  <a:ea typeface="+mn-ea"/>
                  <a:cs typeface="+mn-cs"/>
                </a:rPr>
                <a:t>Dashboards &amp; Self-Service BI</a:t>
              </a:r>
              <a:endParaRPr kumimoji="0" lang="en-US" sz="600" b="0" i="0" u="none" strike="noStrike" kern="1200" cap="none" spc="0" normalizeH="0" baseline="0" noProof="0">
                <a:ln>
                  <a:noFill/>
                </a:ln>
                <a:solidFill>
                  <a:srgbClr val="FFFFFF"/>
                </a:solidFill>
                <a:effectLst/>
                <a:uLnTx/>
                <a:uFillTx/>
                <a:latin typeface="Ubuntu (Body)"/>
                <a:ea typeface="+mn-ea"/>
                <a:cs typeface="+mn-cs"/>
              </a:endParaRPr>
            </a:p>
          </p:txBody>
        </p:sp>
        <p:sp>
          <p:nvSpPr>
            <p:cNvPr id="107" name="Rectangle 106">
              <a:extLst>
                <a:ext uri="{FF2B5EF4-FFF2-40B4-BE49-F238E27FC236}">
                  <a16:creationId xmlns:a16="http://schemas.microsoft.com/office/drawing/2014/main" id="{77D468FD-219D-1B32-1086-17FC0A6D5CE0}"/>
                </a:ext>
              </a:extLst>
            </p:cNvPr>
            <p:cNvSpPr/>
            <p:nvPr/>
          </p:nvSpPr>
          <p:spPr>
            <a:xfrm>
              <a:off x="1256390" y="4949906"/>
              <a:ext cx="597130" cy="175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Ubuntu"/>
                  <a:ea typeface="+mn-ea"/>
                  <a:cs typeface="+mn-cs"/>
                </a:rPr>
                <a:t>Alerts &amp; Monitoring</a:t>
              </a:r>
              <a:endParaRPr kumimoji="0" lang="en-US" sz="600" b="0" i="0" u="none" strike="noStrike" kern="1200" cap="none" spc="0" normalizeH="0" baseline="0" noProof="0">
                <a:ln>
                  <a:noFill/>
                </a:ln>
                <a:solidFill>
                  <a:srgbClr val="FFFFFF"/>
                </a:solidFill>
                <a:effectLst/>
                <a:uLnTx/>
                <a:uFillTx/>
                <a:latin typeface="Ubuntu (Body)"/>
                <a:ea typeface="+mn-ea"/>
                <a:cs typeface="+mn-cs"/>
              </a:endParaRPr>
            </a:p>
          </p:txBody>
        </p:sp>
        <p:sp>
          <p:nvSpPr>
            <p:cNvPr id="108" name="Rectangle 107">
              <a:extLst>
                <a:ext uri="{FF2B5EF4-FFF2-40B4-BE49-F238E27FC236}">
                  <a16:creationId xmlns:a16="http://schemas.microsoft.com/office/drawing/2014/main" id="{AA77BB9D-6A7F-155F-5B7F-84383D02AAED}"/>
                </a:ext>
              </a:extLst>
            </p:cNvPr>
            <p:cNvSpPr/>
            <p:nvPr/>
          </p:nvSpPr>
          <p:spPr>
            <a:xfrm>
              <a:off x="1963772" y="4949906"/>
              <a:ext cx="597130" cy="175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Ubuntu"/>
                  <a:ea typeface="+mn-ea"/>
                  <a:cs typeface="+mn-cs"/>
                </a:rPr>
                <a:t>Workflow Automation</a:t>
              </a:r>
              <a:endParaRPr kumimoji="0" lang="en-US" sz="600" b="0" i="0" u="none" strike="noStrike" kern="1200" cap="none" spc="0" normalizeH="0" baseline="0" noProof="0">
                <a:ln>
                  <a:noFill/>
                </a:ln>
                <a:solidFill>
                  <a:srgbClr val="FFFFFF"/>
                </a:solidFill>
                <a:effectLst/>
                <a:uLnTx/>
                <a:uFillTx/>
                <a:latin typeface="Ubuntu (Body)"/>
                <a:ea typeface="+mn-ea"/>
                <a:cs typeface="+mn-cs"/>
              </a:endParaRPr>
            </a:p>
          </p:txBody>
        </p:sp>
      </p:grpSp>
      <p:grpSp>
        <p:nvGrpSpPr>
          <p:cNvPr id="115" name="Group 114">
            <a:extLst>
              <a:ext uri="{FF2B5EF4-FFF2-40B4-BE49-F238E27FC236}">
                <a16:creationId xmlns:a16="http://schemas.microsoft.com/office/drawing/2014/main" id="{D9E58BF3-B5D9-4884-D9BD-A64071F5C133}"/>
              </a:ext>
            </a:extLst>
          </p:cNvPr>
          <p:cNvGrpSpPr/>
          <p:nvPr/>
        </p:nvGrpSpPr>
        <p:grpSpPr>
          <a:xfrm rot="16200000">
            <a:off x="2845051" y="4246448"/>
            <a:ext cx="321345" cy="296704"/>
            <a:chOff x="2105983" y="2378102"/>
            <a:chExt cx="387656" cy="417965"/>
          </a:xfrm>
        </p:grpSpPr>
        <p:sp>
          <p:nvSpPr>
            <p:cNvPr id="116" name="Arrow: Chevron 115">
              <a:extLst>
                <a:ext uri="{FF2B5EF4-FFF2-40B4-BE49-F238E27FC236}">
                  <a16:creationId xmlns:a16="http://schemas.microsoft.com/office/drawing/2014/main" id="{316ADEFD-E718-2D9E-EAB4-85E038E885D4}"/>
                </a:ext>
              </a:extLst>
            </p:cNvPr>
            <p:cNvSpPr/>
            <p:nvPr/>
          </p:nvSpPr>
          <p:spPr>
            <a:xfrm rot="5400000">
              <a:off x="2161978" y="2322107"/>
              <a:ext cx="275665" cy="387656"/>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sp>
          <p:nvSpPr>
            <p:cNvPr id="117" name="Arrow: Chevron 116">
              <a:extLst>
                <a:ext uri="{FF2B5EF4-FFF2-40B4-BE49-F238E27FC236}">
                  <a16:creationId xmlns:a16="http://schemas.microsoft.com/office/drawing/2014/main" id="{7D23EA49-E931-686E-AE46-66E84FF17EF6}"/>
                </a:ext>
              </a:extLst>
            </p:cNvPr>
            <p:cNvSpPr/>
            <p:nvPr/>
          </p:nvSpPr>
          <p:spPr>
            <a:xfrm rot="5400000">
              <a:off x="2182832" y="2514758"/>
              <a:ext cx="233956" cy="328661"/>
            </a:xfrm>
            <a:prstGeom prst="chevron">
              <a:avLst/>
            </a:prstGeom>
            <a:solidFill>
              <a:schemeClr val="accent3">
                <a:lumMod val="10000"/>
                <a:lumOff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19" name="Group 18">
            <a:extLst>
              <a:ext uri="{FF2B5EF4-FFF2-40B4-BE49-F238E27FC236}">
                <a16:creationId xmlns:a16="http://schemas.microsoft.com/office/drawing/2014/main" id="{98C15101-C809-2029-104D-6EFD06ED3BB4}"/>
              </a:ext>
            </a:extLst>
          </p:cNvPr>
          <p:cNvGrpSpPr/>
          <p:nvPr/>
        </p:nvGrpSpPr>
        <p:grpSpPr>
          <a:xfrm>
            <a:off x="9009127" y="1738767"/>
            <a:ext cx="2642641" cy="2692601"/>
            <a:chOff x="8847870" y="1738767"/>
            <a:chExt cx="2642641" cy="2692601"/>
          </a:xfrm>
        </p:grpSpPr>
        <p:sp>
          <p:nvSpPr>
            <p:cNvPr id="17" name="Rectangle 16">
              <a:extLst>
                <a:ext uri="{FF2B5EF4-FFF2-40B4-BE49-F238E27FC236}">
                  <a16:creationId xmlns:a16="http://schemas.microsoft.com/office/drawing/2014/main" id="{781DC1B5-42F9-EAE3-F67C-B3A85E730B82}"/>
                </a:ext>
              </a:extLst>
            </p:cNvPr>
            <p:cNvSpPr/>
            <p:nvPr/>
          </p:nvSpPr>
          <p:spPr>
            <a:xfrm>
              <a:off x="8847870" y="1738767"/>
              <a:ext cx="2629788"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lvl="0" algn="ctr">
                <a:defRPr/>
              </a:pPr>
              <a:r>
                <a:rPr lang="en-US" sz="1600" b="1">
                  <a:solidFill>
                    <a:srgbClr val="FFFFFF"/>
                  </a:solidFill>
                </a:rPr>
                <a:t>How AI creates impact</a:t>
              </a:r>
              <a:endParaRPr kumimoji="0" lang="en-US" sz="1600" b="1" i="0" u="none" strike="noStrike" kern="1200" cap="none" spc="0" normalizeH="0" baseline="0" noProof="0">
                <a:ln>
                  <a:noFill/>
                </a:ln>
                <a:solidFill>
                  <a:srgbClr val="FFFFFF"/>
                </a:solidFill>
                <a:effectLst/>
                <a:uLnTx/>
                <a:uFillTx/>
                <a:latin typeface="Ubuntu"/>
                <a:ea typeface="+mn-ea"/>
                <a:cs typeface="+mn-cs"/>
              </a:endParaRPr>
            </a:p>
          </p:txBody>
        </p:sp>
        <p:sp>
          <p:nvSpPr>
            <p:cNvPr id="121" name="Rectangle 120">
              <a:extLst>
                <a:ext uri="{FF2B5EF4-FFF2-40B4-BE49-F238E27FC236}">
                  <a16:creationId xmlns:a16="http://schemas.microsoft.com/office/drawing/2014/main" id="{DBA78362-9E24-5DA4-B3A9-801D115F6A6C}"/>
                </a:ext>
              </a:extLst>
            </p:cNvPr>
            <p:cNvSpPr/>
            <p:nvPr/>
          </p:nvSpPr>
          <p:spPr>
            <a:xfrm>
              <a:off x="9432413" y="3313458"/>
              <a:ext cx="1702831"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ea typeface="+mn-ea"/>
                  <a:cs typeface="+mn-cs"/>
                </a:rPr>
                <a:t>…Faster Time-to-Market</a:t>
              </a:r>
            </a:p>
          </p:txBody>
        </p:sp>
        <p:sp>
          <p:nvSpPr>
            <p:cNvPr id="128" name="Rectangle 127">
              <a:extLst>
                <a:ext uri="{FF2B5EF4-FFF2-40B4-BE49-F238E27FC236}">
                  <a16:creationId xmlns:a16="http://schemas.microsoft.com/office/drawing/2014/main" id="{F44044D5-9BBC-43A8-6B4D-85A75D35BF85}"/>
                </a:ext>
              </a:extLst>
            </p:cNvPr>
            <p:cNvSpPr/>
            <p:nvPr/>
          </p:nvSpPr>
          <p:spPr>
            <a:xfrm>
              <a:off x="9432413" y="3784264"/>
              <a:ext cx="1702831"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ea typeface="+mn-ea"/>
                  <a:cs typeface="+mn-cs"/>
                </a:rPr>
                <a:t>…Higher Product Quality</a:t>
              </a:r>
            </a:p>
          </p:txBody>
        </p:sp>
        <p:sp>
          <p:nvSpPr>
            <p:cNvPr id="129" name="Rectangle 128">
              <a:extLst>
                <a:ext uri="{FF2B5EF4-FFF2-40B4-BE49-F238E27FC236}">
                  <a16:creationId xmlns:a16="http://schemas.microsoft.com/office/drawing/2014/main" id="{910F1C69-082E-AB6D-9C82-E06F656E39D7}"/>
                </a:ext>
              </a:extLst>
            </p:cNvPr>
            <p:cNvSpPr/>
            <p:nvPr/>
          </p:nvSpPr>
          <p:spPr>
            <a:xfrm>
              <a:off x="9432412" y="4255070"/>
              <a:ext cx="2058099"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ea typeface="+mn-ea"/>
                  <a:cs typeface="+mn-cs"/>
                </a:rPr>
                <a:t>…Personalized user experience</a:t>
              </a:r>
            </a:p>
          </p:txBody>
        </p:sp>
        <p:sp>
          <p:nvSpPr>
            <p:cNvPr id="148" name="Rectangle 147">
              <a:extLst>
                <a:ext uri="{FF2B5EF4-FFF2-40B4-BE49-F238E27FC236}">
                  <a16:creationId xmlns:a16="http://schemas.microsoft.com/office/drawing/2014/main" id="{3D048448-C64B-D25C-83D1-EEA3DA303E09}"/>
                </a:ext>
              </a:extLst>
            </p:cNvPr>
            <p:cNvSpPr/>
            <p:nvPr/>
          </p:nvSpPr>
          <p:spPr>
            <a:xfrm>
              <a:off x="8954649" y="2529236"/>
              <a:ext cx="2366347"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With the use of AI, we unlock measurable value such as…</a:t>
              </a:r>
              <a:endParaRPr kumimoji="0" lang="en-US" sz="1100" b="1" i="0" u="none" strike="noStrike" kern="1200" cap="none" spc="0" normalizeH="0" baseline="0" noProof="0">
                <a:ln>
                  <a:noFill/>
                </a:ln>
                <a:solidFill>
                  <a:srgbClr val="FFFFFF"/>
                </a:solidFill>
                <a:effectLst/>
                <a:uLnTx/>
                <a:uFillTx/>
                <a:latin typeface="Ubuntu (Body)"/>
                <a:ea typeface="+mn-ea"/>
                <a:cs typeface="+mn-cs"/>
              </a:endParaRPr>
            </a:p>
          </p:txBody>
        </p:sp>
        <p:grpSp>
          <p:nvGrpSpPr>
            <p:cNvPr id="165" name="Graphic 13">
              <a:extLst>
                <a:ext uri="{FF2B5EF4-FFF2-40B4-BE49-F238E27FC236}">
                  <a16:creationId xmlns:a16="http://schemas.microsoft.com/office/drawing/2014/main" id="{27CC3D72-1255-E50E-0BFD-5DE9D256B3AC}"/>
                </a:ext>
              </a:extLst>
            </p:cNvPr>
            <p:cNvGrpSpPr>
              <a:grpSpLocks noChangeAspect="1"/>
            </p:cNvGrpSpPr>
            <p:nvPr/>
          </p:nvGrpSpPr>
          <p:grpSpPr>
            <a:xfrm>
              <a:off x="9060005" y="3690116"/>
              <a:ext cx="229546" cy="278733"/>
              <a:chOff x="5905281" y="3152587"/>
              <a:chExt cx="381439" cy="463175"/>
            </a:xfrm>
            <a:solidFill>
              <a:schemeClr val="bg1"/>
            </a:solidFill>
            <a:effectLst>
              <a:glow rad="63500">
                <a:schemeClr val="accent2">
                  <a:alpha val="40000"/>
                </a:schemeClr>
              </a:glow>
            </a:effectLst>
          </p:grpSpPr>
          <p:sp>
            <p:nvSpPr>
              <p:cNvPr id="166" name="Freeform: Shape 165">
                <a:extLst>
                  <a:ext uri="{FF2B5EF4-FFF2-40B4-BE49-F238E27FC236}">
                    <a16:creationId xmlns:a16="http://schemas.microsoft.com/office/drawing/2014/main" id="{26144DF1-3638-222E-5449-A5BBE0DA429A}"/>
                  </a:ext>
                </a:extLst>
              </p:cNvPr>
              <p:cNvSpPr/>
              <p:nvPr/>
            </p:nvSpPr>
            <p:spPr>
              <a:xfrm>
                <a:off x="5905281" y="3152587"/>
                <a:ext cx="381439" cy="463175"/>
              </a:xfrm>
              <a:custGeom>
                <a:avLst/>
                <a:gdLst>
                  <a:gd name="connsiteX0" fmla="*/ 371631 w 381439"/>
                  <a:gd name="connsiteY0" fmla="*/ 166743 h 463175"/>
                  <a:gd name="connsiteX1" fmla="*/ 370405 w 381439"/>
                  <a:gd name="connsiteY1" fmla="*/ 165245 h 463175"/>
                  <a:gd name="connsiteX2" fmla="*/ 367135 w 381439"/>
                  <a:gd name="connsiteY2" fmla="*/ 161294 h 463175"/>
                  <a:gd name="connsiteX3" fmla="*/ 217965 w 381439"/>
                  <a:gd name="connsiteY3" fmla="*/ 13623 h 463175"/>
                  <a:gd name="connsiteX4" fmla="*/ 216194 w 381439"/>
                  <a:gd name="connsiteY4" fmla="*/ 12261 h 463175"/>
                  <a:gd name="connsiteX5" fmla="*/ 214287 w 381439"/>
                  <a:gd name="connsiteY5" fmla="*/ 10626 h 463175"/>
                  <a:gd name="connsiteX6" fmla="*/ 184589 w 381439"/>
                  <a:gd name="connsiteY6" fmla="*/ 0 h 463175"/>
                  <a:gd name="connsiteX7" fmla="*/ 33785 w 381439"/>
                  <a:gd name="connsiteY7" fmla="*/ 0 h 463175"/>
                  <a:gd name="connsiteX8" fmla="*/ 0 w 381439"/>
                  <a:gd name="connsiteY8" fmla="*/ 33512 h 463175"/>
                  <a:gd name="connsiteX9" fmla="*/ 0 w 381439"/>
                  <a:gd name="connsiteY9" fmla="*/ 33512 h 463175"/>
                  <a:gd name="connsiteX10" fmla="*/ 0 w 381439"/>
                  <a:gd name="connsiteY10" fmla="*/ 429936 h 463175"/>
                  <a:gd name="connsiteX11" fmla="*/ 33785 w 381439"/>
                  <a:gd name="connsiteY11" fmla="*/ 463175 h 463175"/>
                  <a:gd name="connsiteX12" fmla="*/ 347109 w 381439"/>
                  <a:gd name="connsiteY12" fmla="*/ 463175 h 463175"/>
                  <a:gd name="connsiteX13" fmla="*/ 381435 w 381439"/>
                  <a:gd name="connsiteY13" fmla="*/ 430218 h 463175"/>
                  <a:gd name="connsiteX14" fmla="*/ 381439 w 381439"/>
                  <a:gd name="connsiteY14" fmla="*/ 429936 h 463175"/>
                  <a:gd name="connsiteX15" fmla="*/ 381439 w 381439"/>
                  <a:gd name="connsiteY15" fmla="*/ 195215 h 463175"/>
                  <a:gd name="connsiteX16" fmla="*/ 371631 w 381439"/>
                  <a:gd name="connsiteY16" fmla="*/ 166743 h 463175"/>
                  <a:gd name="connsiteX17" fmla="*/ 350107 w 381439"/>
                  <a:gd name="connsiteY17" fmla="*/ 163474 h 463175"/>
                  <a:gd name="connsiteX18" fmla="*/ 251886 w 381439"/>
                  <a:gd name="connsiteY18" fmla="*/ 163474 h 463175"/>
                  <a:gd name="connsiteX19" fmla="*/ 217965 w 381439"/>
                  <a:gd name="connsiteY19" fmla="*/ 129553 h 463175"/>
                  <a:gd name="connsiteX20" fmla="*/ 217965 w 381439"/>
                  <a:gd name="connsiteY20" fmla="*/ 32695 h 463175"/>
                  <a:gd name="connsiteX21" fmla="*/ 367816 w 381439"/>
                  <a:gd name="connsiteY21" fmla="*/ 429936 h 463175"/>
                  <a:gd name="connsiteX22" fmla="*/ 347518 w 381439"/>
                  <a:gd name="connsiteY22" fmla="*/ 449553 h 463175"/>
                  <a:gd name="connsiteX23" fmla="*/ 34193 w 381439"/>
                  <a:gd name="connsiteY23" fmla="*/ 449553 h 463175"/>
                  <a:gd name="connsiteX24" fmla="*/ 13633 w 381439"/>
                  <a:gd name="connsiteY24" fmla="*/ 430358 h 463175"/>
                  <a:gd name="connsiteX25" fmla="*/ 13623 w 381439"/>
                  <a:gd name="connsiteY25" fmla="*/ 429936 h 463175"/>
                  <a:gd name="connsiteX26" fmla="*/ 13623 w 381439"/>
                  <a:gd name="connsiteY26" fmla="*/ 33512 h 463175"/>
                  <a:gd name="connsiteX27" fmla="*/ 33784 w 381439"/>
                  <a:gd name="connsiteY27" fmla="*/ 13623 h 463175"/>
                  <a:gd name="connsiteX28" fmla="*/ 33785 w 381439"/>
                  <a:gd name="connsiteY28" fmla="*/ 13623 h 463175"/>
                  <a:gd name="connsiteX29" fmla="*/ 184589 w 381439"/>
                  <a:gd name="connsiteY29" fmla="*/ 13623 h 463175"/>
                  <a:gd name="connsiteX30" fmla="*/ 204342 w 381439"/>
                  <a:gd name="connsiteY30" fmla="*/ 19890 h 463175"/>
                  <a:gd name="connsiteX31" fmla="*/ 204342 w 381439"/>
                  <a:gd name="connsiteY31" fmla="*/ 129553 h 463175"/>
                  <a:gd name="connsiteX32" fmla="*/ 252022 w 381439"/>
                  <a:gd name="connsiteY32" fmla="*/ 177233 h 463175"/>
                  <a:gd name="connsiteX33" fmla="*/ 362367 w 381439"/>
                  <a:gd name="connsiteY33" fmla="*/ 177233 h 463175"/>
                  <a:gd name="connsiteX34" fmla="*/ 367816 w 381439"/>
                  <a:gd name="connsiteY34" fmla="*/ 195215 h 4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1439" h="463175">
                    <a:moveTo>
                      <a:pt x="371631" y="166743"/>
                    </a:moveTo>
                    <a:cubicBezTo>
                      <a:pt x="371298" y="166186"/>
                      <a:pt x="370885" y="165681"/>
                      <a:pt x="370405" y="165245"/>
                    </a:cubicBezTo>
                    <a:cubicBezTo>
                      <a:pt x="369390" y="163868"/>
                      <a:pt x="368298" y="162549"/>
                      <a:pt x="367135" y="161294"/>
                    </a:cubicBezTo>
                    <a:lnTo>
                      <a:pt x="217965" y="13623"/>
                    </a:lnTo>
                    <a:lnTo>
                      <a:pt x="216194" y="12261"/>
                    </a:lnTo>
                    <a:cubicBezTo>
                      <a:pt x="215659" y="11609"/>
                      <a:pt x="215013" y="11055"/>
                      <a:pt x="214287" y="10626"/>
                    </a:cubicBezTo>
                    <a:cubicBezTo>
                      <a:pt x="205902" y="3779"/>
                      <a:pt x="195415" y="27"/>
                      <a:pt x="184589" y="0"/>
                    </a:cubicBezTo>
                    <a:lnTo>
                      <a:pt x="33785" y="0"/>
                    </a:lnTo>
                    <a:cubicBezTo>
                      <a:pt x="15201" y="-75"/>
                      <a:pt x="75" y="14929"/>
                      <a:pt x="0" y="33512"/>
                    </a:cubicBezTo>
                    <a:cubicBezTo>
                      <a:pt x="0" y="33512"/>
                      <a:pt x="0" y="33512"/>
                      <a:pt x="0" y="33512"/>
                    </a:cubicBezTo>
                    <a:lnTo>
                      <a:pt x="0" y="429936"/>
                    </a:lnTo>
                    <a:cubicBezTo>
                      <a:pt x="224" y="448412"/>
                      <a:pt x="15306" y="463252"/>
                      <a:pt x="33785" y="463175"/>
                    </a:cubicBezTo>
                    <a:lnTo>
                      <a:pt x="347109" y="463175"/>
                    </a:lnTo>
                    <a:cubicBezTo>
                      <a:pt x="365690" y="463553"/>
                      <a:pt x="381058" y="448796"/>
                      <a:pt x="381435" y="430218"/>
                    </a:cubicBezTo>
                    <a:cubicBezTo>
                      <a:pt x="381436" y="430124"/>
                      <a:pt x="381438" y="430030"/>
                      <a:pt x="381439" y="429936"/>
                    </a:cubicBezTo>
                    <a:lnTo>
                      <a:pt x="381439" y="195215"/>
                    </a:lnTo>
                    <a:cubicBezTo>
                      <a:pt x="381341" y="184912"/>
                      <a:pt x="377898" y="174920"/>
                      <a:pt x="371631" y="166743"/>
                    </a:cubicBezTo>
                    <a:close/>
                    <a:moveTo>
                      <a:pt x="350107" y="163474"/>
                    </a:moveTo>
                    <a:lnTo>
                      <a:pt x="251886" y="163474"/>
                    </a:lnTo>
                    <a:cubicBezTo>
                      <a:pt x="233213" y="163325"/>
                      <a:pt x="218114" y="148226"/>
                      <a:pt x="217965" y="129553"/>
                    </a:cubicBezTo>
                    <a:lnTo>
                      <a:pt x="217965" y="32695"/>
                    </a:lnTo>
                    <a:close/>
                    <a:moveTo>
                      <a:pt x="367816" y="429936"/>
                    </a:moveTo>
                    <a:cubicBezTo>
                      <a:pt x="367593" y="440943"/>
                      <a:pt x="358527" y="449705"/>
                      <a:pt x="347518" y="449553"/>
                    </a:cubicBezTo>
                    <a:lnTo>
                      <a:pt x="34193" y="449553"/>
                    </a:lnTo>
                    <a:cubicBezTo>
                      <a:pt x="23215" y="449930"/>
                      <a:pt x="14010" y="441335"/>
                      <a:pt x="13633" y="430358"/>
                    </a:cubicBezTo>
                    <a:cubicBezTo>
                      <a:pt x="13628" y="430218"/>
                      <a:pt x="13625" y="430076"/>
                      <a:pt x="13623" y="429936"/>
                    </a:cubicBezTo>
                    <a:lnTo>
                      <a:pt x="13623" y="33512"/>
                    </a:lnTo>
                    <a:cubicBezTo>
                      <a:pt x="13698" y="22453"/>
                      <a:pt x="22724" y="13548"/>
                      <a:pt x="33784" y="13623"/>
                    </a:cubicBezTo>
                    <a:cubicBezTo>
                      <a:pt x="33784" y="13623"/>
                      <a:pt x="33784" y="13623"/>
                      <a:pt x="33785" y="13623"/>
                    </a:cubicBezTo>
                    <a:lnTo>
                      <a:pt x="184589" y="13623"/>
                    </a:lnTo>
                    <a:cubicBezTo>
                      <a:pt x="191662" y="13627"/>
                      <a:pt x="198561" y="15816"/>
                      <a:pt x="204342" y="19890"/>
                    </a:cubicBezTo>
                    <a:lnTo>
                      <a:pt x="204342" y="129553"/>
                    </a:lnTo>
                    <a:cubicBezTo>
                      <a:pt x="204342" y="155886"/>
                      <a:pt x="225689" y="177233"/>
                      <a:pt x="252022" y="177233"/>
                    </a:cubicBezTo>
                    <a:lnTo>
                      <a:pt x="362367" y="177233"/>
                    </a:lnTo>
                    <a:cubicBezTo>
                      <a:pt x="365861" y="182585"/>
                      <a:pt x="367752" y="188824"/>
                      <a:pt x="367816" y="195215"/>
                    </a:cubicBezTo>
                    <a:close/>
                  </a:path>
                </a:pathLst>
              </a:custGeom>
              <a:grpFill/>
              <a:ln w="13607" cap="flat">
                <a:noFill/>
                <a:prstDash val="solid"/>
                <a:miter/>
              </a:ln>
            </p:spPr>
            <p:txBody>
              <a:bodyPr rtlCol="0" anchor="ctr"/>
              <a:lstStyle/>
              <a:p>
                <a:endParaRPr lang="de-DE"/>
              </a:p>
            </p:txBody>
          </p:sp>
          <p:sp>
            <p:nvSpPr>
              <p:cNvPr id="167" name="Freeform: Shape 166">
                <a:extLst>
                  <a:ext uri="{FF2B5EF4-FFF2-40B4-BE49-F238E27FC236}">
                    <a16:creationId xmlns:a16="http://schemas.microsoft.com/office/drawing/2014/main" id="{4265E833-C286-791F-6F6D-C46286023354}"/>
                  </a:ext>
                </a:extLst>
              </p:cNvPr>
              <p:cNvSpPr/>
              <p:nvPr/>
            </p:nvSpPr>
            <p:spPr>
              <a:xfrm>
                <a:off x="5992173" y="3330998"/>
                <a:ext cx="204342" cy="190719"/>
              </a:xfrm>
              <a:custGeom>
                <a:avLst/>
                <a:gdLst>
                  <a:gd name="connsiteX0" fmla="*/ 206544 w 204342"/>
                  <a:gd name="connsiteY0" fmla="*/ 158208 h 190719"/>
                  <a:gd name="connsiteX1" fmla="*/ 173168 w 204342"/>
                  <a:gd name="connsiteY1" fmla="*/ 104671 h 190719"/>
                  <a:gd name="connsiteX2" fmla="*/ 180115 w 204342"/>
                  <a:gd name="connsiteY2" fmla="*/ 73066 h 190719"/>
                  <a:gd name="connsiteX3" fmla="*/ 100672 w 204342"/>
                  <a:gd name="connsiteY3" fmla="*/ 69 h 190719"/>
                  <a:gd name="connsiteX4" fmla="*/ 27676 w 204342"/>
                  <a:gd name="connsiteY4" fmla="*/ 73066 h 190719"/>
                  <a:gd name="connsiteX5" fmla="*/ 34487 w 204342"/>
                  <a:gd name="connsiteY5" fmla="*/ 104262 h 190719"/>
                  <a:gd name="connsiteX6" fmla="*/ 975 w 204342"/>
                  <a:gd name="connsiteY6" fmla="*/ 158753 h 190719"/>
                  <a:gd name="connsiteX7" fmla="*/ 975 w 204342"/>
                  <a:gd name="connsiteY7" fmla="*/ 165701 h 190719"/>
                  <a:gd name="connsiteX8" fmla="*/ 6833 w 204342"/>
                  <a:gd name="connsiteY8" fmla="*/ 169107 h 190719"/>
                  <a:gd name="connsiteX9" fmla="*/ 36939 w 204342"/>
                  <a:gd name="connsiteY9" fmla="*/ 169107 h 190719"/>
                  <a:gd name="connsiteX10" fmla="*/ 55194 w 204342"/>
                  <a:gd name="connsiteY10" fmla="*/ 196352 h 190719"/>
                  <a:gd name="connsiteX11" fmla="*/ 60779 w 204342"/>
                  <a:gd name="connsiteY11" fmla="*/ 199349 h 190719"/>
                  <a:gd name="connsiteX12" fmla="*/ 60779 w 204342"/>
                  <a:gd name="connsiteY12" fmla="*/ 199349 h 190719"/>
                  <a:gd name="connsiteX13" fmla="*/ 66501 w 204342"/>
                  <a:gd name="connsiteY13" fmla="*/ 196080 h 190719"/>
                  <a:gd name="connsiteX14" fmla="*/ 95518 w 204342"/>
                  <a:gd name="connsiteY14" fmla="*/ 148536 h 190719"/>
                  <a:gd name="connsiteX15" fmla="*/ 103964 w 204342"/>
                  <a:gd name="connsiteY15" fmla="*/ 148536 h 190719"/>
                  <a:gd name="connsiteX16" fmla="*/ 112001 w 204342"/>
                  <a:gd name="connsiteY16" fmla="*/ 148536 h 190719"/>
                  <a:gd name="connsiteX17" fmla="*/ 140881 w 204342"/>
                  <a:gd name="connsiteY17" fmla="*/ 194581 h 190719"/>
                  <a:gd name="connsiteX18" fmla="*/ 146467 w 204342"/>
                  <a:gd name="connsiteY18" fmla="*/ 197851 h 190719"/>
                  <a:gd name="connsiteX19" fmla="*/ 146467 w 204342"/>
                  <a:gd name="connsiteY19" fmla="*/ 197851 h 190719"/>
                  <a:gd name="connsiteX20" fmla="*/ 152188 w 204342"/>
                  <a:gd name="connsiteY20" fmla="*/ 194854 h 190719"/>
                  <a:gd name="connsiteX21" fmla="*/ 170443 w 204342"/>
                  <a:gd name="connsiteY21" fmla="*/ 167608 h 190719"/>
                  <a:gd name="connsiteX22" fmla="*/ 200549 w 204342"/>
                  <a:gd name="connsiteY22" fmla="*/ 167608 h 190719"/>
                  <a:gd name="connsiteX23" fmla="*/ 206544 w 204342"/>
                  <a:gd name="connsiteY23" fmla="*/ 164202 h 190719"/>
                  <a:gd name="connsiteX24" fmla="*/ 206544 w 204342"/>
                  <a:gd name="connsiteY24" fmla="*/ 158208 h 190719"/>
                  <a:gd name="connsiteX25" fmla="*/ 60507 w 204342"/>
                  <a:gd name="connsiteY25" fmla="*/ 178915 h 190719"/>
                  <a:gd name="connsiteX26" fmla="*/ 46067 w 204342"/>
                  <a:gd name="connsiteY26" fmla="*/ 157936 h 190719"/>
                  <a:gd name="connsiteX27" fmla="*/ 40481 w 204342"/>
                  <a:gd name="connsiteY27" fmla="*/ 154939 h 190719"/>
                  <a:gd name="connsiteX28" fmla="*/ 18957 w 204342"/>
                  <a:gd name="connsiteY28" fmla="*/ 154939 h 190719"/>
                  <a:gd name="connsiteX29" fmla="*/ 42252 w 204342"/>
                  <a:gd name="connsiteY29" fmla="*/ 117612 h 190719"/>
                  <a:gd name="connsiteX30" fmla="*/ 81214 w 204342"/>
                  <a:gd name="connsiteY30" fmla="*/ 145812 h 190719"/>
                  <a:gd name="connsiteX31" fmla="*/ 41299 w 204342"/>
                  <a:gd name="connsiteY31" fmla="*/ 73066 h 190719"/>
                  <a:gd name="connsiteX32" fmla="*/ 103827 w 204342"/>
                  <a:gd name="connsiteY32" fmla="*/ 10265 h 190719"/>
                  <a:gd name="connsiteX33" fmla="*/ 166629 w 204342"/>
                  <a:gd name="connsiteY33" fmla="*/ 72793 h 190719"/>
                  <a:gd name="connsiteX34" fmla="*/ 104100 w 204342"/>
                  <a:gd name="connsiteY34" fmla="*/ 135594 h 190719"/>
                  <a:gd name="connsiteX35" fmla="*/ 103827 w 204342"/>
                  <a:gd name="connsiteY35" fmla="*/ 135594 h 190719"/>
                  <a:gd name="connsiteX36" fmla="*/ 41299 w 204342"/>
                  <a:gd name="connsiteY36" fmla="*/ 73066 h 190719"/>
                  <a:gd name="connsiteX37" fmla="*/ 167037 w 204342"/>
                  <a:gd name="connsiteY37" fmla="*/ 154803 h 190719"/>
                  <a:gd name="connsiteX38" fmla="*/ 161452 w 204342"/>
                  <a:gd name="connsiteY38" fmla="*/ 157800 h 190719"/>
                  <a:gd name="connsiteX39" fmla="*/ 146876 w 204342"/>
                  <a:gd name="connsiteY39" fmla="*/ 178779 h 190719"/>
                  <a:gd name="connsiteX40" fmla="*/ 126305 w 204342"/>
                  <a:gd name="connsiteY40" fmla="*/ 145812 h 190719"/>
                  <a:gd name="connsiteX41" fmla="*/ 165403 w 204342"/>
                  <a:gd name="connsiteY41" fmla="*/ 117749 h 190719"/>
                  <a:gd name="connsiteX42" fmla="*/ 188425 w 204342"/>
                  <a:gd name="connsiteY42" fmla="*/ 154803 h 190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4342" h="190719">
                    <a:moveTo>
                      <a:pt x="206544" y="158208"/>
                    </a:moveTo>
                    <a:lnTo>
                      <a:pt x="173168" y="104671"/>
                    </a:lnTo>
                    <a:cubicBezTo>
                      <a:pt x="177771" y="94772"/>
                      <a:pt x="180142" y="83983"/>
                      <a:pt x="180115" y="73066"/>
                    </a:cubicBezTo>
                    <a:cubicBezTo>
                      <a:pt x="178335" y="30971"/>
                      <a:pt x="142767" y="-1711"/>
                      <a:pt x="100672" y="69"/>
                    </a:cubicBezTo>
                    <a:cubicBezTo>
                      <a:pt x="61072" y="1744"/>
                      <a:pt x="29350" y="33466"/>
                      <a:pt x="27676" y="73066"/>
                    </a:cubicBezTo>
                    <a:cubicBezTo>
                      <a:pt x="27670" y="83835"/>
                      <a:pt x="29993" y="94477"/>
                      <a:pt x="34487" y="104262"/>
                    </a:cubicBezTo>
                    <a:lnTo>
                      <a:pt x="975" y="158753"/>
                    </a:lnTo>
                    <a:cubicBezTo>
                      <a:pt x="-325" y="160887"/>
                      <a:pt x="-325" y="163567"/>
                      <a:pt x="975" y="165701"/>
                    </a:cubicBezTo>
                    <a:cubicBezTo>
                      <a:pt x="2141" y="167838"/>
                      <a:pt x="4399" y="169150"/>
                      <a:pt x="6833" y="169107"/>
                    </a:cubicBezTo>
                    <a:lnTo>
                      <a:pt x="36939" y="169107"/>
                    </a:lnTo>
                    <a:lnTo>
                      <a:pt x="55194" y="196352"/>
                    </a:lnTo>
                    <a:cubicBezTo>
                      <a:pt x="56432" y="198228"/>
                      <a:pt x="58532" y="199355"/>
                      <a:pt x="60779" y="199349"/>
                    </a:cubicBezTo>
                    <a:lnTo>
                      <a:pt x="60779" y="199349"/>
                    </a:lnTo>
                    <a:cubicBezTo>
                      <a:pt x="63114" y="199291"/>
                      <a:pt x="65265" y="198062"/>
                      <a:pt x="66501" y="196080"/>
                    </a:cubicBezTo>
                    <a:lnTo>
                      <a:pt x="95518" y="148536"/>
                    </a:lnTo>
                    <a:cubicBezTo>
                      <a:pt x="98242" y="148536"/>
                      <a:pt x="101103" y="148536"/>
                      <a:pt x="103964" y="148536"/>
                    </a:cubicBezTo>
                    <a:cubicBezTo>
                      <a:pt x="106641" y="148675"/>
                      <a:pt x="109324" y="148675"/>
                      <a:pt x="112001" y="148536"/>
                    </a:cubicBezTo>
                    <a:lnTo>
                      <a:pt x="140881" y="194581"/>
                    </a:lnTo>
                    <a:cubicBezTo>
                      <a:pt x="142091" y="196525"/>
                      <a:pt x="144180" y="197747"/>
                      <a:pt x="146467" y="197851"/>
                    </a:cubicBezTo>
                    <a:lnTo>
                      <a:pt x="146467" y="197851"/>
                    </a:lnTo>
                    <a:cubicBezTo>
                      <a:pt x="148750" y="197853"/>
                      <a:pt x="150890" y="196732"/>
                      <a:pt x="152188" y="194854"/>
                    </a:cubicBezTo>
                    <a:lnTo>
                      <a:pt x="170443" y="167608"/>
                    </a:lnTo>
                    <a:lnTo>
                      <a:pt x="200549" y="167608"/>
                    </a:lnTo>
                    <a:cubicBezTo>
                      <a:pt x="203017" y="167642"/>
                      <a:pt x="205309" y="166340"/>
                      <a:pt x="206544" y="164202"/>
                    </a:cubicBezTo>
                    <a:cubicBezTo>
                      <a:pt x="207430" y="162303"/>
                      <a:pt x="207430" y="160107"/>
                      <a:pt x="206544" y="158208"/>
                    </a:cubicBezTo>
                    <a:close/>
                    <a:moveTo>
                      <a:pt x="60507" y="178915"/>
                    </a:moveTo>
                    <a:lnTo>
                      <a:pt x="46067" y="157936"/>
                    </a:lnTo>
                    <a:cubicBezTo>
                      <a:pt x="44828" y="156060"/>
                      <a:pt x="42729" y="154933"/>
                      <a:pt x="40481" y="154939"/>
                    </a:cubicBezTo>
                    <a:lnTo>
                      <a:pt x="18957" y="154939"/>
                    </a:lnTo>
                    <a:lnTo>
                      <a:pt x="42252" y="117612"/>
                    </a:lnTo>
                    <a:cubicBezTo>
                      <a:pt x="51845" y="130982"/>
                      <a:pt x="65517" y="140876"/>
                      <a:pt x="81214" y="145812"/>
                    </a:cubicBezTo>
                    <a:close/>
                    <a:moveTo>
                      <a:pt x="41299" y="73066"/>
                    </a:moveTo>
                    <a:cubicBezTo>
                      <a:pt x="41223" y="38457"/>
                      <a:pt x="69219" y="10340"/>
                      <a:pt x="103827" y="10265"/>
                    </a:cubicBezTo>
                    <a:cubicBezTo>
                      <a:pt x="138436" y="10190"/>
                      <a:pt x="166554" y="38185"/>
                      <a:pt x="166629" y="72793"/>
                    </a:cubicBezTo>
                    <a:cubicBezTo>
                      <a:pt x="166704" y="107402"/>
                      <a:pt x="138709" y="135520"/>
                      <a:pt x="104100" y="135594"/>
                    </a:cubicBezTo>
                    <a:cubicBezTo>
                      <a:pt x="104009" y="135594"/>
                      <a:pt x="103919" y="135594"/>
                      <a:pt x="103827" y="135594"/>
                    </a:cubicBezTo>
                    <a:cubicBezTo>
                      <a:pt x="69325" y="135520"/>
                      <a:pt x="41374" y="107568"/>
                      <a:pt x="41299" y="73066"/>
                    </a:cubicBezTo>
                    <a:close/>
                    <a:moveTo>
                      <a:pt x="167037" y="154803"/>
                    </a:moveTo>
                    <a:cubicBezTo>
                      <a:pt x="164783" y="154773"/>
                      <a:pt x="162673" y="155905"/>
                      <a:pt x="161452" y="157800"/>
                    </a:cubicBezTo>
                    <a:lnTo>
                      <a:pt x="146876" y="178779"/>
                    </a:lnTo>
                    <a:lnTo>
                      <a:pt x="126305" y="145812"/>
                    </a:lnTo>
                    <a:cubicBezTo>
                      <a:pt x="142003" y="140877"/>
                      <a:pt x="155704" y="131042"/>
                      <a:pt x="165403" y="117749"/>
                    </a:cubicBezTo>
                    <a:lnTo>
                      <a:pt x="188425" y="154803"/>
                    </a:lnTo>
                    <a:close/>
                  </a:path>
                </a:pathLst>
              </a:custGeom>
              <a:grpFill/>
              <a:ln w="13607" cap="flat">
                <a:noFill/>
                <a:prstDash val="solid"/>
                <a:miter/>
              </a:ln>
            </p:spPr>
            <p:txBody>
              <a:bodyPr rtlCol="0" anchor="ctr"/>
              <a:lstStyle/>
              <a:p>
                <a:endParaRPr lang="de-DE"/>
              </a:p>
            </p:txBody>
          </p:sp>
        </p:grpSp>
        <p:grpSp>
          <p:nvGrpSpPr>
            <p:cNvPr id="168" name="Graphic 2">
              <a:extLst>
                <a:ext uri="{FF2B5EF4-FFF2-40B4-BE49-F238E27FC236}">
                  <a16:creationId xmlns:a16="http://schemas.microsoft.com/office/drawing/2014/main" id="{F6EE26D2-83DA-5941-02B6-D574F5908932}"/>
                </a:ext>
              </a:extLst>
            </p:cNvPr>
            <p:cNvGrpSpPr>
              <a:grpSpLocks noChangeAspect="1"/>
            </p:cNvGrpSpPr>
            <p:nvPr/>
          </p:nvGrpSpPr>
          <p:grpSpPr>
            <a:xfrm>
              <a:off x="9051215" y="4175759"/>
              <a:ext cx="254159" cy="255609"/>
              <a:chOff x="5864412" y="3152576"/>
              <a:chExt cx="460553" cy="463177"/>
            </a:xfrm>
            <a:solidFill>
              <a:schemeClr val="bg1"/>
            </a:solidFill>
            <a:effectLst>
              <a:glow rad="63500">
                <a:schemeClr val="accent2">
                  <a:alpha val="40000"/>
                </a:schemeClr>
              </a:glow>
            </a:effectLst>
          </p:grpSpPr>
          <p:sp>
            <p:nvSpPr>
              <p:cNvPr id="169" name="Freeform: Shape 168">
                <a:extLst>
                  <a:ext uri="{FF2B5EF4-FFF2-40B4-BE49-F238E27FC236}">
                    <a16:creationId xmlns:a16="http://schemas.microsoft.com/office/drawing/2014/main" id="{838FB3A6-3796-7A44-7603-B2F680B71635}"/>
                  </a:ext>
                </a:extLst>
              </p:cNvPr>
              <p:cNvSpPr/>
              <p:nvPr/>
            </p:nvSpPr>
            <p:spPr>
              <a:xfrm>
                <a:off x="6161491" y="3452717"/>
                <a:ext cx="163474" cy="149851"/>
              </a:xfrm>
              <a:custGeom>
                <a:avLst/>
                <a:gdLst>
                  <a:gd name="connsiteX0" fmla="*/ 166098 w 163474"/>
                  <a:gd name="connsiteY0" fmla="*/ 59784 h 149851"/>
                  <a:gd name="connsiteX1" fmla="*/ 159695 w 163474"/>
                  <a:gd name="connsiteY1" fmla="*/ 55016 h 149851"/>
                  <a:gd name="connsiteX2" fmla="*/ 106702 w 163474"/>
                  <a:gd name="connsiteY2" fmla="*/ 55016 h 149851"/>
                  <a:gd name="connsiteX3" fmla="*/ 90218 w 163474"/>
                  <a:gd name="connsiteY3" fmla="*/ 4203 h 149851"/>
                  <a:gd name="connsiteX4" fmla="*/ 80865 w 163474"/>
                  <a:gd name="connsiteY4" fmla="*/ 615 h 149851"/>
                  <a:gd name="connsiteX5" fmla="*/ 77277 w 163474"/>
                  <a:gd name="connsiteY5" fmla="*/ 4203 h 149851"/>
                  <a:gd name="connsiteX6" fmla="*/ 61202 w 163474"/>
                  <a:gd name="connsiteY6" fmla="*/ 54608 h 149851"/>
                  <a:gd name="connsiteX7" fmla="*/ 7119 w 163474"/>
                  <a:gd name="connsiteY7" fmla="*/ 54608 h 149851"/>
                  <a:gd name="connsiteX8" fmla="*/ 580 w 163474"/>
                  <a:gd name="connsiteY8" fmla="*/ 59376 h 149851"/>
                  <a:gd name="connsiteX9" fmla="*/ 2623 w 163474"/>
                  <a:gd name="connsiteY9" fmla="*/ 67686 h 149851"/>
                  <a:gd name="connsiteX10" fmla="*/ 45672 w 163474"/>
                  <a:gd name="connsiteY10" fmla="*/ 98473 h 149851"/>
                  <a:gd name="connsiteX11" fmla="*/ 29869 w 163474"/>
                  <a:gd name="connsiteY11" fmla="*/ 149423 h 149851"/>
                  <a:gd name="connsiteX12" fmla="*/ 32321 w 163474"/>
                  <a:gd name="connsiteY12" fmla="*/ 157052 h 149851"/>
                  <a:gd name="connsiteX13" fmla="*/ 40359 w 163474"/>
                  <a:gd name="connsiteY13" fmla="*/ 157052 h 149851"/>
                  <a:gd name="connsiteX14" fmla="*/ 82998 w 163474"/>
                  <a:gd name="connsiteY14" fmla="*/ 125583 h 149851"/>
                  <a:gd name="connsiteX15" fmla="*/ 126183 w 163474"/>
                  <a:gd name="connsiteY15" fmla="*/ 157052 h 149851"/>
                  <a:gd name="connsiteX16" fmla="*/ 130269 w 163474"/>
                  <a:gd name="connsiteY16" fmla="*/ 158278 h 149851"/>
                  <a:gd name="connsiteX17" fmla="*/ 134220 w 163474"/>
                  <a:gd name="connsiteY17" fmla="*/ 157052 h 149851"/>
                  <a:gd name="connsiteX18" fmla="*/ 136672 w 163474"/>
                  <a:gd name="connsiteY18" fmla="*/ 149423 h 149851"/>
                  <a:gd name="connsiteX19" fmla="*/ 119780 w 163474"/>
                  <a:gd name="connsiteY19" fmla="*/ 98746 h 149851"/>
                  <a:gd name="connsiteX20" fmla="*/ 162964 w 163474"/>
                  <a:gd name="connsiteY20" fmla="*/ 67686 h 149851"/>
                  <a:gd name="connsiteX21" fmla="*/ 166098 w 163474"/>
                  <a:gd name="connsiteY21" fmla="*/ 59784 h 149851"/>
                  <a:gd name="connsiteX22" fmla="*/ 112423 w 163474"/>
                  <a:gd name="connsiteY22" fmla="*/ 87030 h 149851"/>
                  <a:gd name="connsiteX23" fmla="*/ 107655 w 163474"/>
                  <a:gd name="connsiteY23" fmla="*/ 101743 h 149851"/>
                  <a:gd name="connsiteX24" fmla="*/ 117736 w 163474"/>
                  <a:gd name="connsiteY24" fmla="*/ 132530 h 149851"/>
                  <a:gd name="connsiteX25" fmla="*/ 91444 w 163474"/>
                  <a:gd name="connsiteY25" fmla="*/ 113458 h 149851"/>
                  <a:gd name="connsiteX26" fmla="*/ 76050 w 163474"/>
                  <a:gd name="connsiteY26" fmla="*/ 113458 h 149851"/>
                  <a:gd name="connsiteX27" fmla="*/ 49758 w 163474"/>
                  <a:gd name="connsiteY27" fmla="*/ 132530 h 149851"/>
                  <a:gd name="connsiteX28" fmla="*/ 59839 w 163474"/>
                  <a:gd name="connsiteY28" fmla="*/ 101743 h 149851"/>
                  <a:gd name="connsiteX29" fmla="*/ 55071 w 163474"/>
                  <a:gd name="connsiteY29" fmla="*/ 87030 h 149851"/>
                  <a:gd name="connsiteX30" fmla="*/ 28779 w 163474"/>
                  <a:gd name="connsiteY30" fmla="*/ 67958 h 149851"/>
                  <a:gd name="connsiteX31" fmla="*/ 61202 w 163474"/>
                  <a:gd name="connsiteY31" fmla="*/ 67958 h 149851"/>
                  <a:gd name="connsiteX32" fmla="*/ 73735 w 163474"/>
                  <a:gd name="connsiteY32" fmla="*/ 58967 h 149851"/>
                  <a:gd name="connsiteX33" fmla="*/ 83679 w 163474"/>
                  <a:gd name="connsiteY33" fmla="*/ 28043 h 149851"/>
                  <a:gd name="connsiteX34" fmla="*/ 93760 w 163474"/>
                  <a:gd name="connsiteY34" fmla="*/ 58967 h 149851"/>
                  <a:gd name="connsiteX35" fmla="*/ 106157 w 163474"/>
                  <a:gd name="connsiteY35" fmla="*/ 67958 h 149851"/>
                  <a:gd name="connsiteX36" fmla="*/ 138716 w 163474"/>
                  <a:gd name="connsiteY36" fmla="*/ 67958 h 14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3474" h="149851">
                    <a:moveTo>
                      <a:pt x="166098" y="59784"/>
                    </a:moveTo>
                    <a:cubicBezTo>
                      <a:pt x="165253" y="56954"/>
                      <a:pt x="162650" y="55014"/>
                      <a:pt x="159695" y="55016"/>
                    </a:cubicBezTo>
                    <a:lnTo>
                      <a:pt x="106702" y="55016"/>
                    </a:lnTo>
                    <a:lnTo>
                      <a:pt x="90218" y="4203"/>
                    </a:lnTo>
                    <a:cubicBezTo>
                      <a:pt x="88626" y="630"/>
                      <a:pt x="84438" y="-978"/>
                      <a:pt x="80865" y="615"/>
                    </a:cubicBezTo>
                    <a:cubicBezTo>
                      <a:pt x="79267" y="1327"/>
                      <a:pt x="77989" y="2605"/>
                      <a:pt x="77277" y="4203"/>
                    </a:cubicBezTo>
                    <a:lnTo>
                      <a:pt x="61202" y="54608"/>
                    </a:lnTo>
                    <a:lnTo>
                      <a:pt x="7119" y="54608"/>
                    </a:lnTo>
                    <a:cubicBezTo>
                      <a:pt x="4129" y="54590"/>
                      <a:pt x="1476" y="56523"/>
                      <a:pt x="580" y="59376"/>
                    </a:cubicBezTo>
                    <a:cubicBezTo>
                      <a:pt x="-678" y="62291"/>
                      <a:pt x="158" y="65687"/>
                      <a:pt x="2623" y="67686"/>
                    </a:cubicBezTo>
                    <a:lnTo>
                      <a:pt x="45672" y="98473"/>
                    </a:lnTo>
                    <a:lnTo>
                      <a:pt x="29869" y="149423"/>
                    </a:lnTo>
                    <a:cubicBezTo>
                      <a:pt x="29031" y="152228"/>
                      <a:pt x="30005" y="155260"/>
                      <a:pt x="32321" y="157052"/>
                    </a:cubicBezTo>
                    <a:cubicBezTo>
                      <a:pt x="34700" y="158846"/>
                      <a:pt x="37980" y="158846"/>
                      <a:pt x="40359" y="157052"/>
                    </a:cubicBezTo>
                    <a:lnTo>
                      <a:pt x="82998" y="125583"/>
                    </a:lnTo>
                    <a:lnTo>
                      <a:pt x="126183" y="157052"/>
                    </a:lnTo>
                    <a:cubicBezTo>
                      <a:pt x="127390" y="157862"/>
                      <a:pt x="128815" y="158290"/>
                      <a:pt x="130269" y="158278"/>
                    </a:cubicBezTo>
                    <a:cubicBezTo>
                      <a:pt x="131679" y="158271"/>
                      <a:pt x="133054" y="157844"/>
                      <a:pt x="134220" y="157052"/>
                    </a:cubicBezTo>
                    <a:cubicBezTo>
                      <a:pt x="136642" y="155337"/>
                      <a:pt x="137642" y="152228"/>
                      <a:pt x="136672" y="149423"/>
                    </a:cubicBezTo>
                    <a:lnTo>
                      <a:pt x="119780" y="98746"/>
                    </a:lnTo>
                    <a:lnTo>
                      <a:pt x="162964" y="67686"/>
                    </a:lnTo>
                    <a:cubicBezTo>
                      <a:pt x="165768" y="66144"/>
                      <a:pt x="167081" y="62829"/>
                      <a:pt x="166098" y="59784"/>
                    </a:cubicBezTo>
                    <a:close/>
                    <a:moveTo>
                      <a:pt x="112423" y="87030"/>
                    </a:moveTo>
                    <a:cubicBezTo>
                      <a:pt x="107935" y="90470"/>
                      <a:pt x="106037" y="96324"/>
                      <a:pt x="107655" y="101743"/>
                    </a:cubicBezTo>
                    <a:lnTo>
                      <a:pt x="117736" y="132530"/>
                    </a:lnTo>
                    <a:lnTo>
                      <a:pt x="91444" y="113458"/>
                    </a:lnTo>
                    <a:cubicBezTo>
                      <a:pt x="86804" y="110282"/>
                      <a:pt x="80690" y="110282"/>
                      <a:pt x="76050" y="113458"/>
                    </a:cubicBezTo>
                    <a:lnTo>
                      <a:pt x="49758" y="132530"/>
                    </a:lnTo>
                    <a:lnTo>
                      <a:pt x="59839" y="101743"/>
                    </a:lnTo>
                    <a:cubicBezTo>
                      <a:pt x="61458" y="96324"/>
                      <a:pt x="59560" y="90470"/>
                      <a:pt x="55071" y="87030"/>
                    </a:cubicBezTo>
                    <a:lnTo>
                      <a:pt x="28779" y="67958"/>
                    </a:lnTo>
                    <a:lnTo>
                      <a:pt x="61202" y="67958"/>
                    </a:lnTo>
                    <a:cubicBezTo>
                      <a:pt x="66837" y="67842"/>
                      <a:pt x="71819" y="64268"/>
                      <a:pt x="73735" y="58967"/>
                    </a:cubicBezTo>
                    <a:lnTo>
                      <a:pt x="83679" y="28043"/>
                    </a:lnTo>
                    <a:lnTo>
                      <a:pt x="93760" y="58967"/>
                    </a:lnTo>
                    <a:cubicBezTo>
                      <a:pt x="95658" y="64223"/>
                      <a:pt x="100572" y="67788"/>
                      <a:pt x="106157" y="67958"/>
                    </a:cubicBezTo>
                    <a:lnTo>
                      <a:pt x="138716" y="67958"/>
                    </a:lnTo>
                    <a:close/>
                  </a:path>
                </a:pathLst>
              </a:custGeom>
              <a:grpFill/>
              <a:ln w="13447" cap="flat">
                <a:noFill/>
                <a:prstDash val="solid"/>
                <a:miter/>
              </a:ln>
            </p:spPr>
            <p:txBody>
              <a:bodyPr rtlCol="0" anchor="ctr"/>
              <a:lstStyle/>
              <a:p>
                <a:endParaRPr lang="de-DE"/>
              </a:p>
            </p:txBody>
          </p:sp>
          <p:sp>
            <p:nvSpPr>
              <p:cNvPr id="170" name="Freeform: Shape 169">
                <a:extLst>
                  <a:ext uri="{FF2B5EF4-FFF2-40B4-BE49-F238E27FC236}">
                    <a16:creationId xmlns:a16="http://schemas.microsoft.com/office/drawing/2014/main" id="{C5B1518A-8B11-EE15-DC40-0245B52FC282}"/>
                  </a:ext>
                </a:extLst>
              </p:cNvPr>
              <p:cNvSpPr/>
              <p:nvPr/>
            </p:nvSpPr>
            <p:spPr>
              <a:xfrm>
                <a:off x="5864412" y="3152576"/>
                <a:ext cx="313326" cy="463177"/>
              </a:xfrm>
              <a:custGeom>
                <a:avLst/>
                <a:gdLst>
                  <a:gd name="connsiteX0" fmla="*/ 304744 w 313325"/>
                  <a:gd name="connsiteY0" fmla="*/ 289087 h 463177"/>
                  <a:gd name="connsiteX1" fmla="*/ 301555 w 313325"/>
                  <a:gd name="connsiteY1" fmla="*/ 279998 h 463177"/>
                  <a:gd name="connsiteX2" fmla="*/ 301474 w 313325"/>
                  <a:gd name="connsiteY2" fmla="*/ 279960 h 463177"/>
                  <a:gd name="connsiteX3" fmla="*/ 273411 w 313325"/>
                  <a:gd name="connsiteY3" fmla="*/ 223970 h 463177"/>
                  <a:gd name="connsiteX4" fmla="*/ 284173 w 313325"/>
                  <a:gd name="connsiteY4" fmla="*/ 214161 h 463177"/>
                  <a:gd name="connsiteX5" fmla="*/ 314416 w 313325"/>
                  <a:gd name="connsiteY5" fmla="*/ 131471 h 463177"/>
                  <a:gd name="connsiteX6" fmla="*/ 315642 w 313325"/>
                  <a:gd name="connsiteY6" fmla="*/ 122616 h 463177"/>
                  <a:gd name="connsiteX7" fmla="*/ 315642 w 313325"/>
                  <a:gd name="connsiteY7" fmla="*/ 69078 h 463177"/>
                  <a:gd name="connsiteX8" fmla="*/ 216059 w 313325"/>
                  <a:gd name="connsiteY8" fmla="*/ 10 h 463177"/>
                  <a:gd name="connsiteX9" fmla="*/ 117566 w 313325"/>
                  <a:gd name="connsiteY9" fmla="*/ 69350 h 463177"/>
                  <a:gd name="connsiteX10" fmla="*/ 117566 w 313325"/>
                  <a:gd name="connsiteY10" fmla="*/ 122616 h 463177"/>
                  <a:gd name="connsiteX11" fmla="*/ 117566 w 313325"/>
                  <a:gd name="connsiteY11" fmla="*/ 126703 h 463177"/>
                  <a:gd name="connsiteX12" fmla="*/ 149852 w 313325"/>
                  <a:gd name="connsiteY12" fmla="*/ 212935 h 463177"/>
                  <a:gd name="connsiteX13" fmla="*/ 158434 w 313325"/>
                  <a:gd name="connsiteY13" fmla="*/ 221109 h 463177"/>
                  <a:gd name="connsiteX14" fmla="*/ 159796 w 313325"/>
                  <a:gd name="connsiteY14" fmla="*/ 232825 h 463177"/>
                  <a:gd name="connsiteX15" fmla="*/ 111435 w 313325"/>
                  <a:gd name="connsiteY15" fmla="*/ 284047 h 463177"/>
                  <a:gd name="connsiteX16" fmla="*/ 0 w 313325"/>
                  <a:gd name="connsiteY16" fmla="*/ 398342 h 463177"/>
                  <a:gd name="connsiteX17" fmla="*/ 0 w 313325"/>
                  <a:gd name="connsiteY17" fmla="*/ 406925 h 463177"/>
                  <a:gd name="connsiteX18" fmla="*/ 0 w 313325"/>
                  <a:gd name="connsiteY18" fmla="*/ 456512 h 463177"/>
                  <a:gd name="connsiteX19" fmla="*/ 6812 w 313325"/>
                  <a:gd name="connsiteY19" fmla="*/ 463187 h 463177"/>
                  <a:gd name="connsiteX20" fmla="*/ 6812 w 313325"/>
                  <a:gd name="connsiteY20" fmla="*/ 463187 h 463177"/>
                  <a:gd name="connsiteX21" fmla="*/ 13625 w 313325"/>
                  <a:gd name="connsiteY21" fmla="*/ 456377 h 463177"/>
                  <a:gd name="connsiteX22" fmla="*/ 13623 w 313325"/>
                  <a:gd name="connsiteY22" fmla="*/ 456239 h 463177"/>
                  <a:gd name="connsiteX23" fmla="*/ 13623 w 313325"/>
                  <a:gd name="connsiteY23" fmla="*/ 406925 h 463177"/>
                  <a:gd name="connsiteX24" fmla="*/ 13623 w 313325"/>
                  <a:gd name="connsiteY24" fmla="*/ 398615 h 463177"/>
                  <a:gd name="connsiteX25" fmla="*/ 112116 w 313325"/>
                  <a:gd name="connsiteY25" fmla="*/ 297942 h 463177"/>
                  <a:gd name="connsiteX26" fmla="*/ 174100 w 313325"/>
                  <a:gd name="connsiteY26" fmla="*/ 233097 h 463177"/>
                  <a:gd name="connsiteX27" fmla="*/ 174100 w 313325"/>
                  <a:gd name="connsiteY27" fmla="*/ 230781 h 463177"/>
                  <a:gd name="connsiteX28" fmla="*/ 217694 w 313325"/>
                  <a:gd name="connsiteY28" fmla="*/ 241135 h 463177"/>
                  <a:gd name="connsiteX29" fmla="*/ 218920 w 313325"/>
                  <a:gd name="connsiteY29" fmla="*/ 241135 h 463177"/>
                  <a:gd name="connsiteX30" fmla="*/ 259788 w 313325"/>
                  <a:gd name="connsiteY30" fmla="*/ 232416 h 463177"/>
                  <a:gd name="connsiteX31" fmla="*/ 259788 w 313325"/>
                  <a:gd name="connsiteY31" fmla="*/ 233097 h 463177"/>
                  <a:gd name="connsiteX32" fmla="*/ 296570 w 313325"/>
                  <a:gd name="connsiteY32" fmla="*/ 292357 h 463177"/>
                  <a:gd name="connsiteX33" fmla="*/ 299431 w 313325"/>
                  <a:gd name="connsiteY33" fmla="*/ 292357 h 463177"/>
                  <a:gd name="connsiteX34" fmla="*/ 304744 w 313325"/>
                  <a:gd name="connsiteY34" fmla="*/ 289087 h 463177"/>
                  <a:gd name="connsiteX35" fmla="*/ 217966 w 313325"/>
                  <a:gd name="connsiteY35" fmla="*/ 227512 h 463177"/>
                  <a:gd name="connsiteX36" fmla="*/ 217966 w 313325"/>
                  <a:gd name="connsiteY36" fmla="*/ 227512 h 463177"/>
                  <a:gd name="connsiteX37" fmla="*/ 160886 w 313325"/>
                  <a:gd name="connsiteY37" fmla="*/ 204353 h 463177"/>
                  <a:gd name="connsiteX38" fmla="*/ 131733 w 313325"/>
                  <a:gd name="connsiteY38" fmla="*/ 124659 h 463177"/>
                  <a:gd name="connsiteX39" fmla="*/ 131052 w 313325"/>
                  <a:gd name="connsiteY39" fmla="*/ 120709 h 463177"/>
                  <a:gd name="connsiteX40" fmla="*/ 131052 w 313325"/>
                  <a:gd name="connsiteY40" fmla="*/ 72075 h 463177"/>
                  <a:gd name="connsiteX41" fmla="*/ 216331 w 313325"/>
                  <a:gd name="connsiteY41" fmla="*/ 13633 h 463177"/>
                  <a:gd name="connsiteX42" fmla="*/ 302428 w 313325"/>
                  <a:gd name="connsiteY42" fmla="*/ 72075 h 463177"/>
                  <a:gd name="connsiteX43" fmla="*/ 302428 w 313325"/>
                  <a:gd name="connsiteY43" fmla="*/ 120709 h 463177"/>
                  <a:gd name="connsiteX44" fmla="*/ 301065 w 313325"/>
                  <a:gd name="connsiteY44" fmla="*/ 129427 h 463177"/>
                  <a:gd name="connsiteX45" fmla="*/ 273820 w 313325"/>
                  <a:gd name="connsiteY45" fmla="*/ 205170 h 463177"/>
                  <a:gd name="connsiteX46" fmla="*/ 217966 w 313325"/>
                  <a:gd name="connsiteY46" fmla="*/ 227512 h 46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13325" h="463177">
                    <a:moveTo>
                      <a:pt x="304744" y="289087"/>
                    </a:moveTo>
                    <a:cubicBezTo>
                      <a:pt x="306373" y="285696"/>
                      <a:pt x="304945" y="281627"/>
                      <a:pt x="301555" y="279998"/>
                    </a:cubicBezTo>
                    <a:cubicBezTo>
                      <a:pt x="301527" y="279984"/>
                      <a:pt x="301501" y="279972"/>
                      <a:pt x="301474" y="279960"/>
                    </a:cubicBezTo>
                    <a:cubicBezTo>
                      <a:pt x="280747" y="269576"/>
                      <a:pt x="269326" y="246789"/>
                      <a:pt x="273411" y="223970"/>
                    </a:cubicBezTo>
                    <a:cubicBezTo>
                      <a:pt x="277349" y="221106"/>
                      <a:pt x="280958" y="217818"/>
                      <a:pt x="284173" y="214161"/>
                    </a:cubicBezTo>
                    <a:cubicBezTo>
                      <a:pt x="305425" y="189504"/>
                      <a:pt x="310601" y="155992"/>
                      <a:pt x="314416" y="131471"/>
                    </a:cubicBezTo>
                    <a:lnTo>
                      <a:pt x="315642" y="122616"/>
                    </a:lnTo>
                    <a:cubicBezTo>
                      <a:pt x="318695" y="104900"/>
                      <a:pt x="318695" y="86793"/>
                      <a:pt x="315642" y="69078"/>
                    </a:cubicBezTo>
                    <a:cubicBezTo>
                      <a:pt x="300521" y="-2442"/>
                      <a:pt x="216468" y="10"/>
                      <a:pt x="216059" y="10"/>
                    </a:cubicBezTo>
                    <a:cubicBezTo>
                      <a:pt x="215650" y="10"/>
                      <a:pt x="132142" y="-1897"/>
                      <a:pt x="117566" y="69350"/>
                    </a:cubicBezTo>
                    <a:cubicBezTo>
                      <a:pt x="114702" y="86990"/>
                      <a:pt x="114702" y="104976"/>
                      <a:pt x="117566" y="122616"/>
                    </a:cubicBezTo>
                    <a:lnTo>
                      <a:pt x="117566" y="126703"/>
                    </a:lnTo>
                    <a:cubicBezTo>
                      <a:pt x="121652" y="152041"/>
                      <a:pt x="127374" y="186779"/>
                      <a:pt x="149852" y="212935"/>
                    </a:cubicBezTo>
                    <a:cubicBezTo>
                      <a:pt x="152508" y="215867"/>
                      <a:pt x="155376" y="218598"/>
                      <a:pt x="158434" y="221109"/>
                    </a:cubicBezTo>
                    <a:cubicBezTo>
                      <a:pt x="159298" y="224956"/>
                      <a:pt x="159756" y="228882"/>
                      <a:pt x="159796" y="232825"/>
                    </a:cubicBezTo>
                    <a:cubicBezTo>
                      <a:pt x="160484" y="260284"/>
                      <a:pt x="138889" y="283157"/>
                      <a:pt x="111435" y="284047"/>
                    </a:cubicBezTo>
                    <a:cubicBezTo>
                      <a:pt x="49369" y="285455"/>
                      <a:pt x="-164" y="336260"/>
                      <a:pt x="0" y="398342"/>
                    </a:cubicBezTo>
                    <a:lnTo>
                      <a:pt x="0" y="406925"/>
                    </a:lnTo>
                    <a:cubicBezTo>
                      <a:pt x="0" y="422319"/>
                      <a:pt x="0" y="440709"/>
                      <a:pt x="0" y="456512"/>
                    </a:cubicBezTo>
                    <a:cubicBezTo>
                      <a:pt x="144" y="460190"/>
                      <a:pt x="3132" y="463118"/>
                      <a:pt x="6812" y="463187"/>
                    </a:cubicBezTo>
                    <a:lnTo>
                      <a:pt x="6812" y="463187"/>
                    </a:lnTo>
                    <a:cubicBezTo>
                      <a:pt x="10574" y="463188"/>
                      <a:pt x="13624" y="460138"/>
                      <a:pt x="13625" y="456377"/>
                    </a:cubicBezTo>
                    <a:cubicBezTo>
                      <a:pt x="13625" y="456331"/>
                      <a:pt x="13624" y="456286"/>
                      <a:pt x="13623" y="456239"/>
                    </a:cubicBezTo>
                    <a:cubicBezTo>
                      <a:pt x="13623" y="440573"/>
                      <a:pt x="13623" y="422319"/>
                      <a:pt x="13623" y="406925"/>
                    </a:cubicBezTo>
                    <a:lnTo>
                      <a:pt x="13623" y="398615"/>
                    </a:lnTo>
                    <a:cubicBezTo>
                      <a:pt x="13465" y="343795"/>
                      <a:pt x="57307" y="298983"/>
                      <a:pt x="112116" y="297942"/>
                    </a:cubicBezTo>
                    <a:cubicBezTo>
                      <a:pt x="147095" y="297050"/>
                      <a:pt x="174786" y="268079"/>
                      <a:pt x="174100" y="233097"/>
                    </a:cubicBezTo>
                    <a:cubicBezTo>
                      <a:pt x="174100" y="232416"/>
                      <a:pt x="174100" y="231599"/>
                      <a:pt x="174100" y="230781"/>
                    </a:cubicBezTo>
                    <a:cubicBezTo>
                      <a:pt x="187730" y="237292"/>
                      <a:pt x="202591" y="240821"/>
                      <a:pt x="217694" y="241135"/>
                    </a:cubicBezTo>
                    <a:lnTo>
                      <a:pt x="218920" y="241135"/>
                    </a:lnTo>
                    <a:cubicBezTo>
                      <a:pt x="232993" y="241041"/>
                      <a:pt x="246901" y="238074"/>
                      <a:pt x="259788" y="232416"/>
                    </a:cubicBezTo>
                    <a:lnTo>
                      <a:pt x="259788" y="233097"/>
                    </a:lnTo>
                    <a:cubicBezTo>
                      <a:pt x="259578" y="258295"/>
                      <a:pt x="273896" y="281363"/>
                      <a:pt x="296570" y="292357"/>
                    </a:cubicBezTo>
                    <a:cubicBezTo>
                      <a:pt x="297514" y="292551"/>
                      <a:pt x="298487" y="292551"/>
                      <a:pt x="299431" y="292357"/>
                    </a:cubicBezTo>
                    <a:cubicBezTo>
                      <a:pt x="301640" y="292237"/>
                      <a:pt x="303640" y="291007"/>
                      <a:pt x="304744" y="289087"/>
                    </a:cubicBezTo>
                    <a:close/>
                    <a:moveTo>
                      <a:pt x="217966" y="227512"/>
                    </a:moveTo>
                    <a:lnTo>
                      <a:pt x="217966" y="227512"/>
                    </a:lnTo>
                    <a:cubicBezTo>
                      <a:pt x="196667" y="227431"/>
                      <a:pt x="176220" y="219135"/>
                      <a:pt x="160886" y="204353"/>
                    </a:cubicBezTo>
                    <a:cubicBezTo>
                      <a:pt x="140861" y="181058"/>
                      <a:pt x="136229" y="148499"/>
                      <a:pt x="131733" y="124659"/>
                    </a:cubicBezTo>
                    <a:lnTo>
                      <a:pt x="131052" y="120709"/>
                    </a:lnTo>
                    <a:cubicBezTo>
                      <a:pt x="128496" y="104598"/>
                      <a:pt x="128496" y="88185"/>
                      <a:pt x="131052" y="72075"/>
                    </a:cubicBezTo>
                    <a:cubicBezTo>
                      <a:pt x="143313" y="12134"/>
                      <a:pt x="212789" y="13633"/>
                      <a:pt x="216331" y="13633"/>
                    </a:cubicBezTo>
                    <a:cubicBezTo>
                      <a:pt x="217012" y="13633"/>
                      <a:pt x="289759" y="11453"/>
                      <a:pt x="302428" y="72075"/>
                    </a:cubicBezTo>
                    <a:cubicBezTo>
                      <a:pt x="305028" y="88182"/>
                      <a:pt x="305028" y="104602"/>
                      <a:pt x="302428" y="120709"/>
                    </a:cubicBezTo>
                    <a:lnTo>
                      <a:pt x="301065" y="129427"/>
                    </a:lnTo>
                    <a:cubicBezTo>
                      <a:pt x="297251" y="153540"/>
                      <a:pt x="292619" y="183919"/>
                      <a:pt x="273820" y="205170"/>
                    </a:cubicBezTo>
                    <a:cubicBezTo>
                      <a:pt x="258926" y="219767"/>
                      <a:pt x="238819" y="227810"/>
                      <a:pt x="217966" y="227512"/>
                    </a:cubicBezTo>
                    <a:close/>
                  </a:path>
                </a:pathLst>
              </a:custGeom>
              <a:grpFill/>
              <a:ln w="13447" cap="flat">
                <a:noFill/>
                <a:prstDash val="solid"/>
                <a:miter/>
              </a:ln>
            </p:spPr>
            <p:txBody>
              <a:bodyPr rtlCol="0" anchor="ctr"/>
              <a:lstStyle/>
              <a:p>
                <a:endParaRPr lang="de-DE"/>
              </a:p>
            </p:txBody>
          </p:sp>
        </p:grpSp>
        <p:pic>
          <p:nvPicPr>
            <p:cNvPr id="226" name="Graphic 225" descr="Rocket outline">
              <a:extLst>
                <a:ext uri="{FF2B5EF4-FFF2-40B4-BE49-F238E27FC236}">
                  <a16:creationId xmlns:a16="http://schemas.microsoft.com/office/drawing/2014/main" id="{FBF9ABA1-E420-0F72-401F-A6160402652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031568" y="3221597"/>
              <a:ext cx="282387" cy="282387"/>
            </a:xfrm>
            <a:prstGeom prst="rect">
              <a:avLst/>
            </a:prstGeom>
            <a:effectLst>
              <a:glow rad="63500">
                <a:schemeClr val="accent2">
                  <a:alpha val="40000"/>
                </a:schemeClr>
              </a:glow>
            </a:effectLst>
          </p:spPr>
        </p:pic>
      </p:grpSp>
      <p:sp>
        <p:nvSpPr>
          <p:cNvPr id="26" name="Freeform: Shape 64">
            <a:extLst>
              <a:ext uri="{FF2B5EF4-FFF2-40B4-BE49-F238E27FC236}">
                <a16:creationId xmlns:a16="http://schemas.microsoft.com/office/drawing/2014/main" id="{DFC992AA-5FD3-FB38-7591-95B581A90093}"/>
              </a:ext>
            </a:extLst>
          </p:cNvPr>
          <p:cNvSpPr/>
          <p:nvPr/>
        </p:nvSpPr>
        <p:spPr>
          <a:xfrm rot="5400000">
            <a:off x="-197922" y="1979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Organization Structures</a:t>
            </a:r>
          </a:p>
        </p:txBody>
      </p:sp>
      <p:sp>
        <p:nvSpPr>
          <p:cNvPr id="43" name="Freeform: Shape 64">
            <a:extLst>
              <a:ext uri="{FF2B5EF4-FFF2-40B4-BE49-F238E27FC236}">
                <a16:creationId xmlns:a16="http://schemas.microsoft.com/office/drawing/2014/main" id="{0F13BA56-ADEF-4122-8A04-6700B4A303A9}"/>
              </a:ext>
            </a:extLst>
          </p:cNvPr>
          <p:cNvSpPr/>
          <p:nvPr/>
        </p:nvSpPr>
        <p:spPr>
          <a:xfrm rot="5400000">
            <a:off x="-197922" y="105517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Governance &amp; Decision-making</a:t>
            </a:r>
          </a:p>
        </p:txBody>
      </p:sp>
      <p:sp>
        <p:nvSpPr>
          <p:cNvPr id="46" name="Freeform: Shape 64">
            <a:extLst>
              <a:ext uri="{FF2B5EF4-FFF2-40B4-BE49-F238E27FC236}">
                <a16:creationId xmlns:a16="http://schemas.microsoft.com/office/drawing/2014/main" id="{289347F5-E47E-9178-156C-A4097AA6F3A2}"/>
              </a:ext>
            </a:extLst>
          </p:cNvPr>
          <p:cNvSpPr/>
          <p:nvPr/>
        </p:nvSpPr>
        <p:spPr>
          <a:xfrm rot="5400000">
            <a:off x="-197922" y="1912420"/>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Leadership &amp; Culture</a:t>
            </a:r>
          </a:p>
        </p:txBody>
      </p:sp>
      <p:sp>
        <p:nvSpPr>
          <p:cNvPr id="49" name="Freeform: Shape 64">
            <a:extLst>
              <a:ext uri="{FF2B5EF4-FFF2-40B4-BE49-F238E27FC236}">
                <a16:creationId xmlns:a16="http://schemas.microsoft.com/office/drawing/2014/main" id="{CB4F6D12-3CE2-E0C3-DB60-5A70454F3654}"/>
              </a:ext>
            </a:extLst>
          </p:cNvPr>
          <p:cNvSpPr/>
          <p:nvPr/>
        </p:nvSpPr>
        <p:spPr>
          <a:xfrm rot="5400000">
            <a:off x="-197922" y="27696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Business Processes</a:t>
            </a:r>
          </a:p>
        </p:txBody>
      </p:sp>
      <p:sp>
        <p:nvSpPr>
          <p:cNvPr id="53" name="Freeform: Shape 64">
            <a:extLst>
              <a:ext uri="{FF2B5EF4-FFF2-40B4-BE49-F238E27FC236}">
                <a16:creationId xmlns:a16="http://schemas.microsoft.com/office/drawing/2014/main" id="{F250F9F5-402A-F6BB-0B98-0514977736AE}"/>
              </a:ext>
            </a:extLst>
          </p:cNvPr>
          <p:cNvSpPr/>
          <p:nvPr/>
        </p:nvSpPr>
        <p:spPr>
          <a:xfrm rot="5400000">
            <a:off x="-197922" y="36269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Service Delivery Model</a:t>
            </a:r>
          </a:p>
        </p:txBody>
      </p:sp>
      <p:sp>
        <p:nvSpPr>
          <p:cNvPr id="55" name="Freeform: Shape 64">
            <a:extLst>
              <a:ext uri="{FF2B5EF4-FFF2-40B4-BE49-F238E27FC236}">
                <a16:creationId xmlns:a16="http://schemas.microsoft.com/office/drawing/2014/main" id="{B73FFC61-FD28-B694-CBAD-D7441A58EFFA}"/>
              </a:ext>
            </a:extLst>
          </p:cNvPr>
          <p:cNvSpPr/>
          <p:nvPr/>
        </p:nvSpPr>
        <p:spPr>
          <a:xfrm rot="5400000">
            <a:off x="-197922" y="448417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Data &amp; Information</a:t>
            </a:r>
          </a:p>
        </p:txBody>
      </p:sp>
      <p:sp>
        <p:nvSpPr>
          <p:cNvPr id="72" name="Freeform: Shape 64">
            <a:extLst>
              <a:ext uri="{FF2B5EF4-FFF2-40B4-BE49-F238E27FC236}">
                <a16:creationId xmlns:a16="http://schemas.microsoft.com/office/drawing/2014/main" id="{BB224B64-E1FF-F809-B271-D0188896C0B2}"/>
              </a:ext>
            </a:extLst>
          </p:cNvPr>
          <p:cNvSpPr/>
          <p:nvPr/>
        </p:nvSpPr>
        <p:spPr>
          <a:xfrm rot="5400000">
            <a:off x="-197922" y="5341421"/>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Technology &amp; Systems</a:t>
            </a:r>
          </a:p>
        </p:txBody>
      </p:sp>
      <p:sp>
        <p:nvSpPr>
          <p:cNvPr id="79" name="Freeform: Shape 64">
            <a:extLst>
              <a:ext uri="{FF2B5EF4-FFF2-40B4-BE49-F238E27FC236}">
                <a16:creationId xmlns:a16="http://schemas.microsoft.com/office/drawing/2014/main" id="{9B1D1B6A-974B-C9FA-9C90-80104E7BF743}"/>
              </a:ext>
            </a:extLst>
          </p:cNvPr>
          <p:cNvSpPr/>
          <p:nvPr/>
        </p:nvSpPr>
        <p:spPr>
          <a:xfrm rot="5400000">
            <a:off x="-197922" y="6198672"/>
            <a:ext cx="857250"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rgbClr val="383B4E"/>
          </a:solidFill>
          <a:ln w="9525">
            <a:noFill/>
            <a:prstDash val="solid"/>
          </a:ln>
          <a:effectLst>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ctr" anchorCtr="0" forceAA="0" compatLnSpc="1">
            <a:prstTxWarp prst="textNoShape">
              <a:avLst/>
            </a:prstTxWarp>
            <a:noAutofit/>
          </a:bodyPr>
          <a:lstStyle/>
          <a:p>
            <a:pPr algn="ctr"/>
            <a:r>
              <a:rPr lang="de-DE" sz="800">
                <a:solidFill>
                  <a:srgbClr val="FFFFFF"/>
                </a:solidFill>
              </a:rPr>
              <a:t>Metrics</a:t>
            </a:r>
          </a:p>
        </p:txBody>
      </p:sp>
      <p:sp>
        <p:nvSpPr>
          <p:cNvPr id="81" name="Freeform: Shape 67">
            <a:extLst>
              <a:ext uri="{FF2B5EF4-FFF2-40B4-BE49-F238E27FC236}">
                <a16:creationId xmlns:a16="http://schemas.microsoft.com/office/drawing/2014/main" id="{A1BCEA18-2C5F-1C12-6287-EF8A1B3DF8E6}"/>
              </a:ext>
            </a:extLst>
          </p:cNvPr>
          <p:cNvSpPr/>
          <p:nvPr/>
        </p:nvSpPr>
        <p:spPr>
          <a:xfrm rot="5400000">
            <a:off x="-273161" y="6198672"/>
            <a:ext cx="1007727" cy="461406"/>
          </a:xfrm>
          <a:custGeom>
            <a:avLst/>
            <a:gdLst>
              <a:gd name="connsiteX0" fmla="*/ 0 w 2129882"/>
              <a:gd name="connsiteY0" fmla="*/ 180000 h 180338"/>
              <a:gd name="connsiteX1" fmla="*/ 199546 w 2129882"/>
              <a:gd name="connsiteY1" fmla="*/ 0 h 180338"/>
              <a:gd name="connsiteX2" fmla="*/ 1949882 w 2129882"/>
              <a:gd name="connsiteY2" fmla="*/ 0 h 180338"/>
              <a:gd name="connsiteX3" fmla="*/ 1949882 w 2129882"/>
              <a:gd name="connsiteY3" fmla="*/ 338 h 180338"/>
              <a:gd name="connsiteX4" fmla="*/ 2129882 w 2129882"/>
              <a:gd name="connsiteY4" fmla="*/ 180338 h 180338"/>
              <a:gd name="connsiteX5" fmla="*/ 1949882 w 2129882"/>
              <a:gd name="connsiteY5" fmla="*/ 180338 h 180338"/>
              <a:gd name="connsiteX6" fmla="*/ 1949882 w 2129882"/>
              <a:gd name="connsiteY6" fmla="*/ 180000 h 180338"/>
              <a:gd name="connsiteX7" fmla="*/ 199546 w 2129882"/>
              <a:gd name="connsiteY7" fmla="*/ 180000 h 18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882" h="180338">
                <a:moveTo>
                  <a:pt x="0" y="180000"/>
                </a:moveTo>
                <a:lnTo>
                  <a:pt x="199546" y="0"/>
                </a:lnTo>
                <a:lnTo>
                  <a:pt x="1949882" y="0"/>
                </a:lnTo>
                <a:lnTo>
                  <a:pt x="1949882" y="338"/>
                </a:lnTo>
                <a:lnTo>
                  <a:pt x="2129882" y="180338"/>
                </a:lnTo>
                <a:lnTo>
                  <a:pt x="1949882" y="180338"/>
                </a:lnTo>
                <a:lnTo>
                  <a:pt x="1949882" y="180000"/>
                </a:lnTo>
                <a:lnTo>
                  <a:pt x="199546" y="180000"/>
                </a:lnTo>
                <a:close/>
              </a:path>
            </a:pathLst>
          </a:custGeom>
          <a:solidFill>
            <a:schemeClr val="accent1">
              <a:lumMod val="50000"/>
            </a:schemeClr>
          </a:solidFill>
          <a:ln w="9525">
            <a:noFill/>
            <a:prstDash val="solid"/>
          </a:ln>
          <a:effectLst>
            <a:glow rad="63500">
              <a:schemeClr val="bg2">
                <a:lumMod val="95000"/>
                <a:alpha val="40000"/>
              </a:schemeClr>
            </a:glow>
            <a:outerShdw blurRad="508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de-DE" sz="800">
                <a:solidFill>
                  <a:srgbClr val="FFFFFF"/>
                </a:solidFill>
              </a:rPr>
              <a:t>Metrics</a:t>
            </a:r>
          </a:p>
        </p:txBody>
      </p:sp>
    </p:spTree>
    <p:extLst>
      <p:ext uri="{BB962C8B-B14F-4D97-AF65-F5344CB8AC3E}">
        <p14:creationId xmlns:p14="http://schemas.microsoft.com/office/powerpoint/2010/main" val="3430901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89FCE-3CF2-5F92-E064-596AD2E6925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645C00E-E05D-E5F4-B295-EF801FA15534}"/>
              </a:ext>
            </a:extLst>
          </p:cNvPr>
          <p:cNvSpPr>
            <a:spLocks noGrp="1"/>
          </p:cNvSpPr>
          <p:nvPr>
            <p:ph type="title"/>
          </p:nvPr>
        </p:nvSpPr>
        <p:spPr/>
        <p:txBody>
          <a:bodyPr/>
          <a:lstStyle/>
          <a:p>
            <a:r>
              <a:rPr lang="de-DE"/>
              <a:t>In 8-12 weeks we help you to design your AI native operating model– fully customized to your northstar</a:t>
            </a:r>
            <a:endParaRPr lang="en-US"/>
          </a:p>
        </p:txBody>
      </p:sp>
      <p:sp>
        <p:nvSpPr>
          <p:cNvPr id="7" name="Rectangle 6">
            <a:extLst>
              <a:ext uri="{FF2B5EF4-FFF2-40B4-BE49-F238E27FC236}">
                <a16:creationId xmlns:a16="http://schemas.microsoft.com/office/drawing/2014/main" id="{9B2369F1-D397-FEFE-3881-3566ADF1113E}"/>
              </a:ext>
            </a:extLst>
          </p:cNvPr>
          <p:cNvSpPr/>
          <p:nvPr/>
        </p:nvSpPr>
        <p:spPr>
          <a:xfrm>
            <a:off x="502920" y="1627632"/>
            <a:ext cx="6667621" cy="310896"/>
          </a:xfrm>
          <a:prstGeom prst="rect">
            <a:avLst/>
          </a:prstGeom>
          <a:solidFill>
            <a:srgbClr val="182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11C5E6B-2A35-D966-449F-77D0BAEEC6D8}"/>
              </a:ext>
            </a:extLst>
          </p:cNvPr>
          <p:cNvSpPr txBox="1"/>
          <p:nvPr/>
        </p:nvSpPr>
        <p:spPr>
          <a:xfrm>
            <a:off x="685800" y="1668780"/>
            <a:ext cx="6301861" cy="228600"/>
          </a:xfrm>
          <a:prstGeom prst="rect">
            <a:avLst/>
          </a:prstGeom>
          <a:noFill/>
        </p:spPr>
        <p:txBody>
          <a:bodyPr wrap="square" lIns="0" tIns="0" rIns="0" bIns="0" anchor="ctr">
            <a:spAutoFit/>
          </a:bodyPr>
          <a:lstStyle/>
          <a:p>
            <a:pPr>
              <a:spcAft>
                <a:spcPts val="0"/>
              </a:spcAft>
            </a:pPr>
            <a:r>
              <a:rPr sz="1100">
                <a:solidFill>
                  <a:srgbClr val="F3F4F7"/>
                </a:solidFill>
                <a:latin typeface="Ubuntu"/>
              </a:rPr>
              <a:t>Organization design</a:t>
            </a:r>
            <a:r>
              <a:rPr sz="1100">
                <a:solidFill>
                  <a:srgbClr val="1DB8F2"/>
                </a:solidFill>
                <a:latin typeface="Ubuntu"/>
              </a:rPr>
              <a:t>      8-12 weeks</a:t>
            </a:r>
          </a:p>
        </p:txBody>
      </p:sp>
      <p:sp>
        <p:nvSpPr>
          <p:cNvPr id="9" name="Rectangle 8">
            <a:extLst>
              <a:ext uri="{FF2B5EF4-FFF2-40B4-BE49-F238E27FC236}">
                <a16:creationId xmlns:a16="http://schemas.microsoft.com/office/drawing/2014/main" id="{B8F216C5-D1E7-702E-D722-15E4E9484B0D}"/>
              </a:ext>
            </a:extLst>
          </p:cNvPr>
          <p:cNvSpPr/>
          <p:nvPr/>
        </p:nvSpPr>
        <p:spPr>
          <a:xfrm>
            <a:off x="7280269" y="1627632"/>
            <a:ext cx="4408505" cy="310896"/>
          </a:xfrm>
          <a:prstGeom prst="rect">
            <a:avLst/>
          </a:prstGeom>
          <a:solidFill>
            <a:srgbClr val="182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51487B78-70C5-D353-A880-B661E1791AA9}"/>
              </a:ext>
            </a:extLst>
          </p:cNvPr>
          <p:cNvSpPr txBox="1"/>
          <p:nvPr/>
        </p:nvSpPr>
        <p:spPr>
          <a:xfrm>
            <a:off x="7463149" y="1668780"/>
            <a:ext cx="4042745" cy="228600"/>
          </a:xfrm>
          <a:prstGeom prst="rect">
            <a:avLst/>
          </a:prstGeom>
          <a:noFill/>
        </p:spPr>
        <p:txBody>
          <a:bodyPr wrap="square" lIns="0" tIns="0" rIns="0" bIns="0" anchor="ctr">
            <a:spAutoFit/>
          </a:bodyPr>
          <a:lstStyle/>
          <a:p>
            <a:pPr>
              <a:spcAft>
                <a:spcPts val="0"/>
              </a:spcAft>
            </a:pPr>
            <a:r>
              <a:rPr sz="1100">
                <a:solidFill>
                  <a:srgbClr val="F3F4F7"/>
                </a:solidFill>
                <a:latin typeface="Ubuntu"/>
              </a:rPr>
              <a:t>Organization development</a:t>
            </a:r>
            <a:r>
              <a:rPr sz="1100">
                <a:solidFill>
                  <a:srgbClr val="1DB8F2"/>
                </a:solidFill>
                <a:latin typeface="Ubuntu"/>
              </a:rPr>
              <a:t>      Follow-on</a:t>
            </a:r>
          </a:p>
        </p:txBody>
      </p:sp>
      <p:sp>
        <p:nvSpPr>
          <p:cNvPr id="11" name="Chevron 76">
            <a:extLst>
              <a:ext uri="{FF2B5EF4-FFF2-40B4-BE49-F238E27FC236}">
                <a16:creationId xmlns:a16="http://schemas.microsoft.com/office/drawing/2014/main" id="{FC5A710D-DA05-9699-A651-D6BA2BB4BFA3}"/>
              </a:ext>
            </a:extLst>
          </p:cNvPr>
          <p:cNvSpPr/>
          <p:nvPr/>
        </p:nvSpPr>
        <p:spPr>
          <a:xfrm>
            <a:off x="502920" y="2066543"/>
            <a:ext cx="2149388" cy="694944"/>
          </a:xfrm>
          <a:prstGeom prst="chevron">
            <a:avLst>
              <a:gd name="adj" fmla="val 22000"/>
            </a:avLst>
          </a:prstGeom>
          <a:solidFill>
            <a:srgbClr val="0A2E5C"/>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0" rIns="201168" bIns="0" rtlCol="0" anchor="ctr"/>
          <a:lstStyle/>
          <a:p>
            <a:pPr algn="l">
              <a:lnSpc>
                <a:spcPct val="100000"/>
              </a:lnSpc>
              <a:spcBef>
                <a:spcPts val="0"/>
              </a:spcBef>
              <a:spcAft>
                <a:spcPts val="0"/>
              </a:spcAft>
            </a:pPr>
            <a:r>
              <a:rPr sz="900" b="0">
                <a:solidFill>
                  <a:srgbClr val="ADB8C2"/>
                </a:solidFill>
                <a:latin typeface="Ubuntu"/>
              </a:rPr>
              <a:t>01</a:t>
            </a:r>
          </a:p>
          <a:p>
            <a:pPr algn="l">
              <a:lnSpc>
                <a:spcPct val="100000"/>
              </a:lnSpc>
              <a:spcBef>
                <a:spcPts val="100"/>
              </a:spcBef>
              <a:spcAft>
                <a:spcPts val="0"/>
              </a:spcAft>
            </a:pPr>
            <a:r>
              <a:rPr sz="1300" b="0">
                <a:solidFill>
                  <a:srgbClr val="FFFFFF"/>
                </a:solidFill>
                <a:latin typeface="Ubuntu"/>
              </a:rPr>
              <a:t>Baseline &amp;</a:t>
            </a:r>
          </a:p>
          <a:p>
            <a:pPr algn="l">
              <a:lnSpc>
                <a:spcPct val="100000"/>
              </a:lnSpc>
              <a:spcBef>
                <a:spcPts val="0"/>
              </a:spcBef>
              <a:spcAft>
                <a:spcPts val="0"/>
              </a:spcAft>
            </a:pPr>
            <a:r>
              <a:rPr sz="1300" b="0">
                <a:solidFill>
                  <a:srgbClr val="FFFFFF"/>
                </a:solidFill>
                <a:latin typeface="Ubuntu"/>
              </a:rPr>
              <a:t>Ambition</a:t>
            </a:r>
          </a:p>
        </p:txBody>
      </p:sp>
      <p:sp>
        <p:nvSpPr>
          <p:cNvPr id="12" name="Chevron 77">
            <a:extLst>
              <a:ext uri="{FF2B5EF4-FFF2-40B4-BE49-F238E27FC236}">
                <a16:creationId xmlns:a16="http://schemas.microsoft.com/office/drawing/2014/main" id="{135D3CAF-82EA-28A8-5517-AE5F14112FC6}"/>
              </a:ext>
            </a:extLst>
          </p:cNvPr>
          <p:cNvSpPr/>
          <p:nvPr/>
        </p:nvSpPr>
        <p:spPr>
          <a:xfrm>
            <a:off x="2762036" y="2066543"/>
            <a:ext cx="2149388" cy="694944"/>
          </a:xfrm>
          <a:prstGeom prst="chevron">
            <a:avLst>
              <a:gd name="adj" fmla="val 22000"/>
            </a:avLst>
          </a:prstGeom>
          <a:solidFill>
            <a:srgbClr val="0A417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0" rIns="201168" bIns="0" rtlCol="0" anchor="ctr"/>
          <a:lstStyle/>
          <a:p>
            <a:pPr algn="l">
              <a:lnSpc>
                <a:spcPct val="100000"/>
              </a:lnSpc>
              <a:spcBef>
                <a:spcPts val="0"/>
              </a:spcBef>
              <a:spcAft>
                <a:spcPts val="0"/>
              </a:spcAft>
            </a:pPr>
            <a:r>
              <a:rPr sz="900" b="0">
                <a:solidFill>
                  <a:srgbClr val="ADB8C2"/>
                </a:solidFill>
                <a:latin typeface="Ubuntu"/>
              </a:rPr>
              <a:t>02</a:t>
            </a:r>
          </a:p>
          <a:p>
            <a:pPr algn="l">
              <a:lnSpc>
                <a:spcPct val="100000"/>
              </a:lnSpc>
              <a:spcBef>
                <a:spcPts val="100"/>
              </a:spcBef>
              <a:spcAft>
                <a:spcPts val="0"/>
              </a:spcAft>
            </a:pPr>
            <a:r>
              <a:rPr sz="1300" b="0">
                <a:solidFill>
                  <a:srgbClr val="FFFFFF"/>
                </a:solidFill>
                <a:latin typeface="Ubuntu"/>
              </a:rPr>
              <a:t>Design the</a:t>
            </a:r>
          </a:p>
          <a:p>
            <a:pPr algn="l">
              <a:lnSpc>
                <a:spcPct val="100000"/>
              </a:lnSpc>
              <a:spcBef>
                <a:spcPts val="0"/>
              </a:spcBef>
              <a:spcAft>
                <a:spcPts val="0"/>
              </a:spcAft>
            </a:pPr>
            <a:r>
              <a:rPr sz="1300" b="0">
                <a:solidFill>
                  <a:srgbClr val="FFFFFF"/>
                </a:solidFill>
                <a:latin typeface="Ubuntu"/>
              </a:rPr>
              <a:t>Target</a:t>
            </a:r>
          </a:p>
        </p:txBody>
      </p:sp>
      <p:sp>
        <p:nvSpPr>
          <p:cNvPr id="13" name="Chevron 78">
            <a:extLst>
              <a:ext uri="{FF2B5EF4-FFF2-40B4-BE49-F238E27FC236}">
                <a16:creationId xmlns:a16="http://schemas.microsoft.com/office/drawing/2014/main" id="{BEC1FB0F-3C85-1BC7-C3D6-D1EEEEF534BE}"/>
              </a:ext>
            </a:extLst>
          </p:cNvPr>
          <p:cNvSpPr/>
          <p:nvPr/>
        </p:nvSpPr>
        <p:spPr>
          <a:xfrm>
            <a:off x="5021153" y="2066543"/>
            <a:ext cx="2149388" cy="694944"/>
          </a:xfrm>
          <a:prstGeom prst="chevron">
            <a:avLst>
              <a:gd name="adj" fmla="val 22000"/>
            </a:avLst>
          </a:prstGeom>
          <a:solidFill>
            <a:srgbClr val="0058AB"/>
          </a:solidFill>
          <a:ln w="19050">
            <a:solidFill>
              <a:srgbClr val="1DB8F2"/>
            </a:solidFill>
          </a:ln>
          <a:effectLst/>
        </p:spPr>
        <p:style>
          <a:lnRef idx="1">
            <a:schemeClr val="accent1"/>
          </a:lnRef>
          <a:fillRef idx="3">
            <a:schemeClr val="accent1"/>
          </a:fillRef>
          <a:effectRef idx="2">
            <a:schemeClr val="accent1"/>
          </a:effectRef>
          <a:fontRef idx="minor">
            <a:schemeClr val="lt1"/>
          </a:fontRef>
        </p:style>
        <p:txBody>
          <a:bodyPr wrap="square" lIns="274320" tIns="0" rIns="201168" bIns="0" rtlCol="0" anchor="ctr"/>
          <a:lstStyle/>
          <a:p>
            <a:pPr algn="l">
              <a:lnSpc>
                <a:spcPct val="100000"/>
              </a:lnSpc>
              <a:spcBef>
                <a:spcPts val="0"/>
              </a:spcBef>
              <a:spcAft>
                <a:spcPts val="0"/>
              </a:spcAft>
            </a:pPr>
            <a:r>
              <a:rPr sz="900" b="0">
                <a:solidFill>
                  <a:srgbClr val="1DB8F2"/>
                </a:solidFill>
                <a:latin typeface="Ubuntu"/>
              </a:rPr>
              <a:t>03</a:t>
            </a:r>
          </a:p>
          <a:p>
            <a:pPr algn="l">
              <a:lnSpc>
                <a:spcPct val="100000"/>
              </a:lnSpc>
              <a:spcBef>
                <a:spcPts val="100"/>
              </a:spcBef>
              <a:spcAft>
                <a:spcPts val="0"/>
              </a:spcAft>
            </a:pPr>
            <a:r>
              <a:rPr sz="1300" b="0">
                <a:solidFill>
                  <a:srgbClr val="FFFFFF"/>
                </a:solidFill>
                <a:latin typeface="Ubuntu"/>
              </a:rPr>
              <a:t>Redesign</a:t>
            </a:r>
          </a:p>
          <a:p>
            <a:pPr algn="l">
              <a:lnSpc>
                <a:spcPct val="100000"/>
              </a:lnSpc>
              <a:spcBef>
                <a:spcPts val="0"/>
              </a:spcBef>
              <a:spcAft>
                <a:spcPts val="0"/>
              </a:spcAft>
            </a:pPr>
            <a:r>
              <a:rPr sz="1300" b="0">
                <a:solidFill>
                  <a:srgbClr val="FFFFFF"/>
                </a:solidFill>
                <a:latin typeface="Ubuntu"/>
              </a:rPr>
              <a:t>the Work</a:t>
            </a:r>
          </a:p>
        </p:txBody>
      </p:sp>
      <p:sp>
        <p:nvSpPr>
          <p:cNvPr id="14" name="Chevron 79">
            <a:extLst>
              <a:ext uri="{FF2B5EF4-FFF2-40B4-BE49-F238E27FC236}">
                <a16:creationId xmlns:a16="http://schemas.microsoft.com/office/drawing/2014/main" id="{B1469A31-952B-D936-6A09-CB8920DDF24C}"/>
              </a:ext>
            </a:extLst>
          </p:cNvPr>
          <p:cNvSpPr/>
          <p:nvPr/>
        </p:nvSpPr>
        <p:spPr>
          <a:xfrm>
            <a:off x="7280269" y="2066543"/>
            <a:ext cx="2149388" cy="694944"/>
          </a:xfrm>
          <a:prstGeom prst="chevron">
            <a:avLst>
              <a:gd name="adj" fmla="val 22000"/>
            </a:avLst>
          </a:prstGeom>
          <a:solidFill>
            <a:srgbClr val="0A417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0" rIns="201168" bIns="0" rtlCol="0" anchor="ctr"/>
          <a:lstStyle/>
          <a:p>
            <a:pPr algn="l">
              <a:lnSpc>
                <a:spcPct val="100000"/>
              </a:lnSpc>
              <a:spcBef>
                <a:spcPts val="0"/>
              </a:spcBef>
              <a:spcAft>
                <a:spcPts val="0"/>
              </a:spcAft>
            </a:pPr>
            <a:r>
              <a:rPr sz="900" b="0">
                <a:solidFill>
                  <a:srgbClr val="ADB8C2"/>
                </a:solidFill>
                <a:latin typeface="Ubuntu"/>
              </a:rPr>
              <a:t>04</a:t>
            </a:r>
          </a:p>
          <a:p>
            <a:pPr algn="l">
              <a:lnSpc>
                <a:spcPct val="100000"/>
              </a:lnSpc>
              <a:spcBef>
                <a:spcPts val="100"/>
              </a:spcBef>
              <a:spcAft>
                <a:spcPts val="0"/>
              </a:spcAft>
            </a:pPr>
            <a:r>
              <a:rPr sz="1300" b="0">
                <a:solidFill>
                  <a:srgbClr val="FFFFFF"/>
                </a:solidFill>
                <a:latin typeface="Ubuntu"/>
              </a:rPr>
              <a:t>Prove with</a:t>
            </a:r>
          </a:p>
          <a:p>
            <a:pPr algn="l">
              <a:lnSpc>
                <a:spcPct val="100000"/>
              </a:lnSpc>
              <a:spcBef>
                <a:spcPts val="0"/>
              </a:spcBef>
              <a:spcAft>
                <a:spcPts val="0"/>
              </a:spcAft>
            </a:pPr>
            <a:r>
              <a:rPr sz="1300" b="0">
                <a:solidFill>
                  <a:srgbClr val="FFFFFF"/>
                </a:solidFill>
                <a:latin typeface="Ubuntu"/>
              </a:rPr>
              <a:t>an MVO</a:t>
            </a:r>
          </a:p>
        </p:txBody>
      </p:sp>
      <p:sp>
        <p:nvSpPr>
          <p:cNvPr id="15" name="Chevron 80">
            <a:extLst>
              <a:ext uri="{FF2B5EF4-FFF2-40B4-BE49-F238E27FC236}">
                <a16:creationId xmlns:a16="http://schemas.microsoft.com/office/drawing/2014/main" id="{F476B861-6A2D-7A55-5C35-1FAABC4CEB3F}"/>
              </a:ext>
            </a:extLst>
          </p:cNvPr>
          <p:cNvSpPr/>
          <p:nvPr/>
        </p:nvSpPr>
        <p:spPr>
          <a:xfrm>
            <a:off x="9539386" y="2066543"/>
            <a:ext cx="2149388" cy="694944"/>
          </a:xfrm>
          <a:prstGeom prst="chevron">
            <a:avLst>
              <a:gd name="adj" fmla="val 22000"/>
            </a:avLst>
          </a:prstGeom>
          <a:solidFill>
            <a:srgbClr val="0A2E5C"/>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0" rIns="201168" bIns="0" rtlCol="0" anchor="ctr"/>
          <a:lstStyle/>
          <a:p>
            <a:pPr algn="l">
              <a:lnSpc>
                <a:spcPct val="100000"/>
              </a:lnSpc>
              <a:spcBef>
                <a:spcPts val="0"/>
              </a:spcBef>
              <a:spcAft>
                <a:spcPts val="0"/>
              </a:spcAft>
            </a:pPr>
            <a:r>
              <a:rPr sz="900" b="0">
                <a:solidFill>
                  <a:srgbClr val="ADB8C2"/>
                </a:solidFill>
                <a:latin typeface="Ubuntu"/>
              </a:rPr>
              <a:t>05</a:t>
            </a:r>
          </a:p>
          <a:p>
            <a:pPr algn="l">
              <a:lnSpc>
                <a:spcPct val="100000"/>
              </a:lnSpc>
              <a:spcBef>
                <a:spcPts val="100"/>
              </a:spcBef>
              <a:spcAft>
                <a:spcPts val="0"/>
              </a:spcAft>
            </a:pPr>
            <a:r>
              <a:rPr sz="1300" b="0">
                <a:solidFill>
                  <a:srgbClr val="FFFFFF"/>
                </a:solidFill>
                <a:latin typeface="Ubuntu"/>
              </a:rPr>
              <a:t>Reinvent</a:t>
            </a:r>
          </a:p>
          <a:p>
            <a:pPr algn="l">
              <a:lnSpc>
                <a:spcPct val="100000"/>
              </a:lnSpc>
              <a:spcBef>
                <a:spcPts val="0"/>
              </a:spcBef>
              <a:spcAft>
                <a:spcPts val="0"/>
              </a:spcAft>
            </a:pPr>
            <a:r>
              <a:rPr sz="1300" b="0">
                <a:solidFill>
                  <a:srgbClr val="FFFFFF"/>
                </a:solidFill>
                <a:latin typeface="Ubuntu"/>
              </a:rPr>
              <a:t>Continuously</a:t>
            </a:r>
          </a:p>
        </p:txBody>
      </p:sp>
      <p:sp>
        <p:nvSpPr>
          <p:cNvPr id="16" name="Rounded Rectangle 81">
            <a:extLst>
              <a:ext uri="{FF2B5EF4-FFF2-40B4-BE49-F238E27FC236}">
                <a16:creationId xmlns:a16="http://schemas.microsoft.com/office/drawing/2014/main" id="{E3FA4CBE-633F-4B0B-3F80-819289592F7D}"/>
              </a:ext>
            </a:extLst>
          </p:cNvPr>
          <p:cNvSpPr/>
          <p:nvPr/>
        </p:nvSpPr>
        <p:spPr>
          <a:xfrm>
            <a:off x="5021153" y="2907792"/>
            <a:ext cx="4408505" cy="420624"/>
          </a:xfrm>
          <a:prstGeom prst="roundRect">
            <a:avLst>
              <a:gd name="adj" fmla="val 28000"/>
            </a:avLst>
          </a:prstGeom>
          <a:solidFill>
            <a:srgbClr val="0D1C36"/>
          </a:solidFill>
          <a:ln w="12700">
            <a:solidFill>
              <a:srgbClr val="1DB8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7AD7E431-4C3E-CABD-2D10-95896D1F25BB}"/>
              </a:ext>
            </a:extLst>
          </p:cNvPr>
          <p:cNvSpPr txBox="1"/>
          <p:nvPr/>
        </p:nvSpPr>
        <p:spPr>
          <a:xfrm>
            <a:off x="5222321" y="3041160"/>
            <a:ext cx="4006169" cy="153888"/>
          </a:xfrm>
          <a:prstGeom prst="rect">
            <a:avLst/>
          </a:prstGeom>
          <a:noFill/>
        </p:spPr>
        <p:txBody>
          <a:bodyPr wrap="square" lIns="0" tIns="0" rIns="0" bIns="0" anchor="ctr">
            <a:spAutoFit/>
          </a:bodyPr>
          <a:lstStyle/>
          <a:p>
            <a:pPr>
              <a:spcAft>
                <a:spcPts val="0"/>
              </a:spcAft>
            </a:pPr>
            <a:r>
              <a:rPr lang="en-US" sz="1000">
                <a:solidFill>
                  <a:srgbClr val="1DB8F2"/>
                </a:solidFill>
                <a:latin typeface="Ubuntu"/>
              </a:rPr>
              <a:t>Iteration loop      </a:t>
            </a:r>
            <a:r>
              <a:rPr lang="en-US" sz="1000">
                <a:solidFill>
                  <a:srgbClr val="ADB8C2"/>
                </a:solidFill>
                <a:latin typeface="Ubuntu"/>
              </a:rPr>
              <a:t>Target picture 1.0   ›   MVO pilot   ›   Refined MVO</a:t>
            </a:r>
          </a:p>
        </p:txBody>
      </p:sp>
      <p:sp>
        <p:nvSpPr>
          <p:cNvPr id="18" name="Rectangle 17">
            <a:extLst>
              <a:ext uri="{FF2B5EF4-FFF2-40B4-BE49-F238E27FC236}">
                <a16:creationId xmlns:a16="http://schemas.microsoft.com/office/drawing/2014/main" id="{8D7D4B7A-4AF6-6101-D21C-18D5714E5A9D}"/>
              </a:ext>
            </a:extLst>
          </p:cNvPr>
          <p:cNvSpPr/>
          <p:nvPr/>
        </p:nvSpPr>
        <p:spPr>
          <a:xfrm>
            <a:off x="502920" y="3474720"/>
            <a:ext cx="2149388" cy="2578608"/>
          </a:xfrm>
          <a:prstGeom prst="rect">
            <a:avLst/>
          </a:prstGeom>
          <a:solidFill>
            <a:srgbClr val="1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5E036963-7C55-2E94-5A78-818400234E1A}"/>
              </a:ext>
            </a:extLst>
          </p:cNvPr>
          <p:cNvSpPr txBox="1"/>
          <p:nvPr/>
        </p:nvSpPr>
        <p:spPr>
          <a:xfrm>
            <a:off x="685800" y="3657600"/>
            <a:ext cx="1783628" cy="1765676"/>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a:solidFill>
                  <a:srgbClr val="738597"/>
                </a:solidFill>
                <a:latin typeface="Ubuntu"/>
              </a:rPr>
              <a:t>Baseline and value case</a:t>
            </a:r>
          </a:p>
          <a:p>
            <a:pPr algn="l">
              <a:lnSpc>
                <a:spcPct val="122000"/>
              </a:lnSpc>
              <a:spcBef>
                <a:spcPts val="900"/>
              </a:spcBef>
              <a:spcAft>
                <a:spcPts val="0"/>
              </a:spcAft>
            </a:pPr>
            <a:r>
              <a:rPr lang="en-US" sz="1000" b="0">
                <a:solidFill>
                  <a:srgbClr val="ADB8C2"/>
                </a:solidFill>
                <a:latin typeface="Ubuntu"/>
              </a:rPr>
              <a:t>We set the </a:t>
            </a:r>
            <a:r>
              <a:rPr lang="en-US" sz="1000" b="0" err="1">
                <a:solidFill>
                  <a:srgbClr val="ADB8C2"/>
                </a:solidFill>
                <a:latin typeface="Ubuntu"/>
              </a:rPr>
              <a:t>northstar</a:t>
            </a:r>
            <a:r>
              <a:rPr lang="en-US" sz="1000" b="0">
                <a:solidFill>
                  <a:srgbClr val="ADB8C2"/>
                </a:solidFill>
                <a:latin typeface="Ubuntu"/>
              </a:rPr>
              <a:t> with your leadership, then baseline against it: strategy, operating model, structure, and capability gaps. We size the value at stake and name an owner for every benefit, so the case holds up with the CFO.</a:t>
            </a:r>
          </a:p>
        </p:txBody>
      </p:sp>
      <p:sp>
        <p:nvSpPr>
          <p:cNvPr id="20" name="Rectangle 19">
            <a:extLst>
              <a:ext uri="{FF2B5EF4-FFF2-40B4-BE49-F238E27FC236}">
                <a16:creationId xmlns:a16="http://schemas.microsoft.com/office/drawing/2014/main" id="{B30E276E-5352-7574-4816-63541986DBAD}"/>
              </a:ext>
            </a:extLst>
          </p:cNvPr>
          <p:cNvSpPr/>
          <p:nvPr/>
        </p:nvSpPr>
        <p:spPr>
          <a:xfrm>
            <a:off x="2762036" y="3474720"/>
            <a:ext cx="2149388" cy="2578608"/>
          </a:xfrm>
          <a:prstGeom prst="rect">
            <a:avLst/>
          </a:prstGeom>
          <a:solidFill>
            <a:srgbClr val="1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DC15687E-1898-0542-6227-874AB0BF8790}"/>
              </a:ext>
            </a:extLst>
          </p:cNvPr>
          <p:cNvSpPr txBox="1"/>
          <p:nvPr/>
        </p:nvSpPr>
        <p:spPr>
          <a:xfrm>
            <a:off x="2944916" y="3657600"/>
            <a:ext cx="1783628" cy="1390189"/>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a:solidFill>
                  <a:srgbClr val="738597"/>
                </a:solidFill>
                <a:latin typeface="Ubuntu"/>
              </a:rPr>
              <a:t>Target blueprint</a:t>
            </a:r>
          </a:p>
          <a:p>
            <a:pPr algn="l">
              <a:lnSpc>
                <a:spcPct val="122000"/>
              </a:lnSpc>
              <a:spcBef>
                <a:spcPts val="900"/>
              </a:spcBef>
              <a:spcAft>
                <a:spcPts val="0"/>
              </a:spcAft>
            </a:pPr>
            <a:r>
              <a:rPr lang="en-US" sz="1000" b="0">
                <a:solidFill>
                  <a:srgbClr val="ADB8C2"/>
                </a:solidFill>
                <a:latin typeface="Ubuntu"/>
              </a:rPr>
              <a:t>We turn the preferred concept into an organizational blueprint: roles, governance, capabilities, and workforce impact. AI governance is designed in, not bolted on</a:t>
            </a:r>
            <a:r>
              <a:rPr lang="en-US" sz="1000">
                <a:solidFill>
                  <a:srgbClr val="ADB8C2"/>
                </a:solidFill>
                <a:latin typeface="Ubuntu"/>
              </a:rPr>
              <a:t>. </a:t>
            </a:r>
            <a:endParaRPr lang="en-US" sz="1000" b="0">
              <a:solidFill>
                <a:srgbClr val="ADB8C2"/>
              </a:solidFill>
              <a:latin typeface="Ubuntu"/>
            </a:endParaRPr>
          </a:p>
        </p:txBody>
      </p:sp>
      <p:sp>
        <p:nvSpPr>
          <p:cNvPr id="22" name="Rectangle 21">
            <a:extLst>
              <a:ext uri="{FF2B5EF4-FFF2-40B4-BE49-F238E27FC236}">
                <a16:creationId xmlns:a16="http://schemas.microsoft.com/office/drawing/2014/main" id="{B6C19CE6-5253-6233-ADD8-336445CC0500}"/>
              </a:ext>
            </a:extLst>
          </p:cNvPr>
          <p:cNvSpPr/>
          <p:nvPr/>
        </p:nvSpPr>
        <p:spPr>
          <a:xfrm>
            <a:off x="5021153" y="3474720"/>
            <a:ext cx="2149388" cy="2578608"/>
          </a:xfrm>
          <a:prstGeom prst="rect">
            <a:avLst/>
          </a:prstGeom>
          <a:solidFill>
            <a:srgbClr val="1A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FAAD5BDC-D202-2ACE-1CB7-E001CD0E3448}"/>
              </a:ext>
            </a:extLst>
          </p:cNvPr>
          <p:cNvSpPr/>
          <p:nvPr/>
        </p:nvSpPr>
        <p:spPr>
          <a:xfrm>
            <a:off x="5021153" y="3474720"/>
            <a:ext cx="32004" cy="2578608"/>
          </a:xfrm>
          <a:prstGeom prst="rect">
            <a:avLst/>
          </a:prstGeom>
          <a:solidFill>
            <a:srgbClr val="1DB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073929C9-C3AB-5FA4-056C-74AA751AEBBF}"/>
              </a:ext>
            </a:extLst>
          </p:cNvPr>
          <p:cNvSpPr txBox="1"/>
          <p:nvPr/>
        </p:nvSpPr>
        <p:spPr>
          <a:xfrm>
            <a:off x="5204033" y="3657600"/>
            <a:ext cx="1783628" cy="195342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a:solidFill>
                  <a:srgbClr val="1DB8F2"/>
                </a:solidFill>
                <a:latin typeface="Ubuntu"/>
              </a:rPr>
              <a:t>Human and agent work model</a:t>
            </a:r>
          </a:p>
          <a:p>
            <a:pPr algn="l">
              <a:lnSpc>
                <a:spcPct val="122000"/>
              </a:lnSpc>
              <a:spcBef>
                <a:spcPts val="900"/>
              </a:spcBef>
              <a:spcAft>
                <a:spcPts val="0"/>
              </a:spcAft>
            </a:pPr>
            <a:r>
              <a:rPr lang="en-US" sz="1000" b="0">
                <a:solidFill>
                  <a:srgbClr val="ADB8C2"/>
                </a:solidFill>
                <a:latin typeface="Ubuntu"/>
              </a:rPr>
              <a:t>The step that makes the model AI-native. We decompose work to task level and decide what an agent does, what a person does, and where accountability sits at the handoff. This resets role design, span of control, and the skills agenda.</a:t>
            </a:r>
          </a:p>
        </p:txBody>
      </p:sp>
      <p:sp>
        <p:nvSpPr>
          <p:cNvPr id="25" name="Rectangle 24">
            <a:extLst>
              <a:ext uri="{FF2B5EF4-FFF2-40B4-BE49-F238E27FC236}">
                <a16:creationId xmlns:a16="http://schemas.microsoft.com/office/drawing/2014/main" id="{2E03247C-0896-54CA-FD89-D439F662F13C}"/>
              </a:ext>
            </a:extLst>
          </p:cNvPr>
          <p:cNvSpPr/>
          <p:nvPr/>
        </p:nvSpPr>
        <p:spPr>
          <a:xfrm>
            <a:off x="7280269" y="3474720"/>
            <a:ext cx="2149388" cy="2578608"/>
          </a:xfrm>
          <a:prstGeom prst="rect">
            <a:avLst/>
          </a:prstGeom>
          <a:solidFill>
            <a:srgbClr val="1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19F2BFBE-0391-9EF3-F206-42CDB5FEAD81}"/>
              </a:ext>
            </a:extLst>
          </p:cNvPr>
          <p:cNvSpPr txBox="1"/>
          <p:nvPr/>
        </p:nvSpPr>
        <p:spPr>
          <a:xfrm>
            <a:off x="7463149" y="3657600"/>
            <a:ext cx="1783628" cy="1765676"/>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a:solidFill>
                  <a:srgbClr val="738597"/>
                </a:solidFill>
                <a:latin typeface="Ubuntu"/>
              </a:rPr>
              <a:t>A working MVO</a:t>
            </a:r>
          </a:p>
          <a:p>
            <a:pPr algn="l">
              <a:lnSpc>
                <a:spcPct val="122000"/>
              </a:lnSpc>
              <a:spcBef>
                <a:spcPts val="900"/>
              </a:spcBef>
              <a:spcAft>
                <a:spcPts val="0"/>
              </a:spcAft>
            </a:pPr>
            <a:r>
              <a:rPr lang="en-US" sz="1000" b="0">
                <a:solidFill>
                  <a:srgbClr val="ADB8C2"/>
                </a:solidFill>
                <a:latin typeface="Ubuntu"/>
              </a:rPr>
              <a:t>We stand up a Minimum Viable Organization in one real part of the business. It tests the human and agent handoffs under load, validates assumptions, and confirms benefits against the baseline before anything scales.</a:t>
            </a:r>
          </a:p>
        </p:txBody>
      </p:sp>
      <p:sp>
        <p:nvSpPr>
          <p:cNvPr id="27" name="Rectangle 26">
            <a:extLst>
              <a:ext uri="{FF2B5EF4-FFF2-40B4-BE49-F238E27FC236}">
                <a16:creationId xmlns:a16="http://schemas.microsoft.com/office/drawing/2014/main" id="{FF9605FB-089D-7E39-7D16-9EC6E3454EB4}"/>
              </a:ext>
            </a:extLst>
          </p:cNvPr>
          <p:cNvSpPr/>
          <p:nvPr/>
        </p:nvSpPr>
        <p:spPr>
          <a:xfrm>
            <a:off x="9539386" y="3474720"/>
            <a:ext cx="2149388" cy="2578608"/>
          </a:xfrm>
          <a:prstGeom prst="rect">
            <a:avLst/>
          </a:prstGeom>
          <a:solidFill>
            <a:srgbClr val="1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D3A9A395-441A-5A9F-5012-6BB56FD7711E}"/>
              </a:ext>
            </a:extLst>
          </p:cNvPr>
          <p:cNvSpPr txBox="1"/>
          <p:nvPr/>
        </p:nvSpPr>
        <p:spPr>
          <a:xfrm>
            <a:off x="9722266" y="3657600"/>
            <a:ext cx="1783628" cy="195342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a:solidFill>
                  <a:srgbClr val="738597"/>
                </a:solidFill>
                <a:latin typeface="Ubuntu"/>
              </a:rPr>
              <a:t>Operating rhythm</a:t>
            </a:r>
          </a:p>
          <a:p>
            <a:pPr algn="l">
              <a:lnSpc>
                <a:spcPct val="122000"/>
              </a:lnSpc>
              <a:spcBef>
                <a:spcPts val="900"/>
              </a:spcBef>
              <a:spcAft>
                <a:spcPts val="0"/>
              </a:spcAft>
            </a:pPr>
            <a:r>
              <a:rPr lang="en-US" sz="1000" b="0">
                <a:solidFill>
                  <a:srgbClr val="ADB8C2"/>
                </a:solidFill>
                <a:latin typeface="Ubuntu"/>
              </a:rPr>
              <a:t>The new organization is embedded and continuously optimized. Governance, feedback loops, and clear accountability keep operations, culture, and capability aligned to strategy as the technology keeps moving.</a:t>
            </a:r>
          </a:p>
        </p:txBody>
      </p:sp>
    </p:spTree>
    <p:extLst>
      <p:ext uri="{BB962C8B-B14F-4D97-AF65-F5344CB8AC3E}">
        <p14:creationId xmlns:p14="http://schemas.microsoft.com/office/powerpoint/2010/main" val="1062303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DD2B253-5931-1136-520A-B8273B5C0CB3}"/>
              </a:ext>
            </a:extLst>
          </p:cNvPr>
          <p:cNvGrpSpPr>
            <a:grpSpLocks/>
          </p:cNvGrpSpPr>
          <p:nvPr/>
        </p:nvGrpSpPr>
        <p:grpSpPr>
          <a:xfrm>
            <a:off x="-1377241" y="2399552"/>
            <a:ext cx="3371850" cy="3371850"/>
            <a:chOff x="3149600" y="3784600"/>
            <a:chExt cx="11988800" cy="11988800"/>
          </a:xfrm>
        </p:grpSpPr>
        <p:sp>
          <p:nvSpPr>
            <p:cNvPr id="8" name="WheelGlow">
              <a:extLst>
                <a:ext uri="{FF2B5EF4-FFF2-40B4-BE49-F238E27FC236}">
                  <a16:creationId xmlns:a16="http://schemas.microsoft.com/office/drawing/2014/main" id="{55350EF5-DC35-1AF2-AFD9-FC5E3C83869E}"/>
                </a:ext>
              </a:extLst>
            </p:cNvPr>
            <p:cNvSpPr/>
            <p:nvPr/>
          </p:nvSpPr>
          <p:spPr>
            <a:xfrm>
              <a:off x="3149600" y="3784600"/>
              <a:ext cx="11988800" cy="11988800"/>
            </a:xfrm>
            <a:prstGeom prst="ellipse">
              <a:avLst/>
            </a:prstGeom>
            <a:solidFill>
              <a:srgbClr val="0E2A57"/>
            </a:solidFill>
            <a:ln>
              <a:noFill/>
            </a:ln>
          </p:spPr>
          <p:txBody>
            <a:bodyPr lIns="25718" tIns="12859" rIns="25718" bIns="12859"/>
            <a:lstStyle/>
            <a:p>
              <a:endParaRPr/>
            </a:p>
          </p:txBody>
        </p:sp>
        <p:sp>
          <p:nvSpPr>
            <p:cNvPr id="9" name="Seg_BusinessProcesses">
              <a:extLst>
                <a:ext uri="{FF2B5EF4-FFF2-40B4-BE49-F238E27FC236}">
                  <a16:creationId xmlns:a16="http://schemas.microsoft.com/office/drawing/2014/main" id="{2B80FF21-14F7-BDFA-A153-1F844D7B5B73}"/>
                </a:ext>
              </a:extLst>
            </p:cNvPr>
            <p:cNvSpPr/>
            <p:nvPr/>
          </p:nvSpPr>
          <p:spPr>
            <a:xfrm>
              <a:off x="3302000" y="3937000"/>
              <a:ext cx="11684000" cy="11684000"/>
            </a:xfrm>
            <a:prstGeom prst="pie">
              <a:avLst>
                <a:gd name="adj1" fmla="val 16200000"/>
                <a:gd name="adj2" fmla="val 18900000"/>
              </a:avLst>
            </a:prstGeom>
            <a:gradFill>
              <a:gsLst>
                <a:gs pos="0">
                  <a:srgbClr val="1D5FA8">
                    <a:alpha val="92000"/>
                  </a:srgbClr>
                </a:gs>
                <a:gs pos="55000">
                  <a:srgbClr val="0B1E42">
                    <a:alpha val="85000"/>
                  </a:srgbClr>
                </a:gs>
                <a:gs pos="100000">
                  <a:srgbClr val="0B1E42">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0" name="Seg_Governance">
              <a:extLst>
                <a:ext uri="{FF2B5EF4-FFF2-40B4-BE49-F238E27FC236}">
                  <a16:creationId xmlns:a16="http://schemas.microsoft.com/office/drawing/2014/main" id="{B8083438-B58F-713C-32C7-54D2CA96771A}"/>
                </a:ext>
              </a:extLst>
            </p:cNvPr>
            <p:cNvSpPr/>
            <p:nvPr/>
          </p:nvSpPr>
          <p:spPr>
            <a:xfrm>
              <a:off x="3302000" y="3937000"/>
              <a:ext cx="11684000" cy="11684000"/>
            </a:xfrm>
            <a:prstGeom prst="pie">
              <a:avLst>
                <a:gd name="adj1" fmla="val 18900000"/>
                <a:gd name="adj2" fmla="val 21600000"/>
              </a:avLst>
            </a:prstGeom>
            <a:gradFill>
              <a:gsLst>
                <a:gs pos="0">
                  <a:srgbClr val="1E6FB8">
                    <a:alpha val="92000"/>
                  </a:srgbClr>
                </a:gs>
                <a:gs pos="55000">
                  <a:srgbClr val="0E3160">
                    <a:alpha val="85000"/>
                  </a:srgbClr>
                </a:gs>
                <a:gs pos="100000">
                  <a:srgbClr val="0E3160">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1" name="Seg_Metrics">
              <a:extLst>
                <a:ext uri="{FF2B5EF4-FFF2-40B4-BE49-F238E27FC236}">
                  <a16:creationId xmlns:a16="http://schemas.microsoft.com/office/drawing/2014/main" id="{5F478BB3-C41A-1CDB-6D04-5EBD41AE45E1}"/>
                </a:ext>
              </a:extLst>
            </p:cNvPr>
            <p:cNvSpPr/>
            <p:nvPr/>
          </p:nvSpPr>
          <p:spPr>
            <a:xfrm>
              <a:off x="3302000" y="3937000"/>
              <a:ext cx="11684000" cy="11684000"/>
            </a:xfrm>
            <a:prstGeom prst="pie">
              <a:avLst>
                <a:gd name="adj1" fmla="val 0"/>
                <a:gd name="adj2" fmla="val 2700000"/>
              </a:avLst>
            </a:prstGeom>
            <a:gradFill>
              <a:gsLst>
                <a:gs pos="0">
                  <a:srgbClr val="2A82C8">
                    <a:alpha val="92000"/>
                  </a:srgbClr>
                </a:gs>
                <a:gs pos="55000">
                  <a:srgbClr val="0F4680">
                    <a:alpha val="85000"/>
                  </a:srgbClr>
                </a:gs>
                <a:gs pos="100000">
                  <a:srgbClr val="0F4680">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2" name="Seg_Leadership">
              <a:extLst>
                <a:ext uri="{FF2B5EF4-FFF2-40B4-BE49-F238E27FC236}">
                  <a16:creationId xmlns:a16="http://schemas.microsoft.com/office/drawing/2014/main" id="{73EB5BB9-8329-C9B0-425E-1289D7A845E3}"/>
                </a:ext>
              </a:extLst>
            </p:cNvPr>
            <p:cNvSpPr/>
            <p:nvPr/>
          </p:nvSpPr>
          <p:spPr>
            <a:xfrm>
              <a:off x="3302000" y="3937000"/>
              <a:ext cx="11684000" cy="11684000"/>
            </a:xfrm>
            <a:prstGeom prst="pie">
              <a:avLst>
                <a:gd name="adj1" fmla="val 2700000"/>
                <a:gd name="adj2" fmla="val 5400000"/>
              </a:avLst>
            </a:prstGeom>
            <a:gradFill>
              <a:gsLst>
                <a:gs pos="0">
                  <a:srgbClr val="2E93D0">
                    <a:alpha val="92000"/>
                  </a:srgbClr>
                </a:gs>
                <a:gs pos="55000">
                  <a:srgbClr val="0E5693">
                    <a:alpha val="85000"/>
                  </a:srgbClr>
                </a:gs>
                <a:gs pos="100000">
                  <a:srgbClr val="0E5693">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3" name="Seg_ServiceDelivery">
              <a:extLst>
                <a:ext uri="{FF2B5EF4-FFF2-40B4-BE49-F238E27FC236}">
                  <a16:creationId xmlns:a16="http://schemas.microsoft.com/office/drawing/2014/main" id="{9A080D31-F513-9264-F948-4AFE0CE27CBE}"/>
                </a:ext>
              </a:extLst>
            </p:cNvPr>
            <p:cNvSpPr/>
            <p:nvPr/>
          </p:nvSpPr>
          <p:spPr>
            <a:xfrm>
              <a:off x="3302000" y="3937000"/>
              <a:ext cx="11684000" cy="11684000"/>
            </a:xfrm>
            <a:prstGeom prst="pie">
              <a:avLst>
                <a:gd name="adj1" fmla="val 5400000"/>
                <a:gd name="adj2" fmla="val 8100000"/>
              </a:avLst>
            </a:prstGeom>
            <a:gradFill>
              <a:gsLst>
                <a:gs pos="0">
                  <a:srgbClr val="33A0DB">
                    <a:alpha val="92000"/>
                  </a:srgbClr>
                </a:gs>
                <a:gs pos="55000">
                  <a:srgbClr val="0C61A2">
                    <a:alpha val="85000"/>
                  </a:srgbClr>
                </a:gs>
                <a:gs pos="100000">
                  <a:srgbClr val="0C61A2">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4" name="Seg_OrgStructures">
              <a:extLst>
                <a:ext uri="{FF2B5EF4-FFF2-40B4-BE49-F238E27FC236}">
                  <a16:creationId xmlns:a16="http://schemas.microsoft.com/office/drawing/2014/main" id="{AE82F40F-9550-ED60-E064-54950658F5C1}"/>
                </a:ext>
              </a:extLst>
            </p:cNvPr>
            <p:cNvSpPr/>
            <p:nvPr/>
          </p:nvSpPr>
          <p:spPr>
            <a:xfrm>
              <a:off x="3302000" y="3937000"/>
              <a:ext cx="11684000" cy="11684000"/>
            </a:xfrm>
            <a:prstGeom prst="pie">
              <a:avLst>
                <a:gd name="adj1" fmla="val 8100000"/>
                <a:gd name="adj2" fmla="val 10800000"/>
              </a:avLst>
            </a:prstGeom>
            <a:gradFill>
              <a:gsLst>
                <a:gs pos="0">
                  <a:srgbClr val="3AAEE4">
                    <a:alpha val="92000"/>
                  </a:srgbClr>
                </a:gs>
                <a:gs pos="55000">
                  <a:srgbClr val="0A6BB0">
                    <a:alpha val="85000"/>
                  </a:srgbClr>
                </a:gs>
                <a:gs pos="100000">
                  <a:srgbClr val="0A6BB0">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5" name="Seg_DataInformation">
              <a:extLst>
                <a:ext uri="{FF2B5EF4-FFF2-40B4-BE49-F238E27FC236}">
                  <a16:creationId xmlns:a16="http://schemas.microsoft.com/office/drawing/2014/main" id="{E453DC4C-1E97-028E-2E8E-1B3D919FB764}"/>
                </a:ext>
              </a:extLst>
            </p:cNvPr>
            <p:cNvSpPr/>
            <p:nvPr/>
          </p:nvSpPr>
          <p:spPr>
            <a:xfrm>
              <a:off x="3302000" y="3937000"/>
              <a:ext cx="11684000" cy="11684000"/>
            </a:xfrm>
            <a:prstGeom prst="pie">
              <a:avLst>
                <a:gd name="adj1" fmla="val 10800000"/>
                <a:gd name="adj2" fmla="val 13500000"/>
              </a:avLst>
            </a:prstGeom>
            <a:gradFill>
              <a:gsLst>
                <a:gs pos="0">
                  <a:srgbClr val="40B8EC">
                    <a:alpha val="92000"/>
                  </a:srgbClr>
                </a:gs>
                <a:gs pos="55000">
                  <a:srgbClr val="0972B8">
                    <a:alpha val="85000"/>
                  </a:srgbClr>
                </a:gs>
                <a:gs pos="100000">
                  <a:srgbClr val="0972B8">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6" name="Seg_TechSystems">
              <a:extLst>
                <a:ext uri="{FF2B5EF4-FFF2-40B4-BE49-F238E27FC236}">
                  <a16:creationId xmlns:a16="http://schemas.microsoft.com/office/drawing/2014/main" id="{86B1D81D-3616-73FD-EDB3-955F4901C6CE}"/>
                </a:ext>
              </a:extLst>
            </p:cNvPr>
            <p:cNvSpPr/>
            <p:nvPr/>
          </p:nvSpPr>
          <p:spPr>
            <a:xfrm>
              <a:off x="3302000" y="3937000"/>
              <a:ext cx="11684000" cy="11684000"/>
            </a:xfrm>
            <a:prstGeom prst="pie">
              <a:avLst>
                <a:gd name="adj1" fmla="val 13500000"/>
                <a:gd name="adj2" fmla="val 16200000"/>
              </a:avLst>
            </a:prstGeom>
            <a:gradFill>
              <a:gsLst>
                <a:gs pos="0">
                  <a:srgbClr val="4CC2F2">
                    <a:alpha val="92000"/>
                  </a:srgbClr>
                </a:gs>
                <a:gs pos="55000">
                  <a:srgbClr val="0A78BE">
                    <a:alpha val="85000"/>
                  </a:srgbClr>
                </a:gs>
                <a:gs pos="100000">
                  <a:srgbClr val="0A78BE">
                    <a:alpha val="72000"/>
                  </a:srgbClr>
                </a:gs>
              </a:gsLst>
              <a:path path="circle">
                <a:fillToRect l="50000" t="50000" r="50000" b="50000"/>
              </a:path>
            </a:gradFill>
            <a:ln w="12502" cap="flat">
              <a:solidFill>
                <a:srgbClr val="121A38"/>
              </a:solidFill>
            </a:ln>
          </p:spPr>
          <p:txBody>
            <a:bodyPr lIns="25718" tIns="12859" rIns="25718" bIns="12859"/>
            <a:lstStyle/>
            <a:p>
              <a:endParaRPr/>
            </a:p>
          </p:txBody>
        </p:sp>
        <p:sp>
          <p:nvSpPr>
            <p:cNvPr id="17" name="HubBusinessModel">
              <a:extLst>
                <a:ext uri="{FF2B5EF4-FFF2-40B4-BE49-F238E27FC236}">
                  <a16:creationId xmlns:a16="http://schemas.microsoft.com/office/drawing/2014/main" id="{9E1C470C-A5ED-F5EA-3A24-09C9A1761314}"/>
                </a:ext>
              </a:extLst>
            </p:cNvPr>
            <p:cNvSpPr/>
            <p:nvPr/>
          </p:nvSpPr>
          <p:spPr>
            <a:xfrm>
              <a:off x="5969000" y="6604000"/>
              <a:ext cx="6350000" cy="6350000"/>
            </a:xfrm>
            <a:prstGeom prst="ellipse">
              <a:avLst/>
            </a:prstGeom>
            <a:solidFill>
              <a:srgbClr val="2D408A">
                <a:alpha val="85098"/>
              </a:srgbClr>
            </a:solidFill>
            <a:ln>
              <a:noFill/>
            </a:ln>
          </p:spPr>
          <p:txBody>
            <a:bodyPr lIns="25718" tIns="12859" rIns="25718" bIns="12859"/>
            <a:lstStyle/>
            <a:p>
              <a:endParaRPr/>
            </a:p>
          </p:txBody>
        </p:sp>
        <p:sp>
          <p:nvSpPr>
            <p:cNvPr id="18" name="HubBusinessModel">
              <a:extLst>
                <a:ext uri="{FF2B5EF4-FFF2-40B4-BE49-F238E27FC236}">
                  <a16:creationId xmlns:a16="http://schemas.microsoft.com/office/drawing/2014/main" id="{A530C175-CE9F-ACF3-772A-E80FEF0F2004}"/>
                </a:ext>
              </a:extLst>
            </p:cNvPr>
            <p:cNvSpPr/>
            <p:nvPr/>
          </p:nvSpPr>
          <p:spPr>
            <a:xfrm>
              <a:off x="6000115" y="6632450"/>
              <a:ext cx="6350000" cy="6350000"/>
            </a:xfrm>
            <a:prstGeom prst="ellipse">
              <a:avLst/>
            </a:prstGeom>
            <a:gradFill>
              <a:gsLst>
                <a:gs pos="99000">
                  <a:srgbClr val="00D5D0"/>
                </a:gs>
                <a:gs pos="0">
                  <a:schemeClr val="accent3"/>
                </a:gs>
                <a:gs pos="30000">
                  <a:schemeClr val="accent1"/>
                </a:gs>
                <a:gs pos="70000">
                  <a:schemeClr val="accent2"/>
                </a:gs>
              </a:gsLst>
              <a:lin ang="0" scaled="0"/>
            </a:gradFill>
            <a:ln w="9525" cap="flat" cmpd="sng" algn="ctr">
              <a:noFill/>
              <a:prstDash val="solid"/>
              <a:miter lim="800000"/>
            </a:ln>
            <a:effectLst/>
          </p:spPr>
          <p:txBody>
            <a:bodyPr rot="0" spcFirstLastPara="0" vertOverflow="overflow" horzOverflow="overflow" vert="horz" wrap="square" lIns="41148" tIns="20574" rIns="41148" bIns="20574" numCol="1" spcCol="0" rtlCol="0" fromWordArt="0" anchor="ctr" anchorCtr="0" forceAA="0" compatLnSpc="1">
              <a:prstTxWarp prst="textNoShape">
                <a:avLst/>
              </a:prstTxWarp>
              <a:noAutofit/>
            </a:bodyPr>
            <a:lstStyle/>
            <a:p>
              <a:pPr algn="ctr" defTabSz="1463040"/>
              <a:endParaRPr sz="2240" kern="0">
                <a:solidFill>
                  <a:srgbClr val="000000"/>
                </a:solidFill>
                <a:latin typeface="Ubuntu"/>
              </a:endParaRPr>
            </a:p>
          </p:txBody>
        </p:sp>
        <p:sp>
          <p:nvSpPr>
            <p:cNvPr id="19" name="HubStrategy">
              <a:extLst>
                <a:ext uri="{FF2B5EF4-FFF2-40B4-BE49-F238E27FC236}">
                  <a16:creationId xmlns:a16="http://schemas.microsoft.com/office/drawing/2014/main" id="{C01A9A8B-5B8C-379A-B431-02876419A1F4}"/>
                </a:ext>
              </a:extLst>
            </p:cNvPr>
            <p:cNvSpPr/>
            <p:nvPr/>
          </p:nvSpPr>
          <p:spPr>
            <a:xfrm>
              <a:off x="6985000" y="7620000"/>
              <a:ext cx="4318000" cy="4318000"/>
            </a:xfrm>
            <a:prstGeom prst="ellipse">
              <a:avLst/>
            </a:prstGeom>
            <a:solidFill>
              <a:srgbClr val="0058AB">
                <a:alpha val="80000"/>
              </a:srgbClr>
            </a:solidFill>
            <a:ln>
              <a:noFill/>
            </a:ln>
          </p:spPr>
          <p:txBody>
            <a:bodyPr lIns="25718" tIns="12859" rIns="25718" bIns="12859"/>
            <a:lstStyle/>
            <a:p>
              <a:endParaRPr/>
            </a:p>
          </p:txBody>
        </p:sp>
        <p:sp>
          <p:nvSpPr>
            <p:cNvPr id="20" name="HubCustomerCore">
              <a:extLst>
                <a:ext uri="{FF2B5EF4-FFF2-40B4-BE49-F238E27FC236}">
                  <a16:creationId xmlns:a16="http://schemas.microsoft.com/office/drawing/2014/main" id="{C3692992-38AF-F428-4653-0E0E375FEAE0}"/>
                </a:ext>
              </a:extLst>
            </p:cNvPr>
            <p:cNvSpPr/>
            <p:nvPr/>
          </p:nvSpPr>
          <p:spPr>
            <a:xfrm>
              <a:off x="7810500" y="8445500"/>
              <a:ext cx="2667000" cy="2667000"/>
            </a:xfrm>
            <a:prstGeom prst="ellipse">
              <a:avLst/>
            </a:prstGeom>
            <a:solidFill>
              <a:schemeClr val="bg2"/>
            </a:solidFill>
            <a:ln w="17860">
              <a:solidFill>
                <a:srgbClr val="1DB8F2"/>
              </a:solidFill>
            </a:ln>
          </p:spPr>
          <p:txBody>
            <a:bodyPr lIns="25718" tIns="12859" rIns="25718" bIns="12859"/>
            <a:lstStyle/>
            <a:p>
              <a:endParaRPr/>
            </a:p>
          </p:txBody>
        </p:sp>
        <p:sp>
          <p:nvSpPr>
            <p:cNvPr id="21" name="Lbl_0">
              <a:extLst>
                <a:ext uri="{FF2B5EF4-FFF2-40B4-BE49-F238E27FC236}">
                  <a16:creationId xmlns:a16="http://schemas.microsoft.com/office/drawing/2014/main" id="{410879DD-DFCA-7E51-0F58-BED3AFFA6609}"/>
                </a:ext>
              </a:extLst>
            </p:cNvPr>
            <p:cNvSpPr txBox="1"/>
            <p:nvPr/>
          </p:nvSpPr>
          <p:spPr>
            <a:xfrm>
              <a:off x="9333230" y="490982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Business</a:t>
              </a:r>
            </a:p>
            <a:p>
              <a:pPr algn="ctr">
                <a:lnSpc>
                  <a:spcPct val="100000"/>
                </a:lnSpc>
              </a:pPr>
              <a:r>
                <a:rPr lang="en-US" sz="800" b="1">
                  <a:solidFill>
                    <a:srgbClr val="FFFFFF"/>
                  </a:solidFill>
                  <a:latin typeface="+mn-lt"/>
                </a:rPr>
                <a:t>Processes</a:t>
              </a:r>
            </a:p>
          </p:txBody>
        </p:sp>
        <p:sp>
          <p:nvSpPr>
            <p:cNvPr id="22" name="Lbl_1">
              <a:extLst>
                <a:ext uri="{FF2B5EF4-FFF2-40B4-BE49-F238E27FC236}">
                  <a16:creationId xmlns:a16="http://schemas.microsoft.com/office/drawing/2014/main" id="{84A50F59-541A-9533-EF84-344FDEF2BE9D}"/>
                </a:ext>
              </a:extLst>
            </p:cNvPr>
            <p:cNvSpPr txBox="1"/>
            <p:nvPr/>
          </p:nvSpPr>
          <p:spPr>
            <a:xfrm>
              <a:off x="11956935" y="7316468"/>
              <a:ext cx="2782091" cy="1904999"/>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Governance &amp;</a:t>
              </a:r>
            </a:p>
            <a:p>
              <a:pPr algn="ctr">
                <a:lnSpc>
                  <a:spcPct val="100000"/>
                </a:lnSpc>
              </a:pPr>
              <a:r>
                <a:rPr lang="en-US" sz="800" b="1">
                  <a:solidFill>
                    <a:srgbClr val="FFFFFF"/>
                  </a:solidFill>
                  <a:latin typeface="+mn-lt"/>
                </a:rPr>
                <a:t>Decision Making</a:t>
              </a:r>
            </a:p>
          </p:txBody>
        </p:sp>
        <p:sp>
          <p:nvSpPr>
            <p:cNvPr id="23" name="Lbl_2">
              <a:extLst>
                <a:ext uri="{FF2B5EF4-FFF2-40B4-BE49-F238E27FC236}">
                  <a16:creationId xmlns:a16="http://schemas.microsoft.com/office/drawing/2014/main" id="{4C441DA2-ABCC-01AE-FFF0-DB2997289739}"/>
                </a:ext>
              </a:extLst>
            </p:cNvPr>
            <p:cNvSpPr txBox="1"/>
            <p:nvPr/>
          </p:nvSpPr>
          <p:spPr>
            <a:xfrm>
              <a:off x="11727180" y="1071753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Metrics</a:t>
              </a:r>
            </a:p>
          </p:txBody>
        </p:sp>
        <p:sp>
          <p:nvSpPr>
            <p:cNvPr id="24" name="Lbl_3">
              <a:extLst>
                <a:ext uri="{FF2B5EF4-FFF2-40B4-BE49-F238E27FC236}">
                  <a16:creationId xmlns:a16="http://schemas.microsoft.com/office/drawing/2014/main" id="{FFB0DF40-1BCD-6B5C-58E4-FC16A475C090}"/>
                </a:ext>
              </a:extLst>
            </p:cNvPr>
            <p:cNvSpPr txBox="1"/>
            <p:nvPr/>
          </p:nvSpPr>
          <p:spPr>
            <a:xfrm>
              <a:off x="9333230" y="1312418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Leadership</a:t>
              </a:r>
            </a:p>
            <a:p>
              <a:pPr algn="ctr">
                <a:lnSpc>
                  <a:spcPct val="100000"/>
                </a:lnSpc>
              </a:pPr>
              <a:r>
                <a:rPr lang="en-US" sz="800" b="1">
                  <a:solidFill>
                    <a:srgbClr val="FFFFFF"/>
                  </a:solidFill>
                  <a:latin typeface="+mn-lt"/>
                </a:rPr>
                <a:t>&amp; Culture</a:t>
              </a:r>
            </a:p>
          </p:txBody>
        </p:sp>
        <p:sp>
          <p:nvSpPr>
            <p:cNvPr id="25" name="Lbl_4">
              <a:extLst>
                <a:ext uri="{FF2B5EF4-FFF2-40B4-BE49-F238E27FC236}">
                  <a16:creationId xmlns:a16="http://schemas.microsoft.com/office/drawing/2014/main" id="{FB1C8749-D91B-3A0E-AEB5-252208B45444}"/>
                </a:ext>
              </a:extLst>
            </p:cNvPr>
            <p:cNvSpPr txBox="1"/>
            <p:nvPr/>
          </p:nvSpPr>
          <p:spPr>
            <a:xfrm>
              <a:off x="5906770" y="1312418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Service</a:t>
              </a:r>
            </a:p>
            <a:p>
              <a:pPr algn="ctr">
                <a:lnSpc>
                  <a:spcPct val="100000"/>
                </a:lnSpc>
              </a:pPr>
              <a:r>
                <a:rPr lang="en-US" sz="800" b="1">
                  <a:solidFill>
                    <a:srgbClr val="FFFFFF"/>
                  </a:solidFill>
                  <a:latin typeface="+mn-lt"/>
                </a:rPr>
                <a:t>Delivery Model</a:t>
              </a:r>
            </a:p>
          </p:txBody>
        </p:sp>
        <p:sp>
          <p:nvSpPr>
            <p:cNvPr id="26" name="Lbl_5">
              <a:extLst>
                <a:ext uri="{FF2B5EF4-FFF2-40B4-BE49-F238E27FC236}">
                  <a16:creationId xmlns:a16="http://schemas.microsoft.com/office/drawing/2014/main" id="{A4409E63-B06A-9EC8-E736-44152C18E101}"/>
                </a:ext>
              </a:extLst>
            </p:cNvPr>
            <p:cNvSpPr txBox="1"/>
            <p:nvPr/>
          </p:nvSpPr>
          <p:spPr>
            <a:xfrm>
              <a:off x="3512820" y="1071753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Organization</a:t>
              </a:r>
            </a:p>
            <a:p>
              <a:pPr algn="ctr">
                <a:lnSpc>
                  <a:spcPct val="100000"/>
                </a:lnSpc>
              </a:pPr>
              <a:r>
                <a:rPr lang="en-US" sz="800" b="1">
                  <a:solidFill>
                    <a:srgbClr val="FFFFFF"/>
                  </a:solidFill>
                  <a:latin typeface="+mn-lt"/>
                </a:rPr>
                <a:t>Structures</a:t>
              </a:r>
            </a:p>
          </p:txBody>
        </p:sp>
        <p:sp>
          <p:nvSpPr>
            <p:cNvPr id="27" name="Lbl_6">
              <a:extLst>
                <a:ext uri="{FF2B5EF4-FFF2-40B4-BE49-F238E27FC236}">
                  <a16:creationId xmlns:a16="http://schemas.microsoft.com/office/drawing/2014/main" id="{BB4E8781-4C82-3A8A-5098-A69889F525EB}"/>
                </a:ext>
              </a:extLst>
            </p:cNvPr>
            <p:cNvSpPr txBox="1"/>
            <p:nvPr/>
          </p:nvSpPr>
          <p:spPr>
            <a:xfrm>
              <a:off x="3471256" y="731647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Data &amp;</a:t>
              </a:r>
            </a:p>
            <a:p>
              <a:pPr algn="ctr">
                <a:lnSpc>
                  <a:spcPct val="100000"/>
                </a:lnSpc>
              </a:pPr>
              <a:r>
                <a:rPr lang="en-US" sz="800" b="1">
                  <a:solidFill>
                    <a:srgbClr val="FFFFFF"/>
                  </a:solidFill>
                  <a:latin typeface="+mn-lt"/>
                </a:rPr>
                <a:t>Information</a:t>
              </a:r>
            </a:p>
          </p:txBody>
        </p:sp>
        <p:sp>
          <p:nvSpPr>
            <p:cNvPr id="28" name="Lbl_7">
              <a:extLst>
                <a:ext uri="{FF2B5EF4-FFF2-40B4-BE49-F238E27FC236}">
                  <a16:creationId xmlns:a16="http://schemas.microsoft.com/office/drawing/2014/main" id="{55D80BF3-02DC-7A64-4F6A-F406BD507A80}"/>
                </a:ext>
              </a:extLst>
            </p:cNvPr>
            <p:cNvSpPr txBox="1"/>
            <p:nvPr/>
          </p:nvSpPr>
          <p:spPr>
            <a:xfrm>
              <a:off x="5906770" y="4909820"/>
              <a:ext cx="3048000" cy="19050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Technology</a:t>
              </a:r>
            </a:p>
            <a:p>
              <a:pPr algn="ctr">
                <a:lnSpc>
                  <a:spcPct val="100000"/>
                </a:lnSpc>
              </a:pPr>
              <a:r>
                <a:rPr lang="en-US" sz="800" b="1">
                  <a:solidFill>
                    <a:srgbClr val="FFFFFF"/>
                  </a:solidFill>
                  <a:latin typeface="+mn-lt"/>
                </a:rPr>
                <a:t>&amp; Systems</a:t>
              </a:r>
            </a:p>
          </p:txBody>
        </p:sp>
        <p:sp>
          <p:nvSpPr>
            <p:cNvPr id="29" name="LblBusinessModel">
              <a:extLst>
                <a:ext uri="{FF2B5EF4-FFF2-40B4-BE49-F238E27FC236}">
                  <a16:creationId xmlns:a16="http://schemas.microsoft.com/office/drawing/2014/main" id="{0EC15CF1-ED19-A2B3-8289-F382914E5B78}"/>
                </a:ext>
              </a:extLst>
            </p:cNvPr>
            <p:cNvSpPr txBox="1"/>
            <p:nvPr/>
          </p:nvSpPr>
          <p:spPr>
            <a:xfrm>
              <a:off x="7492999" y="6853489"/>
              <a:ext cx="3302002" cy="635001"/>
            </a:xfrm>
            <a:prstGeom prst="rect">
              <a:avLst/>
            </a:prstGeom>
            <a:noFill/>
          </p:spPr>
          <p:txBody>
            <a:bodyPr wrap="square" lIns="0" tIns="0" rIns="0" bIns="0" anchor="ctr">
              <a:noAutofit/>
            </a:bodyPr>
            <a:lstStyle/>
            <a:p>
              <a:pPr algn="ctr">
                <a:lnSpc>
                  <a:spcPct val="100000"/>
                </a:lnSpc>
              </a:pPr>
              <a:r>
                <a:rPr lang="en-US" sz="800" b="1">
                  <a:solidFill>
                    <a:schemeClr val="bg1"/>
                  </a:solidFill>
                  <a:latin typeface="+mn-lt"/>
                </a:rPr>
                <a:t>Business Model</a:t>
              </a:r>
            </a:p>
          </p:txBody>
        </p:sp>
        <p:sp>
          <p:nvSpPr>
            <p:cNvPr id="30" name="LblStrategy">
              <a:extLst>
                <a:ext uri="{FF2B5EF4-FFF2-40B4-BE49-F238E27FC236}">
                  <a16:creationId xmlns:a16="http://schemas.microsoft.com/office/drawing/2014/main" id="{C11C4F97-89EF-7DEA-A1C8-10766FC58E91}"/>
                </a:ext>
              </a:extLst>
            </p:cNvPr>
            <p:cNvSpPr txBox="1"/>
            <p:nvPr/>
          </p:nvSpPr>
          <p:spPr>
            <a:xfrm>
              <a:off x="7874000" y="7772400"/>
              <a:ext cx="2540000" cy="558800"/>
            </a:xfrm>
            <a:prstGeom prst="rect">
              <a:avLst/>
            </a:prstGeom>
            <a:noFill/>
          </p:spPr>
          <p:txBody>
            <a:bodyPr wrap="square" lIns="0" tIns="0" rIns="0" bIns="0" anchor="ctr">
              <a:noAutofit/>
            </a:bodyPr>
            <a:lstStyle/>
            <a:p>
              <a:pPr algn="ctr">
                <a:lnSpc>
                  <a:spcPct val="100000"/>
                </a:lnSpc>
              </a:pPr>
              <a:r>
                <a:rPr lang="en-US" sz="800" b="1">
                  <a:solidFill>
                    <a:srgbClr val="FFFFFF"/>
                  </a:solidFill>
                  <a:latin typeface="+mn-lt"/>
                </a:rPr>
                <a:t>Strategy</a:t>
              </a:r>
            </a:p>
          </p:txBody>
        </p:sp>
        <p:sp>
          <p:nvSpPr>
            <p:cNvPr id="31" name="LblCustomer">
              <a:extLst>
                <a:ext uri="{FF2B5EF4-FFF2-40B4-BE49-F238E27FC236}">
                  <a16:creationId xmlns:a16="http://schemas.microsoft.com/office/drawing/2014/main" id="{4E289D3B-185C-2DE1-6023-CE8C9C51CEB6}"/>
                </a:ext>
              </a:extLst>
            </p:cNvPr>
            <p:cNvSpPr txBox="1"/>
            <p:nvPr/>
          </p:nvSpPr>
          <p:spPr>
            <a:xfrm>
              <a:off x="7937500" y="9931400"/>
              <a:ext cx="2413000" cy="508000"/>
            </a:xfrm>
            <a:prstGeom prst="rect">
              <a:avLst/>
            </a:prstGeom>
            <a:noFill/>
          </p:spPr>
          <p:txBody>
            <a:bodyPr wrap="square" lIns="0" tIns="0" rIns="0" bIns="0" anchor="ctr">
              <a:noAutofit/>
            </a:bodyPr>
            <a:lstStyle/>
            <a:p>
              <a:pPr algn="ctr">
                <a:lnSpc>
                  <a:spcPct val="100000"/>
                </a:lnSpc>
              </a:pPr>
              <a:r>
                <a:rPr lang="en-US" sz="800" b="1">
                  <a:latin typeface="+mn-lt"/>
                </a:rPr>
                <a:t>Customer</a:t>
              </a:r>
            </a:p>
          </p:txBody>
        </p:sp>
        <p:pic>
          <p:nvPicPr>
            <p:cNvPr id="32" name="Graphic 373" descr="Business Processes">
              <a:extLst>
                <a:ext uri="{FF2B5EF4-FFF2-40B4-BE49-F238E27FC236}">
                  <a16:creationId xmlns:a16="http://schemas.microsoft.com/office/drawing/2014/main" id="{2BB09CD1-85E3-D29C-0335-3F30EA155A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500" y="4603612"/>
              <a:ext cx="863600" cy="863600"/>
            </a:xfrm>
            <a:prstGeom prst="rect">
              <a:avLst/>
            </a:prstGeom>
          </p:spPr>
        </p:pic>
        <p:pic>
          <p:nvPicPr>
            <p:cNvPr id="33" name="Graphic 374" descr="Governance and Decision Making">
              <a:extLst>
                <a:ext uri="{FF2B5EF4-FFF2-40B4-BE49-F238E27FC236}">
                  <a16:creationId xmlns:a16="http://schemas.microsoft.com/office/drawing/2014/main" id="{A16E8D9E-DC0F-7EE9-D766-2FE3EB43F6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819380" y="6732270"/>
              <a:ext cx="863600" cy="863600"/>
            </a:xfrm>
            <a:prstGeom prst="rect">
              <a:avLst/>
            </a:prstGeom>
          </p:spPr>
        </p:pic>
        <p:pic>
          <p:nvPicPr>
            <p:cNvPr id="34" name="Graphic 375" descr="Metrics">
              <a:extLst>
                <a:ext uri="{FF2B5EF4-FFF2-40B4-BE49-F238E27FC236}">
                  <a16:creationId xmlns:a16="http://schemas.microsoft.com/office/drawing/2014/main" id="{AF06699F-A0D6-A27E-0975-5BCDFE45442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819380" y="10133330"/>
              <a:ext cx="863600" cy="863600"/>
            </a:xfrm>
            <a:prstGeom prst="rect">
              <a:avLst/>
            </a:prstGeom>
          </p:spPr>
        </p:pic>
        <p:pic>
          <p:nvPicPr>
            <p:cNvPr id="35" name="Graphic 376" descr="Service Delivery Model">
              <a:extLst>
                <a:ext uri="{FF2B5EF4-FFF2-40B4-BE49-F238E27FC236}">
                  <a16:creationId xmlns:a16="http://schemas.microsoft.com/office/drawing/2014/main" id="{88948845-88F5-FBA9-1496-669BD8DE726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98970" y="12685454"/>
              <a:ext cx="863600" cy="863600"/>
            </a:xfrm>
            <a:prstGeom prst="rect">
              <a:avLst/>
            </a:prstGeom>
          </p:spPr>
        </p:pic>
        <p:pic>
          <p:nvPicPr>
            <p:cNvPr id="36" name="Graphic 377" descr="Organization Structures">
              <a:extLst>
                <a:ext uri="{FF2B5EF4-FFF2-40B4-BE49-F238E27FC236}">
                  <a16:creationId xmlns:a16="http://schemas.microsoft.com/office/drawing/2014/main" id="{C242639C-FC1F-BB33-E536-B666D629B43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05020" y="10133330"/>
              <a:ext cx="863600" cy="863600"/>
            </a:xfrm>
            <a:prstGeom prst="rect">
              <a:avLst/>
            </a:prstGeom>
          </p:spPr>
        </p:pic>
        <p:pic>
          <p:nvPicPr>
            <p:cNvPr id="37" name="Graphic 378" descr="Data and Information">
              <a:extLst>
                <a:ext uri="{FF2B5EF4-FFF2-40B4-BE49-F238E27FC236}">
                  <a16:creationId xmlns:a16="http://schemas.microsoft.com/office/drawing/2014/main" id="{2B1F4308-8F5C-7CE0-73C8-8B217D3BDCC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05020" y="6732270"/>
              <a:ext cx="863600" cy="863600"/>
            </a:xfrm>
            <a:prstGeom prst="rect">
              <a:avLst/>
            </a:prstGeom>
          </p:spPr>
        </p:pic>
        <p:pic>
          <p:nvPicPr>
            <p:cNvPr id="38" name="Graphic 380" descr="Leadership and Culture">
              <a:extLst>
                <a:ext uri="{FF2B5EF4-FFF2-40B4-BE49-F238E27FC236}">
                  <a16:creationId xmlns:a16="http://schemas.microsoft.com/office/drawing/2014/main" id="{9178D1B1-BC34-DF80-2102-F94A450B544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425430" y="12685454"/>
              <a:ext cx="863600" cy="863600"/>
            </a:xfrm>
            <a:prstGeom prst="rect">
              <a:avLst/>
            </a:prstGeom>
          </p:spPr>
        </p:pic>
        <p:pic>
          <p:nvPicPr>
            <p:cNvPr id="39" name="Graphic 381" descr="Technology and Systems">
              <a:extLst>
                <a:ext uri="{FF2B5EF4-FFF2-40B4-BE49-F238E27FC236}">
                  <a16:creationId xmlns:a16="http://schemas.microsoft.com/office/drawing/2014/main" id="{31B20F2E-78D4-314D-68F6-A4DCE5B7C96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98970" y="4325620"/>
              <a:ext cx="863600" cy="863600"/>
            </a:xfrm>
            <a:prstGeom prst="rect">
              <a:avLst/>
            </a:prstGeom>
          </p:spPr>
        </p:pic>
        <p:sp>
          <p:nvSpPr>
            <p:cNvPr id="40" name="CyanFrame">
              <a:extLst>
                <a:ext uri="{FF2B5EF4-FFF2-40B4-BE49-F238E27FC236}">
                  <a16:creationId xmlns:a16="http://schemas.microsoft.com/office/drawing/2014/main" id="{BA9321F9-43D2-45FC-879A-85F4C1F9BFAC}"/>
                </a:ext>
              </a:extLst>
            </p:cNvPr>
            <p:cNvSpPr/>
            <p:nvPr/>
          </p:nvSpPr>
          <p:spPr>
            <a:xfrm>
              <a:off x="3200400" y="3835400"/>
              <a:ext cx="11887200" cy="11887200"/>
            </a:xfrm>
            <a:prstGeom prst="ellipse">
              <a:avLst/>
            </a:prstGeom>
            <a:noFill/>
            <a:ln w="7144">
              <a:solidFill>
                <a:srgbClr val="1DB8F2"/>
              </a:solidFill>
            </a:ln>
          </p:spPr>
          <p:txBody>
            <a:bodyPr lIns="25718" tIns="12859" rIns="25718" bIns="12859"/>
            <a:lstStyle/>
            <a:p>
              <a:endParaRPr/>
            </a:p>
          </p:txBody>
        </p:sp>
        <p:sp>
          <p:nvSpPr>
            <p:cNvPr id="41" name="DigitalOrbit">
              <a:extLst>
                <a:ext uri="{FF2B5EF4-FFF2-40B4-BE49-F238E27FC236}">
                  <a16:creationId xmlns:a16="http://schemas.microsoft.com/office/drawing/2014/main" id="{F35BAB0D-5B58-2FE2-3B54-47C08D4AA1B5}"/>
                </a:ext>
              </a:extLst>
            </p:cNvPr>
            <p:cNvSpPr/>
            <p:nvPr/>
          </p:nvSpPr>
          <p:spPr>
            <a:xfrm>
              <a:off x="6985000" y="7658671"/>
              <a:ext cx="4304030" cy="4246917"/>
            </a:xfrm>
            <a:prstGeom prst="ellipse">
              <a:avLst/>
            </a:prstGeom>
            <a:noFill/>
            <a:ln w="5358">
              <a:solidFill>
                <a:srgbClr val="5CC8F5"/>
              </a:solidFill>
              <a:prstDash val="dash"/>
            </a:ln>
          </p:spPr>
          <p:txBody>
            <a:bodyPr lIns="25718" tIns="12859" rIns="25718" bIns="12859"/>
            <a:lstStyle/>
            <a:p>
              <a:endParaRPr/>
            </a:p>
          </p:txBody>
        </p:sp>
        <p:sp>
          <p:nvSpPr>
            <p:cNvPr id="42" name="Node_0">
              <a:extLst>
                <a:ext uri="{FF2B5EF4-FFF2-40B4-BE49-F238E27FC236}">
                  <a16:creationId xmlns:a16="http://schemas.microsoft.com/office/drawing/2014/main" id="{7F3A7539-61CA-5135-AE8B-F629787D6943}"/>
                </a:ext>
              </a:extLst>
            </p:cNvPr>
            <p:cNvSpPr/>
            <p:nvPr/>
          </p:nvSpPr>
          <p:spPr>
            <a:xfrm>
              <a:off x="9029700" y="6489700"/>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43" name="Node_1">
              <a:extLst>
                <a:ext uri="{FF2B5EF4-FFF2-40B4-BE49-F238E27FC236}">
                  <a16:creationId xmlns:a16="http://schemas.microsoft.com/office/drawing/2014/main" id="{D5AB4930-8303-9731-96DF-1FF57AAA78EC}"/>
                </a:ext>
              </a:extLst>
            </p:cNvPr>
            <p:cNvSpPr/>
            <p:nvPr/>
          </p:nvSpPr>
          <p:spPr>
            <a:xfrm>
              <a:off x="11274764" y="7419636"/>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44" name="Node_2">
              <a:extLst>
                <a:ext uri="{FF2B5EF4-FFF2-40B4-BE49-F238E27FC236}">
                  <a16:creationId xmlns:a16="http://schemas.microsoft.com/office/drawing/2014/main" id="{FAD25157-50E9-1738-902C-75246B24EFF1}"/>
                </a:ext>
              </a:extLst>
            </p:cNvPr>
            <p:cNvSpPr/>
            <p:nvPr/>
          </p:nvSpPr>
          <p:spPr>
            <a:xfrm>
              <a:off x="12204700" y="9664700"/>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45" name="Node_3">
              <a:extLst>
                <a:ext uri="{FF2B5EF4-FFF2-40B4-BE49-F238E27FC236}">
                  <a16:creationId xmlns:a16="http://schemas.microsoft.com/office/drawing/2014/main" id="{264C4DD6-3526-B00F-339A-C45372C17DA3}"/>
                </a:ext>
              </a:extLst>
            </p:cNvPr>
            <p:cNvSpPr/>
            <p:nvPr/>
          </p:nvSpPr>
          <p:spPr>
            <a:xfrm>
              <a:off x="11274764" y="11909764"/>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46" name="Node_4">
              <a:extLst>
                <a:ext uri="{FF2B5EF4-FFF2-40B4-BE49-F238E27FC236}">
                  <a16:creationId xmlns:a16="http://schemas.microsoft.com/office/drawing/2014/main" id="{5CE9BCD9-500B-4D2F-00B5-A6DA07905873}"/>
                </a:ext>
              </a:extLst>
            </p:cNvPr>
            <p:cNvSpPr/>
            <p:nvPr/>
          </p:nvSpPr>
          <p:spPr>
            <a:xfrm>
              <a:off x="9029700" y="12839700"/>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47" name="Node_5">
              <a:extLst>
                <a:ext uri="{FF2B5EF4-FFF2-40B4-BE49-F238E27FC236}">
                  <a16:creationId xmlns:a16="http://schemas.microsoft.com/office/drawing/2014/main" id="{F9E6F00B-9A03-156E-EB79-3C879ED77DC2}"/>
                </a:ext>
              </a:extLst>
            </p:cNvPr>
            <p:cNvSpPr/>
            <p:nvPr/>
          </p:nvSpPr>
          <p:spPr>
            <a:xfrm>
              <a:off x="6784636" y="11909764"/>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48" name="Node_6">
              <a:extLst>
                <a:ext uri="{FF2B5EF4-FFF2-40B4-BE49-F238E27FC236}">
                  <a16:creationId xmlns:a16="http://schemas.microsoft.com/office/drawing/2014/main" id="{B639FBD4-E60E-4C04-8757-2637F33AB846}"/>
                </a:ext>
              </a:extLst>
            </p:cNvPr>
            <p:cNvSpPr/>
            <p:nvPr/>
          </p:nvSpPr>
          <p:spPr>
            <a:xfrm>
              <a:off x="5854700" y="9664700"/>
              <a:ext cx="228600" cy="228600"/>
            </a:xfrm>
            <a:prstGeom prst="ellipse">
              <a:avLst/>
            </a:prstGeom>
            <a:solidFill>
              <a:srgbClr val="1DB8F2"/>
            </a:solidFill>
            <a:ln w="3572">
              <a:solidFill>
                <a:srgbClr val="FFFFFF"/>
              </a:solidFill>
            </a:ln>
          </p:spPr>
          <p:txBody>
            <a:bodyPr lIns="25718" tIns="12859" rIns="25718" bIns="12859"/>
            <a:lstStyle/>
            <a:p>
              <a:endParaRPr/>
            </a:p>
          </p:txBody>
        </p:sp>
        <p:sp>
          <p:nvSpPr>
            <p:cNvPr id="49" name="Node_7">
              <a:extLst>
                <a:ext uri="{FF2B5EF4-FFF2-40B4-BE49-F238E27FC236}">
                  <a16:creationId xmlns:a16="http://schemas.microsoft.com/office/drawing/2014/main" id="{C05D5980-4ACF-38F7-3950-EABA06353A29}"/>
                </a:ext>
              </a:extLst>
            </p:cNvPr>
            <p:cNvSpPr/>
            <p:nvPr/>
          </p:nvSpPr>
          <p:spPr>
            <a:xfrm>
              <a:off x="6784636" y="7419636"/>
              <a:ext cx="228600" cy="228600"/>
            </a:xfrm>
            <a:prstGeom prst="ellipse">
              <a:avLst/>
            </a:prstGeom>
            <a:solidFill>
              <a:srgbClr val="1DB8F2"/>
            </a:solidFill>
            <a:ln w="3572">
              <a:solidFill>
                <a:srgbClr val="FFFFFF"/>
              </a:solidFill>
            </a:ln>
          </p:spPr>
          <p:txBody>
            <a:bodyPr lIns="25718" tIns="12859" rIns="25718" bIns="12859"/>
            <a:lstStyle/>
            <a:p>
              <a:endParaRPr/>
            </a:p>
          </p:txBody>
        </p:sp>
        <p:grpSp>
          <p:nvGrpSpPr>
            <p:cNvPr id="50" name="Group 2509">
              <a:extLst>
                <a:ext uri="{FF2B5EF4-FFF2-40B4-BE49-F238E27FC236}">
                  <a16:creationId xmlns:a16="http://schemas.microsoft.com/office/drawing/2014/main" id="{4BF32E9A-780F-8967-55F0-7EA1BEC72C01}"/>
                </a:ext>
                <a:ext uri="{C183D7F6-B498-43B3-948B-1728B52AA6E4}">
                  <adec:decorative xmlns:adec="http://schemas.microsoft.com/office/drawing/2017/decorative" val="1"/>
                </a:ext>
              </a:extLst>
            </p:cNvPr>
            <p:cNvGrpSpPr>
              <a:grpSpLocks noChangeAspect="1"/>
            </p:cNvGrpSpPr>
            <p:nvPr/>
          </p:nvGrpSpPr>
          <p:grpSpPr>
            <a:xfrm>
              <a:off x="8689050" y="8982254"/>
              <a:ext cx="969170" cy="1080002"/>
              <a:chOff x="6480103" y="3149277"/>
              <a:chExt cx="147896" cy="164809"/>
            </a:xfrm>
            <a:gradFill flip="none" rotWithShape="1">
              <a:gsLst>
                <a:gs pos="0">
                  <a:srgbClr val="111937"/>
                </a:gs>
                <a:gs pos="34000">
                  <a:srgbClr val="0058AB"/>
                </a:gs>
                <a:gs pos="70000">
                  <a:srgbClr val="1DB8F2"/>
                </a:gs>
                <a:gs pos="100000">
                  <a:srgbClr val="00D5D0"/>
                </a:gs>
              </a:gsLst>
              <a:lin ang="0" scaled="1"/>
              <a:tileRect/>
            </a:gradFill>
          </p:grpSpPr>
          <p:sp>
            <p:nvSpPr>
              <p:cNvPr id="51" name="Freeform: Shape 5340">
                <a:extLst>
                  <a:ext uri="{FF2B5EF4-FFF2-40B4-BE49-F238E27FC236}">
                    <a16:creationId xmlns:a16="http://schemas.microsoft.com/office/drawing/2014/main" id="{B076E837-0389-CD72-52D2-828762CACE5C}"/>
                  </a:ext>
                </a:extLst>
              </p:cNvPr>
              <p:cNvSpPr/>
              <p:nvPr/>
            </p:nvSpPr>
            <p:spPr>
              <a:xfrm>
                <a:off x="6480103" y="3260306"/>
                <a:ext cx="147896" cy="53780"/>
              </a:xfrm>
              <a:custGeom>
                <a:avLst/>
                <a:gdLst>
                  <a:gd name="connsiteX0" fmla="*/ 76189 w 147896"/>
                  <a:gd name="connsiteY0" fmla="*/ 55241 h 53780"/>
                  <a:gd name="connsiteX1" fmla="*/ 0 w 147896"/>
                  <a:gd name="connsiteY1" fmla="*/ 26110 h 53780"/>
                  <a:gd name="connsiteX2" fmla="*/ 42128 w 147896"/>
                  <a:gd name="connsiteY2" fmla="*/ 117 h 53780"/>
                  <a:gd name="connsiteX3" fmla="*/ 44817 w 147896"/>
                  <a:gd name="connsiteY3" fmla="*/ 1909 h 53780"/>
                  <a:gd name="connsiteX4" fmla="*/ 43024 w 147896"/>
                  <a:gd name="connsiteY4" fmla="*/ 4598 h 53780"/>
                  <a:gd name="connsiteX5" fmla="*/ 4482 w 147896"/>
                  <a:gd name="connsiteY5" fmla="*/ 26559 h 53780"/>
                  <a:gd name="connsiteX6" fmla="*/ 76189 w 147896"/>
                  <a:gd name="connsiteY6" fmla="*/ 51208 h 53780"/>
                  <a:gd name="connsiteX7" fmla="*/ 147896 w 147896"/>
                  <a:gd name="connsiteY7" fmla="*/ 26559 h 53780"/>
                  <a:gd name="connsiteX8" fmla="*/ 109354 w 147896"/>
                  <a:gd name="connsiteY8" fmla="*/ 4598 h 53780"/>
                  <a:gd name="connsiteX9" fmla="*/ 107561 w 147896"/>
                  <a:gd name="connsiteY9" fmla="*/ 1909 h 53780"/>
                  <a:gd name="connsiteX10" fmla="*/ 110250 w 147896"/>
                  <a:gd name="connsiteY10" fmla="*/ 117 h 53780"/>
                  <a:gd name="connsiteX11" fmla="*/ 152378 w 147896"/>
                  <a:gd name="connsiteY11" fmla="*/ 26110 h 53780"/>
                  <a:gd name="connsiteX12" fmla="*/ 76189 w 147896"/>
                  <a:gd name="connsiteY12" fmla="*/ 55241 h 5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7896" h="53780">
                    <a:moveTo>
                      <a:pt x="76189" y="55241"/>
                    </a:moveTo>
                    <a:cubicBezTo>
                      <a:pt x="33613" y="55241"/>
                      <a:pt x="0" y="42245"/>
                      <a:pt x="0" y="26110"/>
                    </a:cubicBezTo>
                    <a:cubicBezTo>
                      <a:pt x="0" y="14458"/>
                      <a:pt x="15686" y="5046"/>
                      <a:pt x="42128" y="117"/>
                    </a:cubicBezTo>
                    <a:cubicBezTo>
                      <a:pt x="43473" y="-332"/>
                      <a:pt x="44369" y="565"/>
                      <a:pt x="44817" y="1909"/>
                    </a:cubicBezTo>
                    <a:cubicBezTo>
                      <a:pt x="45265" y="3254"/>
                      <a:pt x="44369" y="4150"/>
                      <a:pt x="43024" y="4598"/>
                    </a:cubicBezTo>
                    <a:cubicBezTo>
                      <a:pt x="19719" y="9080"/>
                      <a:pt x="4482" y="17595"/>
                      <a:pt x="4482" y="26559"/>
                    </a:cubicBezTo>
                    <a:cubicBezTo>
                      <a:pt x="4482" y="38659"/>
                      <a:pt x="33165" y="51208"/>
                      <a:pt x="76189" y="51208"/>
                    </a:cubicBezTo>
                    <a:cubicBezTo>
                      <a:pt x="119213" y="51208"/>
                      <a:pt x="147896" y="38659"/>
                      <a:pt x="147896" y="26559"/>
                    </a:cubicBezTo>
                    <a:cubicBezTo>
                      <a:pt x="147896" y="17595"/>
                      <a:pt x="132658" y="9080"/>
                      <a:pt x="109354" y="4598"/>
                    </a:cubicBezTo>
                    <a:cubicBezTo>
                      <a:pt x="108009" y="4150"/>
                      <a:pt x="107113" y="3254"/>
                      <a:pt x="107561" y="1909"/>
                    </a:cubicBezTo>
                    <a:cubicBezTo>
                      <a:pt x="108009" y="565"/>
                      <a:pt x="108905" y="-332"/>
                      <a:pt x="110250" y="117"/>
                    </a:cubicBezTo>
                    <a:cubicBezTo>
                      <a:pt x="136692" y="5046"/>
                      <a:pt x="152378" y="14906"/>
                      <a:pt x="152378" y="26110"/>
                    </a:cubicBezTo>
                    <a:cubicBezTo>
                      <a:pt x="152378" y="42245"/>
                      <a:pt x="118765" y="55241"/>
                      <a:pt x="76189" y="55241"/>
                    </a:cubicBezTo>
                    <a:close/>
                  </a:path>
                </a:pathLst>
              </a:custGeom>
              <a:grpFill/>
              <a:ln w="4474" cap="flat">
                <a:noFill/>
                <a:prstDash val="solid"/>
                <a:miter/>
              </a:ln>
            </p:spPr>
            <p:txBody>
              <a:bodyPr lIns="25718" tIns="12859" rIns="25718" bIns="1285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52" name="Freeform: Shape 5341">
                <a:extLst>
                  <a:ext uri="{FF2B5EF4-FFF2-40B4-BE49-F238E27FC236}">
                    <a16:creationId xmlns:a16="http://schemas.microsoft.com/office/drawing/2014/main" id="{0A126E7A-D01E-D0AE-71D6-3928E195A8EC}"/>
                  </a:ext>
                </a:extLst>
              </p:cNvPr>
              <p:cNvSpPr/>
              <p:nvPr/>
            </p:nvSpPr>
            <p:spPr>
              <a:xfrm>
                <a:off x="6523128" y="3190060"/>
                <a:ext cx="62744" cy="98597"/>
              </a:xfrm>
              <a:custGeom>
                <a:avLst/>
                <a:gdLst>
                  <a:gd name="connsiteX0" fmla="*/ 37646 w 62743"/>
                  <a:gd name="connsiteY0" fmla="*/ 98597 h 98597"/>
                  <a:gd name="connsiteX1" fmla="*/ 28235 w 62743"/>
                  <a:gd name="connsiteY1" fmla="*/ 98597 h 98597"/>
                  <a:gd name="connsiteX2" fmla="*/ 20168 w 62743"/>
                  <a:gd name="connsiteY2" fmla="*/ 92323 h 98597"/>
                  <a:gd name="connsiteX3" fmla="*/ 20168 w 62743"/>
                  <a:gd name="connsiteY3" fmla="*/ 91427 h 98597"/>
                  <a:gd name="connsiteX4" fmla="*/ 10308 w 62743"/>
                  <a:gd name="connsiteY4" fmla="*/ 54229 h 98597"/>
                  <a:gd name="connsiteX5" fmla="*/ 8963 w 62743"/>
                  <a:gd name="connsiteY5" fmla="*/ 54229 h 98597"/>
                  <a:gd name="connsiteX6" fmla="*/ 0 w 62743"/>
                  <a:gd name="connsiteY6" fmla="*/ 46162 h 98597"/>
                  <a:gd name="connsiteX7" fmla="*/ 0 w 62743"/>
                  <a:gd name="connsiteY7" fmla="*/ 13893 h 98597"/>
                  <a:gd name="connsiteX8" fmla="*/ 16134 w 62743"/>
                  <a:gd name="connsiteY8" fmla="*/ 0 h 98597"/>
                  <a:gd name="connsiteX9" fmla="*/ 50643 w 62743"/>
                  <a:gd name="connsiteY9" fmla="*/ 0 h 98597"/>
                  <a:gd name="connsiteX10" fmla="*/ 66777 w 62743"/>
                  <a:gd name="connsiteY10" fmla="*/ 13893 h 98597"/>
                  <a:gd name="connsiteX11" fmla="*/ 66777 w 62743"/>
                  <a:gd name="connsiteY11" fmla="*/ 46162 h 98597"/>
                  <a:gd name="connsiteX12" fmla="*/ 57814 w 62743"/>
                  <a:gd name="connsiteY12" fmla="*/ 54229 h 98597"/>
                  <a:gd name="connsiteX13" fmla="*/ 56469 w 62743"/>
                  <a:gd name="connsiteY13" fmla="*/ 54229 h 98597"/>
                  <a:gd name="connsiteX14" fmla="*/ 46610 w 62743"/>
                  <a:gd name="connsiteY14" fmla="*/ 91875 h 98597"/>
                  <a:gd name="connsiteX15" fmla="*/ 37646 w 62743"/>
                  <a:gd name="connsiteY15" fmla="*/ 98597 h 98597"/>
                  <a:gd name="connsiteX16" fmla="*/ 16134 w 62743"/>
                  <a:gd name="connsiteY16" fmla="*/ 4482 h 98597"/>
                  <a:gd name="connsiteX17" fmla="*/ 4482 w 62743"/>
                  <a:gd name="connsiteY17" fmla="*/ 13893 h 98597"/>
                  <a:gd name="connsiteX18" fmla="*/ 4482 w 62743"/>
                  <a:gd name="connsiteY18" fmla="*/ 46162 h 98597"/>
                  <a:gd name="connsiteX19" fmla="*/ 8963 w 62743"/>
                  <a:gd name="connsiteY19" fmla="*/ 49747 h 98597"/>
                  <a:gd name="connsiteX20" fmla="*/ 12101 w 62743"/>
                  <a:gd name="connsiteY20" fmla="*/ 49747 h 98597"/>
                  <a:gd name="connsiteX21" fmla="*/ 14341 w 62743"/>
                  <a:gd name="connsiteY21" fmla="*/ 51540 h 98597"/>
                  <a:gd name="connsiteX22" fmla="*/ 24649 w 62743"/>
                  <a:gd name="connsiteY22" fmla="*/ 90082 h 98597"/>
                  <a:gd name="connsiteX23" fmla="*/ 24649 w 62743"/>
                  <a:gd name="connsiteY23" fmla="*/ 90979 h 98597"/>
                  <a:gd name="connsiteX24" fmla="*/ 28683 w 62743"/>
                  <a:gd name="connsiteY24" fmla="*/ 94116 h 98597"/>
                  <a:gd name="connsiteX25" fmla="*/ 38094 w 62743"/>
                  <a:gd name="connsiteY25" fmla="*/ 94116 h 98597"/>
                  <a:gd name="connsiteX26" fmla="*/ 42128 w 62743"/>
                  <a:gd name="connsiteY26" fmla="*/ 90979 h 98597"/>
                  <a:gd name="connsiteX27" fmla="*/ 52436 w 62743"/>
                  <a:gd name="connsiteY27" fmla="*/ 51540 h 98597"/>
                  <a:gd name="connsiteX28" fmla="*/ 54677 w 62743"/>
                  <a:gd name="connsiteY28" fmla="*/ 49747 h 98597"/>
                  <a:gd name="connsiteX29" fmla="*/ 57366 w 62743"/>
                  <a:gd name="connsiteY29" fmla="*/ 49747 h 98597"/>
                  <a:gd name="connsiteX30" fmla="*/ 61847 w 62743"/>
                  <a:gd name="connsiteY30" fmla="*/ 46162 h 98597"/>
                  <a:gd name="connsiteX31" fmla="*/ 61847 w 62743"/>
                  <a:gd name="connsiteY31" fmla="*/ 13893 h 98597"/>
                  <a:gd name="connsiteX32" fmla="*/ 50195 w 62743"/>
                  <a:gd name="connsiteY32" fmla="*/ 4482 h 98597"/>
                  <a:gd name="connsiteX33" fmla="*/ 16134 w 62743"/>
                  <a:gd name="connsiteY33" fmla="*/ 4482 h 9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2743" h="98597">
                    <a:moveTo>
                      <a:pt x="37646" y="98597"/>
                    </a:moveTo>
                    <a:lnTo>
                      <a:pt x="28235" y="98597"/>
                    </a:lnTo>
                    <a:cubicBezTo>
                      <a:pt x="24201" y="98597"/>
                      <a:pt x="21064" y="95908"/>
                      <a:pt x="20168" y="92323"/>
                    </a:cubicBezTo>
                    <a:lnTo>
                      <a:pt x="20168" y="91427"/>
                    </a:lnTo>
                    <a:cubicBezTo>
                      <a:pt x="20168" y="90979"/>
                      <a:pt x="12549" y="61848"/>
                      <a:pt x="10308" y="54229"/>
                    </a:cubicBezTo>
                    <a:lnTo>
                      <a:pt x="8963" y="54229"/>
                    </a:lnTo>
                    <a:cubicBezTo>
                      <a:pt x="4034" y="54229"/>
                      <a:pt x="0" y="50643"/>
                      <a:pt x="0" y="46162"/>
                    </a:cubicBezTo>
                    <a:lnTo>
                      <a:pt x="0" y="13893"/>
                    </a:lnTo>
                    <a:cubicBezTo>
                      <a:pt x="0" y="6274"/>
                      <a:pt x="7171" y="0"/>
                      <a:pt x="16134" y="0"/>
                    </a:cubicBezTo>
                    <a:lnTo>
                      <a:pt x="50643" y="0"/>
                    </a:lnTo>
                    <a:cubicBezTo>
                      <a:pt x="59607" y="0"/>
                      <a:pt x="66777" y="6274"/>
                      <a:pt x="66777" y="13893"/>
                    </a:cubicBezTo>
                    <a:lnTo>
                      <a:pt x="66777" y="46162"/>
                    </a:lnTo>
                    <a:cubicBezTo>
                      <a:pt x="66777" y="50643"/>
                      <a:pt x="62744" y="54229"/>
                      <a:pt x="57814" y="54229"/>
                    </a:cubicBezTo>
                    <a:lnTo>
                      <a:pt x="56469" y="54229"/>
                    </a:lnTo>
                    <a:lnTo>
                      <a:pt x="46610" y="91875"/>
                    </a:lnTo>
                    <a:cubicBezTo>
                      <a:pt x="44817" y="95908"/>
                      <a:pt x="41680" y="98597"/>
                      <a:pt x="37646" y="98597"/>
                    </a:cubicBezTo>
                    <a:close/>
                    <a:moveTo>
                      <a:pt x="16134" y="4482"/>
                    </a:moveTo>
                    <a:cubicBezTo>
                      <a:pt x="9860" y="4482"/>
                      <a:pt x="4482" y="8963"/>
                      <a:pt x="4482" y="13893"/>
                    </a:cubicBezTo>
                    <a:lnTo>
                      <a:pt x="4482" y="46162"/>
                    </a:lnTo>
                    <a:cubicBezTo>
                      <a:pt x="4482" y="47954"/>
                      <a:pt x="6723" y="49747"/>
                      <a:pt x="8963" y="49747"/>
                    </a:cubicBezTo>
                    <a:lnTo>
                      <a:pt x="12101" y="49747"/>
                    </a:lnTo>
                    <a:cubicBezTo>
                      <a:pt x="12997" y="49747"/>
                      <a:pt x="13893" y="50643"/>
                      <a:pt x="14341" y="51540"/>
                    </a:cubicBezTo>
                    <a:cubicBezTo>
                      <a:pt x="14341" y="52436"/>
                      <a:pt x="23753" y="87841"/>
                      <a:pt x="24649" y="90082"/>
                    </a:cubicBezTo>
                    <a:lnTo>
                      <a:pt x="24649" y="90979"/>
                    </a:lnTo>
                    <a:cubicBezTo>
                      <a:pt x="25098" y="92771"/>
                      <a:pt x="26890" y="94116"/>
                      <a:pt x="28683" y="94116"/>
                    </a:cubicBezTo>
                    <a:lnTo>
                      <a:pt x="38094" y="94116"/>
                    </a:lnTo>
                    <a:cubicBezTo>
                      <a:pt x="39887" y="94116"/>
                      <a:pt x="41680" y="92771"/>
                      <a:pt x="42128" y="90979"/>
                    </a:cubicBezTo>
                    <a:lnTo>
                      <a:pt x="52436" y="51540"/>
                    </a:lnTo>
                    <a:cubicBezTo>
                      <a:pt x="52884" y="50643"/>
                      <a:pt x="53780" y="49747"/>
                      <a:pt x="54677" y="49747"/>
                    </a:cubicBezTo>
                    <a:lnTo>
                      <a:pt x="57366" y="49747"/>
                    </a:lnTo>
                    <a:cubicBezTo>
                      <a:pt x="60055" y="49747"/>
                      <a:pt x="61847" y="47954"/>
                      <a:pt x="61847" y="46162"/>
                    </a:cubicBezTo>
                    <a:lnTo>
                      <a:pt x="61847" y="13893"/>
                    </a:lnTo>
                    <a:cubicBezTo>
                      <a:pt x="61847" y="8515"/>
                      <a:pt x="56469" y="4482"/>
                      <a:pt x="50195" y="4482"/>
                    </a:cubicBezTo>
                    <a:lnTo>
                      <a:pt x="16134" y="4482"/>
                    </a:lnTo>
                    <a:close/>
                  </a:path>
                </a:pathLst>
              </a:custGeom>
              <a:grpFill/>
              <a:ln w="4474" cap="flat">
                <a:noFill/>
                <a:prstDash val="solid"/>
                <a:miter/>
              </a:ln>
            </p:spPr>
            <p:txBody>
              <a:bodyPr lIns="25718" tIns="12859" rIns="25718" bIns="1285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53" name="Freeform: Shape 5342">
                <a:extLst>
                  <a:ext uri="{FF2B5EF4-FFF2-40B4-BE49-F238E27FC236}">
                    <a16:creationId xmlns:a16="http://schemas.microsoft.com/office/drawing/2014/main" id="{AB8BA202-C1F5-D81A-93CA-76FAE619F0BB}"/>
                  </a:ext>
                </a:extLst>
              </p:cNvPr>
              <p:cNvSpPr/>
              <p:nvPr/>
            </p:nvSpPr>
            <p:spPr>
              <a:xfrm>
                <a:off x="6538814" y="3149277"/>
                <a:ext cx="31372" cy="31372"/>
              </a:xfrm>
              <a:custGeom>
                <a:avLst/>
                <a:gdLst>
                  <a:gd name="connsiteX0" fmla="*/ 17479 w 31371"/>
                  <a:gd name="connsiteY0" fmla="*/ 34957 h 31371"/>
                  <a:gd name="connsiteX1" fmla="*/ 0 w 31371"/>
                  <a:gd name="connsiteY1" fmla="*/ 17479 h 31371"/>
                  <a:gd name="connsiteX2" fmla="*/ 17479 w 31371"/>
                  <a:gd name="connsiteY2" fmla="*/ 0 h 31371"/>
                  <a:gd name="connsiteX3" fmla="*/ 34957 w 31371"/>
                  <a:gd name="connsiteY3" fmla="*/ 17479 h 31371"/>
                  <a:gd name="connsiteX4" fmla="*/ 17479 w 31371"/>
                  <a:gd name="connsiteY4" fmla="*/ 34957 h 31371"/>
                  <a:gd name="connsiteX5" fmla="*/ 17479 w 31371"/>
                  <a:gd name="connsiteY5" fmla="*/ 4930 h 31371"/>
                  <a:gd name="connsiteX6" fmla="*/ 4482 w 31371"/>
                  <a:gd name="connsiteY6" fmla="*/ 17927 h 31371"/>
                  <a:gd name="connsiteX7" fmla="*/ 17479 w 31371"/>
                  <a:gd name="connsiteY7" fmla="*/ 30924 h 31371"/>
                  <a:gd name="connsiteX8" fmla="*/ 30476 w 31371"/>
                  <a:gd name="connsiteY8" fmla="*/ 17927 h 31371"/>
                  <a:gd name="connsiteX9" fmla="*/ 17479 w 31371"/>
                  <a:gd name="connsiteY9" fmla="*/ 4930 h 31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371" h="31371">
                    <a:moveTo>
                      <a:pt x="17479" y="34957"/>
                    </a:moveTo>
                    <a:cubicBezTo>
                      <a:pt x="8067" y="34957"/>
                      <a:pt x="0" y="27338"/>
                      <a:pt x="0" y="17479"/>
                    </a:cubicBezTo>
                    <a:cubicBezTo>
                      <a:pt x="0" y="8067"/>
                      <a:pt x="7619" y="0"/>
                      <a:pt x="17479" y="0"/>
                    </a:cubicBezTo>
                    <a:cubicBezTo>
                      <a:pt x="26890" y="0"/>
                      <a:pt x="34957" y="7619"/>
                      <a:pt x="34957" y="17479"/>
                    </a:cubicBezTo>
                    <a:cubicBezTo>
                      <a:pt x="34957" y="27338"/>
                      <a:pt x="26890" y="34957"/>
                      <a:pt x="17479" y="34957"/>
                    </a:cubicBezTo>
                    <a:close/>
                    <a:moveTo>
                      <a:pt x="17479" y="4930"/>
                    </a:moveTo>
                    <a:cubicBezTo>
                      <a:pt x="10308" y="4930"/>
                      <a:pt x="4482" y="10756"/>
                      <a:pt x="4482" y="17927"/>
                    </a:cubicBezTo>
                    <a:cubicBezTo>
                      <a:pt x="4482" y="25098"/>
                      <a:pt x="10308" y="30924"/>
                      <a:pt x="17479" y="30924"/>
                    </a:cubicBezTo>
                    <a:cubicBezTo>
                      <a:pt x="24649" y="30924"/>
                      <a:pt x="30476" y="25098"/>
                      <a:pt x="30476" y="17927"/>
                    </a:cubicBezTo>
                    <a:cubicBezTo>
                      <a:pt x="30476" y="10756"/>
                      <a:pt x="24649" y="4930"/>
                      <a:pt x="17479" y="4930"/>
                    </a:cubicBezTo>
                    <a:close/>
                  </a:path>
                </a:pathLst>
              </a:custGeom>
              <a:grpFill/>
              <a:ln w="4474" cap="flat">
                <a:noFill/>
                <a:prstDash val="solid"/>
                <a:miter/>
              </a:ln>
            </p:spPr>
            <p:txBody>
              <a:bodyPr lIns="25718" tIns="12859" rIns="25718" bIns="1285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grpSp>
      </p:grpSp>
      <p:sp>
        <p:nvSpPr>
          <p:cNvPr id="180" name="Rectangle 8">
            <a:extLst>
              <a:ext uri="{FF2B5EF4-FFF2-40B4-BE49-F238E27FC236}">
                <a16:creationId xmlns:a16="http://schemas.microsoft.com/office/drawing/2014/main" id="{315CF33E-65DE-7D8D-66F2-9D39EDEF43E7}"/>
              </a:ext>
            </a:extLst>
          </p:cNvPr>
          <p:cNvSpPr/>
          <p:nvPr/>
        </p:nvSpPr>
        <p:spPr>
          <a:xfrm>
            <a:off x="0" y="5208430"/>
            <a:ext cx="12191999" cy="1232687"/>
          </a:xfrm>
          <a:prstGeom prst="rect">
            <a:avLst/>
          </a:prstGeom>
          <a:solidFill>
            <a:schemeClr val="accent1">
              <a:alpha val="13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12000" tIns="36000" rIns="612000" bIns="3600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260475" marR="0" lvl="0" indent="0" algn="l" defTabSz="914400" rtl="0" eaLnBrk="1" fontAlgn="auto" latinLnBrk="0" hangingPunct="1">
              <a:lnSpc>
                <a:spcPct val="90000"/>
              </a:lnSpc>
              <a:spcBef>
                <a:spcPts val="3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Ubuntu"/>
              <a:ea typeface="+mn-ea"/>
              <a:cs typeface="+mn-cs"/>
            </a:endParaRPr>
          </a:p>
        </p:txBody>
      </p:sp>
      <p:sp>
        <p:nvSpPr>
          <p:cNvPr id="2" name="Date Placeholder 1">
            <a:extLst>
              <a:ext uri="{FF2B5EF4-FFF2-40B4-BE49-F238E27FC236}">
                <a16:creationId xmlns:a16="http://schemas.microsoft.com/office/drawing/2014/main" id="{92682055-1C7E-B668-1C39-4AA29A60DF3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DC08B64E-1CF1-59BF-78BA-1FB093BE0B6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Operating Models in the age of AI</a:t>
            </a:r>
          </a:p>
        </p:txBody>
      </p:sp>
      <p:sp>
        <p:nvSpPr>
          <p:cNvPr id="4" name="Slide Number Placeholder 3">
            <a:extLst>
              <a:ext uri="{FF2B5EF4-FFF2-40B4-BE49-F238E27FC236}">
                <a16:creationId xmlns:a16="http://schemas.microsoft.com/office/drawing/2014/main" id="{327833BD-B7E1-4A52-2DCA-2BD09DED8B61}"/>
              </a:ext>
            </a:extLst>
          </p:cNvPr>
          <p:cNvSpPr>
            <a:spLocks noGrp="1"/>
          </p:cNvSpPr>
          <p:nvPr>
            <p:ph type="sldNum" sz="quarter" idx="12"/>
          </p:nvPr>
        </p:nvSpPr>
        <p:spPr/>
        <p:txBody>
          <a:bodyPr/>
          <a:lstStyle/>
          <a:p>
            <a:pPr algn="r"/>
            <a:fld id="{5D9A5160-6218-4E5A-B9E6-B93E3DAE377C}" type="slidenum">
              <a:rPr lang="en-US" smtClean="0"/>
              <a:pPr algn="r"/>
              <a:t>15</a:t>
            </a:fld>
            <a:endParaRPr lang="en-US"/>
          </a:p>
        </p:txBody>
      </p:sp>
      <p:sp>
        <p:nvSpPr>
          <p:cNvPr id="5" name="Title 4">
            <a:extLst>
              <a:ext uri="{FF2B5EF4-FFF2-40B4-BE49-F238E27FC236}">
                <a16:creationId xmlns:a16="http://schemas.microsoft.com/office/drawing/2014/main" id="{AA519401-736B-F9C2-8A1B-65E302EEE035}"/>
              </a:ext>
            </a:extLst>
          </p:cNvPr>
          <p:cNvSpPr>
            <a:spLocks noGrp="1"/>
          </p:cNvSpPr>
          <p:nvPr>
            <p:ph type="title"/>
          </p:nvPr>
        </p:nvSpPr>
        <p:spPr/>
        <p:txBody>
          <a:bodyPr/>
          <a:lstStyle/>
          <a:p>
            <a:r>
              <a:rPr lang="en-US">
                <a:latin typeface="Ubuntu Medium (Heading)"/>
                <a:ea typeface="Verdana" panose="020B0604030504040204" pitchFamily="34" charset="0"/>
              </a:rPr>
              <a:t>How to get started with your Operating Model reinvention</a:t>
            </a:r>
            <a:br>
              <a:rPr lang="en-US">
                <a:latin typeface="Ubuntu Medium (Heading)"/>
                <a:ea typeface="Verdana" panose="020B0604030504040204" pitchFamily="34" charset="0"/>
              </a:rPr>
            </a:br>
            <a:endParaRPr lang="en-US"/>
          </a:p>
        </p:txBody>
      </p:sp>
      <p:sp>
        <p:nvSpPr>
          <p:cNvPr id="6" name="Oval 5">
            <a:extLst>
              <a:ext uri="{FF2B5EF4-FFF2-40B4-BE49-F238E27FC236}">
                <a16:creationId xmlns:a16="http://schemas.microsoft.com/office/drawing/2014/main" id="{DC1A1773-E9EB-455C-8A5C-4C5BE4CEF582}"/>
              </a:ext>
            </a:extLst>
          </p:cNvPr>
          <p:cNvSpPr/>
          <p:nvPr/>
        </p:nvSpPr>
        <p:spPr>
          <a:xfrm>
            <a:off x="-1377241" y="2399552"/>
            <a:ext cx="3371850" cy="3371850"/>
          </a:xfrm>
          <a:prstGeom prst="ellipse">
            <a:avLst/>
          </a:prstGeom>
          <a:solidFill>
            <a:srgbClr val="111937">
              <a:alpha val="55000"/>
            </a:srgb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err="1">
              <a:solidFill>
                <a:schemeClr val="tx1"/>
              </a:solidFill>
            </a:endParaRPr>
          </a:p>
        </p:txBody>
      </p:sp>
      <p:sp>
        <p:nvSpPr>
          <p:cNvPr id="159" name="TextBox 158">
            <a:extLst>
              <a:ext uri="{FF2B5EF4-FFF2-40B4-BE49-F238E27FC236}">
                <a16:creationId xmlns:a16="http://schemas.microsoft.com/office/drawing/2014/main" id="{390CA685-F549-866E-3B71-4149EF4B2F2E}"/>
              </a:ext>
            </a:extLst>
          </p:cNvPr>
          <p:cNvSpPr txBox="1"/>
          <p:nvPr/>
        </p:nvSpPr>
        <p:spPr>
          <a:xfrm>
            <a:off x="579238" y="1645392"/>
            <a:ext cx="11061378" cy="306366"/>
          </a:xfrm>
          <a:prstGeom prst="rect">
            <a:avLst/>
          </a:prstGeom>
          <a:noFill/>
        </p:spPr>
        <p:txBody>
          <a:bodyPr wrap="square" lIns="0" rIns="0">
            <a:spAutoFit/>
          </a:bodyPr>
          <a:lstStyle/>
          <a:p>
            <a:pPr>
              <a:lnSpc>
                <a:spcPct val="110000"/>
              </a:lnSpc>
              <a:defRPr/>
            </a:pPr>
            <a:r>
              <a:rPr lang="de-DE" sz="1400" b="1">
                <a:solidFill>
                  <a:srgbClr val="FFFFFF"/>
                </a:solidFill>
                <a:latin typeface="Ubuntu"/>
              </a:rPr>
              <a:t>REINVENTING THE ORGANIZATIONAL MODEL BRINGS A HOLISTIC VIEW ACROSS ALL ORGANIZATIONAL DIMENSIONS</a:t>
            </a:r>
          </a:p>
        </p:txBody>
      </p:sp>
      <p:grpSp>
        <p:nvGrpSpPr>
          <p:cNvPr id="152" name="Group 151">
            <a:extLst>
              <a:ext uri="{FF2B5EF4-FFF2-40B4-BE49-F238E27FC236}">
                <a16:creationId xmlns:a16="http://schemas.microsoft.com/office/drawing/2014/main" id="{533DCCED-2B8C-56CE-252E-19C60224D8A8}"/>
              </a:ext>
            </a:extLst>
          </p:cNvPr>
          <p:cNvGrpSpPr/>
          <p:nvPr/>
        </p:nvGrpSpPr>
        <p:grpSpPr>
          <a:xfrm>
            <a:off x="2638253" y="3858232"/>
            <a:ext cx="8601145" cy="1099753"/>
            <a:chOff x="2638253" y="3858232"/>
            <a:chExt cx="8601145" cy="1099753"/>
          </a:xfrm>
        </p:grpSpPr>
        <p:sp>
          <p:nvSpPr>
            <p:cNvPr id="177" name="Rectangle 176">
              <a:extLst>
                <a:ext uri="{FF2B5EF4-FFF2-40B4-BE49-F238E27FC236}">
                  <a16:creationId xmlns:a16="http://schemas.microsoft.com/office/drawing/2014/main" id="{4119967C-21CE-BF49-0F25-D8419263A67E}"/>
                </a:ext>
              </a:extLst>
            </p:cNvPr>
            <p:cNvSpPr/>
            <p:nvPr/>
          </p:nvSpPr>
          <p:spPr>
            <a:xfrm>
              <a:off x="2638253" y="3858232"/>
              <a:ext cx="2629134" cy="1099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0"/>
                </a:spcBef>
                <a:spcAft>
                  <a:spcPts val="600"/>
                </a:spcAft>
                <a:buClrTx/>
                <a:buSzTx/>
                <a:buFontTx/>
                <a:buNone/>
                <a:tabLst/>
                <a:defRPr/>
              </a:pPr>
              <a:r>
                <a:rPr lang="en-US" sz="1400" b="1" cap="all">
                  <a:solidFill>
                    <a:srgbClr val="FFFFFF"/>
                  </a:solidFill>
                  <a:latin typeface="Ubuntu"/>
                </a:rPr>
                <a:t>PREPARE</a:t>
              </a:r>
            </a:p>
            <a:p>
              <a:pPr marL="0" marR="0" lvl="0" indent="0"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a:ln>
                    <a:noFill/>
                  </a:ln>
                  <a:solidFill>
                    <a:schemeClr val="accent2"/>
                  </a:solidFill>
                  <a:effectLst/>
                  <a:uLnTx/>
                  <a:uFillTx/>
                  <a:latin typeface="Ubuntu"/>
                  <a:ea typeface="+mn-ea"/>
                  <a:cs typeface="+mn-cs"/>
                </a:rPr>
                <a:t>We tailor </a:t>
              </a:r>
              <a:r>
                <a:rPr kumimoji="0" lang="en-US" sz="1200" b="0" i="0" u="none" strike="noStrike" kern="1200" cap="none" spc="0" normalizeH="0" baseline="0" noProof="0">
                  <a:ln>
                    <a:noFill/>
                  </a:ln>
                  <a:solidFill>
                    <a:srgbClr val="FFFFFF"/>
                  </a:solidFill>
                  <a:effectLst/>
                  <a:uLnTx/>
                  <a:uFillTx/>
                  <a:latin typeface="Ubuntu"/>
                  <a:ea typeface="+mn-ea"/>
                  <a:cs typeface="+mn-cs"/>
                </a:rPr>
                <a:t>our Org. Maturity Assessment </a:t>
              </a:r>
              <a:r>
                <a:rPr kumimoji="0" lang="en-US" sz="1200" b="0" i="0" u="none" strike="noStrike" kern="1200" cap="none" spc="0" normalizeH="0" baseline="0" noProof="0">
                  <a:ln>
                    <a:noFill/>
                  </a:ln>
                  <a:solidFill>
                    <a:schemeClr val="accent2"/>
                  </a:solidFill>
                  <a:effectLst/>
                  <a:uLnTx/>
                  <a:uFillTx/>
                  <a:latin typeface="Ubuntu"/>
                  <a:ea typeface="+mn-ea"/>
                  <a:cs typeface="+mn-cs"/>
                </a:rPr>
                <a:t>to your organization</a:t>
              </a:r>
              <a:r>
                <a:rPr kumimoji="0" lang="en-US" sz="1200" b="0" i="0" u="none" strike="noStrike" kern="1200" cap="none" spc="0" normalizeH="0" baseline="0" noProof="0">
                  <a:ln>
                    <a:noFill/>
                  </a:ln>
                  <a:solidFill>
                    <a:srgbClr val="FFFFFF"/>
                  </a:solidFill>
                  <a:effectLst/>
                  <a:uLnTx/>
                  <a:uFillTx/>
                  <a:latin typeface="Ubuntu"/>
                  <a:ea typeface="+mn-ea"/>
                  <a:cs typeface="+mn-cs"/>
                </a:rPr>
                <a:t>, context and market</a:t>
              </a:r>
            </a:p>
          </p:txBody>
        </p:sp>
        <p:sp>
          <p:nvSpPr>
            <p:cNvPr id="178" name="Rectangle 177">
              <a:extLst>
                <a:ext uri="{FF2B5EF4-FFF2-40B4-BE49-F238E27FC236}">
                  <a16:creationId xmlns:a16="http://schemas.microsoft.com/office/drawing/2014/main" id="{473B7858-F661-EEEC-BE64-772F8B28E470}"/>
                </a:ext>
              </a:extLst>
            </p:cNvPr>
            <p:cNvSpPr/>
            <p:nvPr/>
          </p:nvSpPr>
          <p:spPr>
            <a:xfrm>
              <a:off x="8861958" y="3858232"/>
              <a:ext cx="2377440" cy="1099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0"/>
                </a:spcBef>
                <a:spcAft>
                  <a:spcPts val="600"/>
                </a:spcAft>
                <a:buClrTx/>
                <a:buSzTx/>
                <a:buFontTx/>
                <a:buNone/>
                <a:tabLst/>
                <a:defRPr/>
              </a:pPr>
              <a:r>
                <a:rPr lang="en-US" sz="1400" b="1" cap="all">
                  <a:solidFill>
                    <a:srgbClr val="FFFFFF"/>
                  </a:solidFill>
                  <a:latin typeface="Ubuntu"/>
                </a:rPr>
                <a:t>DESIGN</a:t>
              </a:r>
            </a:p>
            <a:p>
              <a:pPr marL="0" marR="0" lvl="0" indent="0" defTabSz="914400" rtl="0" eaLnBrk="1" fontAlgn="auto" latinLnBrk="0" hangingPunct="1">
                <a:lnSpc>
                  <a:spcPct val="100000"/>
                </a:lnSpc>
                <a:spcBef>
                  <a:spcPts val="0"/>
                </a:spcBef>
                <a:spcAft>
                  <a:spcPts val="600"/>
                </a:spcAft>
                <a:buClrTx/>
                <a:buSzTx/>
                <a:buFontTx/>
                <a:buNone/>
                <a:tabLst/>
                <a:defRPr/>
              </a:pPr>
              <a:r>
                <a:rPr lang="en-US" sz="1200">
                  <a:solidFill>
                    <a:srgbClr val="FFFFFF"/>
                  </a:solidFill>
                  <a:latin typeface="Ubuntu"/>
                </a:rPr>
                <a:t>Together with the key stakeholders, we design </a:t>
              </a:r>
              <a:r>
                <a:rPr lang="en-US" sz="1200">
                  <a:solidFill>
                    <a:schemeClr val="accent2"/>
                  </a:solidFill>
                  <a:latin typeface="Ubuntu"/>
                </a:rPr>
                <a:t>most urgent fields of action</a:t>
              </a:r>
              <a:endParaRPr kumimoji="0" lang="en-US" sz="1200" b="1" i="0" u="none" strike="noStrike" kern="1200" cap="none" spc="0" normalizeH="0" baseline="0" noProof="0">
                <a:ln>
                  <a:noFill/>
                </a:ln>
                <a:solidFill>
                  <a:schemeClr val="accent2"/>
                </a:solidFill>
                <a:effectLst/>
                <a:uLnTx/>
                <a:uFillTx/>
                <a:latin typeface="Ubuntu"/>
                <a:ea typeface="+mn-ea"/>
                <a:cs typeface="+mn-cs"/>
              </a:endParaRPr>
            </a:p>
          </p:txBody>
        </p:sp>
        <p:sp>
          <p:nvSpPr>
            <p:cNvPr id="179" name="Rectangle 178">
              <a:extLst>
                <a:ext uri="{FF2B5EF4-FFF2-40B4-BE49-F238E27FC236}">
                  <a16:creationId xmlns:a16="http://schemas.microsoft.com/office/drawing/2014/main" id="{C1FE456A-9BDB-493B-6F0D-6F30FFDE503E}"/>
                </a:ext>
              </a:extLst>
            </p:cNvPr>
            <p:cNvSpPr/>
            <p:nvPr/>
          </p:nvSpPr>
          <p:spPr>
            <a:xfrm>
              <a:off x="5750105" y="3858232"/>
              <a:ext cx="2377440" cy="1099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all" spc="0" normalizeH="0" baseline="0" noProof="0">
                  <a:ln>
                    <a:noFill/>
                  </a:ln>
                  <a:solidFill>
                    <a:srgbClr val="FFFFFF"/>
                  </a:solidFill>
                  <a:effectLst/>
                  <a:uLnTx/>
                  <a:uFillTx/>
                  <a:latin typeface="Ubuntu"/>
                  <a:ea typeface="+mn-ea"/>
                  <a:cs typeface="+mn-cs"/>
                </a:rPr>
                <a:t>ANALYZE</a:t>
              </a:r>
              <a:endParaRPr kumimoji="0" lang="en-US" sz="1400" b="0" i="0" u="none" strike="noStrike" kern="1200" cap="none" spc="0" normalizeH="0" baseline="0" noProof="0">
                <a:ln>
                  <a:noFill/>
                </a:ln>
                <a:solidFill>
                  <a:srgbClr val="FFFFFF"/>
                </a:solidFill>
                <a:effectLst/>
                <a:uLnTx/>
                <a:uFillTx/>
                <a:latin typeface="Ubuntu"/>
                <a:ea typeface="+mn-ea"/>
                <a:cs typeface="+mn-cs"/>
              </a:endParaRPr>
            </a:p>
            <a:p>
              <a:pPr defTabSz="914400">
                <a:defRPr/>
              </a:pPr>
              <a:r>
                <a:rPr kumimoji="0" lang="en-US" sz="1200" i="0" u="none" strike="noStrike" kern="1200" cap="none" spc="0" normalizeH="0" baseline="0" noProof="0">
                  <a:ln>
                    <a:noFill/>
                  </a:ln>
                  <a:solidFill>
                    <a:schemeClr val="accent2"/>
                  </a:solidFill>
                  <a:effectLst/>
                  <a:uLnTx/>
                  <a:uFillTx/>
                  <a:latin typeface="Ubuntu"/>
                  <a:ea typeface="+mn-ea"/>
                  <a:cs typeface="+mn-cs"/>
                </a:rPr>
                <a:t>Within 10 days </a:t>
              </a:r>
              <a:r>
                <a:rPr kumimoji="0" lang="en-US" sz="1200" b="0" i="0" u="none" strike="noStrike" kern="1200" cap="none" spc="0" normalizeH="0" baseline="0" noProof="0">
                  <a:ln>
                    <a:noFill/>
                  </a:ln>
                  <a:solidFill>
                    <a:srgbClr val="FFFFFF"/>
                  </a:solidFill>
                  <a:effectLst/>
                  <a:uLnTx/>
                  <a:uFillTx/>
                  <a:latin typeface="Ubuntu"/>
                  <a:ea typeface="+mn-ea"/>
                  <a:cs typeface="+mn-cs"/>
                </a:rPr>
                <a:t>we evaluate the maturity of your current Org. Resilience level</a:t>
              </a:r>
            </a:p>
          </p:txBody>
        </p:sp>
        <p:grpSp>
          <p:nvGrpSpPr>
            <p:cNvPr id="194" name="Group 193">
              <a:extLst>
                <a:ext uri="{FF2B5EF4-FFF2-40B4-BE49-F238E27FC236}">
                  <a16:creationId xmlns:a16="http://schemas.microsoft.com/office/drawing/2014/main" id="{5B87791D-C3A0-E7F3-E1C9-48D867B80EF1}"/>
                </a:ext>
              </a:extLst>
            </p:cNvPr>
            <p:cNvGrpSpPr/>
            <p:nvPr/>
          </p:nvGrpSpPr>
          <p:grpSpPr>
            <a:xfrm rot="1503523">
              <a:off x="4643152" y="4024780"/>
              <a:ext cx="1052670" cy="338131"/>
              <a:chOff x="2517170" y="3883593"/>
              <a:chExt cx="1996200" cy="905760"/>
            </a:xfrm>
          </p:grpSpPr>
          <mc:AlternateContent xmlns:mc="http://schemas.openxmlformats.org/markup-compatibility/2006" xmlns:p14="http://schemas.microsoft.com/office/powerpoint/2010/main">
            <mc:Choice Requires="p14">
              <p:contentPart p14:bwMode="auto" r:id="rId11">
                <p14:nvContentPartPr>
                  <p14:cNvPr id="195" name="Ink 194">
                    <a:extLst>
                      <a:ext uri="{FF2B5EF4-FFF2-40B4-BE49-F238E27FC236}">
                        <a16:creationId xmlns:a16="http://schemas.microsoft.com/office/drawing/2014/main" id="{7E413B5B-3B55-A061-59B1-AF4BAB20EFC1}"/>
                      </a:ext>
                    </a:extLst>
                  </p14:cNvPr>
                  <p14:cNvContentPartPr/>
                  <p14:nvPr/>
                </p14:nvContentPartPr>
                <p14:xfrm>
                  <a:off x="2517170" y="3883593"/>
                  <a:ext cx="1759680" cy="905760"/>
                </p14:xfrm>
              </p:contentPart>
            </mc:Choice>
            <mc:Fallback xmlns="">
              <p:pic>
                <p:nvPicPr>
                  <p:cNvPr id="195" name="Ink 194">
                    <a:extLst>
                      <a:ext uri="{FF2B5EF4-FFF2-40B4-BE49-F238E27FC236}">
                        <a16:creationId xmlns:a16="http://schemas.microsoft.com/office/drawing/2014/main" id="{7E413B5B-3B55-A061-59B1-AF4BAB20EFC1}"/>
                      </a:ext>
                    </a:extLst>
                  </p:cNvPr>
                  <p:cNvPicPr/>
                  <p:nvPr/>
                </p:nvPicPr>
                <p:blipFill>
                  <a:blip r:embed="rId12"/>
                  <a:stretch>
                    <a:fillRect/>
                  </a:stretch>
                </p:blipFill>
                <p:spPr>
                  <a:xfrm>
                    <a:off x="2514439" y="3879735"/>
                    <a:ext cx="1765143" cy="913477"/>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6" name="Ink 195">
                    <a:extLst>
                      <a:ext uri="{FF2B5EF4-FFF2-40B4-BE49-F238E27FC236}">
                        <a16:creationId xmlns:a16="http://schemas.microsoft.com/office/drawing/2014/main" id="{191ADAE8-58B4-B586-93A2-18C20E90F826}"/>
                      </a:ext>
                    </a:extLst>
                  </p14:cNvPr>
                  <p14:cNvContentPartPr/>
                  <p14:nvPr/>
                </p14:nvContentPartPr>
                <p14:xfrm>
                  <a:off x="4012610" y="3916713"/>
                  <a:ext cx="500760" cy="446040"/>
                </p14:xfrm>
              </p:contentPart>
            </mc:Choice>
            <mc:Fallback xmlns="">
              <p:pic>
                <p:nvPicPr>
                  <p:cNvPr id="196" name="Ink 195">
                    <a:extLst>
                      <a:ext uri="{FF2B5EF4-FFF2-40B4-BE49-F238E27FC236}">
                        <a16:creationId xmlns:a16="http://schemas.microsoft.com/office/drawing/2014/main" id="{191ADAE8-58B4-B586-93A2-18C20E90F826}"/>
                      </a:ext>
                    </a:extLst>
                  </p:cNvPr>
                  <p:cNvPicPr/>
                  <p:nvPr/>
                </p:nvPicPr>
                <p:blipFill>
                  <a:blip r:embed="rId14"/>
                  <a:stretch>
                    <a:fillRect/>
                  </a:stretch>
                </p:blipFill>
                <p:spPr>
                  <a:xfrm>
                    <a:off x="4009881" y="3912860"/>
                    <a:ext cx="506218" cy="453747"/>
                  </a:xfrm>
                  <a:prstGeom prst="rect">
                    <a:avLst/>
                  </a:prstGeom>
                </p:spPr>
              </p:pic>
            </mc:Fallback>
          </mc:AlternateContent>
        </p:grpSp>
        <p:grpSp>
          <p:nvGrpSpPr>
            <p:cNvPr id="197" name="Group 196">
              <a:extLst>
                <a:ext uri="{FF2B5EF4-FFF2-40B4-BE49-F238E27FC236}">
                  <a16:creationId xmlns:a16="http://schemas.microsoft.com/office/drawing/2014/main" id="{577B55A1-A7C3-6ACF-DACF-88DA87347A35}"/>
                </a:ext>
              </a:extLst>
            </p:cNvPr>
            <p:cNvGrpSpPr/>
            <p:nvPr/>
          </p:nvGrpSpPr>
          <p:grpSpPr>
            <a:xfrm rot="1503523">
              <a:off x="7638665" y="4024780"/>
              <a:ext cx="1052670" cy="338131"/>
              <a:chOff x="2517170" y="3883593"/>
              <a:chExt cx="1996200" cy="905760"/>
            </a:xfrm>
          </p:grpSpPr>
          <mc:AlternateContent xmlns:mc="http://schemas.openxmlformats.org/markup-compatibility/2006" xmlns:p14="http://schemas.microsoft.com/office/powerpoint/2010/main">
            <mc:Choice Requires="p14">
              <p:contentPart p14:bwMode="auto" r:id="rId15">
                <p14:nvContentPartPr>
                  <p14:cNvPr id="198" name="Ink 197">
                    <a:extLst>
                      <a:ext uri="{FF2B5EF4-FFF2-40B4-BE49-F238E27FC236}">
                        <a16:creationId xmlns:a16="http://schemas.microsoft.com/office/drawing/2014/main" id="{13620A30-A02B-D187-8C4C-69FBCA46ED68}"/>
                      </a:ext>
                    </a:extLst>
                  </p14:cNvPr>
                  <p14:cNvContentPartPr/>
                  <p14:nvPr/>
                </p14:nvContentPartPr>
                <p14:xfrm>
                  <a:off x="2517170" y="3883593"/>
                  <a:ext cx="1759680" cy="905760"/>
                </p14:xfrm>
              </p:contentPart>
            </mc:Choice>
            <mc:Fallback xmlns="">
              <p:pic>
                <p:nvPicPr>
                  <p:cNvPr id="198" name="Ink 197">
                    <a:extLst>
                      <a:ext uri="{FF2B5EF4-FFF2-40B4-BE49-F238E27FC236}">
                        <a16:creationId xmlns:a16="http://schemas.microsoft.com/office/drawing/2014/main" id="{13620A30-A02B-D187-8C4C-69FBCA46ED68}"/>
                      </a:ext>
                    </a:extLst>
                  </p:cNvPr>
                  <p:cNvPicPr/>
                  <p:nvPr/>
                </p:nvPicPr>
                <p:blipFill>
                  <a:blip r:embed="rId12"/>
                  <a:stretch>
                    <a:fillRect/>
                  </a:stretch>
                </p:blipFill>
                <p:spPr>
                  <a:xfrm>
                    <a:off x="2514439" y="3879735"/>
                    <a:ext cx="1765143" cy="913477"/>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9" name="Ink 198">
                    <a:extLst>
                      <a:ext uri="{FF2B5EF4-FFF2-40B4-BE49-F238E27FC236}">
                        <a16:creationId xmlns:a16="http://schemas.microsoft.com/office/drawing/2014/main" id="{739D5A37-AE54-140C-4DAB-D6A439EDE2CE}"/>
                      </a:ext>
                    </a:extLst>
                  </p14:cNvPr>
                  <p14:cNvContentPartPr/>
                  <p14:nvPr/>
                </p14:nvContentPartPr>
                <p14:xfrm>
                  <a:off x="4012610" y="3916713"/>
                  <a:ext cx="500760" cy="446040"/>
                </p14:xfrm>
              </p:contentPart>
            </mc:Choice>
            <mc:Fallback xmlns="">
              <p:pic>
                <p:nvPicPr>
                  <p:cNvPr id="199" name="Ink 198">
                    <a:extLst>
                      <a:ext uri="{FF2B5EF4-FFF2-40B4-BE49-F238E27FC236}">
                        <a16:creationId xmlns:a16="http://schemas.microsoft.com/office/drawing/2014/main" id="{739D5A37-AE54-140C-4DAB-D6A439EDE2CE}"/>
                      </a:ext>
                    </a:extLst>
                  </p:cNvPr>
                  <p:cNvPicPr/>
                  <p:nvPr/>
                </p:nvPicPr>
                <p:blipFill>
                  <a:blip r:embed="rId14"/>
                  <a:stretch>
                    <a:fillRect/>
                  </a:stretch>
                </p:blipFill>
                <p:spPr>
                  <a:xfrm>
                    <a:off x="4009881" y="3912860"/>
                    <a:ext cx="506218" cy="453747"/>
                  </a:xfrm>
                  <a:prstGeom prst="rect">
                    <a:avLst/>
                  </a:prstGeom>
                </p:spPr>
              </p:pic>
            </mc:Fallback>
          </mc:AlternateContent>
        </p:grpSp>
      </p:grpSp>
      <p:grpSp>
        <p:nvGrpSpPr>
          <p:cNvPr id="133" name="Group 132">
            <a:extLst>
              <a:ext uri="{FF2B5EF4-FFF2-40B4-BE49-F238E27FC236}">
                <a16:creationId xmlns:a16="http://schemas.microsoft.com/office/drawing/2014/main" id="{5B94B3A6-7705-1E6F-68F0-5FB7E6389F27}"/>
              </a:ext>
            </a:extLst>
          </p:cNvPr>
          <p:cNvGrpSpPr/>
          <p:nvPr/>
        </p:nvGrpSpPr>
        <p:grpSpPr>
          <a:xfrm>
            <a:off x="2638253" y="2154575"/>
            <a:ext cx="8733429" cy="1687768"/>
            <a:chOff x="2635876" y="2154575"/>
            <a:chExt cx="8733429" cy="1687768"/>
          </a:xfrm>
        </p:grpSpPr>
        <p:sp>
          <p:nvSpPr>
            <p:cNvPr id="128" name="Rectangle 127">
              <a:extLst>
                <a:ext uri="{FF2B5EF4-FFF2-40B4-BE49-F238E27FC236}">
                  <a16:creationId xmlns:a16="http://schemas.microsoft.com/office/drawing/2014/main" id="{51E81D41-B131-AFAE-9323-EDDB092007F6}"/>
                </a:ext>
              </a:extLst>
            </p:cNvPr>
            <p:cNvSpPr/>
            <p:nvPr/>
          </p:nvSpPr>
          <p:spPr>
            <a:xfrm>
              <a:off x="5712650" y="2337646"/>
              <a:ext cx="5656655" cy="1205751"/>
            </a:xfrm>
            <a:prstGeom prst="rect">
              <a:avLst/>
            </a:prstGeom>
            <a:gradFill flip="none" rotWithShape="1">
              <a:gsLst>
                <a:gs pos="100000">
                  <a:schemeClr val="bg1">
                    <a:alpha val="0"/>
                  </a:schemeClr>
                </a:gs>
                <a:gs pos="0">
                  <a:schemeClr val="bg1">
                    <a:alpha val="0"/>
                  </a:schemeClr>
                </a:gs>
                <a:gs pos="50000">
                  <a:schemeClr val="tx1">
                    <a:alpha val="20000"/>
                  </a:schemeClr>
                </a:gs>
              </a:gsLst>
              <a:lin ang="0" scaled="1"/>
              <a:tileRect/>
            </a:gradFill>
            <a:ln w="9525">
              <a:gradFill flip="none" rotWithShape="1">
                <a:gsLst>
                  <a:gs pos="0">
                    <a:schemeClr val="bg1"/>
                  </a:gs>
                  <a:gs pos="70000">
                    <a:srgbClr val="FFFFFF">
                      <a:alpha val="0"/>
                    </a:srgbClr>
                  </a:gs>
                  <a:gs pos="30000">
                    <a:srgbClr val="FFFFFF">
                      <a:alpha val="0"/>
                    </a:srgbClr>
                  </a:gs>
                  <a:gs pos="100000">
                    <a:schemeClr val="bg1"/>
                  </a:gs>
                </a:gsLst>
                <a:lin ang="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176" name="TextBox 175">
              <a:extLst>
                <a:ext uri="{FF2B5EF4-FFF2-40B4-BE49-F238E27FC236}">
                  <a16:creationId xmlns:a16="http://schemas.microsoft.com/office/drawing/2014/main" id="{9E83F3A3-5528-A655-348F-0112B7DE49E6}"/>
                </a:ext>
              </a:extLst>
            </p:cNvPr>
            <p:cNvSpPr txBox="1"/>
            <p:nvPr/>
          </p:nvSpPr>
          <p:spPr>
            <a:xfrm>
              <a:off x="5880062" y="2599467"/>
              <a:ext cx="5321832" cy="682110"/>
            </a:xfrm>
            <a:prstGeom prst="rect">
              <a:avLst/>
            </a:prstGeom>
            <a:noFill/>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de-DE" sz="1200" b="0" i="0" u="none" strike="noStrike" kern="1200" cap="none" spc="0" normalizeH="0" baseline="0" noProof="0">
                  <a:ln>
                    <a:noFill/>
                  </a:ln>
                  <a:solidFill>
                    <a:srgbClr val="FFFFFF"/>
                  </a:solidFill>
                  <a:effectLst/>
                  <a:uLnTx/>
                  <a:uFillTx/>
                  <a:latin typeface="Ubuntu"/>
                  <a:ea typeface="+mn-ea"/>
                  <a:cs typeface="+mn-cs"/>
                </a:rPr>
                <a:t>The Capgemini </a:t>
              </a:r>
              <a:r>
                <a:rPr kumimoji="0" lang="de-DE" sz="1200" b="1" i="0" u="none" strike="noStrike" kern="1200" cap="none" spc="0" normalizeH="0" baseline="0" noProof="0">
                  <a:ln>
                    <a:noFill/>
                  </a:ln>
                  <a:solidFill>
                    <a:srgbClr val="FFFFFF"/>
                  </a:solidFill>
                  <a:effectLst/>
                  <a:uLnTx/>
                  <a:uFillTx/>
                  <a:latin typeface="Ubuntu"/>
                  <a:ea typeface="+mn-ea"/>
                  <a:cs typeface="+mn-cs"/>
                </a:rPr>
                <a:t>AI native Operating Model Readiness Assessment </a:t>
              </a:r>
              <a:r>
                <a:rPr kumimoji="0" lang="de-DE" sz="1200" b="0" i="0" u="none" strike="noStrike" kern="1200" cap="none" spc="0" normalizeH="0" baseline="0" noProof="0">
                  <a:ln>
                    <a:noFill/>
                  </a:ln>
                  <a:solidFill>
                    <a:srgbClr val="FFFFFF"/>
                  </a:solidFill>
                  <a:effectLst/>
                  <a:uLnTx/>
                  <a:uFillTx/>
                  <a:latin typeface="Ubuntu"/>
                  <a:ea typeface="+mn-ea"/>
                  <a:cs typeface="+mn-cs"/>
                </a:rPr>
                <a:t>offers a simple, and fast way to understand the current setup, identify improvement areas and define concrete next steps</a:t>
              </a:r>
            </a:p>
          </p:txBody>
        </p:sp>
        <p:grpSp>
          <p:nvGrpSpPr>
            <p:cNvPr id="190" name="Group 189">
              <a:extLst>
                <a:ext uri="{FF2B5EF4-FFF2-40B4-BE49-F238E27FC236}">
                  <a16:creationId xmlns:a16="http://schemas.microsoft.com/office/drawing/2014/main" id="{73B99DF0-841E-996F-7DFD-746740EF3730}"/>
                </a:ext>
              </a:extLst>
            </p:cNvPr>
            <p:cNvGrpSpPr>
              <a:grpSpLocks noChangeAspect="1"/>
            </p:cNvGrpSpPr>
            <p:nvPr/>
          </p:nvGrpSpPr>
          <p:grpSpPr>
            <a:xfrm>
              <a:off x="2635876" y="2154575"/>
              <a:ext cx="2707920" cy="1687768"/>
              <a:chOff x="9776625" y="2005042"/>
              <a:chExt cx="2118048" cy="1320118"/>
            </a:xfrm>
          </p:grpSpPr>
          <p:grpSp>
            <p:nvGrpSpPr>
              <p:cNvPr id="182" name="Gruppieren 23">
                <a:extLst>
                  <a:ext uri="{FF2B5EF4-FFF2-40B4-BE49-F238E27FC236}">
                    <a16:creationId xmlns:a16="http://schemas.microsoft.com/office/drawing/2014/main" id="{FF47C386-4A2F-1334-696B-37F0E3DAA1CE}"/>
                  </a:ext>
                </a:extLst>
              </p:cNvPr>
              <p:cNvGrpSpPr>
                <a:grpSpLocks noChangeAspect="1"/>
              </p:cNvGrpSpPr>
              <p:nvPr/>
            </p:nvGrpSpPr>
            <p:grpSpPr>
              <a:xfrm>
                <a:off x="9776625" y="2005042"/>
                <a:ext cx="2118048" cy="1320118"/>
                <a:chOff x="12188903" y="3512285"/>
                <a:chExt cx="16657172" cy="10039463"/>
              </a:xfrm>
            </p:grpSpPr>
            <p:grpSp>
              <p:nvGrpSpPr>
                <p:cNvPr id="184" name="Group 16">
                  <a:extLst>
                    <a:ext uri="{FF2B5EF4-FFF2-40B4-BE49-F238E27FC236}">
                      <a16:creationId xmlns:a16="http://schemas.microsoft.com/office/drawing/2014/main" id="{CFED1531-FA20-F0FB-6F2A-06529A128A4C}"/>
                    </a:ext>
                  </a:extLst>
                </p:cNvPr>
                <p:cNvGrpSpPr/>
                <p:nvPr/>
              </p:nvGrpSpPr>
              <p:grpSpPr>
                <a:xfrm>
                  <a:off x="12188903" y="3512285"/>
                  <a:ext cx="16657172" cy="10039463"/>
                  <a:chOff x="1148958" y="3873793"/>
                  <a:chExt cx="11338921" cy="6834092"/>
                </a:xfrm>
              </p:grpSpPr>
              <p:pic>
                <p:nvPicPr>
                  <p:cNvPr id="186" name="Picture 18">
                    <a:extLst>
                      <a:ext uri="{FF2B5EF4-FFF2-40B4-BE49-F238E27FC236}">
                        <a16:creationId xmlns:a16="http://schemas.microsoft.com/office/drawing/2014/main" id="{B973A0F0-626A-2FA2-DD20-C74790F6219D}"/>
                      </a:ext>
                    </a:extLst>
                  </p:cNvPr>
                  <p:cNvPicPr>
                    <a:picLocks noChangeAspect="1"/>
                  </p:cNvPicPr>
                  <p:nvPr/>
                </p:nvPicPr>
                <p:blipFill rotWithShape="1">
                  <a:blip r:embed="rId17" cstate="hqprint">
                    <a:extLst>
                      <a:ext uri="{28A0092B-C50C-407E-A947-70E740481C1C}">
                        <a14:useLocalDpi xmlns:a14="http://schemas.microsoft.com/office/drawing/2010/main"/>
                      </a:ext>
                    </a:extLst>
                  </a:blip>
                  <a:srcRect/>
                  <a:stretch/>
                </p:blipFill>
                <p:spPr>
                  <a:xfrm>
                    <a:off x="1148958" y="3873793"/>
                    <a:ext cx="11338921" cy="6834092"/>
                  </a:xfrm>
                  <a:prstGeom prst="rect">
                    <a:avLst/>
                  </a:prstGeom>
                </p:spPr>
              </p:pic>
              <p:sp>
                <p:nvSpPr>
                  <p:cNvPr id="187" name="Rectangle 19">
                    <a:extLst>
                      <a:ext uri="{FF2B5EF4-FFF2-40B4-BE49-F238E27FC236}">
                        <a16:creationId xmlns:a16="http://schemas.microsoft.com/office/drawing/2014/main" id="{5BF5B325-4D58-B7B4-6861-AB3DFC3D8BC1}"/>
                      </a:ext>
                    </a:extLst>
                  </p:cNvPr>
                  <p:cNvSpPr/>
                  <p:nvPr/>
                </p:nvSpPr>
                <p:spPr>
                  <a:xfrm>
                    <a:off x="2540001" y="4423392"/>
                    <a:ext cx="7205143" cy="502540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7259" tIns="53629" rIns="107259" bIns="53629" rtlCol="0" anchor="ctr"/>
                  <a:lstStyle/>
                  <a:p>
                    <a:pPr algn="ctr"/>
                    <a:endParaRPr lang="en-US"/>
                  </a:p>
                </p:txBody>
              </p:sp>
            </p:grpSp>
            <p:cxnSp>
              <p:nvCxnSpPr>
                <p:cNvPr id="185" name="Gerader Verbinder 73741">
                  <a:extLst>
                    <a:ext uri="{FF2B5EF4-FFF2-40B4-BE49-F238E27FC236}">
                      <a16:creationId xmlns:a16="http://schemas.microsoft.com/office/drawing/2014/main" id="{979455C8-BB1D-4584-471C-92B25BD602A3}"/>
                    </a:ext>
                  </a:extLst>
                </p:cNvPr>
                <p:cNvCxnSpPr/>
                <p:nvPr/>
              </p:nvCxnSpPr>
              <p:spPr>
                <a:xfrm>
                  <a:off x="16784739" y="6671151"/>
                  <a:ext cx="0" cy="710790"/>
                </a:xfrm>
                <a:prstGeom prst="line">
                  <a:avLst/>
                </a:prstGeom>
                <a:ln w="3725">
                  <a:solidFill>
                    <a:schemeClr val="accent3">
                      <a:lumMod val="60000"/>
                      <a:lumOff val="40000"/>
                      <a:alpha val="33000"/>
                    </a:schemeClr>
                  </a:solidFill>
                </a:ln>
              </p:spPr>
              <p:style>
                <a:lnRef idx="1">
                  <a:schemeClr val="accent1"/>
                </a:lnRef>
                <a:fillRef idx="0">
                  <a:schemeClr val="accent1"/>
                </a:fillRef>
                <a:effectRef idx="0">
                  <a:schemeClr val="accent1"/>
                </a:effectRef>
                <a:fontRef idx="minor">
                  <a:schemeClr val="tx1"/>
                </a:fontRef>
              </p:style>
            </p:cxnSp>
          </p:grpSp>
          <p:sp>
            <p:nvSpPr>
              <p:cNvPr id="189" name="Rectangle 188">
                <a:extLst>
                  <a:ext uri="{FF2B5EF4-FFF2-40B4-BE49-F238E27FC236}">
                    <a16:creationId xmlns:a16="http://schemas.microsoft.com/office/drawing/2014/main" id="{E6407356-D5BE-5A6B-89C0-9291F1D9164B}"/>
                  </a:ext>
                </a:extLst>
              </p:cNvPr>
              <p:cNvSpPr/>
              <p:nvPr/>
            </p:nvSpPr>
            <p:spPr>
              <a:xfrm>
                <a:off x="10026139" y="2176731"/>
                <a:ext cx="1505024" cy="914400"/>
              </a:xfrm>
              <a:prstGeom prst="rect">
                <a:avLst/>
              </a:prstGeom>
              <a:solidFill>
                <a:srgbClr val="0000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pic>
            <p:nvPicPr>
              <p:cNvPr id="188" name="Picture 187">
                <a:extLst>
                  <a:ext uri="{FF2B5EF4-FFF2-40B4-BE49-F238E27FC236}">
                    <a16:creationId xmlns:a16="http://schemas.microsoft.com/office/drawing/2014/main" id="{903B357A-F858-DF8B-F58B-649C4127989C}"/>
                  </a:ext>
                </a:extLst>
              </p:cNvPr>
              <p:cNvPicPr>
                <a:picLocks noChangeAspect="1"/>
              </p:cNvPicPr>
              <p:nvPr/>
            </p:nvPicPr>
            <p:blipFill>
              <a:blip r:embed="rId18" cstate="hqprint">
                <a:extLst>
                  <a:ext uri="{28A0092B-C50C-407E-A947-70E740481C1C}">
                    <a14:useLocalDpi xmlns:a14="http://schemas.microsoft.com/office/drawing/2010/main"/>
                  </a:ext>
                </a:extLst>
              </a:blip>
              <a:srcRect/>
              <a:stretch/>
            </p:blipFill>
            <p:spPr>
              <a:xfrm>
                <a:off x="10028607" y="2105312"/>
                <a:ext cx="1505025" cy="846576"/>
              </a:xfrm>
              <a:prstGeom prst="rect">
                <a:avLst/>
              </a:prstGeom>
              <a:ln>
                <a:noFill/>
              </a:ln>
            </p:spPr>
          </p:pic>
        </p:grpSp>
        <p:sp>
          <p:nvSpPr>
            <p:cNvPr id="132" name="Freihandform: Form 166">
              <a:extLst>
                <a:ext uri="{FF2B5EF4-FFF2-40B4-BE49-F238E27FC236}">
                  <a16:creationId xmlns:a16="http://schemas.microsoft.com/office/drawing/2014/main" id="{7D74148B-994C-1C30-52BA-DC0C3D5F80A4}"/>
                </a:ext>
              </a:extLst>
            </p:cNvPr>
            <p:cNvSpPr/>
            <p:nvPr/>
          </p:nvSpPr>
          <p:spPr>
            <a:xfrm rot="5400000">
              <a:off x="4676812" y="2532251"/>
              <a:ext cx="1350658" cy="816543"/>
            </a:xfrm>
            <a:custGeom>
              <a:avLst/>
              <a:gdLst>
                <a:gd name="connsiteX0" fmla="*/ 0 w 9665508"/>
                <a:gd name="connsiteY0" fmla="*/ 0 h 1503409"/>
                <a:gd name="connsiteX1" fmla="*/ 9665508 w 9665508"/>
                <a:gd name="connsiteY1" fmla="*/ 0 h 1503409"/>
                <a:gd name="connsiteX2" fmla="*/ 9605405 w 9665508"/>
                <a:gd name="connsiteY2" fmla="*/ 9940 h 1503409"/>
                <a:gd name="connsiteX3" fmla="*/ 7384530 w 9665508"/>
                <a:gd name="connsiteY3" fmla="*/ 1325440 h 1503409"/>
                <a:gd name="connsiteX4" fmla="*/ 7207199 w 9665508"/>
                <a:gd name="connsiteY4" fmla="*/ 1503409 h 1503409"/>
                <a:gd name="connsiteX5" fmla="*/ 2458310 w 9665508"/>
                <a:gd name="connsiteY5" fmla="*/ 1503409 h 1503409"/>
                <a:gd name="connsiteX6" fmla="*/ 2280979 w 9665508"/>
                <a:gd name="connsiteY6" fmla="*/ 1325440 h 1503409"/>
                <a:gd name="connsiteX7" fmla="*/ 60103 w 9665508"/>
                <a:gd name="connsiteY7" fmla="*/ 9940 h 1503409"/>
                <a:gd name="connsiteX8" fmla="*/ 0 w 9665508"/>
                <a:gd name="connsiteY8" fmla="*/ 0 h 150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65508" h="1503409">
                  <a:moveTo>
                    <a:pt x="0" y="0"/>
                  </a:moveTo>
                  <a:lnTo>
                    <a:pt x="9665508" y="0"/>
                  </a:lnTo>
                  <a:lnTo>
                    <a:pt x="9605405" y="9940"/>
                  </a:lnTo>
                  <a:cubicBezTo>
                    <a:pt x="8883426" y="174652"/>
                    <a:pt x="8107175" y="629811"/>
                    <a:pt x="7384530" y="1325440"/>
                  </a:cubicBezTo>
                  <a:lnTo>
                    <a:pt x="7207199" y="1503409"/>
                  </a:lnTo>
                  <a:lnTo>
                    <a:pt x="2458310" y="1503409"/>
                  </a:lnTo>
                  <a:lnTo>
                    <a:pt x="2280979" y="1325440"/>
                  </a:lnTo>
                  <a:cubicBezTo>
                    <a:pt x="1558335" y="629811"/>
                    <a:pt x="782085" y="174652"/>
                    <a:pt x="60103" y="9940"/>
                  </a:cubicBezTo>
                  <a:lnTo>
                    <a:pt x="0" y="0"/>
                  </a:lnTo>
                  <a:close/>
                </a:path>
              </a:pathLst>
            </a:custGeom>
            <a:gradFill>
              <a:gsLst>
                <a:gs pos="0">
                  <a:schemeClr val="bg1">
                    <a:alpha val="0"/>
                  </a:schemeClr>
                </a:gs>
                <a:gs pos="42000">
                  <a:schemeClr val="bg1">
                    <a:alpha val="21000"/>
                  </a:schemeClr>
                </a:gs>
                <a:gs pos="100000">
                  <a:schemeClr val="bg1">
                    <a:alpha val="0"/>
                  </a:schemeClr>
                </a:gs>
              </a:gsLst>
              <a:lin ang="5400000" scaled="1"/>
            </a:gradFill>
            <a:ln w="12700">
              <a:gradFill>
                <a:gsLst>
                  <a:gs pos="0">
                    <a:schemeClr val="accent1">
                      <a:lumMod val="5000"/>
                      <a:lumOff val="95000"/>
                      <a:alpha val="0"/>
                    </a:schemeClr>
                  </a:gs>
                  <a:gs pos="74000">
                    <a:schemeClr val="accent3">
                      <a:lumMod val="25000"/>
                      <a:lumOff val="75000"/>
                    </a:schemeClr>
                  </a:gs>
                  <a:gs pos="83000">
                    <a:schemeClr val="accent3">
                      <a:lumMod val="10000"/>
                      <a:lumOff val="90000"/>
                    </a:schemeClr>
                  </a:gs>
                  <a:gs pos="100000">
                    <a:schemeClr val="accent3">
                      <a:lumMod val="10000"/>
                      <a:lumOff val="9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latin typeface="+mj-lt"/>
              </a:endParaRPr>
            </a:p>
          </p:txBody>
        </p:sp>
      </p:grpSp>
      <p:grpSp>
        <p:nvGrpSpPr>
          <p:cNvPr id="127" name="Group 126">
            <a:extLst>
              <a:ext uri="{FF2B5EF4-FFF2-40B4-BE49-F238E27FC236}">
                <a16:creationId xmlns:a16="http://schemas.microsoft.com/office/drawing/2014/main" id="{BACB7A03-9B04-4915-D67F-9832D0B800B0}"/>
              </a:ext>
            </a:extLst>
          </p:cNvPr>
          <p:cNvGrpSpPr/>
          <p:nvPr/>
        </p:nvGrpSpPr>
        <p:grpSpPr>
          <a:xfrm>
            <a:off x="4202668" y="5370240"/>
            <a:ext cx="8374586" cy="936025"/>
            <a:chOff x="3306404" y="5301331"/>
            <a:chExt cx="8374586" cy="936025"/>
          </a:xfrm>
        </p:grpSpPr>
        <p:sp>
          <p:nvSpPr>
            <p:cNvPr id="168" name="TextBox 167">
              <a:extLst>
                <a:ext uri="{FF2B5EF4-FFF2-40B4-BE49-F238E27FC236}">
                  <a16:creationId xmlns:a16="http://schemas.microsoft.com/office/drawing/2014/main" id="{94082A32-0D73-3A2B-2663-D2ECC7B9A6F6}"/>
                </a:ext>
              </a:extLst>
            </p:cNvPr>
            <p:cNvSpPr txBox="1"/>
            <p:nvPr/>
          </p:nvSpPr>
          <p:spPr>
            <a:xfrm>
              <a:off x="4109987" y="5301331"/>
              <a:ext cx="7571003" cy="9360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OUTCOMES</a:t>
              </a:r>
              <a:endParaRPr kumimoji="0" lang="en-US" sz="1200" b="1" i="0" u="none" strike="noStrike" kern="1200" cap="none" spc="0" normalizeH="0" baseline="0" noProof="0">
                <a:ln>
                  <a:noFill/>
                </a:ln>
                <a:solidFill>
                  <a:srgbClr val="FFFFFF"/>
                </a:solidFill>
                <a:effectLst/>
                <a:uLnTx/>
                <a:uFillTx/>
                <a:latin typeface="Ubuntu"/>
                <a:ea typeface="+mn-ea"/>
                <a:cs typeface="+mn-cs"/>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Ubuntu"/>
                  <a:ea typeface="Helvetica Neue Light" panose="02000403000000020004" pitchFamily="2" charset="0"/>
                  <a:cs typeface="Helvetica Neue" panose="02000503000000020004" pitchFamily="2" charset="0"/>
                  <a:sym typeface="Open Sans Light"/>
                </a:rPr>
                <a:t>Organizational ambition linked with To-Be Organizational model </a:t>
              </a:r>
              <a:endParaRPr lang="en-US" sz="1200">
                <a:solidFill>
                  <a:srgbClr val="FFFFFF"/>
                </a:solidFill>
                <a:latin typeface="Ubuntu"/>
                <a:ea typeface="Helvetica Neue Light" panose="02000403000000020004" pitchFamily="2" charset="0"/>
                <a:cs typeface="Helvetica Neue" panose="02000503000000020004" pitchFamily="2" charset="0"/>
                <a:sym typeface="Open Sans Light"/>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Ubuntu"/>
                  <a:ea typeface="Helvetica Neue Light" panose="02000403000000020004" pitchFamily="2" charset="0"/>
                  <a:cs typeface="Helvetica Neue" panose="02000503000000020004" pitchFamily="2" charset="0"/>
                  <a:sym typeface="Open Sans Light"/>
                </a:rPr>
                <a:t>Prioritized action items</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Ubuntu"/>
                  <a:ea typeface="Helvetica Neue Light" panose="02000403000000020004" pitchFamily="2" charset="0"/>
                  <a:cs typeface="Helvetica Neue" panose="02000503000000020004" pitchFamily="2" charset="0"/>
                  <a:sym typeface="Open Sans Light"/>
                </a:rPr>
                <a:t>Transformation Approach incl. defined Minimum viable Organization</a:t>
              </a:r>
            </a:p>
          </p:txBody>
        </p:sp>
        <p:grpSp>
          <p:nvGrpSpPr>
            <p:cNvPr id="137" name="Graphic 13">
              <a:extLst>
                <a:ext uri="{FF2B5EF4-FFF2-40B4-BE49-F238E27FC236}">
                  <a16:creationId xmlns:a16="http://schemas.microsoft.com/office/drawing/2014/main" id="{AB1F4BF1-F0FC-5FBE-34A8-611A8183B6D0}"/>
                </a:ext>
              </a:extLst>
            </p:cNvPr>
            <p:cNvGrpSpPr>
              <a:grpSpLocks noChangeAspect="1"/>
            </p:cNvGrpSpPr>
            <p:nvPr/>
          </p:nvGrpSpPr>
          <p:grpSpPr>
            <a:xfrm>
              <a:off x="3306404" y="5505284"/>
              <a:ext cx="431328" cy="497341"/>
              <a:chOff x="5864412" y="3152586"/>
              <a:chExt cx="463177" cy="463177"/>
            </a:xfrm>
            <a:solidFill>
              <a:schemeClr val="bg2"/>
            </a:solidFill>
          </p:grpSpPr>
          <p:sp>
            <p:nvSpPr>
              <p:cNvPr id="138" name="Freeform: Shape 137">
                <a:extLst>
                  <a:ext uri="{FF2B5EF4-FFF2-40B4-BE49-F238E27FC236}">
                    <a16:creationId xmlns:a16="http://schemas.microsoft.com/office/drawing/2014/main" id="{E18787F0-1C8E-C4B4-F550-ABEFB125D9F7}"/>
                  </a:ext>
                </a:extLst>
              </p:cNvPr>
              <p:cNvSpPr/>
              <p:nvPr/>
            </p:nvSpPr>
            <p:spPr>
              <a:xfrm>
                <a:off x="5864412" y="3152586"/>
                <a:ext cx="463177" cy="463177"/>
              </a:xfrm>
              <a:custGeom>
                <a:avLst/>
                <a:gdLst>
                  <a:gd name="connsiteX0" fmla="*/ 442743 w 463177"/>
                  <a:gd name="connsiteY0" fmla="*/ 54491 h 463177"/>
                  <a:gd name="connsiteX1" fmla="*/ 381440 w 463177"/>
                  <a:gd name="connsiteY1" fmla="*/ 54491 h 463177"/>
                  <a:gd name="connsiteX2" fmla="*/ 381440 w 463177"/>
                  <a:gd name="connsiteY2" fmla="*/ 20434 h 463177"/>
                  <a:gd name="connsiteX3" fmla="*/ 360869 w 463177"/>
                  <a:gd name="connsiteY3" fmla="*/ 0 h 463177"/>
                  <a:gd name="connsiteX4" fmla="*/ 20298 w 463177"/>
                  <a:gd name="connsiteY4" fmla="*/ 0 h 463177"/>
                  <a:gd name="connsiteX5" fmla="*/ 0 w 463177"/>
                  <a:gd name="connsiteY5" fmla="*/ 20434 h 463177"/>
                  <a:gd name="connsiteX6" fmla="*/ 0 w 463177"/>
                  <a:gd name="connsiteY6" fmla="*/ 401874 h 463177"/>
                  <a:gd name="connsiteX7" fmla="*/ 20571 w 463177"/>
                  <a:gd name="connsiteY7" fmla="*/ 422308 h 463177"/>
                  <a:gd name="connsiteX8" fmla="*/ 81737 w 463177"/>
                  <a:gd name="connsiteY8" fmla="*/ 422308 h 463177"/>
                  <a:gd name="connsiteX9" fmla="*/ 81737 w 463177"/>
                  <a:gd name="connsiteY9" fmla="*/ 442743 h 463177"/>
                  <a:gd name="connsiteX10" fmla="*/ 102171 w 463177"/>
                  <a:gd name="connsiteY10" fmla="*/ 463177 h 463177"/>
                  <a:gd name="connsiteX11" fmla="*/ 442743 w 463177"/>
                  <a:gd name="connsiteY11" fmla="*/ 463177 h 463177"/>
                  <a:gd name="connsiteX12" fmla="*/ 463177 w 463177"/>
                  <a:gd name="connsiteY12" fmla="*/ 442743 h 463177"/>
                  <a:gd name="connsiteX13" fmla="*/ 463177 w 463177"/>
                  <a:gd name="connsiteY13" fmla="*/ 74926 h 463177"/>
                  <a:gd name="connsiteX14" fmla="*/ 442743 w 463177"/>
                  <a:gd name="connsiteY14" fmla="*/ 54491 h 463177"/>
                  <a:gd name="connsiteX15" fmla="*/ 13623 w 463177"/>
                  <a:gd name="connsiteY15" fmla="*/ 401874 h 463177"/>
                  <a:gd name="connsiteX16" fmla="*/ 13623 w 463177"/>
                  <a:gd name="connsiteY16" fmla="*/ 20434 h 463177"/>
                  <a:gd name="connsiteX17" fmla="*/ 20433 w 463177"/>
                  <a:gd name="connsiteY17" fmla="*/ 13621 h 463177"/>
                  <a:gd name="connsiteX18" fmla="*/ 20571 w 463177"/>
                  <a:gd name="connsiteY18" fmla="*/ 13623 h 463177"/>
                  <a:gd name="connsiteX19" fmla="*/ 361142 w 463177"/>
                  <a:gd name="connsiteY19" fmla="*/ 13623 h 463177"/>
                  <a:gd name="connsiteX20" fmla="*/ 368088 w 463177"/>
                  <a:gd name="connsiteY20" fmla="*/ 20297 h 463177"/>
                  <a:gd name="connsiteX21" fmla="*/ 368090 w 463177"/>
                  <a:gd name="connsiteY21" fmla="*/ 20434 h 463177"/>
                  <a:gd name="connsiteX22" fmla="*/ 368090 w 463177"/>
                  <a:gd name="connsiteY22" fmla="*/ 401874 h 463177"/>
                  <a:gd name="connsiteX23" fmla="*/ 361142 w 463177"/>
                  <a:gd name="connsiteY23" fmla="*/ 408822 h 463177"/>
                  <a:gd name="connsiteX24" fmla="*/ 20571 w 463177"/>
                  <a:gd name="connsiteY24" fmla="*/ 408822 h 463177"/>
                  <a:gd name="connsiteX25" fmla="*/ 13623 w 463177"/>
                  <a:gd name="connsiteY25" fmla="*/ 401874 h 463177"/>
                  <a:gd name="connsiteX26" fmla="*/ 449554 w 463177"/>
                  <a:gd name="connsiteY26" fmla="*/ 442743 h 463177"/>
                  <a:gd name="connsiteX27" fmla="*/ 442743 w 463177"/>
                  <a:gd name="connsiteY27" fmla="*/ 449690 h 463177"/>
                  <a:gd name="connsiteX28" fmla="*/ 102171 w 463177"/>
                  <a:gd name="connsiteY28" fmla="*/ 449690 h 463177"/>
                  <a:gd name="connsiteX29" fmla="*/ 95360 w 463177"/>
                  <a:gd name="connsiteY29" fmla="*/ 442743 h 463177"/>
                  <a:gd name="connsiteX30" fmla="*/ 95360 w 463177"/>
                  <a:gd name="connsiteY30" fmla="*/ 422308 h 463177"/>
                  <a:gd name="connsiteX31" fmla="*/ 360869 w 463177"/>
                  <a:gd name="connsiteY31" fmla="*/ 422308 h 463177"/>
                  <a:gd name="connsiteX32" fmla="*/ 381440 w 463177"/>
                  <a:gd name="connsiteY32" fmla="*/ 401874 h 463177"/>
                  <a:gd name="connsiteX33" fmla="*/ 381440 w 463177"/>
                  <a:gd name="connsiteY33" fmla="*/ 68114 h 463177"/>
                  <a:gd name="connsiteX34" fmla="*/ 442743 w 463177"/>
                  <a:gd name="connsiteY34" fmla="*/ 68114 h 463177"/>
                  <a:gd name="connsiteX35" fmla="*/ 449554 w 463177"/>
                  <a:gd name="connsiteY35" fmla="*/ 74926 h 46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63177" h="463177">
                    <a:moveTo>
                      <a:pt x="442743" y="54491"/>
                    </a:moveTo>
                    <a:lnTo>
                      <a:pt x="381440" y="54491"/>
                    </a:lnTo>
                    <a:lnTo>
                      <a:pt x="381440" y="20434"/>
                    </a:lnTo>
                    <a:cubicBezTo>
                      <a:pt x="381365" y="9127"/>
                      <a:pt x="372178" y="0"/>
                      <a:pt x="360869" y="0"/>
                    </a:cubicBezTo>
                    <a:lnTo>
                      <a:pt x="20298" y="0"/>
                    </a:lnTo>
                    <a:cubicBezTo>
                      <a:pt x="9097" y="148"/>
                      <a:pt x="73" y="9232"/>
                      <a:pt x="0" y="20434"/>
                    </a:cubicBezTo>
                    <a:lnTo>
                      <a:pt x="0" y="401874"/>
                    </a:lnTo>
                    <a:cubicBezTo>
                      <a:pt x="148" y="413151"/>
                      <a:pt x="9293" y="422235"/>
                      <a:pt x="20571" y="422308"/>
                    </a:cubicBezTo>
                    <a:lnTo>
                      <a:pt x="81737" y="422308"/>
                    </a:lnTo>
                    <a:lnTo>
                      <a:pt x="81737" y="442743"/>
                    </a:lnTo>
                    <a:cubicBezTo>
                      <a:pt x="81811" y="453998"/>
                      <a:pt x="90917" y="463102"/>
                      <a:pt x="102171" y="463177"/>
                    </a:cubicBezTo>
                    <a:lnTo>
                      <a:pt x="442743" y="463177"/>
                    </a:lnTo>
                    <a:cubicBezTo>
                      <a:pt x="453998" y="463102"/>
                      <a:pt x="463102" y="453998"/>
                      <a:pt x="463177" y="442743"/>
                    </a:cubicBezTo>
                    <a:lnTo>
                      <a:pt x="463177" y="74926"/>
                    </a:lnTo>
                    <a:cubicBezTo>
                      <a:pt x="463102" y="63671"/>
                      <a:pt x="453998" y="54566"/>
                      <a:pt x="442743" y="54491"/>
                    </a:cubicBezTo>
                    <a:close/>
                    <a:moveTo>
                      <a:pt x="13623" y="401874"/>
                    </a:moveTo>
                    <a:lnTo>
                      <a:pt x="13623" y="20434"/>
                    </a:lnTo>
                    <a:cubicBezTo>
                      <a:pt x="13622" y="16672"/>
                      <a:pt x="16671" y="13622"/>
                      <a:pt x="20433" y="13621"/>
                    </a:cubicBezTo>
                    <a:cubicBezTo>
                      <a:pt x="20479" y="13621"/>
                      <a:pt x="20525" y="13622"/>
                      <a:pt x="20571" y="13623"/>
                    </a:cubicBezTo>
                    <a:lnTo>
                      <a:pt x="361142" y="13623"/>
                    </a:lnTo>
                    <a:cubicBezTo>
                      <a:pt x="364903" y="13548"/>
                      <a:pt x="368013" y="16536"/>
                      <a:pt x="368088" y="20297"/>
                    </a:cubicBezTo>
                    <a:cubicBezTo>
                      <a:pt x="368090" y="20343"/>
                      <a:pt x="368090" y="20388"/>
                      <a:pt x="368090" y="20434"/>
                    </a:cubicBezTo>
                    <a:lnTo>
                      <a:pt x="368090" y="401874"/>
                    </a:lnTo>
                    <a:cubicBezTo>
                      <a:pt x="368090" y="405712"/>
                      <a:pt x="364979" y="408822"/>
                      <a:pt x="361142" y="408822"/>
                    </a:cubicBezTo>
                    <a:lnTo>
                      <a:pt x="20571" y="408822"/>
                    </a:lnTo>
                    <a:cubicBezTo>
                      <a:pt x="16733" y="408822"/>
                      <a:pt x="13623" y="405712"/>
                      <a:pt x="13623" y="401874"/>
                    </a:cubicBezTo>
                    <a:close/>
                    <a:moveTo>
                      <a:pt x="449554" y="442743"/>
                    </a:moveTo>
                    <a:cubicBezTo>
                      <a:pt x="449556" y="446527"/>
                      <a:pt x="446527" y="449617"/>
                      <a:pt x="442743" y="449690"/>
                    </a:cubicBezTo>
                    <a:lnTo>
                      <a:pt x="102171" y="449690"/>
                    </a:lnTo>
                    <a:cubicBezTo>
                      <a:pt x="98388" y="449617"/>
                      <a:pt x="95359" y="446527"/>
                      <a:pt x="95360" y="442743"/>
                    </a:cubicBezTo>
                    <a:lnTo>
                      <a:pt x="95360" y="422308"/>
                    </a:lnTo>
                    <a:lnTo>
                      <a:pt x="360869" y="422308"/>
                    </a:lnTo>
                    <a:cubicBezTo>
                      <a:pt x="372146" y="422235"/>
                      <a:pt x="381291" y="413151"/>
                      <a:pt x="381440" y="401874"/>
                    </a:cubicBezTo>
                    <a:lnTo>
                      <a:pt x="381440" y="68114"/>
                    </a:lnTo>
                    <a:lnTo>
                      <a:pt x="442743" y="68114"/>
                    </a:lnTo>
                    <a:cubicBezTo>
                      <a:pt x="446474" y="68187"/>
                      <a:pt x="449482" y="71194"/>
                      <a:pt x="449554" y="74926"/>
                    </a:cubicBezTo>
                    <a:close/>
                  </a:path>
                </a:pathLst>
              </a:custGeom>
              <a:grpFill/>
              <a:ln w="13447" cap="flat">
                <a:solidFill>
                  <a:schemeClr val="accent1"/>
                </a:solidFill>
                <a:prstDash val="solid"/>
                <a:miter/>
              </a:ln>
            </p:spPr>
            <p:txBody>
              <a:bodyPr rtlCol="0" anchor="ctr"/>
              <a:lstStyle/>
              <a:p>
                <a:endParaRPr lang="de-DE"/>
              </a:p>
            </p:txBody>
          </p:sp>
          <p:sp>
            <p:nvSpPr>
              <p:cNvPr id="139" name="Freeform: Shape 138">
                <a:extLst>
                  <a:ext uri="{FF2B5EF4-FFF2-40B4-BE49-F238E27FC236}">
                    <a16:creationId xmlns:a16="http://schemas.microsoft.com/office/drawing/2014/main" id="{E108A46D-8A2D-4B36-D3A6-F3D98C438875}"/>
                  </a:ext>
                </a:extLst>
              </p:cNvPr>
              <p:cNvSpPr/>
              <p:nvPr/>
            </p:nvSpPr>
            <p:spPr>
              <a:xfrm>
                <a:off x="5917269" y="3234323"/>
                <a:ext cx="258834" cy="13623"/>
              </a:xfrm>
              <a:custGeom>
                <a:avLst/>
                <a:gdLst>
                  <a:gd name="connsiteX0" fmla="*/ 260469 w 258834"/>
                  <a:gd name="connsiteY0" fmla="*/ 13623 h 13622"/>
                  <a:gd name="connsiteX1" fmla="*/ 6811 w 258834"/>
                  <a:gd name="connsiteY1" fmla="*/ 13623 h 13622"/>
                  <a:gd name="connsiteX2" fmla="*/ 0 w 258834"/>
                  <a:gd name="connsiteY2" fmla="*/ 6811 h 13622"/>
                  <a:gd name="connsiteX3" fmla="*/ 6811 w 258834"/>
                  <a:gd name="connsiteY3" fmla="*/ 0 h 13622"/>
                  <a:gd name="connsiteX4" fmla="*/ 260469 w 258834"/>
                  <a:gd name="connsiteY4" fmla="*/ 0 h 13622"/>
                  <a:gd name="connsiteX5" fmla="*/ 267280 w 258834"/>
                  <a:gd name="connsiteY5" fmla="*/ 6811 h 13622"/>
                  <a:gd name="connsiteX6" fmla="*/ 260469 w 258834"/>
                  <a:gd name="connsiteY6" fmla="*/ 13623 h 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834" h="13622">
                    <a:moveTo>
                      <a:pt x="260469" y="13623"/>
                    </a:moveTo>
                    <a:lnTo>
                      <a:pt x="6811" y="13623"/>
                    </a:lnTo>
                    <a:cubicBezTo>
                      <a:pt x="3080" y="13550"/>
                      <a:pt x="72" y="10543"/>
                      <a:pt x="0" y="6811"/>
                    </a:cubicBezTo>
                    <a:cubicBezTo>
                      <a:pt x="0" y="3050"/>
                      <a:pt x="3050" y="0"/>
                      <a:pt x="6811" y="0"/>
                    </a:cubicBezTo>
                    <a:lnTo>
                      <a:pt x="260469" y="0"/>
                    </a:lnTo>
                    <a:cubicBezTo>
                      <a:pt x="264230" y="0"/>
                      <a:pt x="267280" y="3050"/>
                      <a:pt x="267280" y="6811"/>
                    </a:cubicBezTo>
                    <a:cubicBezTo>
                      <a:pt x="267208" y="10543"/>
                      <a:pt x="264200" y="13550"/>
                      <a:pt x="260469" y="13623"/>
                    </a:cubicBezTo>
                    <a:close/>
                  </a:path>
                </a:pathLst>
              </a:custGeom>
              <a:grpFill/>
              <a:ln w="13447" cap="flat">
                <a:solidFill>
                  <a:schemeClr val="accent1"/>
                </a:solidFill>
                <a:prstDash val="solid"/>
                <a:miter/>
              </a:ln>
            </p:spPr>
            <p:txBody>
              <a:bodyPr rtlCol="0" anchor="ctr"/>
              <a:lstStyle/>
              <a:p>
                <a:endParaRPr lang="de-DE"/>
              </a:p>
            </p:txBody>
          </p:sp>
          <p:sp>
            <p:nvSpPr>
              <p:cNvPr id="140" name="Freeform: Shape 139">
                <a:extLst>
                  <a:ext uri="{FF2B5EF4-FFF2-40B4-BE49-F238E27FC236}">
                    <a16:creationId xmlns:a16="http://schemas.microsoft.com/office/drawing/2014/main" id="{8F711642-F6C0-2939-5769-CFEBBC31B312}"/>
                  </a:ext>
                </a:extLst>
              </p:cNvPr>
              <p:cNvSpPr/>
              <p:nvPr/>
            </p:nvSpPr>
            <p:spPr>
              <a:xfrm>
                <a:off x="5917269" y="3397797"/>
                <a:ext cx="258834" cy="13623"/>
              </a:xfrm>
              <a:custGeom>
                <a:avLst/>
                <a:gdLst>
                  <a:gd name="connsiteX0" fmla="*/ 260469 w 258834"/>
                  <a:gd name="connsiteY0" fmla="*/ 13623 h 13622"/>
                  <a:gd name="connsiteX1" fmla="*/ 6811 w 258834"/>
                  <a:gd name="connsiteY1" fmla="*/ 13623 h 13622"/>
                  <a:gd name="connsiteX2" fmla="*/ 0 w 258834"/>
                  <a:gd name="connsiteY2" fmla="*/ 6811 h 13622"/>
                  <a:gd name="connsiteX3" fmla="*/ 6811 w 258834"/>
                  <a:gd name="connsiteY3" fmla="*/ 0 h 13622"/>
                  <a:gd name="connsiteX4" fmla="*/ 260469 w 258834"/>
                  <a:gd name="connsiteY4" fmla="*/ 0 h 13622"/>
                  <a:gd name="connsiteX5" fmla="*/ 267280 w 258834"/>
                  <a:gd name="connsiteY5" fmla="*/ 6811 h 13622"/>
                  <a:gd name="connsiteX6" fmla="*/ 260469 w 258834"/>
                  <a:gd name="connsiteY6" fmla="*/ 13623 h 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834" h="13622">
                    <a:moveTo>
                      <a:pt x="260469" y="13623"/>
                    </a:moveTo>
                    <a:lnTo>
                      <a:pt x="6811" y="13623"/>
                    </a:lnTo>
                    <a:cubicBezTo>
                      <a:pt x="3050" y="13623"/>
                      <a:pt x="0" y="10573"/>
                      <a:pt x="0" y="6811"/>
                    </a:cubicBezTo>
                    <a:cubicBezTo>
                      <a:pt x="0" y="3050"/>
                      <a:pt x="3050" y="0"/>
                      <a:pt x="6811" y="0"/>
                    </a:cubicBezTo>
                    <a:lnTo>
                      <a:pt x="260469" y="0"/>
                    </a:lnTo>
                    <a:cubicBezTo>
                      <a:pt x="264230" y="0"/>
                      <a:pt x="267280" y="3050"/>
                      <a:pt x="267280" y="6811"/>
                    </a:cubicBezTo>
                    <a:cubicBezTo>
                      <a:pt x="267280" y="10573"/>
                      <a:pt x="264230" y="13623"/>
                      <a:pt x="260469" y="13623"/>
                    </a:cubicBezTo>
                    <a:close/>
                  </a:path>
                </a:pathLst>
              </a:custGeom>
              <a:grpFill/>
              <a:ln w="13447" cap="flat">
                <a:solidFill>
                  <a:schemeClr val="accent1"/>
                </a:solidFill>
                <a:prstDash val="solid"/>
                <a:miter/>
              </a:ln>
            </p:spPr>
            <p:txBody>
              <a:bodyPr rtlCol="0" anchor="ctr"/>
              <a:lstStyle/>
              <a:p>
                <a:endParaRPr lang="de-DE"/>
              </a:p>
            </p:txBody>
          </p:sp>
          <p:sp>
            <p:nvSpPr>
              <p:cNvPr id="141" name="Freeform: Shape 140">
                <a:extLst>
                  <a:ext uri="{FF2B5EF4-FFF2-40B4-BE49-F238E27FC236}">
                    <a16:creationId xmlns:a16="http://schemas.microsoft.com/office/drawing/2014/main" id="{3DDFBDF6-A7C5-558C-8F38-272D0CC84F63}"/>
                  </a:ext>
                </a:extLst>
              </p:cNvPr>
              <p:cNvSpPr/>
              <p:nvPr/>
            </p:nvSpPr>
            <p:spPr>
              <a:xfrm>
                <a:off x="5917132" y="3316060"/>
                <a:ext cx="204343" cy="13623"/>
              </a:xfrm>
              <a:custGeom>
                <a:avLst/>
                <a:gdLst>
                  <a:gd name="connsiteX0" fmla="*/ 205160 w 204342"/>
                  <a:gd name="connsiteY0" fmla="*/ 13623 h 13622"/>
                  <a:gd name="connsiteX1" fmla="*/ 6811 w 204342"/>
                  <a:gd name="connsiteY1" fmla="*/ 13623 h 13622"/>
                  <a:gd name="connsiteX2" fmla="*/ 0 w 204342"/>
                  <a:gd name="connsiteY2" fmla="*/ 6811 h 13622"/>
                  <a:gd name="connsiteX3" fmla="*/ 6811 w 204342"/>
                  <a:gd name="connsiteY3" fmla="*/ 0 h 13622"/>
                  <a:gd name="connsiteX4" fmla="*/ 205160 w 204342"/>
                  <a:gd name="connsiteY4" fmla="*/ 0 h 13622"/>
                  <a:gd name="connsiteX5" fmla="*/ 211972 w 204342"/>
                  <a:gd name="connsiteY5" fmla="*/ 6811 h 13622"/>
                  <a:gd name="connsiteX6" fmla="*/ 205160 w 204342"/>
                  <a:gd name="connsiteY6" fmla="*/ 13623 h 1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342" h="13622">
                    <a:moveTo>
                      <a:pt x="205160" y="13623"/>
                    </a:moveTo>
                    <a:lnTo>
                      <a:pt x="6811" y="13623"/>
                    </a:lnTo>
                    <a:cubicBezTo>
                      <a:pt x="3050" y="13623"/>
                      <a:pt x="0" y="10573"/>
                      <a:pt x="0" y="6811"/>
                    </a:cubicBezTo>
                    <a:cubicBezTo>
                      <a:pt x="0" y="3050"/>
                      <a:pt x="3050" y="0"/>
                      <a:pt x="6811" y="0"/>
                    </a:cubicBezTo>
                    <a:lnTo>
                      <a:pt x="205160" y="0"/>
                    </a:lnTo>
                    <a:cubicBezTo>
                      <a:pt x="208921" y="0"/>
                      <a:pt x="211972" y="3050"/>
                      <a:pt x="211972" y="6811"/>
                    </a:cubicBezTo>
                    <a:cubicBezTo>
                      <a:pt x="211972" y="10573"/>
                      <a:pt x="208921" y="13623"/>
                      <a:pt x="205160" y="13623"/>
                    </a:cubicBezTo>
                    <a:close/>
                  </a:path>
                </a:pathLst>
              </a:custGeom>
              <a:grpFill/>
              <a:ln w="13447" cap="flat">
                <a:solidFill>
                  <a:schemeClr val="accent1"/>
                </a:solidFill>
                <a:prstDash val="solid"/>
                <a:miter/>
              </a:ln>
            </p:spPr>
            <p:txBody>
              <a:bodyPr rtlCol="0" anchor="ctr"/>
              <a:lstStyle/>
              <a:p>
                <a:endParaRPr lang="de-DE"/>
              </a:p>
            </p:txBody>
          </p:sp>
        </p:grpSp>
      </p:grpSp>
      <p:grpSp>
        <p:nvGrpSpPr>
          <p:cNvPr id="131" name="Group 130">
            <a:extLst>
              <a:ext uri="{FF2B5EF4-FFF2-40B4-BE49-F238E27FC236}">
                <a16:creationId xmlns:a16="http://schemas.microsoft.com/office/drawing/2014/main" id="{DE238222-6E7D-6D86-4E8A-626FCE1948C7}"/>
              </a:ext>
            </a:extLst>
          </p:cNvPr>
          <p:cNvGrpSpPr>
            <a:grpSpLocks noChangeAspect="1"/>
          </p:cNvGrpSpPr>
          <p:nvPr/>
        </p:nvGrpSpPr>
        <p:grpSpPr>
          <a:xfrm rot="5400000" flipV="1">
            <a:off x="3545727" y="5676109"/>
            <a:ext cx="487059" cy="360000"/>
            <a:chOff x="2737828" y="4238020"/>
            <a:chExt cx="320537" cy="204436"/>
          </a:xfrm>
          <a:gradFill>
            <a:gsLst>
              <a:gs pos="0">
                <a:srgbClr val="12ABDB">
                  <a:lumMod val="50000"/>
                </a:srgbClr>
              </a:gs>
              <a:gs pos="0">
                <a:srgbClr val="12ABDB">
                  <a:lumMod val="75000"/>
                </a:srgbClr>
              </a:gs>
              <a:gs pos="100000">
                <a:srgbClr val="0070AD">
                  <a:lumMod val="50000"/>
                </a:srgbClr>
              </a:gs>
              <a:gs pos="100000">
                <a:srgbClr val="0070AD">
                  <a:lumMod val="60000"/>
                  <a:lumOff val="40000"/>
                </a:srgbClr>
              </a:gs>
            </a:gsLst>
            <a:lin ang="5400000" scaled="1"/>
          </a:gradFill>
        </p:grpSpPr>
        <p:sp>
          <p:nvSpPr>
            <p:cNvPr id="142" name="Chevron 14">
              <a:extLst>
                <a:ext uri="{FF2B5EF4-FFF2-40B4-BE49-F238E27FC236}">
                  <a16:creationId xmlns:a16="http://schemas.microsoft.com/office/drawing/2014/main" id="{90CB39D7-7BF8-0D6C-35E0-D762B4AF61D7}"/>
                </a:ext>
              </a:extLst>
            </p:cNvPr>
            <p:cNvSpPr/>
            <p:nvPr/>
          </p:nvSpPr>
          <p:spPr bwMode="gray">
            <a:xfrm rot="5400000" flipV="1">
              <a:off x="2844460" y="4167693"/>
              <a:ext cx="107274" cy="247927"/>
            </a:xfrm>
            <a:prstGeom prst="chevron">
              <a:avLst/>
            </a:prstGeom>
            <a:grpFill/>
            <a:ln w="9525" cap="flat" cmpd="sng" algn="ctr">
              <a:noFill/>
              <a:prstDash val="solid"/>
            </a:ln>
            <a:effectLst/>
          </p:spPr>
          <p:txBody>
            <a:bodyPr rtlCol="0" anchor="ctr"/>
            <a:lstStyle>
              <a:defPPr>
                <a:defRPr lang="pt-PT"/>
              </a:defPPr>
              <a:lvl1pPr marL="0" algn="l" defTabSz="914400" rtl="0" eaLnBrk="1" latinLnBrk="0" hangingPunct="1">
                <a:defRPr sz="1800" kern="1200">
                  <a:solidFill>
                    <a:sysClr val="windowText" lastClr="000000"/>
                  </a:solidFill>
                  <a:latin typeface="Ubuntu"/>
                </a:defRPr>
              </a:lvl1pPr>
              <a:lvl2pPr marL="457200" algn="l" defTabSz="914400" rtl="0" eaLnBrk="1" latinLnBrk="0" hangingPunct="1">
                <a:defRPr sz="1800" kern="1200">
                  <a:solidFill>
                    <a:sysClr val="windowText" lastClr="000000"/>
                  </a:solidFill>
                  <a:latin typeface="Ubuntu"/>
                </a:defRPr>
              </a:lvl2pPr>
              <a:lvl3pPr marL="914400" algn="l" defTabSz="914400" rtl="0" eaLnBrk="1" latinLnBrk="0" hangingPunct="1">
                <a:defRPr sz="1800" kern="1200">
                  <a:solidFill>
                    <a:sysClr val="windowText" lastClr="000000"/>
                  </a:solidFill>
                  <a:latin typeface="Ubuntu"/>
                </a:defRPr>
              </a:lvl3pPr>
              <a:lvl4pPr marL="1371600" algn="l" defTabSz="914400" rtl="0" eaLnBrk="1" latinLnBrk="0" hangingPunct="1">
                <a:defRPr sz="1800" kern="1200">
                  <a:solidFill>
                    <a:sysClr val="windowText" lastClr="000000"/>
                  </a:solidFill>
                  <a:latin typeface="Ubuntu"/>
                </a:defRPr>
              </a:lvl4pPr>
              <a:lvl5pPr marL="1828800" algn="l" defTabSz="914400" rtl="0" eaLnBrk="1" latinLnBrk="0" hangingPunct="1">
                <a:defRPr sz="1800" kern="1200">
                  <a:solidFill>
                    <a:sysClr val="windowText" lastClr="000000"/>
                  </a:solidFill>
                  <a:latin typeface="Ubuntu"/>
                </a:defRPr>
              </a:lvl5pPr>
              <a:lvl6pPr marL="2286000" algn="l" defTabSz="914400" rtl="0" eaLnBrk="1" latinLnBrk="0" hangingPunct="1">
                <a:defRPr sz="1800" kern="1200">
                  <a:solidFill>
                    <a:sysClr val="windowText" lastClr="000000"/>
                  </a:solidFill>
                  <a:latin typeface="Ubuntu"/>
                </a:defRPr>
              </a:lvl6pPr>
              <a:lvl7pPr marL="2743200" algn="l" defTabSz="914400" rtl="0" eaLnBrk="1" latinLnBrk="0" hangingPunct="1">
                <a:defRPr sz="1800" kern="1200">
                  <a:solidFill>
                    <a:sysClr val="windowText" lastClr="000000"/>
                  </a:solidFill>
                  <a:latin typeface="Ubuntu"/>
                </a:defRPr>
              </a:lvl7pPr>
              <a:lvl8pPr marL="3200400" algn="l" defTabSz="914400" rtl="0" eaLnBrk="1" latinLnBrk="0" hangingPunct="1">
                <a:defRPr sz="1800" kern="1200">
                  <a:solidFill>
                    <a:sysClr val="windowText" lastClr="000000"/>
                  </a:solidFill>
                  <a:latin typeface="Ubuntu"/>
                </a:defRPr>
              </a:lvl8pPr>
              <a:lvl9pPr marL="3657600" algn="l" defTabSz="914400" rtl="0" eaLnBrk="1" latinLnBrk="0" hangingPunct="1">
                <a:defRPr sz="1800" kern="1200">
                  <a:solidFill>
                    <a:sysClr val="windowText" lastClr="000000"/>
                  </a:solidFill>
                  <a:latin typeface="Ubuntu"/>
                </a:defRPr>
              </a:lvl9pP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latin typeface="BundesSans Office" panose="020B0002030500000203" pitchFamily="34" charset="0"/>
                <a:ea typeface="ＭＳ Ｐゴシック"/>
              </a:endParaRPr>
            </a:p>
          </p:txBody>
        </p:sp>
        <p:sp>
          <p:nvSpPr>
            <p:cNvPr id="143" name="Chevron 15">
              <a:extLst>
                <a:ext uri="{FF2B5EF4-FFF2-40B4-BE49-F238E27FC236}">
                  <a16:creationId xmlns:a16="http://schemas.microsoft.com/office/drawing/2014/main" id="{E5252718-A417-6C2A-5942-7D7E45805B58}"/>
                </a:ext>
              </a:extLst>
            </p:cNvPr>
            <p:cNvSpPr/>
            <p:nvPr/>
          </p:nvSpPr>
          <p:spPr bwMode="gray">
            <a:xfrm rot="5400000">
              <a:off x="2828751" y="4212841"/>
              <a:ext cx="138692" cy="320537"/>
            </a:xfrm>
            <a:prstGeom prst="chevron">
              <a:avLst/>
            </a:prstGeom>
            <a:grpFill/>
            <a:ln w="9525" cap="flat" cmpd="sng" algn="ctr">
              <a:noFill/>
              <a:prstDash val="solid"/>
            </a:ln>
            <a:effectLst/>
          </p:spPr>
          <p:txBody>
            <a:bodyPr rtlCol="0" anchor="ctr"/>
            <a:lstStyle>
              <a:defPPr>
                <a:defRPr lang="pt-PT"/>
              </a:defPPr>
              <a:lvl1pPr marL="0" algn="l" defTabSz="914400" rtl="0" eaLnBrk="1" latinLnBrk="0" hangingPunct="1">
                <a:defRPr sz="1800" kern="1200">
                  <a:solidFill>
                    <a:sysClr val="windowText" lastClr="000000"/>
                  </a:solidFill>
                  <a:latin typeface="Ubuntu"/>
                </a:defRPr>
              </a:lvl1pPr>
              <a:lvl2pPr marL="457200" algn="l" defTabSz="914400" rtl="0" eaLnBrk="1" latinLnBrk="0" hangingPunct="1">
                <a:defRPr sz="1800" kern="1200">
                  <a:solidFill>
                    <a:sysClr val="windowText" lastClr="000000"/>
                  </a:solidFill>
                  <a:latin typeface="Ubuntu"/>
                </a:defRPr>
              </a:lvl2pPr>
              <a:lvl3pPr marL="914400" algn="l" defTabSz="914400" rtl="0" eaLnBrk="1" latinLnBrk="0" hangingPunct="1">
                <a:defRPr sz="1800" kern="1200">
                  <a:solidFill>
                    <a:sysClr val="windowText" lastClr="000000"/>
                  </a:solidFill>
                  <a:latin typeface="Ubuntu"/>
                </a:defRPr>
              </a:lvl3pPr>
              <a:lvl4pPr marL="1371600" algn="l" defTabSz="914400" rtl="0" eaLnBrk="1" latinLnBrk="0" hangingPunct="1">
                <a:defRPr sz="1800" kern="1200">
                  <a:solidFill>
                    <a:sysClr val="windowText" lastClr="000000"/>
                  </a:solidFill>
                  <a:latin typeface="Ubuntu"/>
                </a:defRPr>
              </a:lvl4pPr>
              <a:lvl5pPr marL="1828800" algn="l" defTabSz="914400" rtl="0" eaLnBrk="1" latinLnBrk="0" hangingPunct="1">
                <a:defRPr sz="1800" kern="1200">
                  <a:solidFill>
                    <a:sysClr val="windowText" lastClr="000000"/>
                  </a:solidFill>
                  <a:latin typeface="Ubuntu"/>
                </a:defRPr>
              </a:lvl5pPr>
              <a:lvl6pPr marL="2286000" algn="l" defTabSz="914400" rtl="0" eaLnBrk="1" latinLnBrk="0" hangingPunct="1">
                <a:defRPr sz="1800" kern="1200">
                  <a:solidFill>
                    <a:sysClr val="windowText" lastClr="000000"/>
                  </a:solidFill>
                  <a:latin typeface="Ubuntu"/>
                </a:defRPr>
              </a:lvl6pPr>
              <a:lvl7pPr marL="2743200" algn="l" defTabSz="914400" rtl="0" eaLnBrk="1" latinLnBrk="0" hangingPunct="1">
                <a:defRPr sz="1800" kern="1200">
                  <a:solidFill>
                    <a:sysClr val="windowText" lastClr="000000"/>
                  </a:solidFill>
                  <a:latin typeface="Ubuntu"/>
                </a:defRPr>
              </a:lvl7pPr>
              <a:lvl8pPr marL="3200400" algn="l" defTabSz="914400" rtl="0" eaLnBrk="1" latinLnBrk="0" hangingPunct="1">
                <a:defRPr sz="1800" kern="1200">
                  <a:solidFill>
                    <a:sysClr val="windowText" lastClr="000000"/>
                  </a:solidFill>
                  <a:latin typeface="Ubuntu"/>
                </a:defRPr>
              </a:lvl8pPr>
              <a:lvl9pPr marL="3657600" algn="l" defTabSz="914400" rtl="0" eaLnBrk="1" latinLnBrk="0" hangingPunct="1">
                <a:defRPr sz="1800" kern="1200">
                  <a:solidFill>
                    <a:sysClr val="windowText" lastClr="000000"/>
                  </a:solidFill>
                  <a:latin typeface="Ubuntu"/>
                </a:defRPr>
              </a:lvl9pPr>
            </a:lstStyle>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000000"/>
                </a:solidFill>
                <a:effectLst/>
                <a:uLnTx/>
                <a:uFillTx/>
                <a:latin typeface="BundesSans Office" panose="020B0002030500000203" pitchFamily="34" charset="0"/>
                <a:ea typeface="ＭＳ Ｐゴシック"/>
              </a:endParaRPr>
            </a:p>
          </p:txBody>
        </p:sp>
      </p:grpSp>
    </p:spTree>
    <p:extLst>
      <p:ext uri="{BB962C8B-B14F-4D97-AF65-F5344CB8AC3E}">
        <p14:creationId xmlns:p14="http://schemas.microsoft.com/office/powerpoint/2010/main" val="541188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blue lights in the dark&#10;&#10;AI-generated content may be incorrect.">
            <a:extLst>
              <a:ext uri="{FF2B5EF4-FFF2-40B4-BE49-F238E27FC236}">
                <a16:creationId xmlns:a16="http://schemas.microsoft.com/office/drawing/2014/main" id="{4CB46EC8-7794-D232-6123-FDD23124124A}"/>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2" name="Date Placeholder 1">
            <a:extLst>
              <a:ext uri="{FF2B5EF4-FFF2-40B4-BE49-F238E27FC236}">
                <a16:creationId xmlns:a16="http://schemas.microsoft.com/office/drawing/2014/main" id="{07A82873-71CA-03B2-550D-EEC827A94886}"/>
              </a:ext>
            </a:extLst>
          </p:cNvPr>
          <p:cNvSpPr>
            <a:spLocks noGrp="1"/>
          </p:cNvSpPr>
          <p:nvPr>
            <p:ph type="dt" sz="half" idx="4294967295"/>
          </p:nvPr>
        </p:nvSpPr>
        <p:spPr>
          <a:xfrm>
            <a:off x="9809927" y="6650661"/>
            <a:ext cx="1831210"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96C6881-C63E-80DB-E36A-32397F6111AE}"/>
              </a:ext>
            </a:extLst>
          </p:cNvPr>
          <p:cNvSpPr>
            <a:spLocks noGrp="1"/>
          </p:cNvSpPr>
          <p:nvPr>
            <p:ph type="ftr" sz="quarter" idx="4294967295"/>
          </p:nvPr>
        </p:nvSpPr>
        <p:spPr>
          <a:xfrm>
            <a:off x="550863" y="6650661"/>
            <a:ext cx="4716524" cy="123111"/>
          </a:xfrm>
        </p:spPr>
        <p:txBody>
          <a:bodyPr/>
          <a:lstStyle/>
          <a:p>
            <a:pPr>
              <a:defRPr/>
            </a:pPr>
            <a:r>
              <a:rPr lang="en-US" kern="0">
                <a:solidFill>
                  <a:srgbClr val="A6A6A6"/>
                </a:solidFill>
                <a:cs typeface="Arial" panose="020B0604020202020204" pitchFamily="34" charset="0"/>
              </a:rPr>
              <a:t>Operating Models in the age of AI</a:t>
            </a:r>
            <a:endParaRPr lang="en-US" sz="100" kern="0">
              <a:solidFill>
                <a:srgbClr val="A6A6A6"/>
              </a:solidFill>
              <a:latin typeface="Ubuntu" panose="020B0504030602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CA4FDD8-C46D-F4A7-2070-DA8436B21B81}"/>
              </a:ext>
            </a:extLst>
          </p:cNvPr>
          <p:cNvSpPr>
            <a:spLocks noGrp="1"/>
          </p:cNvSpPr>
          <p:nvPr>
            <p:ph type="sldNum" sz="quarter" idx="4294967295"/>
          </p:nvPr>
        </p:nvSpPr>
        <p:spPr>
          <a:xfrm>
            <a:off x="11778341" y="6650661"/>
            <a:ext cx="232665" cy="123111"/>
          </a:xfrm>
        </p:spPr>
        <p:txBody>
          <a:bodyPr/>
          <a:lstStyle/>
          <a:p>
            <a:pPr algn="r"/>
            <a:fld id="{5D9A5160-6218-4E5A-B9E6-B93E3DAE377C}" type="slidenum">
              <a:rPr lang="en-US" smtClean="0"/>
              <a:pPr algn="r"/>
              <a:t>16</a:t>
            </a:fld>
            <a:endParaRPr lang="en-US"/>
          </a:p>
        </p:txBody>
      </p:sp>
      <p:grpSp>
        <p:nvGrpSpPr>
          <p:cNvPr id="5" name="Group 37">
            <a:extLst>
              <a:ext uri="{FF2B5EF4-FFF2-40B4-BE49-F238E27FC236}">
                <a16:creationId xmlns:a16="http://schemas.microsoft.com/office/drawing/2014/main" id="{64BF8A40-DBD7-8918-27C3-B6C9529B6200}"/>
              </a:ext>
            </a:extLst>
          </p:cNvPr>
          <p:cNvGrpSpPr/>
          <p:nvPr/>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E22334ED-06B8-3C4D-87BF-858D7FF5230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D5BB3FBE-9C3D-AC22-3691-485086634ED9}"/>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8" name="Rectangle 7">
            <a:extLst>
              <a:ext uri="{FF2B5EF4-FFF2-40B4-BE49-F238E27FC236}">
                <a16:creationId xmlns:a16="http://schemas.microsoft.com/office/drawing/2014/main" id="{9112A739-A2F4-925E-7D40-670188461EE1}"/>
              </a:ext>
              <a:ext uri="{C183D7F6-B498-43B3-948B-1728B52AA6E4}">
                <adec:decorative xmlns:adec="http://schemas.microsoft.com/office/drawing/2017/decorative" val="1"/>
              </a:ext>
            </a:extLst>
          </p:cNvPr>
          <p:cNvSpPr/>
          <p:nvPr/>
        </p:nvSpPr>
        <p:spPr>
          <a:xfrm rot="16200000" flipV="1">
            <a:off x="-2761804" y="3312668"/>
            <a:ext cx="6858000" cy="232665"/>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9" name="Rectangle 8">
            <a:extLst>
              <a:ext uri="{FF2B5EF4-FFF2-40B4-BE49-F238E27FC236}">
                <a16:creationId xmlns:a16="http://schemas.microsoft.com/office/drawing/2014/main" id="{0EBA8BE7-DBBF-B8C3-32A4-A8171E0344A5}"/>
              </a:ext>
            </a:extLst>
          </p:cNvPr>
          <p:cNvSpPr/>
          <p:nvPr/>
        </p:nvSpPr>
        <p:spPr>
          <a:xfrm>
            <a:off x="1568630" y="2067532"/>
            <a:ext cx="6146620" cy="1099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1200" cap="all" spc="0" normalizeH="0" baseline="0" noProof="0">
                <a:ln>
                  <a:noFill/>
                </a:ln>
                <a:solidFill>
                  <a:schemeClr val="accent2"/>
                </a:solidFill>
                <a:effectLst/>
                <a:uLnTx/>
                <a:uFillTx/>
                <a:latin typeface="Ubuntu"/>
                <a:ea typeface="+mn-ea"/>
                <a:cs typeface="+mn-cs"/>
              </a:rPr>
              <a:t>Make IT real </a:t>
            </a:r>
            <a:r>
              <a:rPr kumimoji="0" lang="en-US" sz="2000" i="0" u="none" strike="noStrike" kern="1200" spc="0" normalizeH="0" noProof="0">
                <a:ln>
                  <a:noFill/>
                </a:ln>
                <a:solidFill>
                  <a:srgbClr val="FFFFFF"/>
                </a:solidFill>
                <a:effectLst/>
                <a:uLnTx/>
                <a:uFillTx/>
                <a:latin typeface="Ubuntu"/>
                <a:ea typeface="+mn-ea"/>
                <a:cs typeface="+mn-cs"/>
              </a:rPr>
              <a:t>and</a:t>
            </a:r>
            <a:r>
              <a:rPr kumimoji="0" lang="en-US" sz="2000" i="0" u="none" strike="noStrike" kern="1200" spc="0" normalizeH="0" baseline="0" noProof="0">
                <a:ln>
                  <a:noFill/>
                </a:ln>
                <a:solidFill>
                  <a:srgbClr val="FFFFFF"/>
                </a:solidFill>
                <a:effectLst/>
                <a:uLnTx/>
                <a:uFillTx/>
                <a:latin typeface="Ubuntu"/>
                <a:ea typeface="+mn-ea"/>
                <a:cs typeface="+mn-cs"/>
              </a:rPr>
              <a:t> contact us for further discussions around how to start your </a:t>
            </a:r>
            <a:r>
              <a:rPr kumimoji="0" lang="en-US" sz="2000" i="0" u="none" strike="noStrike" kern="1200" spc="0" normalizeH="0" baseline="0" noProof="0">
                <a:ln>
                  <a:noFill/>
                </a:ln>
                <a:solidFill>
                  <a:schemeClr val="bg2"/>
                </a:solidFill>
                <a:effectLst/>
                <a:uLnTx/>
                <a:uFillTx/>
                <a:latin typeface="Ubuntu"/>
                <a:ea typeface="+mn-ea"/>
                <a:cs typeface="+mn-cs"/>
              </a:rPr>
              <a:t>AI native operating model transformation</a:t>
            </a:r>
            <a:endParaRPr kumimoji="0" lang="en-US" i="0" u="none" strike="noStrike" kern="1200" spc="0" normalizeH="0" baseline="0" noProof="0">
              <a:ln>
                <a:noFill/>
              </a:ln>
              <a:solidFill>
                <a:schemeClr val="bg2"/>
              </a:solidFill>
              <a:effectLst/>
              <a:uLnTx/>
              <a:uFillTx/>
              <a:latin typeface="Ubuntu"/>
              <a:ea typeface="+mn-ea"/>
              <a:cs typeface="+mn-cs"/>
            </a:endParaRPr>
          </a:p>
        </p:txBody>
      </p:sp>
      <p:sp>
        <p:nvSpPr>
          <p:cNvPr id="11" name="TextBox 10">
            <a:extLst>
              <a:ext uri="{FF2B5EF4-FFF2-40B4-BE49-F238E27FC236}">
                <a16:creationId xmlns:a16="http://schemas.microsoft.com/office/drawing/2014/main" id="{09BBA12B-8BFB-7F8E-0AEB-8A0247F6D6D6}"/>
              </a:ext>
            </a:extLst>
          </p:cNvPr>
          <p:cNvSpPr txBox="1"/>
          <p:nvPr/>
        </p:nvSpPr>
        <p:spPr>
          <a:xfrm>
            <a:off x="1568630" y="5624290"/>
            <a:ext cx="2231846" cy="433068"/>
          </a:xfrm>
          <a:prstGeom prst="rect">
            <a:avLst/>
          </a:prstGeom>
          <a:noFill/>
        </p:spPr>
        <p:txBody>
          <a:bodyPr vert="horz" wrap="square" lIns="90000" tIns="46800" rIns="90000" bIns="46800" rtlCol="0" anchor="ctr">
            <a:spAutoFit/>
          </a:bodyPr>
          <a:lstStyle/>
          <a:p>
            <a:pPr>
              <a:spcBef>
                <a:spcPct val="0"/>
              </a:spcBef>
            </a:pPr>
            <a:r>
              <a:rPr lang="de-DE" sz="1100">
                <a:solidFill>
                  <a:schemeClr val="bg1"/>
                </a:solidFill>
              </a:rPr>
              <a:t>Christoph Holper</a:t>
            </a:r>
          </a:p>
          <a:p>
            <a:pPr>
              <a:spcBef>
                <a:spcPct val="0"/>
              </a:spcBef>
            </a:pPr>
            <a:r>
              <a:rPr lang="de-DE" sz="1000">
                <a:solidFill>
                  <a:schemeClr val="bg1"/>
                </a:solidFill>
              </a:rPr>
              <a:t>Head of Organzational Design</a:t>
            </a:r>
          </a:p>
        </p:txBody>
      </p:sp>
      <p:pic>
        <p:nvPicPr>
          <p:cNvPr id="15" name="Picture 14">
            <a:extLst>
              <a:ext uri="{FF2B5EF4-FFF2-40B4-BE49-F238E27FC236}">
                <a16:creationId xmlns:a16="http://schemas.microsoft.com/office/drawing/2014/main" id="{1C25B6F7-504C-3B99-DF68-5994DEFBEB27}"/>
              </a:ext>
            </a:extLst>
          </p:cNvPr>
          <p:cNvPicPr>
            <a:picLocks noChangeAspect="1"/>
          </p:cNvPicPr>
          <p:nvPr/>
        </p:nvPicPr>
        <p:blipFill>
          <a:blip r:embed="rId3" cstate="hqprint">
            <a:extLst>
              <a:ext uri="{28A0092B-C50C-407E-A947-70E740481C1C}">
                <a14:useLocalDpi xmlns:a14="http://schemas.microsoft.com/office/drawing/2010/main"/>
              </a:ext>
            </a:extLst>
          </a:blip>
          <a:srcRect l="10060" t="2971" r="11489" b="21371"/>
          <a:stretch>
            <a:fillRect/>
          </a:stretch>
        </p:blipFill>
        <p:spPr>
          <a:xfrm>
            <a:off x="1701800" y="3384550"/>
            <a:ext cx="1397000" cy="2021168"/>
          </a:xfrm>
          <a:prstGeom prst="rect">
            <a:avLst/>
          </a:prstGeom>
        </p:spPr>
      </p:pic>
    </p:spTree>
    <p:extLst>
      <p:ext uri="{BB962C8B-B14F-4D97-AF65-F5344CB8AC3E}">
        <p14:creationId xmlns:p14="http://schemas.microsoft.com/office/powerpoint/2010/main" val="42341540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af3ea0bd-5f44-47a4-8f91-24645b972b88"/>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6C394B1A-876D-CB40-BC40-3094E7ACAE5C}"/>
    </a:ext>
  </a:extLst>
</a:theme>
</file>

<file path=ppt/theme/theme2.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30E26D2B-2C2C-204E-945F-AD4E7E2421B8}"/>
    </a:ext>
  </a:extLst>
</a:theme>
</file>

<file path=ppt/theme/theme3.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AB4B70C9-0EB9-9E4F-B9DD-F7ECF5978BF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4C0A301F45B540912C01D494E15CA7" ma:contentTypeVersion="9" ma:contentTypeDescription="Create a new document." ma:contentTypeScope="" ma:versionID="9aed4d7bf687b4d9cd8492824304818b">
  <xsd:schema xmlns:xsd="http://www.w3.org/2001/XMLSchema" xmlns:xs="http://www.w3.org/2001/XMLSchema" xmlns:p="http://schemas.microsoft.com/office/2006/metadata/properties" xmlns:ns2="4f9896d0-329b-4f8b-a1ba-dfe11ec6aba0" xmlns:ns3="97d2b20b-d1f5-425f-bf03-3bce4a724269" targetNamespace="http://schemas.microsoft.com/office/2006/metadata/properties" ma:root="true" ma:fieldsID="bd98e2af0c74841706266b563752d949" ns2:_="" ns3:_="">
    <xsd:import namespace="4f9896d0-329b-4f8b-a1ba-dfe11ec6aba0"/>
    <xsd:import namespace="97d2b20b-d1f5-425f-bf03-3bce4a72426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9896d0-329b-4f8b-a1ba-dfe11ec6ab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d2b20b-d1f5-425f-bf03-3bce4a72426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F9D69D-2868-4965-9246-02FACA4CB0A6}">
  <ds:schemaRefs>
    <ds:schemaRef ds:uri="4f9896d0-329b-4f8b-a1ba-dfe11ec6aba0"/>
    <ds:schemaRef ds:uri="97d2b20b-d1f5-425f-bf03-3bce4a72426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A0046D-0765-4685-8521-7D1E34B9A377}">
  <ds:schemaRefs>
    <ds:schemaRef ds:uri="4f9896d0-329b-4f8b-a1ba-dfe11ec6aba0"/>
    <ds:schemaRef ds:uri="97d2b20b-d1f5-425f-bf03-3bce4a72426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7</TotalTime>
  <Words>3051</Words>
  <Application>Microsoft Office PowerPoint</Application>
  <PresentationFormat>Widescreen</PresentationFormat>
  <Paragraphs>530</Paragraphs>
  <Slides>16</Slides>
  <Notes>6</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16</vt:i4>
      </vt:variant>
    </vt:vector>
  </HeadingPairs>
  <TitlesOfParts>
    <vt:vector size="32" baseType="lpstr">
      <vt:lpstr>Aptos</vt:lpstr>
      <vt:lpstr>Arial</vt:lpstr>
      <vt:lpstr>BundesSans Office</vt:lpstr>
      <vt:lpstr>Segoe Sans</vt:lpstr>
      <vt:lpstr>Segoe UI</vt:lpstr>
      <vt:lpstr>System Font Regular</vt:lpstr>
      <vt:lpstr>Ubuntu</vt:lpstr>
      <vt:lpstr>Ubuntu (Body)</vt:lpstr>
      <vt:lpstr>Ubuntu Light</vt:lpstr>
      <vt:lpstr>Ubuntu Medium</vt:lpstr>
      <vt:lpstr>Ubuntu Medium (Heading)</vt:lpstr>
      <vt:lpstr>Verdana</vt:lpstr>
      <vt:lpstr>Wingdings</vt:lpstr>
      <vt:lpstr>Capgemini_Bright_2025</vt:lpstr>
      <vt:lpstr>Capgemini_Blue_2025</vt:lpstr>
      <vt:lpstr>Capgemini_Dark_2025</vt:lpstr>
      <vt:lpstr>  Operating Models in the age of AI</vt:lpstr>
      <vt:lpstr>PowerPoint Presentation</vt:lpstr>
      <vt:lpstr>We believe, that AI is the catalyst for a flow based operating model, that unlocks speed and delivery excellence</vt:lpstr>
      <vt:lpstr>By redesigning your AI-native Operating Model, we help you to achieve significant and measurable improvements</vt:lpstr>
      <vt:lpstr>We leverage Capgemini‘s Operating Model as the foundation for future organization design</vt:lpstr>
      <vt:lpstr>AI optimizes value streams through dynamic collaboration networks enhancing value delivery</vt:lpstr>
      <vt:lpstr>Strengthening decisions, transparency, and oversight through AI-driven governance</vt:lpstr>
      <vt:lpstr>In the age of AI, leaders of tomorrow transform from workforce supervisors to human-AI orchestrators</vt:lpstr>
      <vt:lpstr>AI augments human work, enabling self-optimization and interconnected business processes</vt:lpstr>
      <vt:lpstr>Transforming service delivery from siloed support functions into an intelligent, customer-centric delivery ecosystem</vt:lpstr>
      <vt:lpstr>AI transforms data &amp; information from enterprise records into an intelligent decision engine</vt:lpstr>
      <vt:lpstr>AI-native technology &amp; systems use data to foresight an intelligent operating model in product development</vt:lpstr>
      <vt:lpstr>AI accelerates org-steering with precise, decision-empowering human-AI analytics and tailored metrics</vt:lpstr>
      <vt:lpstr>In 8-12 weeks we help you to design your AI native operating model– fully customized to your northstar</vt:lpstr>
      <vt:lpstr>How to get started with your Operating Model reinvention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Mehta, Prashansa</dc:creator>
  <cp:keywords/>
  <dc:description/>
  <cp:lastModifiedBy>Bhatia, Dipti Kiran</cp:lastModifiedBy>
  <cp:revision>4</cp:revision>
  <dcterms:created xsi:type="dcterms:W3CDTF">2025-12-05T05:38:15Z</dcterms:created>
  <dcterms:modified xsi:type="dcterms:W3CDTF">2026-09-08T06:05:43Z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0x010100B64C0A301F45B540912C01D494E15CA7</vt:lpwstr>
  </property>
</Properties>
</file>